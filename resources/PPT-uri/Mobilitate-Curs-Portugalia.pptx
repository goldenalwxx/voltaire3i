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15"/>
  </p:notesMasterIdLst>
  <p:sldIdLst>
    <p:sldId id="256" r:id="rId2"/>
    <p:sldId id="257" r:id="rId3"/>
    <p:sldId id="262" r:id="rId4"/>
    <p:sldId id="260" r:id="rId5"/>
    <p:sldId id="259" r:id="rId6"/>
    <p:sldId id="261" r:id="rId7"/>
    <p:sldId id="258" r:id="rId8"/>
    <p:sldId id="265" r:id="rId9"/>
    <p:sldId id="267" r:id="rId10"/>
    <p:sldId id="268" r:id="rId11"/>
    <p:sldId id="270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E1698-2D0D-4ED9-8631-71559906BD6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D2452-0923-4A10-A734-C966840781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3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7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13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1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7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81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6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971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75611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7207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52911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262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80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2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12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and blue room with blue sky&#10;&#10;AI-generated content may be incorrect.">
            <a:extLst>
              <a:ext uri="{FF2B5EF4-FFF2-40B4-BE49-F238E27FC236}">
                <a16:creationId xmlns:a16="http://schemas.microsoft.com/office/drawing/2014/main" id="{E6D81005-221F-4B1A-89B9-3DBBB837523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26425" t="9091" r="19939"/>
          <a:stretch>
            <a:fillRect/>
          </a:stretch>
        </p:blipFill>
        <p:spPr>
          <a:xfrm>
            <a:off x="20" y="-1"/>
            <a:ext cx="115483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FC7FE96E-8DB5-5C7C-EA16-65F6EB64F975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1395663" y="1087656"/>
            <a:ext cx="8229600" cy="39852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PROIECT ERASMUS+ NR. 2024-2-RO01-KA122-ADU-000279325 – </a:t>
            </a:r>
            <a:b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</a:br>
            <a:b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</a:br>
            <a:r>
              <a:rPr lang="en-US" sz="28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Educația</a:t>
            </a:r>
            <a: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Adulților</a:t>
            </a:r>
            <a: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  (ADU)- </a:t>
            </a:r>
            <a:b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</a:br>
            <a:br>
              <a:rPr lang="en-US" sz="28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</a:b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“Include-i pe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!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Informează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-i pe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! </a:t>
            </a:r>
            <a:b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</a:b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Investește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în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toți</a:t>
            </a:r>
            <a:r>
              <a:rPr lang="en-US" sz="3200" dirty="0">
                <a:solidFill>
                  <a:srgbClr val="FFFF00"/>
                </a:solidFill>
                <a:latin typeface="Century" panose="02040604050505020304" pitchFamily="18" charset="0"/>
                <a:cs typeface="Cavolini" panose="03000502040302020204" pitchFamily="66" charset="0"/>
              </a:rPr>
              <a:t>!”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4ABDEB3-1471-AEE1-805D-3252BD2ED761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 rot="10800000" flipH="1" flipV="1">
            <a:off x="214685" y="5770344"/>
            <a:ext cx="7251591" cy="630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1200" i="1" dirty="0">
                <a:solidFill>
                  <a:srgbClr val="FFFF00"/>
                </a:solidFill>
              </a:rPr>
              <a:t>	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000762C-FFBA-4516-737E-8F7EB0D82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7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C4BACE-D214-1D09-56F5-A8BF57455F8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245" y="659959"/>
            <a:ext cx="9078369" cy="2242268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85D353FB-473E-0484-75D3-F23B5E9EDF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46E8D-F0D9-EA0A-8E16-6AF2E087EE30}"/>
              </a:ext>
            </a:extLst>
          </p:cNvPr>
          <p:cNvSpPr/>
          <p:nvPr/>
        </p:nvSpPr>
        <p:spPr>
          <a:xfrm>
            <a:off x="638126" y="5017273"/>
            <a:ext cx="8553582" cy="1447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2060"/>
                </a:solidFill>
              </a:rPr>
              <a:t>Conţinutul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prezentului</a:t>
            </a:r>
            <a:r>
              <a:rPr lang="en-US" sz="1600" dirty="0">
                <a:solidFill>
                  <a:srgbClr val="002060"/>
                </a:solidFill>
              </a:rPr>
              <a:t> material </a:t>
            </a:r>
            <a:r>
              <a:rPr lang="en-US" sz="1600" dirty="0" err="1">
                <a:solidFill>
                  <a:srgbClr val="002060"/>
                </a:solidFill>
              </a:rPr>
              <a:t>reprezintă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responsabilitatea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exclusivă</a:t>
            </a:r>
            <a:r>
              <a:rPr lang="en-US" sz="1600" dirty="0">
                <a:solidFill>
                  <a:srgbClr val="002060"/>
                </a:solidFill>
              </a:rPr>
              <a:t> a </a:t>
            </a:r>
            <a:r>
              <a:rPr lang="en-US" sz="1600" dirty="0" err="1">
                <a:solidFill>
                  <a:srgbClr val="002060"/>
                </a:solidFill>
              </a:rPr>
              <a:t>autorilor</a:t>
            </a:r>
            <a:r>
              <a:rPr lang="en-US" sz="1600" dirty="0">
                <a:solidFill>
                  <a:srgbClr val="002060"/>
                </a:solidFill>
              </a:rPr>
              <a:t>, </a:t>
            </a:r>
            <a:r>
              <a:rPr lang="en-US" sz="1600" dirty="0" err="1">
                <a:solidFill>
                  <a:srgbClr val="002060"/>
                </a:solidFill>
              </a:rPr>
              <a:t>iar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Agenţia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Naţională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şi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Comisia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Europeană</a:t>
            </a:r>
            <a:r>
              <a:rPr lang="en-US" sz="1600" dirty="0">
                <a:solidFill>
                  <a:srgbClr val="002060"/>
                </a:solidFill>
              </a:rPr>
              <a:t> nu sunt </a:t>
            </a:r>
            <a:r>
              <a:rPr lang="en-US" sz="1600" dirty="0" err="1">
                <a:solidFill>
                  <a:srgbClr val="002060"/>
                </a:solidFill>
              </a:rPr>
              <a:t>responsabile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pentru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modul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în</a:t>
            </a:r>
            <a:r>
              <a:rPr lang="en-US" sz="1600" dirty="0">
                <a:solidFill>
                  <a:srgbClr val="002060"/>
                </a:solidFill>
              </a:rPr>
              <a:t> care </a:t>
            </a:r>
            <a:r>
              <a:rPr lang="en-US" sz="1600" dirty="0" err="1">
                <a:solidFill>
                  <a:srgbClr val="002060"/>
                </a:solidFill>
              </a:rPr>
              <a:t>va</a:t>
            </a:r>
            <a:r>
              <a:rPr lang="en-US" sz="1600" dirty="0">
                <a:solidFill>
                  <a:srgbClr val="002060"/>
                </a:solidFill>
              </a:rPr>
              <a:t> fi </a:t>
            </a:r>
            <a:r>
              <a:rPr lang="en-US" sz="1600" dirty="0" err="1">
                <a:solidFill>
                  <a:srgbClr val="002060"/>
                </a:solidFill>
              </a:rPr>
              <a:t>folosit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conţinutul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informaţiei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51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AF63EE-A882-A45A-3B77-66CFA466EA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70364" y="837397"/>
            <a:ext cx="5762469" cy="45450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5818909"/>
            <a:ext cx="6719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CINA FESTIVA </a:t>
            </a:r>
          </a:p>
          <a:p>
            <a:pPr algn="ctr"/>
            <a:r>
              <a:rPr lang="en-US" dirty="0"/>
              <a:t> - </a:t>
            </a:r>
            <a:r>
              <a:rPr lang="en-US" i="1" dirty="0" err="1">
                <a:solidFill>
                  <a:srgbClr val="FFFF00"/>
                </a:solidFill>
              </a:rPr>
              <a:t>cunosterea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organizatorilor</a:t>
            </a:r>
            <a:r>
              <a:rPr lang="en-US" i="1" dirty="0">
                <a:solidFill>
                  <a:srgbClr val="FFFF00"/>
                </a:solidFill>
              </a:rPr>
              <a:t> , </a:t>
            </a:r>
            <a:r>
              <a:rPr lang="en-US" i="1" dirty="0" err="1">
                <a:solidFill>
                  <a:srgbClr val="FFFF00"/>
                </a:solidFill>
              </a:rPr>
              <a:t>participantilor</a:t>
            </a:r>
            <a:r>
              <a:rPr lang="en-US" i="1" dirty="0">
                <a:solidFill>
                  <a:srgbClr val="FFFF00"/>
                </a:solidFill>
              </a:rPr>
              <a:t> la curs </a:t>
            </a:r>
            <a:r>
              <a:rPr lang="en-US" i="1" dirty="0" err="1">
                <a:solidFill>
                  <a:srgbClr val="FFFF00"/>
                </a:solidFill>
              </a:rPr>
              <a:t>si</a:t>
            </a:r>
            <a:r>
              <a:rPr lang="en-US" i="1" dirty="0">
                <a:solidFill>
                  <a:srgbClr val="FFFF00"/>
                </a:solidFill>
              </a:rPr>
              <a:t> a </a:t>
            </a:r>
            <a:r>
              <a:rPr lang="en-US" i="1" dirty="0" err="1">
                <a:solidFill>
                  <a:srgbClr val="FFFF00"/>
                </a:solidFill>
              </a:rPr>
              <a:t>culturii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culinare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portugheze</a:t>
            </a:r>
            <a:endParaRPr lang="en-US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10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1FBAB-FF85-57C3-CCBE-E488D60DB37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34677" y="231006"/>
            <a:ext cx="6564428" cy="5120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8074" y="5583383"/>
            <a:ext cx="6442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00"/>
                </a:solidFill>
              </a:rPr>
              <a:t>Tiago </a:t>
            </a:r>
            <a:r>
              <a:rPr lang="en-US" i="1" dirty="0" err="1">
                <a:solidFill>
                  <a:srgbClr val="FFFF00"/>
                </a:solidFill>
              </a:rPr>
              <a:t>Mattozo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si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participantii</a:t>
            </a:r>
            <a:r>
              <a:rPr lang="en-US" i="1" dirty="0">
                <a:solidFill>
                  <a:srgbClr val="FFFF00"/>
                </a:solidFill>
              </a:rPr>
              <a:t> la curs din : </a:t>
            </a:r>
            <a:r>
              <a:rPr lang="en-US" i="1" dirty="0" err="1">
                <a:solidFill>
                  <a:srgbClr val="FFFF00"/>
                </a:solidFill>
              </a:rPr>
              <a:t>Cehia</a:t>
            </a:r>
            <a:r>
              <a:rPr lang="en-US" i="1" dirty="0">
                <a:solidFill>
                  <a:srgbClr val="FFFF00"/>
                </a:solidFill>
              </a:rPr>
              <a:t>, Austria, </a:t>
            </a:r>
            <a:r>
              <a:rPr lang="en-US" i="1" dirty="0" err="1">
                <a:solidFill>
                  <a:srgbClr val="FFFF00"/>
                </a:solidFill>
              </a:rPr>
              <a:t>Polonia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si</a:t>
            </a:r>
            <a:r>
              <a:rPr lang="en-US" i="1" dirty="0">
                <a:solidFill>
                  <a:srgbClr val="FFFF00"/>
                </a:solidFill>
              </a:rPr>
              <a:t> Romania</a:t>
            </a:r>
          </a:p>
        </p:txBody>
      </p:sp>
    </p:spTree>
    <p:extLst>
      <p:ext uri="{BB962C8B-B14F-4D97-AF65-F5344CB8AC3E}">
        <p14:creationId xmlns:p14="http://schemas.microsoft.com/office/powerpoint/2010/main" val="3089321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07EF678-7B6C-4863-30EC-2AA11A2B5D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22BF90-A167-8BB0-BA7D-6A3FFDB2694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3254" y="0"/>
            <a:ext cx="8497454" cy="58604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20291" y="6179127"/>
            <a:ext cx="344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IRIS INCUBATOR</a:t>
            </a:r>
          </a:p>
        </p:txBody>
      </p:sp>
    </p:spTree>
    <p:extLst>
      <p:ext uri="{BB962C8B-B14F-4D97-AF65-F5344CB8AC3E}">
        <p14:creationId xmlns:p14="http://schemas.microsoft.com/office/powerpoint/2010/main" val="22248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812E5-B47A-95B8-B20D-D379C04DBB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87644" y="67377"/>
            <a:ext cx="3399535" cy="385010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1FD761C6-FB78-7C7B-E789-7FF10C106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DBF87-7D41-4FF7-8B08-3F3647562D0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92465" y="2752825"/>
            <a:ext cx="3399535" cy="4105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E2EF25-33DA-79AE-0274-C3D83ED74FB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795" y="3428999"/>
            <a:ext cx="4938563" cy="33592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" y="166256"/>
            <a:ext cx="4752109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i="1" dirty="0">
                <a:solidFill>
                  <a:srgbClr val="FFFF00"/>
                </a:solidFill>
              </a:rPr>
              <a:t>Activitatea 2 </a:t>
            </a:r>
            <a:r>
              <a:rPr lang="en-US" b="1" i="1" dirty="0">
                <a:solidFill>
                  <a:srgbClr val="FFFF00"/>
                </a:solidFill>
              </a:rPr>
              <a:t> - </a:t>
            </a:r>
            <a:r>
              <a:rPr lang="en-US" b="1" i="1" dirty="0" err="1">
                <a:solidFill>
                  <a:srgbClr val="FFFF00"/>
                </a:solidFill>
              </a:rPr>
              <a:t>activitate</a:t>
            </a:r>
            <a:r>
              <a:rPr lang="en-US" b="1" i="1" dirty="0">
                <a:solidFill>
                  <a:srgbClr val="FFFF00"/>
                </a:solidFill>
              </a:rPr>
              <a:t> in </a:t>
            </a:r>
            <a:r>
              <a:rPr lang="en-US" b="1" i="1" dirty="0" err="1">
                <a:solidFill>
                  <a:srgbClr val="FFFF00"/>
                </a:solidFill>
              </a:rPr>
              <a:t>perechi</a:t>
            </a:r>
            <a:r>
              <a:rPr lang="en-US" b="1" i="1" dirty="0">
                <a:solidFill>
                  <a:srgbClr val="FFFF00"/>
                </a:solidFill>
              </a:rPr>
              <a:t> </a:t>
            </a:r>
          </a:p>
          <a:p>
            <a:endParaRPr lang="en-US" b="1" i="1" dirty="0">
              <a:solidFill>
                <a:srgbClr val="FFFF00"/>
              </a:solidFill>
            </a:endParaRPr>
          </a:p>
          <a:p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Stabilirea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unui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o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biectiv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zilnic: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</a:p>
          <a:p>
            <a:endParaRPr lang="en-US" sz="1600" dirty="0">
              <a:solidFill>
                <a:srgbClr val="FFFF00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-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sa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d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efini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m 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problem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a la care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sa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gasim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o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solutie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pana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vineri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lucrand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in 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în perechi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folosind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tehnici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precum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5 DE CE : De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?  De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?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Fiind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forte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specifici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pentru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finalizare</a:t>
            </a:r>
            <a:endParaRPr lang="en-US" sz="1600" dirty="0">
              <a:solidFill>
                <a:srgbClr val="FFFF00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Obiectiv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ul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: 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Exersa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rea</a:t>
            </a:r>
            <a:r>
              <a:rPr lang="en-US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procesul</a:t>
            </a:r>
            <a:r>
              <a:rPr lang="en-US" sz="1600" dirty="0" err="1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ui</a:t>
            </a:r>
            <a:r>
              <a:rPr lang="vi-VN" sz="1600" dirty="0">
                <a:solidFill>
                  <a:srgbClr val="FFFF00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antreprenorial</a:t>
            </a:r>
            <a:endParaRPr lang="en-US" sz="1600" dirty="0">
              <a:solidFill>
                <a:srgbClr val="FFFF00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9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holding flags&#10;&#10;AI-generated content may be incorrect.">
            <a:extLst>
              <a:ext uri="{FF2B5EF4-FFF2-40B4-BE49-F238E27FC236}">
                <a16:creationId xmlns:a16="http://schemas.microsoft.com/office/drawing/2014/main" id="{108B49E5-3F7D-C5F9-EB67-A481F0AF45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03" y="243038"/>
            <a:ext cx="7437120" cy="4964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72145" y="5611091"/>
            <a:ext cx="572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rgbClr val="FFFF00"/>
                </a:solidFill>
              </a:rPr>
              <a:t>Ultima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zi</a:t>
            </a:r>
            <a:r>
              <a:rPr lang="en-US" i="1" dirty="0">
                <a:solidFill>
                  <a:srgbClr val="FFFF00"/>
                </a:solidFill>
              </a:rPr>
              <a:t> de curs .. </a:t>
            </a:r>
            <a:r>
              <a:rPr lang="en-US" i="1" dirty="0" err="1">
                <a:solidFill>
                  <a:srgbClr val="FFFF00"/>
                </a:solidFill>
              </a:rPr>
              <a:t>Diplome</a:t>
            </a:r>
            <a:r>
              <a:rPr lang="en-US" i="1" dirty="0">
                <a:solidFill>
                  <a:srgbClr val="FFFF00"/>
                </a:solidFill>
              </a:rPr>
              <a:t>, </a:t>
            </a:r>
            <a:r>
              <a:rPr lang="en-US" i="1" dirty="0" err="1">
                <a:solidFill>
                  <a:srgbClr val="FFFF00"/>
                </a:solidFill>
              </a:rPr>
              <a:t>recunostiinta</a:t>
            </a:r>
            <a:r>
              <a:rPr lang="en-US" i="1" dirty="0">
                <a:solidFill>
                  <a:srgbClr val="FFFF00"/>
                </a:solidFill>
              </a:rPr>
              <a:t>  </a:t>
            </a:r>
            <a:r>
              <a:rPr lang="en-US" i="1" dirty="0" err="1">
                <a:solidFill>
                  <a:srgbClr val="FFFF00"/>
                </a:solidFill>
              </a:rPr>
              <a:t>si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voie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en-US" i="1" dirty="0" err="1">
                <a:solidFill>
                  <a:srgbClr val="FFFF00"/>
                </a:solidFill>
              </a:rPr>
              <a:t>buna</a:t>
            </a:r>
            <a:r>
              <a:rPr lang="en-US" i="1" dirty="0">
                <a:solidFill>
                  <a:srgbClr val="FFFF00"/>
                </a:solidFill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32481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182" y="401783"/>
            <a:ext cx="1057101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FF00"/>
              </a:solidFill>
            </a:endParaRPr>
          </a:p>
          <a:p>
            <a:pPr algn="ctr"/>
            <a:r>
              <a:rPr lang="en-US" dirty="0">
                <a:solidFill>
                  <a:srgbClr val="FFFF00"/>
                </a:solidFill>
              </a:rPr>
              <a:t>DE CE </a:t>
            </a:r>
            <a:r>
              <a:rPr lang="en-US" dirty="0" err="1">
                <a:solidFill>
                  <a:srgbClr val="FFFF00"/>
                </a:solidFill>
              </a:rPr>
              <a:t>acest</a:t>
            </a:r>
            <a:r>
              <a:rPr lang="en-US" dirty="0">
                <a:solidFill>
                  <a:srgbClr val="FFFF00"/>
                </a:solidFill>
              </a:rPr>
              <a:t> curs ? 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 “</a:t>
            </a:r>
            <a:r>
              <a:rPr lang="en-US" dirty="0" err="1">
                <a:solidFill>
                  <a:srgbClr val="FFFF00"/>
                </a:solidFill>
              </a:rPr>
              <a:t>Antreprenoriat</a:t>
            </a:r>
            <a:r>
              <a:rPr lang="en-US" dirty="0">
                <a:solidFill>
                  <a:srgbClr val="FFFF00"/>
                </a:solidFill>
              </a:rPr>
              <a:t> Social  </a:t>
            </a:r>
            <a:r>
              <a:rPr lang="en-US" dirty="0"/>
              <a:t>“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Deoarece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educația ar trebui să fie un răspuns puternic la provocările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mediului de lucru actual, deschizând calea către un viitor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mai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bun;</a:t>
            </a:r>
          </a:p>
          <a:p>
            <a:pPr>
              <a:buFont typeface="Arial" charset="0"/>
              <a:buChar char="•"/>
            </a:pP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Deoarece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aceste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cursuri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îi ajut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pe oameni să își dezvolte abilitățile și capacitățile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 care au nevoie pentru a-și atinge obiectivele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>
              <a:buFont typeface="Arial" charset="0"/>
              <a:buChar char="•"/>
            </a:pP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Cursul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s-a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desfasurat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perioada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a 5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zile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,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fiecare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zi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fiind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o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provocare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pentru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cei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prezenti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in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sala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participanti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din Austria,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Polonia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Cehia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desigur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Romania;</a:t>
            </a:r>
          </a:p>
          <a:p>
            <a:pPr>
              <a:buFont typeface="Arial" charset="0"/>
              <a:buChar char="•"/>
            </a:pP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Cei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doi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traineri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care au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tinut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cursul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s-au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desavarsit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prin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entuziasmul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naturaletea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cu care ne-au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impartasit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ideile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>
              <a:buFont typeface="Arial" charset="0"/>
              <a:buChar char="•"/>
            </a:pP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*Prima zi a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fost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ziua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in care am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facut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cunostiinta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unii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cu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altii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am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invatat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despre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cum</a:t>
            </a:r>
          </a:p>
          <a:p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să facilit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să planific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să 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ne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document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și să evalu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procese inovatoare de antreprenoriat social 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Să ști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să utiliz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metode de cercetare inovatoare și să lucr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am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la procese de co-creare cu</a:t>
            </a:r>
            <a:r>
              <a:rPr lang="en-US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vi-VN" sz="1600" dirty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diverse grupuri țintă</a:t>
            </a: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Font typeface="Arial" charset="0"/>
              <a:buChar char="•"/>
            </a:pPr>
            <a:endParaRPr lang="en-US" sz="1600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596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509" y="387928"/>
            <a:ext cx="881149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</a:rPr>
              <a:t>	</a:t>
            </a:r>
            <a:r>
              <a:rPr lang="vi-VN" i="1" dirty="0">
                <a:solidFill>
                  <a:srgbClr val="FFFF00"/>
                </a:solidFill>
              </a:rPr>
              <a:t>Antreprenorii sociali sunt persoane care oferă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vi-VN" i="1" dirty="0">
                <a:solidFill>
                  <a:srgbClr val="FFFF00"/>
                </a:solidFill>
              </a:rPr>
              <a:t>soluții inovatoare la cele mai presante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vi-VN" i="1" dirty="0">
                <a:solidFill>
                  <a:srgbClr val="FFFF00"/>
                </a:solidFill>
              </a:rPr>
              <a:t>provocări sociale, culturale și de mediu ale societății.</a:t>
            </a:r>
            <a:endParaRPr lang="en-US" i="1" dirty="0">
              <a:solidFill>
                <a:srgbClr val="FFFF00"/>
              </a:solidFill>
            </a:endParaRPr>
          </a:p>
          <a:p>
            <a:r>
              <a:rPr lang="en-US" i="1" dirty="0">
                <a:solidFill>
                  <a:srgbClr val="FFFF00"/>
                </a:solidFill>
              </a:rPr>
              <a:t>	</a:t>
            </a:r>
            <a:r>
              <a:rPr lang="vi-VN" i="1" dirty="0">
                <a:solidFill>
                  <a:srgbClr val="FFFF00"/>
                </a:solidFill>
              </a:rPr>
              <a:t>Sunt ambițioși și persistenți — abordează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vi-VN" i="1" dirty="0">
                <a:solidFill>
                  <a:srgbClr val="FFFF00"/>
                </a:solidFill>
              </a:rPr>
              <a:t>probleme majore și oferă idei noi pentru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vi-VN" i="1" dirty="0">
                <a:solidFill>
                  <a:srgbClr val="FFFF00"/>
                </a:solidFill>
              </a:rPr>
              <a:t>schimbări la nivel de sistem. Ei creează valoare,fie prin intermediul unei organizații din sectorul social, fie</a:t>
            </a:r>
            <a:r>
              <a:rPr lang="en-US" i="1" dirty="0">
                <a:solidFill>
                  <a:srgbClr val="FFFF00"/>
                </a:solidFill>
              </a:rPr>
              <a:t> </a:t>
            </a:r>
            <a:r>
              <a:rPr lang="vi-VN" i="1" dirty="0">
                <a:solidFill>
                  <a:srgbClr val="FFFF00"/>
                </a:solidFill>
              </a:rPr>
              <a:t>al unei afaceri, care susține și răspândeștesoluția lor.</a:t>
            </a:r>
            <a:r>
              <a:rPr lang="en-US" i="1" dirty="0">
                <a:solidFill>
                  <a:srgbClr val="FFFF00"/>
                </a:solidFill>
              </a:rPr>
              <a:t>  </a:t>
            </a:r>
          </a:p>
          <a:p>
            <a:r>
              <a:rPr lang="en-US" i="1" dirty="0">
                <a:solidFill>
                  <a:srgbClr val="FFFF00"/>
                </a:solidFill>
              </a:rPr>
              <a:t> ‘’Sal Khan, Khan Academy founder’’</a:t>
            </a:r>
          </a:p>
          <a:p>
            <a:endParaRPr lang="en-US" dirty="0"/>
          </a:p>
          <a:p>
            <a:endParaRPr lang="vi-VN" dirty="0"/>
          </a:p>
        </p:txBody>
      </p:sp>
      <p:sp>
        <p:nvSpPr>
          <p:cNvPr id="3" name="Rectangle 2"/>
          <p:cNvSpPr/>
          <p:nvPr/>
        </p:nvSpPr>
        <p:spPr>
          <a:xfrm>
            <a:off x="540327" y="3244334"/>
            <a:ext cx="77703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b="1" i="1" dirty="0">
                <a:solidFill>
                  <a:srgbClr val="FFFF00"/>
                </a:solidFill>
              </a:rPr>
              <a:t>Activitatea 1</a:t>
            </a:r>
            <a:endParaRPr lang="en-US" sz="1600" b="1" i="1" dirty="0">
              <a:solidFill>
                <a:srgbClr val="FFFF00"/>
              </a:solidFill>
            </a:endParaRPr>
          </a:p>
          <a:p>
            <a:r>
              <a:rPr lang="en-US" sz="1600" dirty="0"/>
              <a:t>- d</a:t>
            </a:r>
            <a:r>
              <a:rPr lang="vi-VN" sz="1600" dirty="0"/>
              <a:t>ouă adevăruri și o minciună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 rot="10800000" flipV="1">
            <a:off x="595745" y="4073227"/>
            <a:ext cx="90054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b="1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Activitatea 2 </a:t>
            </a:r>
            <a:r>
              <a:rPr lang="en-US" sz="1600" b="1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en-US" sz="1600" b="1" i="1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lucrul</a:t>
            </a:r>
            <a:r>
              <a:rPr lang="en-US" sz="1600" b="1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n-US" sz="1600" b="1" i="1" dirty="0" err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perechi</a:t>
            </a:r>
            <a:r>
              <a:rPr lang="en-US" sz="1600" b="1" i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1600" b="1" i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-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stabilirea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unui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o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biectiv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zilnic: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sa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d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efini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m 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problem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a la care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sa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gasim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o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solutie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pana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vineri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lucrand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in 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perechi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folosind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tehnici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ca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</a:p>
          <a:p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5 DE CE : De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?  De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? De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ce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?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fiind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foarte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specifici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pentru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finalizare</a:t>
            </a: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  <a:p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o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biectiv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ul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: 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e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xersa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rea</a:t>
            </a:r>
            <a:r>
              <a:rPr lang="en-US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procesul</a:t>
            </a:r>
            <a:r>
              <a:rPr lang="en-US" sz="1600" dirty="0" err="1">
                <a:latin typeface="Arial" pitchFamily="34" charset="0"/>
                <a:ea typeface="Arial Unicode MS" pitchFamily="34" charset="-128"/>
                <a:cs typeface="Arial" pitchFamily="34" charset="0"/>
              </a:rPr>
              <a:t>ui</a:t>
            </a:r>
            <a:r>
              <a:rPr lang="vi-VN" sz="1600" dirty="0">
                <a:latin typeface="Arial" pitchFamily="34" charset="0"/>
                <a:ea typeface="Arial Unicode MS" pitchFamily="34" charset="-128"/>
                <a:cs typeface="Arial" pitchFamily="34" charset="0"/>
              </a:rPr>
              <a:t> antreprenorial</a:t>
            </a: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491" y="290945"/>
            <a:ext cx="871450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b="1" dirty="0">
                <a:solidFill>
                  <a:srgbClr val="FFFF00"/>
                </a:solidFill>
              </a:rPr>
              <a:t>Activitatea 3: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en-US" sz="1600" dirty="0"/>
              <a:t>-</a:t>
            </a:r>
            <a:r>
              <a:rPr lang="vi-VN" sz="1600" dirty="0">
                <a:solidFill>
                  <a:srgbClr val="FFFF00"/>
                </a:solidFill>
              </a:rPr>
              <a:t> </a:t>
            </a:r>
            <a:r>
              <a:rPr lang="vi-VN" sz="1600" dirty="0"/>
              <a:t>Identificați 3-5 cuvinte cheie</a:t>
            </a:r>
            <a:r>
              <a:rPr lang="en-US" sz="1600" dirty="0"/>
              <a:t>, </a:t>
            </a:r>
            <a:r>
              <a:rPr lang="en-US" sz="1600" dirty="0" err="1"/>
              <a:t>scrierea</a:t>
            </a:r>
            <a:r>
              <a:rPr lang="en-US" sz="1600" dirty="0"/>
              <a:t> </a:t>
            </a:r>
            <a:r>
              <a:rPr lang="en-US" sz="1600" dirty="0" err="1"/>
              <a:t>unui</a:t>
            </a:r>
            <a:r>
              <a:rPr lang="en-US" sz="1600" dirty="0"/>
              <a:t> </a:t>
            </a:r>
            <a:r>
              <a:rPr lang="en-US" sz="1600" dirty="0" err="1"/>
              <a:t>rezumat</a:t>
            </a:r>
            <a:r>
              <a:rPr lang="en-US" sz="1600" dirty="0"/>
              <a:t>  in </a:t>
            </a:r>
            <a:r>
              <a:rPr lang="en-US" sz="1600" dirty="0" err="1"/>
              <a:t>grup</a:t>
            </a:r>
            <a:r>
              <a:rPr lang="en-US" sz="1600" dirty="0"/>
              <a:t>  din </a:t>
            </a:r>
            <a:r>
              <a:rPr lang="vi-VN" sz="1600" dirty="0"/>
              <a:t> </a:t>
            </a:r>
            <a:r>
              <a:rPr lang="en-US" sz="1600" dirty="0"/>
              <a:t>“</a:t>
            </a:r>
            <a:r>
              <a:rPr lang="vi-VN" sz="1600" dirty="0"/>
              <a:t>Discursul lui Ken Robinson pe Ted</a:t>
            </a:r>
            <a:r>
              <a:rPr lang="en-US" sz="1600" dirty="0"/>
              <a:t> cu </a:t>
            </a:r>
            <a:r>
              <a:rPr lang="en-US" sz="1600" dirty="0" err="1"/>
              <a:t>privire</a:t>
            </a:r>
            <a:r>
              <a:rPr lang="en-US" sz="1600" dirty="0"/>
              <a:t> la </a:t>
            </a:r>
            <a:r>
              <a:rPr lang="en-US" sz="1600" dirty="0" err="1"/>
              <a:t>educatie</a:t>
            </a:r>
            <a:r>
              <a:rPr lang="en-US" sz="1600" dirty="0"/>
              <a:t> </a:t>
            </a:r>
          </a:p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vi-VN" sz="1600" b="1" dirty="0">
                <a:solidFill>
                  <a:srgbClr val="FFFF00"/>
                </a:solidFill>
              </a:rPr>
              <a:t>Activitatea 4: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en-US" sz="1600" dirty="0"/>
              <a:t>- </a:t>
            </a:r>
            <a:r>
              <a:rPr lang="en-US" sz="1600" dirty="0" err="1"/>
              <a:t>Crearea</a:t>
            </a:r>
            <a:r>
              <a:rPr lang="en-US" sz="1600" dirty="0"/>
              <a:t> </a:t>
            </a:r>
            <a:r>
              <a:rPr lang="vi-VN" sz="1600" dirty="0"/>
              <a:t>oricărui obiect folosind LEGO</a:t>
            </a:r>
            <a:r>
              <a:rPr lang="en-US" sz="1600" dirty="0"/>
              <a:t>, </a:t>
            </a:r>
            <a:r>
              <a:rPr lang="vi-VN" sz="1600" dirty="0"/>
              <a:t>folosind cât mai puține piese posibil</a:t>
            </a:r>
            <a:r>
              <a:rPr lang="en-US" sz="1600" dirty="0"/>
              <a:t> ca </a:t>
            </a:r>
            <a:r>
              <a:rPr lang="vi-VN" sz="1600" dirty="0"/>
              <a:t>să poată </a:t>
            </a:r>
            <a:r>
              <a:rPr lang="en-US" sz="1600" dirty="0" err="1"/>
              <a:t>fi</a:t>
            </a:r>
            <a:r>
              <a:rPr lang="en-US" sz="1600" dirty="0"/>
              <a:t> </a:t>
            </a:r>
            <a:r>
              <a:rPr lang="vi-VN" sz="1600" dirty="0"/>
              <a:t>recuno</a:t>
            </a:r>
            <a:r>
              <a:rPr lang="en-US" sz="1600" dirty="0" err="1"/>
              <a:t>scut</a:t>
            </a:r>
            <a:r>
              <a:rPr lang="en-US" sz="1600" dirty="0"/>
              <a:t>  de </a:t>
            </a:r>
            <a:r>
              <a:rPr lang="en-US" sz="1600" dirty="0" err="1"/>
              <a:t>catre</a:t>
            </a:r>
            <a:r>
              <a:rPr lang="en-US" sz="1600" dirty="0"/>
              <a:t> </a:t>
            </a:r>
            <a:r>
              <a:rPr lang="en-US" sz="1600" dirty="0" err="1"/>
              <a:t>colegi</a:t>
            </a:r>
            <a:r>
              <a:rPr lang="en-US" sz="1600" dirty="0"/>
              <a:t> </a:t>
            </a:r>
          </a:p>
          <a:p>
            <a:endParaRPr lang="en-US" sz="1600" dirty="0">
              <a:solidFill>
                <a:srgbClr val="FFFF00"/>
              </a:solidFill>
            </a:endParaRPr>
          </a:p>
          <a:p>
            <a:r>
              <a:rPr lang="vi-VN" sz="1600" b="1" dirty="0">
                <a:solidFill>
                  <a:srgbClr val="FFFF00"/>
                </a:solidFill>
              </a:rPr>
              <a:t>Activitatea 5: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en-US" sz="1600" dirty="0"/>
              <a:t>- </a:t>
            </a:r>
            <a:r>
              <a:rPr lang="vi-VN" sz="1600" dirty="0"/>
              <a:t>Conectați toate punctele cu doar patru linii drepte, fără a ridica stiloul de pe hârtie!</a:t>
            </a:r>
            <a:endParaRPr lang="en-US" sz="1600" dirty="0"/>
          </a:p>
        </p:txBody>
      </p:sp>
      <p:sp>
        <p:nvSpPr>
          <p:cNvPr id="3074" name="AutoShape 2" descr="data:image/png;base64,iVBORw0KGgoAAAANSUhEUgAABAAAAAJGCAYAAADFzPfIAAAQAElEQVR4AezdCdRfVXU28F072cGazrS1bWy1oHVImUGQRAOYQAhzmIekiGkYxEjFYoWiLqGrFUqDVMSASCBAIRABiQFMgIAQDBRxALWm1NrBDnSey5ff/dxwvLzz+wZIstdyc6Z99vCcG9f/Oefc+74oIp4qKQzqGahnoJ6BegbqGdi0noHv+q7vempTlhe96EVPke/+7u9+qpXv+Z7veYoYSxkszxxvy7TV9o2l/r3f+71PEbGQtKtkT9kKnVb8ezL/+77v+55ep+///u9/6iUveclTL33pS5+2zQZ7RJ0N85REXyv6Uswhxs3hiw8l0UeXTgpdfX3R34r5JG3QN552tIk+JV1CX18rOaddR/hkuz9urJ0/UD3nbqxSDCWb1v8n1nrVetUzMKJn4CkbABuwqv8VAoVAIVAIFAKFQCHw3CHw1FNPBfm///u/aOV///d/g7SRbCB50Rfj5vclbemnM5CwNVB/22c+W8qBpNUdqL6BFHfdbPC3gRjHBoLc5fHf//3f3dh4/sOuuJTwSvmf//mfIPpzXNmKsZH6FjvZQNJjAxEPeRB9fZvsEv3D2WePjYHEGBtDyXD2a7wQKAQKgUJgIAQiagNgYFyqtxAoBAqBQqAQKASeAwQGI3mDuR6IMA6mm7ZzPOdq55hSm+S4MomscWJcSdSHE2SZDjvqG07muw0AfSPZAOCHiKUVfUQfWyn6Wslx5UCS85TmKVvRl5L9iLlccnNDPx052oBQaveF3kAyUFz6BtKtvkKgECgECoEJQGCDidoA2ABC/a8QKAQKgUKgECgEnlsEED2CVKZopwxGIrM/9QYrh8sm7fT10l6/XzvHlNojEbk5MSfmtX61B5K0a0xdSbKuZDcFKSeIeQr9/jid7GODiEeZot0KUt8X4+zwQbRzvlKfMsU4yXaW2ack+ttSfTChW1IIFAKFQCEwOgRo1wYAFEoKgUKgECgECoFC4HlHAHFMaYmfwNp2vz7QuL7xSMbRLxFfMpxtpJkOQo54i9nVfCfladP4QNKOq6dO1ttSnfAhLiXhj5hrPEWbGCPqRJ2ok9TPUp9xefVzoGOcZJ1uiv6+5NhgZV+/2oVAIVAIFALjRqAzUBsAHQz1n0KgECgECoFCoBB4LhFAJElLAFv/yGxK25/65raiv9VDRFOyn05Kf6yvk21l6iq1RyL80DOHiNXVf+RZXsaGEjrmsdOKPmP9ua2OOj+E34GknU+/bavzQ/hK0abLnpIe0Z+iTYynaPfFmL4s27q+tDdYSb+kECgECoFCYDQI/H/d2gD4/zjUfwuBQqAQKAQKgULgeUIAyUuSmaVTbJJtJb2UDFXbWIo5RH9K6iKWKTmmHGg89doy9UZSsmsuEt5KS57psKUkWc8y+9ghbX/m29dJX+nHPGJuv2z71Akdwk7a0E/0E/15m0HbWD8OfSmpk226rQzUn31VFgKFQCFQCEwQAt82UxsA3waiikKgECgECoFCoBB47hBIAtsvkfe8Nt+OtYRRnV4r5qTk+/b0+hkho6Tf32/TGUr6+v222M3vE2l9CHTqtzEOVjeHtHPkKn9+ch6dFH0pqZOlfrboKlPatriRfLHqT9FuJfuV7CiJ+lAihhRxkWyPpBzKdo0VAoVAIVAIPBuB7KkNgESiykKgECgECoFC4DlEYCQkZyidjR1q67v1hdylpE6OI6REPx1fvifqxBhRRyJ/4Ad+IH7hF34hXv3qV8drXvOap8vXv/71XftXfuVX4ud+7ufiJ37iJ+JnfuZnQvu1r31tN/ZLv/RLXd+P/diPxaRJkzr58R//8U7/Fa94RWy33Xax9dZbd+2tttoqfuqnfqqz85M/+ZPx0z/908E3Ei2OlIxLW11e4rWhQNQzN3PVEWX6dOm8+MUv7mwjtHLXTj269Ngm5imNs82mkvznf/5n9+cR1dllj27O+Y//+I/uz/0Z9+cF6ainffpZN4cPfXRIv26c6GdLXaltI8DrC/xrGyPqRD8f8tPOefykZCzKFPOIuUSdGNceSvgfStgZSvgYSoaybWyouTVWCBQChcALEIGnQ6oNgKehqEohUAgUAoVAIVAIjBQBBJoukpZEC1Ek+n74h384kFTyIz/yIx0pNjZpA1mfNm1aHHvssXHYYYeF+qte9apA0pHzl73sZYHAI/OIvz7lj/7oj8YP/dAPRZJLdtnjO+P493//93jyySfjb/7mb+KRRx6JL33pS/HEE0/E3/7t34YxxA0pZ4cfmw/EhoCNBHGSl770pfHiDUQesWYb+UXI/+u//qsj3fLT5h/BZfMHf/AHuzkZH1/IcIo4ibltyT5dZfYj0vBlO/XZ5Uef8YyPfTpibONjzxxxsZWbC3KSvza/bKWwo86O+YQOXbb4Mk6PiJeOmOgQfWLRT8zPUj3F/BRzWh1+Uq8t6YxU2nkD1Udqp/QKgUKgENg8EHgmi9oAeAaLqhUChUAhUAgUAoXAMAgkmUKoETjkDzlE/tSTvP3Lv/xLaDOn/qu/+qtxzjnnxKJFi+K4446LXXbZJX72Z382jK1fvz6++tWvdoT93nvvjZtvvjkeeOCBWLduXTz66KPx+OOPx1e+8pV47LHHOp0vfvGL8dd//dfxd3/3dx3h/8d//Mf4p3/6p07+4R/+oevnV6xKhPRf//Vfw5h53/jGN+Kb3/xmtzGgH6kVK2Jss8Ftg5e85CVhE0OpnySZRqgRaSQ8BQZsyJ8g68bMUdKHET11sRHkF45ErGwYN5++PhsNSHnGaUy/Ocb088mPeG1giJcdYzZL/u3f/i2IfAm//PNBT5zyVbIjTnP5hR/hiz4xlw0xEHWiLrbhxPyBRB76s1Qn7GWpztdQQqekECgECoFC4NsINEVtADRgVLUQKAQKgUKgECgEnkEgCdYzPc/UkEZCJ8mhUeQQeUOSkcnddtstzj333Hjf+94XNgGQdnLllVfGVVddFZ/85Cdj7dq1HSFHUG0sIPP//M//3G0OOGlHKpE/wjYf6oR/44R/4wRxzT56xlIXkWXfxoFNAfLkk0/GkxtE/e///u/DnCTj8kCOW3EjAdlGlukiy4mDuhjMH0jEr5+OueIiYjQGVxiwwz6/8NSfbTcXvNaA6LNlPv/wk5v5Sm0+6ImXDfnzw6Z+JcIvHjEkbvr4s+FgHj985Hw22jlioKOfT8IeMUbYlhc9QlfJTquv3vZps5PC1lCSelUWAoVAIVAIRLQY1AZAi0bVC4FCoBAoBAqBQqBDALnqKgP8BxlD2pBseggyoojY6UMWvcd/+umnxwc+8IHYaaedwqn76tWrA/E/66yzwim+jQAE0FzE0Mk0wsolWylIp42A3CBQNw9B5UssYsp5YjBXbPqMIZP0kdkU8+jwTU+dLzGwwY86v2JTOk0ndHOO+UixueZlmfPZUM8x4+aIK/PIWIzREyP75vEnfq9P/PzP/3z3ioRTfrjLydwUcbFtDK7GtdkRoz6vO7DNJv/mKs3x6oXXMdKOeMwVk/nmsKGfjnl8sEGsh3H1FHPkyidRN5eITUmMlRQChUAhUAhMOALfYbA2AL4DjmoUAoVAIVAIFAKFwGAIIG7EOFKr1Eb6EDl1xP/EE0+Ms88+O3bdddf4y7/8y7jllltiyZIlsXz58vjyl78cyLnTd6QakTQviSTiy552EkdEMuupi5Syo5++eYgnMkrHybYTb6fnxukhmUgsMqtNT2mOueYQRNgcfvmQq1hJbgK4JeCUPeNgm8CBqPNlnMiTLaKf0JEn/0p40kP4jdMVH7LvOwVeT6Arnj/90z/tNlW+9a1vdTcl9JkrJ7bEqfQ6w+TJkwOph4fTfjn66OI222wTL3/5y7uPKbJP12sZyl/7tV/rPsr48g3jxmAiPrmJT1184pQHv0rtxFfsBI5EPCnmEvaIuYRdop792Vam8DceSTtVFgKFQCGw+SPwnRnWBsB34lGtQqAQKAQKgUKgENiAAAJGNlQH/B/Cjcwhaa7Oa0+dOrX7uN/hhx8exu6777742Mc+FsuWLeve40eYkVSkEAlFCrURRnYQOj6RSHWOlfSIeUq2jWVd+8UvfnH3kcD8iB9yyZb5hK4Y+UWEkWqSGwT0kWbfJCA5l22bAYQNfsUqRnETOWjrT1/iSf20pS0HNugpzeFbaRxBF5M5XjPwlw+QdSf/5vzFX/xFfOELX+g+RigmOilO9v3VBH8hYY899ojtt98+kH+E3l9E2HvvvWP+/Plhc+a8887rXss488wz453vfGecfPLJMW/evDjooIOC3vTp0+PNb35z7Lnnnl3b2nqFA77ihiP/4pS/HNThABMlkRcRu9zlSGxkEHX9xs2nm6Kdwqe6ktAfSuiUFAKFQCFQCERED4TaAOgBUs1CoBAoBAqBQqAQGB4Bp9pJjl1Nf8tb3hJve9vbwqnyPffcE+9///vjkksuic985jPdl/iRf6f+yDXxfjrSiATyhnw7YUfqkEzEMAVBpEMfuSTIpZNodry370v/NiLYZgspJfSIuWykTX74tikgD2OIJ5JJhy129CG6CD19emzpyzb7fOkXK3vG2GGPmJfCpnExmAdLpXk2JZy4++sIO+ywQ/dnDJ3uf+1rX4uvf/3rQc/4L//yL4fbFrvvvntH0Pfdd9845JBDwgcWFyxYEPvss0/sv//+ccwxx8Rpp50WiP4pp5wSs2fP7v5EYl71t1kwZcqUYMemgY8zatskEXeumfxtRoiLjcmTJ4e/0AAHedGVu5y1ExPxwkXOdIzJ240Cmx3wTyyM0SV0+2K8pBAoBAqBQmB0CPS1awOgj0i1C4FCoBAoBAqBCUAAyRlKJsDFiEz0SVS2h5ucRI4+kqdE4pA8JbKKgL/2ta+NM844I44++ujuK/wXX3xxXHjhhd1X/J1WI4IILhLLBkzYzrqSjn4kk33EWx8/Sn6ItnG6SGPWxcIm4piEU37a5qubyy5ij9T6awD+XKDvENg0oCcWos4e+63AQYyIKz126fFP1FNfvv2YxWMeOxknX+b4qB8Svtdee8Ub3/jG7s8den3CnzP0FxLYQsqRf9f03Qh49atf3b1m4ZR+1qxZgfDPnDkznNY7xbcJ4BTfyf1WW20VNhfEL24YKvlWFw+MvGZgYyE3FNwIeMMb3tDdJHDDgA2Smw2HHnpoeAZgkvmxxy77bOpXaqt7Hmz22MhJXfqwoTMSYW8gMZdNtlrRP5EiXn4GsjlY/0C61VcIFAKFwEZG4FnmawPgWZBURyFQCBQChUAhUAggT1BAahEtpIboI/p23nnn7tT/da97Xdx1111x0UUXxapVq7p305FtNpz0ui5On+hDnhBG5BcZRJ6dBCOHSQr5omcM2Sf6Wh222GRHv7o+8SmJPmNEPaXVSb0s6fClzTZyrGQjhQ4bGaM4iXn66SH6xuVoPuJM2KWDjL/qVa+K/fbbLxB31/fdZkD4zXvZy17WfUDRhsB2223XffwP8U9xeu8mpkjuEAAAEABJREFUwC/+4i92BN37+jYH3KBwOv/kk0/G5z//+bCJ8Cd/8ifhTyzefffd8eCDD8add94ZK1eujNtuu62TT33qU3HjjTd232q49NJLw+sbTzzxRFgn62uTwaaCGwJiRuCN2SzI+LfZZpuwjvJLfOABF/noIzkOVxslnhUYGYMLoZNzc742O55JpXYr+swl5rfCdit0SgqBQqAQ2PwReHaGtQHwbEyqpxAoBAqBQqAQ2OIRQJYQKkQWUVNHqBBZpOsVr3hFeNffVXDE0p/ze/jhhwMxNAc5pI/c6UPaEGJz2UP8gGyDALk3h21z9NsIoEeyHxFEMBHn7BcnfWIu+2LlT6lNjBN1QjeFDSKGVsSAmDp9588YPcIWUc9+9vgkTsuV+mAhZvbk4LTfVfqpU6eGP5PoJJ/uN7/5ze6Dfv68H5JvAwChJ+rm6dfedtttg/g+AOLPH5xsHvhrC1dffXX3JxZtyHz2s5+Nhx56KHw40CsTYnCbAJaZgzyIGK0Xfetp4+BLX/pS9zFHGFgr6whfNyfo+gbBlClTwoaQjwfalPAdg7QvLhjxJU9zxaCtH0bq+tk3D2b6+ST06CjZM6bdij450LHGpB2fyDpfA9nbmD4H8ld9hUAhUAgMicAAg7UBMAAo1VUIFAKFQCFQCGzpCCAyJHFo68imq9/eCXeC7F1/76gjdykIPpKHzCmRNuSSHeTOrQBE14m4NoLrzwUikq6hEyfZyKYYEDuizgYCi2SaizQij8R46iFprehPoUdyPPuVCKSSiFubHn0+iBiMy8kGAUFU9cFAP3KsT/7miNMpP6KMJMuf3b/6q7/qCLbNEnYJn2z6awM2Bry2QH/GjBndB/ucyNuEMedzn/tc95cWnOI78fe9Bbi98pWvDO/1+6CfGwau7R988MHhNYM3velN4bsNBxxwQLeR41sBxKscRx55ZPdBwCOOOCL4c+rvBoKPCu64447h2wTW3ncE4CNPGxxuBnjlwKsIfFpPMfgIoRsJvhUhLhjJTwlT+cJIyZ5NF8+PtueEbXr09dk00lYn8Fbq68tg/X29sbZb++oDyVht17xCoBAoBMaLwEDzawNgIFSqrxAoBAqBQqAQ2MQRQCzJQIRE33Dp0UFak1whZuYgfcgggo5wLl26NLxLj9wiaPSSzCF5yJw+cxFA18QRSeTSh+l8L+Dss8/uvj6PXLru7r1zxNW758imK+iIpNNvJNgGhHfavQ+vLRYbCTYbxCtvvsXTiv4U8fQlx5Q5Bgf1vh05pQ/jRFs/8o+YiwcuTsptBIjTBoCNCxght+y7qo/sy8XGgBN+9rwOgPjbHIEJgg4LuuvXr4/bb789rr/++nj00Ue7v4DgXXyke+eddw6k3Q0BpJxNeMnBn2F09d/aeR3ACb8+f1lA3WbCunXr4qabborrrrsurC8f5thcsCEhZrl4BcEmhBsA4pWvWN1o8D0DmxQ2GGwWzZkzp9toOPbYY+PXf/3X46ijjgobBdbY2nquEH24sA83JRw9Q9ZV29roU+ezLbOun16KNjGeoj1Rkjb7ZdrXn/UqC4FCoBB4DhEY0FVtAAwIS3UWAoVAIVAIFAKbJwLICBkuO2SRIGSIFH2kzHVzhNIVcdfMfejPabwTWzpILQLMh9N5hBAZRV5PPfXU7psBTpgRx8ceeyw++tGPdn8t4Oabb45Vq1YFUurKuuvqf/7nfx7f+ta3wrV1JJA4bXbCjWiLj08bFeJ0uixGoo+o6yfq+pJMinEwYT/zVmrzT+SXfpFexFUphtSlj6iL0cYHHIjNCxsAeVXeGPyM2RyxQcDOF7/4xUCKndjPnTs3EGXY2hCAiff61a2F03YbJ07Z/TUEuMIQaUf03dK45ppr4g/+4A/iQx/60NN/mhG5/8hHPhLnnntuvOc974kzzjgjzjrrrPjABz4Qy5cvjxtuuKHbYLARsGTJkli8eHF8/OMfj2uvvTbWrl3bbTy4+WGdfLDQhxWJGw1whTc89NH/9Kc/3X13wBr/2Z/9WcDGKww2CE466aTwfJxwwgnd5oAPF9oIgSsb1szzROBjLrHpkqJtXQYTdlIG05mIfrmzoyRZV5YUAoVAIfDcITCwp9oAGBiX6i0ECoFCoBAoBDY7BJKMjDQxJNbJNX3kE1lzCu/E2okxIo6MJfmnl4LAuWbulNcGAAJ3//33x5VXXhmLFi2K8847ryOUSD+ybyMBcfWBOnpOm51MI4pIbfpAKpFCX+93Gi0WGwTItnjliORnKT5zcgNAXZ9xsSpTxJhijB3kHuk03zzChtcTEHnX0emIiajTR0bNgZcbE8TH+pycu7nAPvxsJni3300HZB5BRZjf/va3d3/Cb9dddw1+vvGNb4R38p3OI/9O9KdMmdJ9gV/+cHWj4oMf/GBH0lesWBH+BOOaNWsCnk73kXQxisNGjg0DOYoDaSdw1ba+Xj0w7gq/zQibH8j+448/3sXi2w/s2wyyYWHNxMgXPXmwZW3kaQ3Fas3o+tDgLbfc0m0oLFu2rPvwoBhhZ8PDxsCJJ54YNkHcEoANG9ZZXCTXS6lNrFGKNjGe66yE/0QKmyns9uv6SgqBQqAQeE4RGMRZbQAMAkx1FwKFQCFQCBQCmxMCCEnm09azr18iufqQLuQJSXVqjQh+5Stf6b4s7+SVDkKG+Nok0PaBO6fSyC8SiCgi+klEXVlHDPlAbhE+J/vsIc362dHPNlEXtzEklq5+xBLBJAiqtk0LY4SeuSnahH32BhL5igO5R/Sd0hNX3Z3gI/FKJ/f02GBPbDkHyYbB7NmzA1GnL24E1oaH03CkHrn2Pj2fTva9BoD4Tpo0qfuiPv0k5XxNnjy5+/gfouya/sKFC8OpuU0VxJsNY0g6QcgfeOCB8MoAUsyuOOEhZn3WTtxKccDHOhO5ErnSNS4O+sSasydGmwA+GGjjAMF3O8A6ez3DjQ8bHOrWxXrJzbh4bfbYEHBrwQcl3TpQN7b11lvH8ccf390QgKe/POC54bsVfeIksBYnEZ/Y240AuW8syedhY9kvu4VAIVAIjASBwXRqA2AwZKq/ECgECoFCYItCwI/2oaQPxlC6xhDnoaRvb2O1xSAexC0JUN8XHX30iHoSRHVE0EfkkGvk3+mucUQRmaNjHuLlKrsTXlf6ETkkzgmxOU5/+ULOCBvIesamzaY2woa4iZkP192RW+LkP8m+MfPYJeppQ5t9uvS02WNbvMgh0stPtuWKvCOZiCfy7l16RJ2++WyxicCKRV5i5lsJA++/e+0B8aXLhzG6iL8NFdf2fQ9BXOwg1DYKxCwHePKH5NpMMQdh9tHF3/u934tPfOIT3VV8myeItc0KMbk1ASf95iLe22yzTdhcEIN4rJFvDNAXGz03F5BoGGjzLS63AWwkfP3rXw9t3zQQh1z4sbbWh23v5yP+bilYd5sPbi0g8vIRh40ktyDEC1Pz4C9nucNXXLl55FUEf7aQbzdL/PWJBQsWhM0ANyfYU/r2gBzZtFmjZNezBlvrDmv+lJ5bOWZbHzFHmaJNj6ibl6KdQt8zII8UbWIs9UZSpv0qC4FCoBAYIwKDTqsNgEGhqYFCoBAoBAqBQmDzRQDpQWiUCAmCgqgQdQQGYaPja/EIFGJpAwA5Q9Kgg1QhWOzoT0LoOrk6oojUsYOQIZvqiLe56ZvPFDGYk2LjIev8Err8EzayVBcLG6Svl+NikCO75srP6TgCruQTSX7iiSfCn9bzioJc+DZXHgizjYEknUitj/T58J5NA0TbybvTccTYHBsLPoDo43h8sm0chmJDqgkSLi5rgIwj097f9+qE9/mRcQQepuJgw+m71yVc7beJ4Zo/YUssbh64heE2hhN6p+5eu3BTwIcc4WYjgchRvsg98i4m68snLMxx4p924GS9bQSYB1cCYzG6RQAf654bCPBl1xrZDIClbyAoM275i0XsbjzI3ccP3SCwQePjiG5M2EyBu00S3w7gA55si8lmCJxscFhDMRlTF6MxMVgHz421goc10KanZFM8+gkbWaoTevpaMa9tV70QKAQKgY2LwODWawNgcGxqpBAoBAqBQqAQmHAEEAEy4YZHYBA5STX1JCqDxaPf+/uIluvZTnbNQQTZQZCQIZL9CCISitghnfoRfcSPIF7IFf+IF6JN1OkqkS32Cb0s1Vuhn22xEjG1oq+dbw7Rr+SPDTmYJ2aEUQ5OoBFgV9rlQ5eOHOibL194eCcfabWBgNgj1F59cNrvZNomiu8AwABRRpxtDvCFzDrdRuKRUH8NwQk2QdLPP//8OOecc+Kyyy4LJ+r88mGcPURbTE76bUD4Or8bA0itHHzZf/Xq1eHDgIg0nzZy5KXOPzyQX1gg8PJHomFnvfjUL3aiLm/jSLVbD/JzKu8r//Pmzeu+YYCg+9OATujdpqDjrxTst99+MW3atBCv1xoQf8Qd+YdlYs2HzSTY6NO22XDrrbd2H4y0CWENYOE2hZsqYrDJYrPF5oc1sW70rKONCLnaXFDKAQZw1LYG1tdzS7KuZId+CtzU4Zairb8VfSWFQCFQCDxnCAzhqDYAhgCnhgqBQqAQKAQKgYlEACGYSHtD2RrMV5IUhI4gVewgN+0cpA8pQ968W4546qNjHqJkDnuIExKv1GaPHn0klK42X8R8+gTZN4ct+km4tJEtYi6bhC5hQ0n0p9AlrS1tenyLkV8lG8b4Mh+5RHydcCOcTo3pmkeHrjY9ZJINfrzDj+D7M3x02EUonXr7iB9CbvPE6xA2BdQRc3pIqBsHCDsyzJYTeLaR83vuuSduvPHGQIL1I/r0EV51eSkRZ6f+dGxi2Ljgx0m92wLyEjeRA/tiJPIj+s01hiQjz8i9HOUFA7cREGq5+sDj2Wef3f0lB39h4JRTTokZM2YEkm/TCAH3MT+n8+o2SGyG+BOPyL9NAK9JeL//wAMPjMQqbzDYVJArv8SzJF/Y24CwOeLVAN9TcLPB5oZNC88Q/7kRYBPL5giM4WZtbQTI00YKwm8jhW19MLA2coYtHeI59jx6VpSETivGSgqBQqAQeL4RGMp/bQAMhU6NFQKFQCFQCBQCE4BAEoQJMDUqE61f5KadbCzb6ggWQpN9iJ+TWlfXkSvX3BEy18GRotRHlJB4BNJc/QiYOnvadBBNhFpJVzz80kWsEDAl2/rMN56ibQ5bOV+7ldTRp56inaJPnQ118YlTnzyIMSIO/tX5RQ7lABN6ckEqvYOORIodgXfard/77ki02xMf/vCHw5/kQ+oRXEQdkSbIO2LstQF1do3fcccd4aQb5mKAEXvWIokxYurkXKzIvvf1kWN+XLEXrxzpwVeu7KvLX15K9hFfunxYf7pyRrzleOyxx8Z73/ve7i84+IsD/pyjd/LNcePBKyI2HmxuqHttwQaGTQ/iFoK/GuB7AnkDAhkXK1KvhKsNh4yPb5jAF7mXjz5YWzMxsyFvvvi0WSJuNwv8JQq3Avbee/kQrHYAABAASURBVO/uxoFbCF4TkCM/bNoM4Fe+sIAJYT9Fv2eBTpbqA4nxvpifwmbWqywECoFCYCMgMKTJ2gAYEp4aLAQKgUKgECgExocAItBa0CZt38aoD+UDAUHa6CAw6vqQQHUEy3VqpPK2224LfUgnUpT6dLXFro+o6yPsKekhY0SdDl1jWReHtnFETEmHXySNIHxKfcaIeYQdwmcKO4QtffTMMV9eac88sTkZR4zp0yN0tZFMekipE3CnyAi6PqfaBOkWn5NxBB+ZRYLvvvvujvi7Nm/Mn1Jkg21xuAHgpkASejbZMW/p0qWBTBtHfPlHYH1YEIlN4u8qf35LgF3kXX5ygGvmb0y/jQQ5GZeLtRWT/G0ayAWhd4r+jne8Iy699NLuTzfOnz+/+7ODYvS9AX9m8Oqrr+7+nKNy+fLl3YaFD0B6T9/mhTL/6gP/fMIbfuJQ59MrEOpwcGPCxoJcYaYtXxtQ4rRWOUeJwNtAsFECC7HLmz357bTTTuEmi40ZNt00ULoV4KYDn7DN58W6eF5y7fkjbkjAUh4woNMX+ZG2n25JIVAIFALPHQJDe6oNgKHxqdFCoBAoBAqBQmBMCCQBaCfra9vPRx2B4RdBQmQQQoQFWdLvpNg72AiXa/+IJZKKHCJYyCgbSZbMIXJLMY5EKdlFpOjwo9Q2XwzqdBBSPpAsY+aylzEiaCliZp8YJ2zTZ5+wzQbRTqFDzNHHP5/8E3Vx6GeD0HUCjUwqkVCbJK66uyVhAwCZVLod4MaEk3B4uXqPvCPrTvhd04cxEu9kG/lklyD+NgoQZq9dILJiEo+bAojr1KlTuz8DqE9syDo/8nfjwM0Dp9o2DsQCK+vHJ/va6nwj1k7JxaBfKQebFOeee2733QHX8/X5lgHCv2zZsvAhPt8jWLJkSSD9Tt69i+/VCfFYT7aQeNfvfZwPbmJG0G0euAFA1L2q4L1+30TwUUK5yw3OYhebE3txwfCVr3xl2GQxbr1sHsDZyb+bAG4a2Hxw08A62CQw37cVrJkND8+4NbEONgPESIdfZN9zQ7Q9C3Iink2SY0riWfJcZZl1bdJv6yspBAqBQmCjIDCM0doAGAagGi4ECoFCoBAoBCYCgRcCAUiiIh/ERonctrEhhwgSooZMOalFoOghlkileYQ9dpQECUXKETalPmQJgaJHEDYEK+cr9aeOWMylh3DpZ4deK+JJ4de8Vto+89ggfBFkFLkWn3E+EWQ2jGc/H8g+IqoUl9N9hNz77sgx4ilO9pB3H9hDSJFhPpFNxNU1etjyBUcn9U6gYS5X+si8q/w2ERBbp9vI+tve9rbwzr11cSsDaUbK2WLbNXe3NuSATItfLtqwEAddcYvZl/N9t8ArC9ZLbk7ITzrppPAnBnfbbbeOZHvPPgm/P+u4du3aQNp9V0B8/MAPnp4P+MBMzoi6DSObSGz4s4Xe2Tdf7Ag/sekBPxgj9jCBhU0M2Crh6jYB/678WyNxu0UgT2058u82APwuv/zy+MhHPhJewTCHD7cIvA6A8MPdsw1jm0vWBtb802WPbfkQdfkSYwMJLPQr6belekkhUAgUAhsbgeHs1wbAcAjVeCFQCBQChcAmiYAf36OR4ZLs2xpOHwlIybmIGCJBBpqfev2yr8tuv2+gdtoxZg5R148MIk2IqLj0I1R0kDAECiFLUof00tM2h575RJ09Qod9ffJEQJXZp9RGeBGpJFr8t2IeW+zTY499pM2mhDH6xtki9LQJfePpz1x+tfW34/q0iTrfsGCTLURdG7FEdBHFww47LJB1myTm0EXKnTqvW7cuklSa4zTch/DYQJzFbjPAqT+szbcpgvj7Yj8bjzzySNBD1J3GO6levHhxeC3AzQBxwcHH9XxMD2EXA2KNFPNlvpxsTMDZiff06dPDu/tuIiC/xnyo79RTT40zzjgj9tprrzDHu/oXXHBBeNefT5sa8mVfKV55+XChGGws6BODuGDtffzrr78+Vq1aFTYu+DKOpNMVn40HsfIpJ/PEL14bB26hwIJfNylsDDjVt/nAHuzYsabEPPY9CzYWbBjYfLAZ4GOBNhTcHPBtgDlz5oTNALcTYMq+eIz7AKb8PAviEh/7/Cn1pbRj4ves0UnJce22rj2Y8DOUDDav+guBQmCLR2BYAGoDYFiISqEQKAQKgUKgEBg7An7Em+2Hfyv6jA0mxgcTcwYbG2m/WNIOImMeIoX8IK+ILkKESNFFtgg9os98Yl72KVOQIeQOoXPCihilLmJF6BD9KeYjishc+skx/oybwx7hg/BB+COIO3InJ3psmcuW+STtwSCFX/02Gwg7STjZd9qOiOqDEVwQSOQd4URA5YaAwhJB5h8Rhqer/Ow4jUZIzUdwbSY46b7uuuu603fEHwFHgN/znvd0fwIQuRYnguqE3TvyiL2NGTbcPEDsxSVfsfDtOr534W1eIN/igJmNAPG4Hi8mmw833XRTfOhDH4oVK1Z0mxw2fGxkENjAw6YBEm2+PPmUj1cQ+F6/fn2Ix8m7GOApHn6JnD1jxuRDYJqkn2+xmG/MXPpEPGwo4auPfWtuveQhZyJe8cHWn0H0MUKbCtYOlm5B+LOFuYFiPfjzOgDx/LDnWSFsKom6dU7RJw7PmHiJeivGSdtX9UKgECgEJg6B4S3VBsDwGJVGIVAIFAKFQCEwagT8yCftRIQgpR1TJ61uWx9qrNUbTR3JYZcgU8gMYuzUE4lEnJAz44gN0khaH/SRH+P6Mzel+eYaR6CQM4J0pi/ztI0r2RAL8q9tLqHHpn4xIJji56Mv+glbbLjFQPgQLzvG1MWnnn3q+owR85Bd5B5hda0dkUa4s08uCKar8kgvQupkX8zIpK/7+z6Ad+TZR7RdixcbEsqP+f6EHX16TvR/93d/N5DpRYsWxcUXXxz8wwLpFQPyKk9xuHGAMOe7866wW0ebBF4L2HfffQPBlQvs2EHmxeVGgNsI8vZOvtcLbADIRXzWQ6xuKmyzzTbhmwf+jB+y71aAmyLyYotPtuEkL2sjRra14ayPvvUQD6yQbD6sr5smcnJjwHMoXvqeHetB5K6fTT7Z4NfzCic++TKutLEA3wcffDB8XNFGjLb8xAMvmzpz587tPnIod+vAlg0T68U+u8Qc62vtU/iSZ47zmyJ+YjxFu6QQKAQKgQlHYAQGawNgBCCVSiFQCBQChUAhMFoE8oe+MomAEkEg6oRdZYo2MU+Z0m9n/2Bl2huqTJtJaJAaJ6iIkbpxRA35QYYQLP7YVNJBgJTaKcYRR3mykUIvBeHjC4FDspBGREzbNWw+2TY37SGIRBxKPog60S/OFH1iQM7Y4ps9fWySjJmOcX7Fps2ONlIqVoQVoUYo2U7cEFUn1/oQY+/Ym4uYOl2n74R+1qxZ4UN2xrTFYYwvGwfqyP/hhx8eXif44Ac/GFdddVXYGECKEVFfs/eBRjE5HVc6AWcDfm4F8E9v99137z4YiGCzgfTLR84Iu80IJ/heS0D877rrrkB+kWun3zYQ2LPhIG7fC9DPlw/+sSVf780j5W5asC0m+RC24ARTcVhnPq2zPNxg8O0BGxTwOeGEE+Jd73pX/OEf/mH81m/9VrimD0Pv7NsQ4YdfcVhTGyI2hdRtDvBhnTxDNg2UnmFxuaWA+LtZ4HsGbgVYOzHCds8994yjjjoqDjrooDAX5l434E/MNn7458Oz4lnyDMnPc5iirT+Fb0I/RbukECgECoGJRmAk9moDYCQolU4hUAgUAoVAITBGBJCAdqp2K0ggyT51Yk6fLPTbdMYr6RepQ6L4Roi0ESdCB7nlS784lEgQ0Sb6lPSU2jkX6WUDOeIDcSPIG+JOny/kDcmil4Qq57HLpjjVU8zVLxZjRN18uSCifNDXT+inaBPzUthE0sWHbJrLHnKNzBpDvJF2RNEpPrKJ1CKP4kew6SKeTs1tHojFOFzoyBWRF59XBXzQz1fsL7zwwnBizafTdyTZKTUS7DUBeMJRvIg3Yu2L/kg7cs2vTQR/ilDssEVy3UhA6G0Q8O09/ZUrV4YNDJscCPm0adM6InzEEUfEgQce2P0JvSlTpoTc2Uf4xSon3zYwJrepU6eGOrvWEWGmx54PGCLX8+bNC1fu3/nOd8Zv/MZvxCGHHBI2KhB8mwmwNl/OsDj66KPjve99b9gMWbhwYUfObRbQmzRpUsgdQZej9bQJID65qsPauogHBtbTRwW9DuDWBKx9lJD4BoNNGxswJ598crdZ4/mx1vonT54cYrRhxZdnxBpYoxTrKpaSQqAQKASeBwRG5LI2AEYEUykVAoVAIVAIFAKjQwARIO2sfrs/ZjylHUM0hmq3Y6Op80UfmckSWUVqkFPkCcFEdBEcOmKhT5Bmfezo19avzzyi31yElSDzyC77NgCcwLru7UQZiXZ6jHSxYy7b4iHmKFsxTo8+fwQhRPrEgbyxqTSfnnEEuRXzxM8WoYcQi4We+cgzUilO7+WbYwPAqbI5W2+9dSCJCD0C65TdfKQZsRY33/rUzYGNq/dOlc3xp/Z8tV4d+faOOoI8e/bsQGB9Z8C6uKVhrbxn7yq+Uhum8rRJYN1sDNiU8Cf/kHObEq78i8EJuNcGYOhjfq73O2230YDQO/XmS6x0xCtnfcbgaz3FamPChwDlb3PhtNNOC98t+J3f+Z1497vfHfPnzw/E2kcG+aGPVMOZDTh4LmDnRoIP9n3qU58KryP4kKA6ks6/WwkHHHBA+KaBWw9ik7fnS4xwYhcOCD/72uI2Zg3k5NWJq6++Oq699trw1wng7hsOMOHDhsUxxxzTfY/BzQixmQc79viCAf9EXZ8x9ZJCoBAoBJ5bBEbmrTYARoZTaRUChUAhUAgUAqNCACFoxWTkIEW7LzmmHGis3zfedsaH+KojLkgOgiQGpFQdsUJ8jNPj1xw62sayT7+6fuNEnQ5RJ8g1Ys0mooakIYApbJhrnGibjyjSZSPFfGKMGM9S3Rgxnx0iToJQEnkqiX5tmwhKp/bIrVN4RNupsQ0L476IbxMA+XfiLWa+nHwjnPL0BX+5isXptqv48uTHtXtz5HLLLbeEd8/N2WeffcLGAeJOchNDPDYcbJrYBLCBgpDamEDEzZUDgm4DAdm3MWCemJxei9m7+3Iwz40A7/c7TRcXfOTp+rvTcvnBwMYHv8TNAX4RavYfe+yxYE+ecGAj85enHI2JD25iNJd/McnRawZO/bfbbrsgSLhxudussDliQwBhd3pvvr9o8I53vKP76wV0M1alTRsbAzYB5GVdxGKeZ0p8nm2x+zCgTR2bMW4H2BAQo9sLbjm4bQBrufs34lki1k1uKfLWp2z7tPUT9ZJCoBAoBCYcgREarA2AEQJVaoVAIVAIFAKFwHgQ6P/wT3IwVDlef3wOJmwbUyJDWUecEB9kDaFClhCn1EN6iDn6zCPq+jIfBNy8HNOPfKUgZkgZW8Zyrra5SBtyps62eeJqRZ95xnPSASjmAAAQAElEQVQemwRhNd8Y+3TVxcQmfe0cS7uIMpE/gov4mYsg63dC7HTdFXO2XLO3UYKwwi6vkbstwAayi2g67VYi1Eiwq+Q2EsToFBvpdPKN7LJnI4A88cQT3Z8URGYRdyQb8UfWxWM+jG0WiBFpRqadsiPmSLN83SSwEeGVAH7Yk5uNArFZD6fcSLAckX+EH9mlLz4f0HPbgE/Phg0NOHtG+HZrgA+bHOITl40EH91bsmRJ/NEf/VH3br8/L3j77bcHm3IUE1ysOYxsZIg//9KAbwN4hcBfHZAffKy7TQExicN7+zYCvJag7faD9bG+1tkzIUc+1K0//MQOH3mKFcbwtcY33nhj2BCwKeHGgdsUcLOu5rAvR/ZT2CXpN/vbsj+nHat6IVAIFAJjRWCk82oDYKRIlV4hUAgUAoXAJoWAH9mtjDb4dm7WB7KRY1mmDgJAsp2lvsEkdZTIBZJD1Ik6MsoXHXb0KbWJuj71lOxTEv0IL6KCACFMSB3ShLCaj6QiSkgT3wgPMRcBQoDZYkMfO+aKTYzEmDn62FSyqQ/5EgO9HDOubkyZwn5fjLX2jYvHXHGwq62fXTkQvuVLkEF6YkJo5YBcurqv33vjCC6bToGRRO/L02EbeWXf9X7EHYGEm80AscEUuXbCTY+OPoQf2WbDuG8IqMsJ8UY6XUdH9hFOMZiX8dMVE32n98i9D/RZF7G58u+WgPi8W3/cccd1twmSaCP27PnLBb4zgIjbjNBOf2LlFzZysVberefHpoFNBnm48o+Ueyeff3naOLERguT7k4Zs28iwQULcgHDFf/ny5eF6P3Gqv3jx4m6D4Pd///fj/PPPj2XLloUNB/5tVtjk4N9NBs+fPJXWlF9YHHbYYXHSSSd1X/M3Rz+8iOdAG25set7NhRnb1smY3K2JVwE+8YlPhM0Lc20yTJ06tfuLDObCRM7G2GPbc2Ntss0vm8S4fqJuXl/0m6MsKQQKgUJgFAiMWLU2AEYMVSkWAoVAIVAIbEkI+BHeitzbH+vaI5G+jZHMSR1zEQdEA7HQbmNo6+0cetrKlH5bvz42lOzzg7wgNYgRgozoIJ70CR0xITHEXG3zldrZrzSXD3PpsM0G+8aNmWNcqa2fLX3ZZsecVug4MUa6idgRe5sW5honaZcNdf7100dwlUgrEuu9cqU+BJiuPif2N9xwQzjd1i8OhNqmgc0D76eb50N5dMSAZKsj+YivmFyPR7KN88GO2JFihF08CKg8kFsn6XQJv66hm8+vU3ek1xrZOOAHOXfyj/z6boAr8t63t5ngqrvTfLo2CMSvj1+2xQofpBs+Xnvgn33YqctVab6NBKflsLPpYq1sXPiA4Uc/+tFA8p3sWyNjfLtd4PUD82HGV/6FArmxKX4fJbQ54a8TeP/fibw4YMaWdYGZ+cbk4PRezL6Z4AODb33rW+Pggw/u/nShmwk2LWwg2LCAm80L+VgD6wNXzx5s9aV4PeBjH/tY95cZfEPBdwxsDlkjc+iJC3bmq3vWrXf26Re3PqJ/MKE32Fj1FwKFQCEwMAIj760NgJFjVZqFQCFQCBQCWxACfqSTTLmtZ99IS3NTzFFXDiWpg4ghO4R+koMc126FjjH65hJ9reijo89cdcQ8iYs6wmIDAImll0KXID1IoX5thIdd9rKfDXpEn7Zxc5RE3Xyiro+wpU+ZtpUpiLK6mBExBJmu6+MILxKHlCKrBAkl+uVHtMWmT66ueDvNhx3fdBBE7+M7HUdK6elXysmpMdKKCDshdyptPkKJUCPi4qSrH3GEKZKL0IrbtXsEVrzip4fIi8+tA4QduXUqLV6bEa6l+xo+TPmXMz90nWb7k3bGbQp4b50g+UgzW0gz4u0U36k2QiwmJ/Xs8ENPbAgwco5Ey8ctCOQd7jY89NO95JJL4tJLL+1O7eEhV5sYcoeX/OSENPNljlcoXOXnw/cQ7rnnnu6vH7Cv34aB1xjWrFkTNhDExa51t/FgY8ONCRsFV155ZfdBP/ry8v0DHzeUm7pYrKtNGHGw4ZkTG1zgKG44eRZsxMCfHuxvvvnmgIfXO/bee+/uTwWaLx6ltaArRhh6HvV7no0ptcWgruyLcWPKoSTnDaVTY4VAIbAFITCKVGsDYBRglWohUAgUAoXAloNA/sBWDpR19mdJJ+ttqd4XusNJkgd6WUciiHZK2qZHjJO2H6FIoUPoKAlbSDDiqZ8u0oZkqyM19NSVbCN/iA59fcQ40cemPkKfqBtX8tWSJH2EXgodZBtZQ+KJ03KCmBsTg1jMJYg3EmyOnIi6OUo22WfLfDGYp0SWkXMkkI7T5F122aUjegimNuKKpPPrRBkhRqYRduPs0JG/cT4QSXHoMwZb5FWcSOfDDz8c2k6mYW1TwUYCcmvjQU6Ejk0G78fbqEDWEVSEVl7y8DFCHyvkG9ZOyBFnGw1wkh89sdog8MV+ZJl9tpQIOvLt3X03BBBorzUg5xdffHFHxMXovXivRsjf9X3v45vPL+JtI4I/p/1eeRA/fIh+cdgUgDtdeVgXY9bABgmsYGaDxF9AsJEBU/M8A0m+bWbkjQGvFNgMQOTFDnubN/JC9uUFF/jSsZawEbv1cGuBPVhbXzGIyyaBHL0y4faAZ8NGgbzM58dzoy63VvSTtk9dX4o27JQjFXNHqlt6hUAhsPkiMJrMagNgNGiVbiFQCBQChcAWicBgP7KzX0mAk6U60W5F30jEHEQaIVA3BxHRRiRbyXE6xnOeOsl+9RQ6+glbSV6QLgQMiVEaQ5zThzYChjSxISZ1+kr26eSYEuFjP4U9wg7iSl8cfBBt/YQOXWK+NpKMcHv3fcGCBXH88cd317wRWYTMNW8EkV9xycNmhljER9jih46cETx9rsUjieazx8e9994byLHY6BlDPJFo5J4NhFts2oikU3o65iCeSKIYjCOZSC1xss4esomMGmMX2URSxYaEsuNddafPTtzlJH6bEfrVbRrYGECMbQ4gy2JhQ8mfWN0WmDZtWveevDZdvpzGe3ffpoMTeCTeJgEdGwK+jI+Yexf+fe97X/B5wQUXdO/re1/eurBtEwLuNg9sbjjpR6ptFLAtT2sLS5h7bog6LPJZ0Of5IvAQm40Aa0TPxoHXLjwb5tCDr3xs2FxxxRWhbm3Yhi0ciHjkkjjK0XMhbutkXIxsWzsYWl9rKQ/fNYC1DRCxwIIPc9XzWbNubOtTFyc/6n0xNhZJO2OZW3MKgUJgs0BgVEnUBsCo4CrlQqAQKAQKgS0VgfyRneVwOKTeQOVwc40jCUkiEAiin7Q2EQtjSmOknauuL+eo6yP6lPqQHXWECIlBppR0EBzkjp4S0VFPQdToKsVh3HyiT8k2W/wgUvTE3Yq+FP3q5pgLi1YQVh+Zc9rrT9Ihk67FO6lGkJ34i4MNMWR87MkhbfEjPmSdH2TPXKR6ypQpoUSkkWpznFLL23VyZNPGgPfC5YQkJqG3AWDcHBsKSKuSiJ1NNvh2mm4+sor88+/EWsw2IcQgbgQfKUd8kVibHQiw3PXLX24ItzyccCPN/CG/cnTLgLBrLZBgNxHoIOdp12sPyK+r707eXau36XL66aeHD+1pL1q0qPuyv7idtCPDcpGbNXHyz75YUmBkPZz4u6ngy/5ilwPyLU9Y8+3WAnyRbjixsX79+li3bl3Axym9TQ3jnltYs28Ov7feemt8+MMf7j7a50OIPohoDtzl7tmw5inW1fNgLcTjo45igLN+tsWutEHidQBYwsMGDuzgT7e1ya68CJ9taYzQV45U2CCtfr/djlW9ECgENmcERpdbbQCMDq/SLgQKgUKgENhCEPCDnLTp+oHdijFtJcl6ltmnTbRHKggPQoMwICSktWFMfProIB1EnaSfHNeXoi+FHaJtDr/ssqWtH5Em6mzoN0700UdWkSN9CKz335G41GcXwSP0SPpFxhAnZeqzaQ67SDNR188nH2w5qXXS7Fq2E2rvkbsKLkYxI5OIL/z0ET6QRnV2EGwlsqcuFiTRZgJCb75xpHny5MnBrj7xIIduHMgF4Uc+kUFthJWOGNmRjzrCLQ9xsMWXErFHUvWzZTPACb8xpTEn7Mbl41Rc/6677ho2B+AtJ8SVPyQVNkgyfeScL2uUfU7jfbjPCT9/Nj2QWiTXjQDzbR7YVFm4cGG49n7RRRfFb//2b4c/k+d0/V3velcceuihIWcbHbBFhvnh1zoZc5OBf/nQk6Oc+fRag5sDdDwHcqFnreFmvtzEJTfk26aF2Ni3ZvTNI54vtm1qXHPNNUHHzQV+5EwfjmxaC8IHUacvdjaVsGFP3bMoN68DeL3Cxos1sBnDLpviVrKXos2n/IwTffwRdX1EfSTS19UmI5lbOoVAIbCZIDDKNGoDYJSAlXohUAgUAoVAITCWH9jmkJGil4QA0UA6EAvkwXxjSJFSWz+9FO12TDtFDOpKkuREnS1iHPFR14+wtP6Ro/RlnB7CxZZ+c52UI3sItfjpiZkeYUPbXHNS6IndGD0nuwSRZt+4WNh1yu4atg+8IaJIuXlsI/NsO8mlixRqG2MLSZUnYo/ciVGfjQs6yJz42RMPOwi0U3Bz9Nlc4D9jMh/xRcptBIiTL4Scbzki/2KDDxJsLpvi91V/tuUrdz7FLS+bDIi5OM0X+xve8IZAPtkSG7Lui/mItY0QbXMRbBsHiKvTeTcExGPcZglSbXMBAWfXKblr7jYA6CO37373u0Os5513XixdurSrH3PMMWFTAH4+1odY+yigjRJ/SjFxh4cYYSs/+og+XPxFAD6M23CRIz15ykk/HKyD9dev7RmDp5iIcfnJJfVswKi7jeDPEcL57W9/e9jMsC4whoN1Ypc9+saIfjnRszaeN+NysNb82jzxmgOMvC5hHgyJcc+JOYQv/fwY0yZ0iPpYpLU1lvk1pxAoBDZtBEYbfW0AjBax0i8ECoFCoBDYJBDwo7iV0QbtB/lgkj/mjasrW/ttO+tZZkx9fXZI6iEfdJBBJBCpQqj0ITtIuTpygrCam+QiCQZf7BlTEn2pxwY/7DtNZtdcdunwidB6BQB50m+cHp/qBBljBwFDgJAwNhE/NpBQBEsf/wisWPhQIlNIq375iJcYQ7KdsrOFlBMEkd0kiGJDFFs/YmDTCbHTbrYQNzHIg2+xsu3EHumVq3lsu9IuTyfjcIIBwm2ucVfYxcI3QgoP184RbXbZ0Yfk00PwkUnX8uXJZuImdtfhXYWnK1Z5G7fmxo2Jwak+nJFNfRknwu/9eKfjrufD0eaEmwGINtJvzCsBMFEXC0yQW75cryd06fCz7777hj+n51WA888/P5BdRP3kk08Of27PRoePA8IPLgg88m9TZr/99otTTjklTjvttJg1a1bk7QnPDPzlaY28KgAnbRsde+yxR3ejwWbC9ttvH9o2KKwv/D0b/l3QVxe7Z8Fzwbb1sHbanjfiGwUrVqzo7MoHLnTZ8OxaK5hZF7GxYDdVUwAAEABJREFUaQNBnxzhIjcfTeSbX3b1++sANkxe//rXh9cgcsx6sU9P3GLy74BNfghfhA7dFPqtZP9gZaurzt5QQqekECgENgsERp1EbQCMGrKaUAgUAoVAIVAIDI6AH9390f6P9v74QG0kQr8SmWxJQ5JY44SOcaIuBmJMiWAQhEdbPMgIUaeX48gQ8kOMIzFsIrZOks035gRXaa452k52xYZMIYziQWQRN34QY+OIIuJJL0kWMoQc8YVgGWefP33qyDoiiGghY4geP66CI7OINR+Itk0Fdsxnmw1j4mDLXHEh2DY/5E9fDMYmT54cbDsltzFgDnIufrlqK9nTxxY/cEKciXn6EHjYI9VO1a2nuOBlnpsGCOlrXvOakBfiqo0M2ziw2WCOd+1hDQPfHeBfjEgoAi5v62UOEaM+ZJ8eTGCkro9fGyviRPr5sCZIufjnzp0bM2fODFfdXfeHv/fdDzzwwGAL8XUbAHmn71q+1zD8WT64uR7PrjX2HMjPtwWOPvrosIGg9CcIYQYfWMLECb0NA+uM2Bu34eFP78ndM2c9xSBWGzzy1C9/a5kbMzBgm05+O8DmhI0NGz905Ww9rAV8xeFZYE8fGzYB5GNsypQp3Q0IWHpOjcHCGlgXeZorxrRHz7MlTv8ujBF6hP9W9JUUAoVAITA8AqPXqA2A0WNWMwqBQqAQKAQKgUAE+jD4Ad/vozeQ9HW1ifn0lQQJR6CQDeMIhRJxQWyItjkIhbo+4+brV2r3+42l0DGOpCC0SA97CLI6MurL8QgaHSRZvzlsp7BjHoKJWBpH4Hy9Hikz5j14Y3JDDBFe8+UoHn2IEsJOn01Emk9jysQEAUT+Xa1H8uiLj02kC17EfD6U5utD6OHFjzFkE+FDvuWNyDpxZ5e+uezL2zz6fNGFGULuGj3yiFTKhy6SrS5GxFjsbgvwJRYlO+KZvGHjAXlHIp3gwxtO9MWJAHsP3zw2kXnkm3/5wseGg9hsOMBarHRtIMALSbYm3mlHRo3xwb78+ET+3S6ALTtO+135h4336r1q4NTbXGssZwRYjnzy42q/WwmuyRO3KfTBM7HyTM2ePTsQcqfriL6bFuo+EIhQe/ZgYkPACftee+0Vbj+4ISBPeXtuYA0XOfAhH5tNbiR49mwY2KQQ74wZM4I9mGsTawwrz4L40o7c9MvVc8uXzQMl/OjL3esU7PjLEV4XsKGiLS74eo5Jttlng23CjpJOSSFQCBQCI0JgDEq1ATAG0GpKIVAIFAKFQCHQIuBHO2n71P24z1K9FfpEHx2iTdQJ8qBE8JBGZANpQGz0IwxIKaGbc5XGlOybozRHH92co884gqI0L4mQOcgVgopQI4RIqT6x0FNnC9lBsPQjOMaQsDyd1kY6EVgnvE6TzUWq5CYuxNRcMagjqAick2ox0KGPDLOr5I++GJBofrTZMca2OepypUeHLqJrnG3EUW788sm2a+Pmwlu//OCEEOqnx4a5+pBjZJ8OP2JAzOGIFLtpQGxuIOPygYFxRJ6OtjiQWxjZSKDPls0FY2Ixnz5Cyg7CaiPC2vKPaNuEgYX42IEBPRsE1kvMcjMfBvz5SB7y77UA5J99ZHnOnDnBjk0RrwHwRV+8yK9r/J5TeOiHMWGbwAPm1oBvOMBQvJ4tuCHzCLkY2UfcPXPGMn515N8z5CTerYBDDjkkfODPKwfTp08PryiwQ8RsjWHMrzWVg42SnXbaqXslAJ4EPuKEBWzEKj4YihWmhD15swE/49bHZofXIWBgE8DzwS+baY+eOPiyTv7N0eGrpBAoBAqB0SIwFv3aABgLajWnECgECoFCoBD4NgLITSvf7n668OM+RedgutlPh5iDWBBEAQFS6kcasm5ekhR148bMy3bqK/UjJIgIQmauOS0h4d9cZdpCUOkhTU43kT322GCLHfrEXARJv/mIqGviTpL1I7LInVNZZBFhQgKRPuNsKrWRf6QPKeMfCUceETYEkyCMYiLsiAFhE5+4xAM/xCsFMacnb7YQSsIv/2L17ry2+Un22Ef62BG3+Iwj6fJhj10Y28AQn40Q9ughpEi1PnbkpR+ecBKnjZK0KwdE1sYJUg5TV9GdsJsDC6fuyLpNC3bZt0EidifV1oAvmwrssCFn2OhX6kdafczOmiD1MHJF36aAq/xeBWAfzsi6nG1EyNnNBVfrfcuADa8JHHHEETF//vzwVwLOOeecOOuss2LBggXdnxF0i8FmBlvWGV5IMgzYzHwyf69GIP5ukrgN4EYCf/xaEzjCjV0bASeccEK3KSAe68COnFauXBmXXXZZIOs2bPgWv3WCvbVnSzzy9+9FXMYQf7jDF9bmmmcdYEjPDYM1a9aEtfK6g/zgzx4d9j0fxPMsLpJ1JTFeUggUAoXAMAiMabg2AMYEW00qBAqBQqAQKASeQQCBI8/0PLtmnCAURJ1W/tjXTtGPFCizjx5BIpA3pCJFP11iHkKjzg99pTZRR0YI8kLU9bND2NDPNyKNdLu67l17ZBwBYyv9m4ssIZbmIkrG2EVCkR52kEgbAQie+Qg3knTkkUd2f0bOlW8Eb6utturesRY7koVYuwau5B/xJoidEkGeNGlS0FVHupxyOz1GAF2n10bs5ITM8Y8QilEfcskGe+KVAz05wYI+XI3LUc7IvPlIsbYxpFgfMW4Osohos+V9fvP1I5L6zJWLObBGKJFahBJ+iCpya93Zh6VSjHLItbFh4X10YzYs6Mst7cMVRtpw5I8e8o9Mw5c+8g0LsVpXp+af/OQnA7kVm80POmJDuJ3AI/sHH3xw5HV+twasp4/4sW+tPTdswkkcfMOIHbFab5jDwIaT03YbArB3mm4+STzYdQvAib/NBDpsyI9tOcDN+nt+5G9t3Zy49957A/50+SPWxDrB3QaMOMWWNmEjd7h7vpViI+YYh88DDzwQ/iyluLyyYG35pcO+NTenFf/uUtr+qhcChUAhMDgCYxupDYCx4VazCoFCoBAoBAqBDgE/+lWURN0PeWVfjCMcCEV/TNu4MucrU5AT5IgOUqZMImnMPH1E3RhfiAfh0xhRN66O3LKHlKjrM98cJdsIJ8KHCCLwiBGChMSZI0aEqBVzxYv0sMEnP4geQZqRV6QVEUN4nVCzjWSxifw5yabjpBuxRbCQqIwzcxSHujwQLifUyJ+bBsgfEuidb3Wn4sivvOgjivrYyDjFLiYEFbHkG+Ezj55cYChG2NDhXx/SSLTl6dRYXczIq/jkxyY7cEPI9SOiiK84+EKY5aINS/b4YBMm/CvNkw98jLOlbkNAvGwo9Vkbtwasi9sYyL/NEfGIxbqyQdd1+VWrVoV1N9+YTRan/L4J4ER///337/4cIYxtpCDm4vaMeI6sp/hgygZsEHQ+4et50LZJg8j7DgDJzQMbE+L3bFgnmwB8WU++bBrJQd1Gg35rb16KmK0RH3DyyoJniz05WVu4eBbhAFexumEAI+sDE/iI1bpZD32eIetrTY2z4S8x2Jix3uZbS7p0xGI9iXn8Es9HinZJIVAIFAJDIjDGwdoAGCNwNa0QKAQKgUKgEPBjfaQo0E3xo1+9ndtv0zGOMCAVyBPiq444IBTmGCd0zTGmRDaMIzFIGH39+gjyZ55+40gMXfPZ0k/PHD6ROCf3rk6bh+AhVEiyOcaJOUgdm8boIFnIG+KH7CF+Tm4RfvrIpdsFckQgXR/3oTfXqMWEkBE5IV9IHJ9IJYKLiCFkclB3euyU140DJdyc/iKGiKJNALGxZY745CQW5E2+2gisuJFIpJEY40t+6Ys/9o3plz8RL8JuHtvyQ/6QSRhbg9SDCdEnBlgagxEyL560Jy/26NJTahsn1o5f/og44SVudszhS27WA9E3Dw76v/rVr3an4+K2+cIWwm1dvGt/6KGHdn8dwFqZ41mw0aLkR/zmWB++4S8OcfIjd1iJM5+JjAsR51fbPLGJlx0lYccYG+zxaR358DwQ+oi9tbNBYDPBbROvB3idwLgYbRrYUBCTtVOy43nz2oYcrJfn1fNoTcTHv40jc9gyz7NqrvjE5UOJNhLcSKEnRjr65C5u/76snfkp/Xb2V1kIFAKFQIvAWOu1ATBW5GpeIVAIFAKFwAsKAT+aB5IMEqHIelv25/hBTtr+Vr+t00ldP/iJPj/u9fvBT9RzTJ2N/PGvLjaibj5hQ5se0mA8BQFBYNlCgpJwIB/a9I2xo47UIXr0kkCxKyYEB+lCDo0hM4gRAkSHDf1iYRu5QtjZMh/Bd8qJ4PApLr7M5ReJJvrpIHSIlRNoNp2OIlfIuD6nsvJDOH0J3hfhkUy+zXOdHjZOeAlCJiabE+Yhy05tkTxxIbnIGtv0jHs1QCk+pFWdjjzlz4dYET/EVmzsyJcPmPAh/rvuuiv05TibxHw4Iolyhq9YCdLruaDj9J49eFs/6yU/to2bL3dxuTEhNnbhKy4x8W1jwRx+3A6ga8xczw2b1odfdbryFbv8bTTQE4+1EqN45H/44YeH6/2utDthp2vdxYZkmy8W9uUiBjaMp8BEbmKCdcagbQ7hz/MoP5scxLp63tStoe8f6JMjLOjDhm9E27rDQ0xssm8dbQIYsxFw/PHHh40Bz725vn0gN880zM2xTrDxZxsJXXbkDTv+jCthxZf58tInLhshXgXwHHqG2WQHPgQm5vCnbZ410OZjOKGbQlcMyuwbqqRXUggUAps0AmMOvjYAxgxdTSwECoFCoBDYlBDIH8dibuvaG0vyBzj7fGr7cU+yz49+ok3oaSuJvhTzU/TleF+ffWQLuUCUkDqkC7nJfnbMJ8YQFoQQYSQIqX6EBZExhiw5vUTAjOszH/lDjpBBxJR/pZPxxx9/vLs+bp442EKI064+MSJ/YkNQzUXuEE03AaZNm9b92Tcn/+b5c2tIIR2xwkIsCJm5yLBTfoQQ8bJRgGy5qu90my5iinQhijYo+GbLmBjlYCNDbkifE36xiVM/H/CFA1zhaVydwIUNNrWRP6IfjmLWb+3EDQMlO+zTk694xGau+N1oEIsr8XSVyLa5bBg3Rz//8IKJPNgRDxE7P8gy0gpLayEHhBX2TvjdmECWYSUmZFfu4mETruzKQz76PAfq+sxR8kFPPxEXQu8VA39O0GsP+mAjFzmYww8bNn88S/4so9sin/vc52Lt2rXdu/be5/dMeC7NEa+1t0mjtL7wsNnjOZWL2wxO9OVrfb16QFds+sTClpjZReT59mxYO9iK0bNsHejRb8f8+/FvwAaCmwba8PNvLed5Dq1PttXly05JIVAIFAKDIzD2kdoAGDt2NbMQKAQKgUJgE0TgufxxjSQgBwmTdpIv/WLxgx9BoqNPqc+Yel/osEPMS6FPjCN3iAzRh6ggVmkLidVvHBnST0c/e8YQILGypx9BQeKdxDpJJ0gjAkyHHSTIHP6RHD5zLj0ElQ1E1qsESJv3y32Z/fbbbw/vTfvSPELHtpNghMmpravbrkzHnKQAABAASURBVHDbDPBleiQTmUPwkVgx84k8ykdMSB9yh9AZlyP/TsfFKzb9cEDOjItf3GzBWC50+UG0teWJhNOTk1j4RKjp8sc/W/S1EWV6SKJ+a6yPf8RbXHyyo1/eiCtdOggwMpnj+sVMlw/ENNdOPvyIj2iLWV2O6uwnuZYD3/Jzwu/UH6YZL5z4EzP/bIhJroRf/caJOh/64ZA4eqbkiezbwFG3Xp4NmwEPPfRQrF69OjwPS5YsiT/+4z+Om2++uWvr93V9zwbx/InZfJse/jShK/fXXXddLF26NO6///6wsfCFL3yhq/vzfF/+8pfDcwwzGxVIv9sgXgHYY4894oADDgi3UeBlLeEqd7lo8+W5ZCNzgot8zbHOmb9x+YqTXxtNNhiMGzPPepg3adKkgJV+ttSVJYVAIVAIDIrAOAZqA2Ac4NXUQqAQKAQKgRcuAogH2VgRtrbVW+Ez2/mjPvu0U/QhUkr6+pXafWn1kAfEhA6ykGNK8xEXOsgZooPA0Ec4UpBHugiIcfra7KkjSebr01aKD/lDbAjSiZgiRezyy484EFClfn0IEHLpVFu/cWNInHE+ECxkmL1Pf/rTHQG88cYbwykxHaQUEWfDR+j23HPPmDNnTsydOzdcU/cnCpFaMSGYiL4NC22xIV/it7EgT75tRtBDrvWLCyZIsTjlifAhzDYUjCF6yDIM5eBEnC4cc367NvSzn191hBLG8pavWMRonjG5smku/06fxc+XmJBnMclH/Owg7GxaJ3nREy+hJz9jCKdcxCsHPrW9jgFfumIicCHioyd+a8E3u/yKj6gTNq0lDMWJ8Du993X8FStWhDVF1hH1888/P37zN3+z+/OA/lzgBRdcEMj/TTfdFMuWLYtbb701zFu/fn0g+k7/ncZfeeWVccstt8S6devCGPGc2EDKZ8c44m9jgY3bbrstrrrqqli8eHHokwe8POduA9gAOOqoo7pnyrNqDWBuvejC03pbE/8elDCAi7a6Pm3YwhEe8vfRQRtZdIyza5xNWLqdwA994yWFQCFQCAyFwHjGagNgPOjV3EKgECgECoEXPAJ+mBOBIlRtqT4eYZf0bejjC9kixrWV2saHE7qtjjYb2YeQqCNkSmKcHh+IBR3jSAdiQhAPOsgH0qaOeJjLBgKC5CAlCCUySpctpBdhQuy0CWKobQ6/bLDFNkLLnzZdflzNnzlzZjgNRdYRJZsDrp0j9vyygZCqe+fbSTDihuCx5eSfLXriFaNr366su2rNNn9OXl0TR4aTlMJFnHKRnzHkzEYBETPMzOeHjj5iM0XbXDbYFEcSRViKj8hbXHKAGX2xEuvBhvxhm8TcHDkp2WQPPjZa4Mu/+LXpiQ/+4jCmdJqOcNoUEDP//PEvLj7ZJmwYgx3hywaMufyY45lBkOkpxc2v2KxxbhIg+uo2W8x3+u5U3km8k3s3PRBzhN6pvpP6O+64oyPvYnIav+OOO4b18xz4YKP39hFxV/k9HzY/+BUjP9YO8bfZo279CP9uk3huiJsmcLFWcoSvTQhxeD6c0stFznA47rjj4tRTTw0fPPQsGYOlZ1L+nnfYwFbs6tZRbHzAVZ/nCObWywaOZ8cmi3nsGePTXBsvfLPhGVGWFAKFQCEwCALj6q4NgHHBV5MLgUKgECgEXsgI+CHej8+P7n7fxmjzwz8ioEwf+pMY6DdOjBtT6k9px4wTYwgqXW0lYRcB0YdEII1EH8LnOjwSg3DTpWMekofg0UOO2EewEFjXo+kjUGwhL/SQIrEhMk57xaOtpMeuMX180XGCi/Agq0n2xGWcTf0IlblIuZNndQTafKTSnyJ0XZwfxA2xciLsqjcyjGS5nu+UWy7iRojZgotc2YKD69/sIK76fPEeuTQHmXYFnx7SyDZc1OGCtNNBimGi37h4s9SPMIpFjnwRccHUXH75M5421PkQKx8wQ7oRRSfgcLVe8rGGfMBN7Ig4wmku+0q6YuFTLPA0Zm2MWwM2kWjxwM+zknbN0wcLccnP+hP+2Sdi5R+OiDjRTuzEwC5C7+OOvu8we/bs8HrH3nvvHT7Gd8ghh8Txxx/fkW/9u+++e9gEELd4nJTnJoHnBQaEbfHZKPDMOm2nKybv8PuTfOKSMyx9F8Kzc/nll8cNN9wQvg1hbTy7nhUx+k7AmWee2cWj7XmTi2eMHetkLeHBj/VRwoQtmMCVTfOsnY9bysN86+15yQ0F313ITQD9JYVAIVAIDIzA+HprA2B8+NXsQqAQKAQKgRcoAn6UDxYawjDY2Ej7W/tZVxI2kAP1lPSpNEbUjad+26c/xThdok4QCO2co45EpyQxoUdHP9KH7DnVTPJknK7xLNURQcQE8XI9GmlM0osAITV8mo8IaotXG+lxWovgIKPm8Y14aftyPtKNTCKX5tocQIQRJ/YQKUQfaWOXLoJlPoIlJ6emyKB31vnjAzbsiZc/hJMum0gyPfb0mYsAm6NEVpE8sclfHsbgYg5czNNPR4xyNKaEB10Y8EdXHDAXf+qwA39tesRcYq5xfvkxBhPiNoQ2HVjAjH22xS4eRFiO8kY05UXoKJFSJQyVxAaDfPhFmpFQZBpe9PnwHMAXtnTlzJ+2UlzWxhrqk5v57CDkiO8OO+wQCL2/7oD8z5o1K3zXwRf4PVPmI9/s86XP88G/+OHoBN2rHrvsskt4X9+NEvGK24YNXM3lk960adPChwyNwdS62ihh1w0Dz7a21wPcGrBpAV94yoNtGxFuBdigsBEAM2srb2sEN+tOHw7m82UMzur63EjRl7HQZ4eOtWTDxoTSnJJCoBAoBAZEYJydtQEwTgBreiFQCBQChcCWiwASlNn368hcjmWpj/jRT9p+bT/8jetnj2RdmWPqRNs8JTE/yYi52YdgIGYIvf4khkhJkhjEhBhnG0lxlRoRQkqcwiJ1iKdxfrX5MI8Pdf6JU3ckC4HSbxPAHKTOPGQL8XRiy75+cfGL6PGBTLHjijfihtjJwfvcrnUji8jYpEmTwlzzXB9H0hBGuSDENjzEwiZ9PtjRJ1bxIKty44fABSGFm/jZ4QMhlq/YlXJSwl6d8MuGfvbZFo/4tflTNwex50ts1oPQUfJhnD2n2K67i50++4iynGFvjG+EG/mXm5jlK2b2zaPLv/nIMnItb+NwgxXc+RezzQT4GoeFeepic2PAjQzv3a9atap7V1+cdJBqp94Zvxz4N48desi2OhzEwh9S7PaJzR9rJHa3D5yOE8+KjR8bAf6sn80fZJ8YlwPxXHmtwLcibDrstttuYcNAPvLlWyyeOznDS1s+Xg8QnzjEYK2mT58ep59+esybN6/bULBG8iFipANbaw4fuMvdmhB68HALgC/5woSu+Z5lmOWa6S8pBAqBQmAgBMbbVxsA40Ww5hcChUAhUAg8LwggZa2MJAg/uBEbP9T9KCf9ecb7Yl5f+DaXrjF1oq4PEWh1so18ETEo6dA3L+crCWIkRroIBBv6c44SEdFHhz6CgxRlvznGlAgtQu16vXH+kT3EhB/2kCPxmMMWYkK8k43M2xAQK6KCrCE5yA97fBDx6HOazieSigQ7zSfGEK9HHnkkXMPmR8x09CN2SB898diIELO56siZWwQ+BHfFFVeEPwknD3HRJwiWU2GCuLON7CKZYperOU6BYYuU6UPc6NNFZPmjJ0+xwZhtbfnLe9KGDQilvNlH6JBJp7owzjF22LZJwRY9c5B2toyL0xxkkC0bJz6gp53rIj+3AWAtDhsk6mkX+YWp9YIjHUSbPbGyI186MNO2Rp4BfsQrf88FTKyDfutJfHjP1fmrr766+0r/fffdF063kWpz8tnhQy5yEwObciVINxyNiY3vJPZuZvieAyIvLpiIgS2xWSN94rYJwq/SOsJTTvo8q54/RN5zLy4bCG4jwMpzwJZnxGaBZ9B8ePpegVdOYO/1EvPFYENhwYIFccQRR4Q84O6ZkJ8cYMyPvGCnz7g+tuGnn2jLx7pnzPKAiznm0uuLefSVKdrwUGZflYVAIbBZIjDupGoDYNwQloFCoBAoBAqBzRGB/o/ufnu4nPOHuHl0s1Q35se6PgQg+5AEom1ciQTQSdE2D0FAMpFBRMY48uDEEglBThAmxIQ+okMHYUFOkI60jzgRNukpzVOn/7Wvfa37AjtCiZzTNUaPTcQIIVPqV9LhB4km4kZ6kUDxIGDIsBwQe3GzZ542jMRvHhLs5BQRczKM1PHHHn0bCT4o5/SWPXgg1wiuk2G3F5ycs8WuMb7UkVQn5uwgoGJGOuWBmGrLEXG2NmwgaHKEsziM0+fXOD24mW9N2ODPmDkZizU2hw398tVmS4zIImINGwTUfHP8CUUbItZPvp4BMROvPSDXSn6MscMevMyRN8l1gQG/GbdS3J4hufGFRHtmEGJYe2eeDjtsW0t+PSNw5B9m7LJB+DeOgOfVfTHLSx7yVFoLNxqstVsGNmH4N26MT8+EeIg6fMwRq9g8s26J2BxiAwY2m2wciV8edMzzPLEp7re85S2xcOHCECPsrCFhx/Nnbeh5LcBfDbB5QA+Gnm3x0IEHm/4dKa0bOzCHl+fHM2HMmsCHHTnCP/uNmatNtOGlLCkECoEtEYHx51wbAOPHsCwUAoVAIVAIFALPQiB/rCO7frATdYrGiDoS4Me/sfaHvnGiP3XoqbOFhGobRyiQR/ac1Dp5podIEP3mKFMfQTXfXP30zEFe9CVxQUyNORVFxMxBbvhHXMWMtCkRPmPsIY9IkbjY4lc7+53EIozs56kxwur02uYAMsUefSQLSUcmkWnEE6FzwgsjOuw4FfdBQGTNrQUbCWJGrBAu8cpPDnLNOG0SGPc+uDHkVazInNj18SFHOIoj82eTHozYoEtHvggf/0gfX2zxi/TC3zy2cp45sJeTPK2jPJBeOYtdDIgrf3zzYR6MYA83WIiXrcQW+aZHn29xIL78mMOWuLU9Q2I1l46czHXy77q/flfw/RlGfzbv4IMPDifj1pQN8/N5QWg9H0oknlg7cSDu2k7riX5rxZfnBi7iyvjkpU/pdgCS7mOS2267bYiHf9jC1LPl+YEBfc+WPuJWhLxgagNArLC2HnCVO7u+WUAXdkrj/nygjQAxTp06tfvzhb414Fm0zp4ba8SGNU+xpnCXszV128CzLlY68hYPPLTpK/kh6kR/29ZXUggUAlsQAhOQam0ATACIZaIQKAQKgUKgEOgj4Ic60Y8U+dFO9BH9SmTBOMKDaOlvhQ7JPropyJF5CKISKeXDySmCo44wKRE7euxoI0YEqaTDNz9sayNMiBtSYh5iJFbztc1Fprx3jaAZMxexpMsG4kSQHCQMOco5SDYSZD7Sxh49JM5H4XbeeefuXWun93TlRo++6+FOkPlFJBFO5Mp8cSNr6vJB2pArMYldfLCSr3jZQMT4dbvB6S5M2KFDX27yUDdXm305iRt5ROzgyiYdY3widNYC/kgwTMUhLnUMxilkAAAQAElEQVQ2zRM/fcRRv80LRJEfc80RDz90bFqYSxc+Nkjo8G1cDvzpg4e5NiPY5Ju0eVhTBFYMBHlmQ5+NFbcrnKSLx5rA33oa90qGr+w7YXdTgz5CbKOAD5jIT+xiYEdO+uRg48Ia+KsMyLwv+PurAN67R7L9xQDPhA0a62MtxGGTQyyeB6+oeHWAHTc/PH8wsZnk34n89fEnZuvOL7w8P2KyCWEzAMF3e8BGi7Y1tM78sgVvtw3ow2H+/Plx5JFHhmdIvp47a8Cf58D66rcW8ra2+q2LHDzbMIK79VSaI1ZxE23zSdpSLykECoEtC4GJyLY2ACYCxbJRCBQChUAhUAgMgIAf7QMJVT/4/ZBHgrQRDITLj35tgkggA3SIuj42kavsQ2jUkRNkwtwkIIgSPwiefjYQUn7U9SEq/NMj6voJX2wj0YgI0oQIIX1i0EbqEUY2lU5jER1zxSQGdbGLzzVwc5A3pM5pLjvmIEDs6PP19iSAyB3S611tH3Tz9XhfZp8zZ04gjMaRR6QPyeRLHogWrGFks0DO+uSC/IlLPvwhYzYlkGMx61cmdubJBx7mw03bJglM+YQff+axLx/CJj1kUxxs0uVfqc0mnI3LwYm4HNTZsqZIJ59O/OmZK3Z6/PArLnnSt5EBWwTXmsHYutkcoAsvttkyP2NnV7xIuzhcrUfq6aYvRN978k7RzWMLfoi8NfKlfqfoyLu1JOo2d2zkEATamlo7RN58JB8W4ocr/3zDASF3fV8uiLQx6+G5sn7mIv1s29AhnjXjbMLGMwqfxBrBt3nh45I2MKyV3Hyo0q0HOS5btix86NCYNfPtCGtgrufVxwFPPPHE8Gzz41mBkzHYZAlXefHHlrWxEeBZM8czJC5zCFswJ/z6N0lHWVIIFAJbHAITknBtAEwIjGWkECgECoFCYHNDwI/toWQ8+bLrxz0ygIiwlQTBmDbxQ5/QQ3LotoLM6aeD4CKXdJE+9tlkR582wodQmIeEIJ3m80mXHvvm0FciHogJXeQTaUGwnP4iZd63Ribpm8sGsoUIIYTIlo0N8TkpVzp9RfQI8mojgDjhFw8yitixhWQhkjNmzOj+hBy7YuJL3GJDooiYkD0bEOIRPz125EeQXIQ1+8UjNzEih/zJEaZsImZiMo8O8s0/+/AUM8LGDj+JLV15ijGxpkOQWrr8ZYzi4cv89M8vLJBMdvSbb33lzS+sxYDU0+VXXOyzR2DpWwLm0hcP32yom8u+tjiQfoQf2bbmNg+sM3JszeGlzZ7TcOsId7bZlbcY1AnMYEnEQ08OTur10RWvDQd2H3744XAKr3QS79q9+JPwww+B9qoH0o6g560Xa+yZs35y49vz4C8A2Gyy2bDHHnuEZypjFoP85fv5z38+5GnMZgI8YWL9bQYsWbIkPv7xjwd84OBZgJ9/V16JsBHg9oKczMkxOXtmzGHPZoZ/N+KEkbVWJ+Km69nQFpu8+NBXUggUAlsqAhOTd20ATAyOZaUQKAQKgUKgEPgOBPxoJzr9iFcSfQTh0a+uHylAApTaxoh6ijl0EASEIOciC+a15DHHlHTZMJdNJ5OIiD5z2TU/64gLMm2eujGkDhlC+hAX17KRcfa0ER1jSD6ylvqIDyKFpPKT9mwOOLHVnyQSQUO8+EaK2EOUEFJtJ6WII3JlvrlOepE5twD4MdemghsBNhVcy9bPLn/wSJvitmmC1Loaj2CJmy9YIYYEDkgnHBA+/pFlY2JAzI0rifVhQyz0+IS1/NmVF1vG6FoLJXvq1hGu/IqLLfrmwVMebImXDcSff3V9bPFpnn6kGrnWlh9SnLrWw3zx8W1zBLlF/MVq7ooVKzrCC3ubP2JIjJ3gI/U2I8QnLnGzJwdxeG5g5rnTR5eIkz4/2uKw1gShR/iJurhshFgzfjxnrugj7D4CSWwK0JWzTQ/ryib/4naDxPMAv2nTpsUb3/jGcEPBpoBnz/MMF/OJfLXFZz4Rm48wXnjhhbFo0aK4//77w7NvneTjWwhuArDPJt/WDg6eHbjI1VrAm1gzpXWnCxP6SjaJeXCla0y7pBAoBLYwBCYo3doAmCAgy0whUAgUAoVAIdAi0P+Rjvi049lOPT/8kYDsz9I4Yk7MRwroEm3jdJELpIIe8qKNcCFeSAjbSBGygkSwY5yeOjGXLaTQFesk5voRW2QIgUSIkBgkHMlGgvlABJFDNpzKOlEVI5Lug20IFN+IDr/maMuBbf7oIPrIGPvIKht8IkBItVN6+cuNT3mLy3wkmj0xqLNnA0CMBPkzH5FD/hFEdQSTffGYZz77RKwwgaF+cYuLT3HDBuaIKR3x0oGF+WzCUFzG6CB1/MGC6DNHSfijL0Yn5fqsndjkrM0uXGxosCd/WLDHjz55IfNyECufTsjZMl98YkOsEWoCD/rqPqpo3NfxfeyOPrGhwg7/YqVv3eCrDidxwMXmgzzYVRLPojF5yFPc7Fkvz4tbBQRp58u60xGzeJLIwyPz8kzI23NNn38E/fLLLw8n93Lx7r7r/W4YiBse4iDW1LMBR3b8mzDu38KaNWuCfVf/xWGuPK655pp4//vfH6tXrw424MG37wIcdNBB4RUEcRgTl2dCvsRzw6YcYMpX+lUas4ZsikXe8k89OiWFQCGw5SAwUZnWBsBEIVl2CoFCoBAoBCYUAT+Qh5LhnPXn0u/3DdVGYIaSoeYa84PdfH6Juh/0xJg+JV1jfuir+5Gv37h6K378I4kIj346dM0nbCvZQbCMIWRIiI+jIRnIBPJuDPlSsonUpE0EDmlBLJE2Y8iRuYgj0ux0FaFh3xg7/CI/yBnSza6TUQSUbX3EyapY2UOkxCF/+SDVdOUhT6QQadLHB5vmI4X6YSJeQkdM+s0jSD9i6qTah+KcyiJ54hC3+Ph30uw6uRzkxAdiRhcBhwciyAef+hBxurBGtMXHPzItNzmwjbCZz5+6PmMIoE0DY2zBQD/CzAcbNkH0wR027IvLmLyU8LW27COa9PlgW5tPeNEXP3/WiX8n6YisHJye84MAsyEe7+z7yj/82EfQYWdt2KcDA7b59LqAeFzd92FA9tnkU6wwImyJmR11uRHPmtz1idH6ZckH3zAxz/rKS2yecWvGjxjkaY3oyl9uNgOIDQDi2RYLXbHDQU7WwlwCC/nJ87777gubCPLQ59UC3zoQt28EXHHFFWGDQQ6eQZsmp556asyePTvYYgOu8vOs+3fIp34bC9ZWv9yMqXvePZPy0ide88Wsn9ArKQQKgc0egQlLsDYAJgzKMlQIFAKFQCGwKSHghzjJmNVJtv2wHkr8AB9K2rlsst0KEoEEEz/qCb20iUAgBNp+8CNLSJG6OWkfudFHF/EgCIT57CHryA1yhCghLsiEOWzwKy5tNog6O0g1G3T4JOImCLNNAH18ISqIjLa5CI2PwSFs+pBN9thG+pXiQnaRcAQUUeSLHpEb/+KDA7vIL1KI/MlTP10kjLArDrnJHaGjBz/2EDEfo0MYnTAjiEiqnFwxR+DEIR95sYMQmo8w2gQQBz/GjYlJTvJA/s2VBx2xG1Pyrz/jE7fY2NPHL6zMY5tPa86eOG1GWEc2+IWfNRCj3JXGEEWxyt96Iu2ILP/yVNKzOUDETPjh01rQM8dVf760xWieEsmn55bArbfeGpdddllcf/314b18zwa/coCNHOQJe/a8niEmbf7kax3ZlpNnxbppi8l8+bHlebJu7MACruKwAWPDivDvhF+fuZ5F682GuDw/NsTgCVfCFl3PG//isBYw8LrLvvvu270uIA/PiQ8Ryt28ww8/PFz553flypXhLyZYc+vh1oSPVU6dOjXk4t+edefLMyx/PrXlJD7+rRFcjLEDHyJf+CuNEeN90V9SCBQCmxMCE5dLbQBMHJZlqRAoBAqBQmATQsAP6KFkuFSGmmus/UGetvQjNcSPeUIvx9X98EcQkDikyxg9ok7YUdLXjyiYQxAIglQiK+whI4geQoMEIS3maiM6pO9LjPqREWRMPNrIh5JfNpEvfYgMv/SdahpD8BAvxE0MSKbY6SGnhB4SizwhlfTEjCzJiz5/REzi5luuxvhjlx05yNuJsTpbSDV9fXLX9pE39vhA8ORHR4lAqpsvJ2Ie4QuppCcHBFc/Uio2mxlyNx/RE79c5Gm9rIf4xW2MDfOJeORgXA6EHXnSRVb5gaW10C9G2MMZqdVmxzixvnxm7uywrx9m9MXrPX/v/VsD6ylWdsXHD5tyl3eepN95552xdOnSWLx4cSC95iG0NpjEyAbsxEaMIbli4J99GLFpndTFJm94ONn3nMrLZoFXTRB/ZJ0d2BCx8W3dPEfEc4Sgew2FuBFgfaw3feP8ms+eDQIfCeTDZof1EYeSvrjk5HUEf8Fg5syZ3df+bQTce++9YSPA2thg4+uSSy6Jhx9+OKy7jRg2999//+7Dg/KGjbWWt+dR7nLcfffduz99CSOxenb4Fqc+bTHBT8kOodMX/SWFQCGwGSEwganUBsAEglmmCoFCoBAoBDY9BPyQJhm5+kgEoRhK+jbSvh/q6n7M+2FPtNNWzkMU9CFg5iBgCAWyYE6KMcIGMYcgd0r2kEGn08gJwoHc5Bw6SA67fOpH/DI+8+kQxIMuewikUj8dY2wgNcaQSnXXtr3/73QTqTHfHHGYhySKx1zkDSEVR+anFBNRlyNf5iJF8JErooWQwcg44ojcm4O0G5OXOeo+VOgbBeYjyPoRS3P1IYjy02cM2Re/Ont8sq0PWUXy5CAOa0XoIrN02ZQrfXWxmK9kWz78wcIcY+ZZB/MQVf304UeXfTk6zWYDbuaQjJtdmBO2zJcjES9C79YD3MQub2sGE6RXPPxZL+vj6jxS7Sq8NZaP1wR8WR+RNo8PMSH9YrGm5sLdJoMNGHY8k/yJW4kUE88NUi8mccuBHW02EHjxwxz2xMaDDQObDdZe/uKWm1c7fCCQXesiBq8n6PMcuNUhP3NsMsgHIbfpAgs2YSEv8Ykd4XeTgS8+fIyQbTFZ34suuii8MmBjQuw2F7wu4N+BXHN9YQMPHxaUMzzh5jkn+dzTVyfqxuCi7Mtg/X29ahcChcCmg8BERlobABOJZtkqBAqBQqAQ2GwQ8CN6KBkuUeQjJXX9eCd+wBvr29dH17iTW0IfQUKEkB5tRA75I3TNMRfRIPSRO6QLydJGXuggMIieufqQFTbp8CEmfYgMwokUIYH06fFFR50PthAztpBURBQ5RSyRRMIngoZIiZcfOSSxdbJKkFk5G+OPX/YQInORLXGZx5/YEDOCOLGLRCF4iBUb9PmEC9vIIjImX0QSKUQcYcsPO+Kni7zJEW58GqOL6CGixsTgmwdi0+8WgBjU+dVvHmFDTuISP7vw5EspRvaIufqMwUX+1gU21sUYG8bkzyaxLtZHH6JpfbSNmcOuWNhC4GHAH322EF8+6YvH2sETQUX8PU/G5OxqvD95h/jzy5+5s2866QAAEABJREFUPuDIjj72+bHZAjPrIiZ2rYF4lJ5VJ+mIOUGy4cimDRcn7cuXL4/bbrutew/fn+SzoQVD8dt4QNatra/6b7vttrHjjjuG7z7op2etYQE/6yMWufEnN5sBbNrAEhecPD82AtwQcPqPwMPlnnvu6f5UoTzY83zDEMZse5bo3H333d1fUGDTnwl861vfGsboiMdzx4YNBP9WbEbATT9hT1sp9oxLH8l+Y0SeSv0lhUAhsNkgMKGJ1AbAhMJZxgqBQqAQKAQ2NQT8iCYZtzrJ9mAlnaHEvPwhnqW+FHOROWQKkSPIIQKFKBK6yKj5SAaChjzQQ+DMRwiM++Gfom0ugoHkIFFJJvgz31w2+FU3FxFDopVIjj6S9ujRFxsCiPCLlz4yzB6yhYQhSmx5F9t74UgWAkhPzOwTc5ym+jgfIukL8NqIM7JNkF8Ez2aA2M2HH/uIFDv6EbDUQR4RR8RS/PKGgbnsOaHWRkaNsSEW+cCcf8TMJgA//JnLD8KJ2Nr4QBLZI2JB9HxTwIky3GFlDmFbKR6++ISdOpz5ga946LAtH+RSXb818AwgptaYTSV9unQIm+JjUy7wo8ePGKyFa/9ysVbWxThdYzYyrBni7cN5TqnZE4c1cV3dZornix1+YGrt4PrQQw+Fa/jGxcIP/PiBk3g9n9bIBgGBNezFby1hwZY+c8yFmbls0ZMLjIl/I7DyDCHsvvUgTpsU/lSk2MQBC7HThSM71op/ucjVRgexcZEbA3S96z9v3rxA5L3eIsfbb7+9y9W4jQd/XtC/DXY9D3KzYQFX3wQ488wzwwcE6YhH7NbF8wYTdTmSrCuJNfIMwJR9OOijS9RLCoFCYHNDYGLzqQ2AicWzrBUChUAhUAhsIgggdOORkaTJfur5cd6KH/F+wCM5KX7UpyA+dBAhp6lImpNI5I9+2qKHGBB9fBLEgC0lcoNcIJvmIh2IE0EgERBCnz1kqxWkhA0ETD7ipof0Iu42A5A0p6ni8C40EoQsIWGIGRtIMbuIJIKJHLErLvbEj2AiUkgm+/IXm7jFJx8xyJE+Qkj00bNJgtw5hZYfH8i6a9p5qswGEggHNtlS2iyQIzIrHvbEKe7cKBC7/MXNtnzMt/HBnjqiZ56NALHRFz97RKxiMMaPOvzY1ibGEHpYwMAc+cAHntYNbnzqF786W+awYb5nB47meZ5gJmbE1rMkbr7kqCRikZ+cbaSo88kW0ioHz5P1Ns6PZ0CMPoB30003dR/CMy4OvuGqbR0Qbdggxk6+EWx2xGcDgg916yBWefmg5Jve9KbwZX0n6f4ygQ/reb3EWpsjH7HBhh0E32aAZ9D1+1133TVc25ezf09K2LIvB/Nh5RmCQfp3m8V1/jvuuCPEa935fPOb3xz77LNP8GOT5Nprrw2vG4hZ/NbdJoJbBZ5/OXsuxLRw4cKYNWtWtxEgBusCI/9+zPW8wNN6wNC4MXXrbtya07XmdEsKgUJgM0VggtOqDYAJBrTMFQKFQCFQCGwaCCBqJKNVJ9n2o3oo8WN8KMm5rc38EW9e+lFq+2Hvx74f98Q8JNXVeCQb4UAU/OCnT7cVfeyzZy5JgqDfPETMHAQVoUthF/lBghAL+koEhj1ECAlEYpAbbTGygzSzg/QjiHScHCN5yJj4nZQSNwP4QnQRToSHHUQTMXTy6kSYDbFmDGIXiz7kjl2CrDnVtVlgTG7siVkuTqSdtBrnCxlDNPmHl7iNmcseomYc+VOyz554EDdEW6wwEJMctNlGGgkyyb6Tb/7oisdaZOyeDX1iIOpswJg/edCBFTLPJh2lONkxjy4dIgcYWTttz5MNI/iLW07GxS03bTcuxOXUm21Yem48dwg+m/oQZXiaL045u96O0MKYHc8CArxixYqAF+zMEbcNGLdAzEH2EWibMcR6i0WM9Pk3H25w4FPOxuQFY8+ZPOHPr3jYkLN+oi4PutbYppDXAbbffvtuE8Dznv0wkgcfbLqGD182rANs4CTufE5tZvDjewGHHXZYuGkAGyf9NgPo+3cCQ+XatWu7VxdgLy/PNmxf97rXda8p2MCQuzXl1zy+1QlfsFRnj33YWE/ziHHS1rVLCoFCYNNGYKKjrw2AiUa07BUChUAhUAhMCAJ+8LYyWqM51zw/iP2Y9mOZ+OFsPMdynI4xos84PaKuL+drt2LMfOMEgSDtXDrmZL+x/EGPwCA9SAQSgPQgRXSRHOTYdWOki465xvhEJsTMNt8ICzKDRBhjC2nkn20EAhFBnNhCJpAlJ5lIFr/msUm0zVcXo7mIEBKE0PmYGnLEHztOgwl/iDAfxthGepByxBbRQ4bSvpzkxy7yDBsnuUgcQf7kIm9x8CkHeuwhneJGpJFOJ7d0YIHEykEsxuEgPriLDWZssJe+4cknfbER8/mHGaJvbWCujw9xsmeM2CARkzjYQ/TEo24e+4RtZFg/TNgwDnN95mmry4M/WNBV9xywYVNDHubDQ1ue2uJQh7cTdfPMR4TFYO2MwYAfOdKBEbysl00SzyF91+zl6xnwqoB8YeA5EgtfsHzwwQeDjhjlDkO50LW55TSerlsJjzzySPiCvtsB2sg4f07ec8xmgk0LmzL8wEOeBCZy9XzYxPD8iYtPWCL+YnYKb1NAHsRmibbnjZ5nx0aW7xKYL2448SFW62ntjXmmZ8+eHUcffXTIx7MnZ7nT49s8WMvL9xTgqQ8mOc4HvOUkD3FYBwIvQp9YI/bkbr2V4qJrPh1toq+kECgENlkEJjzw2gCYcEjLYCFQCBQChcALFQE/jMWWpXqKPuIHeCv6iD5E049uP97N8yPbj3REiajr86M7S3qEjRRtpAqxJGz6cY+gsWGcD2NOJJV800k/fNDVR1/bmJJtvhAhREIs+hB/bYQl7SNIJEmIk3zvKbta7SNv3p12+4At/pAWRF6bL7EjI0g7Aov8IE3IEX/i1o+8IT76+UJOk7QoncDy6TQWoREfwolAEWSOwIJP4+p82zRw4wAZEyMSx6b5yKPvECDi+ggsxK4uD1jByCaANUAexc4WUoYYy4M9RNyYGOAuDkLXXCJ+OFsPzw19Punxt9VWWwV9OvzSQUrNkysSDmciRkKXmG/N07/Ys863cTbp8E/UxS8OvviWE3t8IOzWQ78Y2YOtZ48+HTGwiyzvsMMO4dnwHNGzIcQ2X+KxTrCSCyzNlTN9fjw/+ox5bjwXng/EH9G3WWA+gm9tlZ4ZsSjZ95xZc77FyS/cYCg3eCrhYV7a86zTZwcm1hA+1tlznh8Q9O/AJhZMPDueYc8XfMwVOzzYFg//NhWmTJkSNgHoiQ3hl5ebAZ5DGwtikDf//Fo3MXj+YAg3Y+riF6M1Ueoj/IkD/nJTNy7enKNdUggUAps6AhMff20ATDymZbEQKAQKgULgBYIAktcPxQ/n7FPvix/0hI75fuSnaKe+caLPj3c66jmebTrZp9QmfqT74a9EhpAxpR/wxhFGhANZQAj80EcKxEaQAPMJ/yl8IAMIiD42EQt65iM/iAn7KWzzwRdCTQcxQWj8ebeDDjoonHDuvPPOgSQhVki2U1OEx7Vq1/v9CTVXmol8CPJI5MQv4oNM8SP3rTaQYaRQjE5n2WRHXY7yQLbE50SViFOexLh4kUREjZ58kEwkELmVpxNjgqxZJ/HARoxw4ssccSBb4mNb7GKhw4541a2v+Nmhpy8FduxaS2vFHh3z6SDR5vJvPh0bIHKXi3niUdLnS6lP7GyZp842fKwtAkz0Kwk/2uZ4LuixRdg1jjTLE5502ISFOJFg6+HWRpJjG0T0xSBezyn74tMPL7jLTw7s5+m5OTYLrIN1VIrD8zR58uTgwwYDnG22iMHzwSZc2bdG9NX5FDeb1p09a+eGCrLtuZAPv3KjQ1e8+nKutdFnjA5/nmmvDYgLljkGb7ZsQNigYMO4kk1xwtW/Ofnzb+PLTRmvB7gt4d+BfnnQ5x+WsIC959xayZUtz4g2+0Sf3NWJedbUWmcc+ksKgUJgE0dgI4RfGwAbAdQyWQgUAoVAIfD8I+CHsCiy9KM4xY9pYyltf79Ohw0/sJWEjn4lW36Yp2gTeiT16Kr3RT99ZADBQCyINkKiToxppx+lPnr8EHX9SIcxRMUc5AShQjARU2QDeaBHzEGckBKvGjiB9TGzlStXxp133hn62ENokDrEC6FD/FzRRrLkhcy4Ru2kl9DTZ0PAB9tsFiA38iFOLpMEsi1GpE+M5purbkx+chG7WJA0+YqfjhzpsCsXhEv+yBUih1gicuKnI16EyTx9rbDHBiJp3a2RcfrmqZuHnPEPP/2Evvkk4xYXEbf42TGfPrH+NlVsArAtT32E7WzTFQs7/GrLxTrQQQoJHbGpi4de2mJPHfbmiIvoo8eueeK3xsSaWRsbQoixTRbkF0lFWj1LiLrnKzdd5CEO+fIjTvNs0tgIEhcd89j1jQgbDepugXgO4KFPKQ4Y2VjQtjGhLk9+PA+eQzcDPJNi89y6ir9mzZpAuv1lAq8VWFv5ylNuciKeFWvGnhg9P3CQl7j4lJ+2Z9s68OPfjc0GuYnHs+ZZt3Ehf3ZgBFs6PpQoHjcDjHs+bbDwz6b4rJPn2zgRk+fGGsFTHYZKtsWtLi826JUUAoXApo/AxsigNgA2BqplsxAoBAqBQuB5RwCpIW0gfkSnZL+2epZtXZ8f1P0+7bRt3A91P9jV2zH1wcSPeHPSR9pg1w96Y+ZqE3W6fvQb1845fvjT8cOfXW2ltpiQFeQXKfFnyhBy5MTJLOLAJn+EHX3ICILEDrJIJ0kgAiYGxAQRdLKJZH3mM5+JRx99NBBnY+ITJz/eOZ8+fXq4UeCjcewRMdoEQKQQWX1IFLJE+BEPwkyQRiUf9BFLMeuXp7lIG59siR9u7OgTu1NdubGvTPIHN3ra6kgl+/IXA33vwMuJT/aV7Geu7PEDX3a02TIXvuxZEzkozSd0klyy1Y6lPzGIj1/6+tmDNdvG0h8M6LAjPnXCl7Z5YjLHXDixL2axI8aegcSUXbaQeCSbb3PYou/KPBKrzgcSCz965hL++RQbgRM/sKAnJnPgTVdsxsTBrufPBlN7C8WmgDEbCcaRc0QdYbeJ4Hlg20aFZ8z6IezygJuczWfTXwjwb8SH/cSC1LvCb65YbUjRtz42JGxOKG04rF69Omww2ISAiWfM6zMEwZevOMyHMds2APx7EYfn0r8RebBPR/5swdOaKwlsYO/fDlG3NuwbV5YUAoXAZoHARkmiNgA2CqxltBAoBAqBQuCFhoAf0gNJxumHM9FW+sHth7Yf4UiLshXjhC4xj6iT9NX2qbdCj+ij70c8QciQAD/sU/TRFZN4kB0EB3lBohAdJIuOOWJDihEkpMJpqZK+PvpISQqixbY4+EIs6CFcSA7yg6Q4qUWWvAM+Y8aM7s+gIfXeezYfGXKDwMaAHNhyTdrJpzjp2QAQO8IrJjmbZyMBOUMCEbD99Y8AABAASURBVEhE0OkpgiQeeuwhZ+KVo366NhGU5hrnDw58ygFeyBd7dOUPL3aQOyRTHR5ylbP1ZoNfuMDdXBsP+vnRT9TFBnOkGXZssM0u39aGjvWGlfi1s1884lSmDj3jRDzGlPrFw66SLTr6jesTF/vGzBOH0rh5RJ0voi12mFkbJZGHvGArb+SULsw8V9ZSH1vp09qxCWd6/IrPODzhiIQrPSskcfXcqFtDz47NHnmwLz918bDNr2daDMi/jS6E2yaADQl/AtCf//NnAHfcccfuz+65XSJPeMBJbOyJUz5s+KCfV1749B2Ju+++O/wVA98rsAHiLxh4lvjhw7rZXKDj1oyNAzbZ8O/EvxHPPSz55B8+8nTbAK5s2EhR6oexjQwbA3L0jPEpbmLc2sITZko22VeWFAKFwKaOwMaJvzYANg6uZbUQKAQKgULgeUYA2eiHgHyk9MfoEz+oiR/+xI9pbWP9OdrGWtHHhx/jSm1zU7SJcT/aCT3Ehi91fXzTQwyIunH9SmQFmSDqCAIyglCLBzmgZx57iDICh0whVWwiUqlLX0yIB+KFiPuYn/fm6SMpTkL5csVZvElCkMVZs2bF3Llzwym/K9zyTWIlJzaQIqU2ciZ2MbKDyCmRQnriQPyRHnGri0/M+pA/wgd7CCcySWwEyIcef8ilubBBzMVmnG8CU4TMGByVdJF385T8InQIIizZ0Ac/ddiIQSz69cGKPSRarHyxZxz+YpeX9TGPDTqwgK8Y6agTY9pwIuJiX7xyEBcRE5t8WX/z6IvfBodYxKTfuDH5s02Ms0f4FZuY6YqJLlvitIZKevK3ftbOc4asyk/b8+MEPtdDrsaVTs1z3eg5HfcOv+v6Noa0kWvfjrCWbJjnuSDpl0/+rb945S92eYrT5pNNAKfynj8bBrCDifjpWzcYWDvP+cyZMwOBd6IPF/6d3Puo32c/+9kQnw0Fmwx5swZu/oKAv1ZATzzGfEeDbxtM8KOnhB9/4hCnDTbrBx86NrBsSlgna+DZEa8x6yE/cRsrKQQKgc0IgY2USm0AbCRgy2whUAgUAoXA849A/ihGAoaKJvWUKeYgBH6IE8QqxQ9wBIPO/2Pv3n52u8qygY9r0S8xMSYcNjExi2jUGEoKpUCRTVsouxYo0EBARRAkJKJR4wkn6okxEjcoIYiYCAIKhbIp0A2FSmmhLYVSS7Eiia0n/gOeEWi/+Rtz3e+a6+m7WhSli/e5n/Tu2N37MebKuMbcvPQCXEidTFGN6y+9Sm2bfQRMAXHAiDvsQDxAAdzZ8Nvo022jDyzoUwd2+MEWO/SUPDABHABHQBMgBXxpiwUBZgAGoocOtugGgNRLFqjyTj1A4yNm7n66m+ljcMA+8GYMAUSAN4DJB744IKCXnLv8dLEvFnEDNwC3+PABWnyUp8oXfypfSnNhDK9cKfmN6AW69LmbSicfAU35Ii9e8mWDHDCI5JIv5I3rU2qLly/4lWI0P3ILiIpLHRkXP//YBNSsG77LEb/wa/NHnrXJ0M8HJB68+tSRfnqtHQCSbjrJsyF/Sr7xEdFBVhxkyRgXrxj1s8FX/qjj4Z/4AVe2jJlTfooRD3/oB8wdHvGFHLLGtMnhpZddvrBND3/Y5bM8OAiQQ/Oljw5EBzlj2vSKWb36tAH1ukbYFBsbZMWiT0k3nUhdn1yp45UXANyrM89//vPnYYC7+XisY4/+f+pTnxrWtuvPBzE9JeP68FSCww+P+XtyQCzGX/WqVw28/HSNWTfWIp/k2OGEQwC5JMuO68PawyNWsZEzz3KpX0mPGJo6A52BzsDpMtAHAKfLTPd3BjoDnYHOwBmVARv0LT2SczbwyKa75LYy+reER1uJABfA2AYb0aW/AA+wc9ZZZw2bbnLFYwNuM64EEoAdMuT1ASHAE8AE8Cj1AwM2/EAMu+SAaAAPn02/O/M2/kAPPiAXwABu3an3J9Q8ngy4AFZADx8ABcDcnVQxABdADYCCTx//xYHEri02NtyRJ18+3HHHHcPH1RwqACUecwaU2Hbn1t1aTw/4CJsSIOQDO/R84hOfGB/60IdGgSL+8hW4FCvb8iUf4uMPosOYnOHnuzo/5cS4vKjzBy8dxvHJM73mB6886zM/8k2nnPPDnX7AVB99DiroNO8e+TaPwBpd9KuLg16+smu+tMXNBhl+mC9+Arp0GscnHnV+mwc8/JUT/vG1yLyyi+jV5ic7dCA6EBnjfKeHn8bZEyMeZK1Zm+zJgRK/HKiLVekutfVKB3l6+CyffHGIpV8OrDl37MUnLwgfHXxF6tYi3XyTE4dC1ql5YJ//7LMjb/LCB3qV9Iof4eETXWT4adz6NUaXuJT00GeuXFtyTge/5I0e8XgUv9b6K1/5yvGHf/iHQ8lHsj7q94UvfGGI1xoSgzVDTi7xuEbl2bcGfvM3f3O85CUvGfzw7QBPDPCTnHxYY9YU/4x7DcHrAZ5E4Jd/y8QiJj5bV65pssYqbjrNu7Z+JG5lU2egM7CfGegDgP2c9466M9AZ6Awc+QzYJD8cbRNgk2xjXqX6dly9dKkjgOI73/nOsEE3BjAggMy4TXfpAW58XMy7vDb8QIJNO4AEfLgzDSC46wkcFgG/wA09bCht+MkAPsYBdCXST4c7hkA4XoAMqAPu+Ac08Fms2u4s8gsoATjYMSYGoEGbXj7TC1QBQuIA7BwO4LvkkkvGr//6r4/LLrtseAebDXIAP+Djjiz/2XOHVOyADZJLIE9MZNhQFzuwiIAyOas4+UInkgN+0gF4KrXFIV7ybItJPwLsAE7zJA/mDTBiWz8gRZfY6BGv/OiXU8BUToE7bbzk6CNjTs0jf+WCbmN8EIuY9dPNPhk+aPMVvzYyTpYPSmPFRwd+erck7hrDi4yLnT45oUsf29aImIyxIw9KPOwhfPxBxvGWXuP68LNhPZtDPrBBxrx4uqXWh3wBvOzgNZeeVnGI5DAJ6PUI/a233jrfv3e33YcmAW0HUA68rD9rE78DKetf3mt9OHwqnfhcF+66mxdzwH8+sm/t6bfuzJH1ps9cOhyQUzHIE3rBC14wfud3fme84Q1vGK4fdu++++7hgIwMXeK21si6Drw+wG/5d628/vWvn98lIOvbGfyXI68q+MsZ6vyTE08DOFzwPQOAX16VYiCn9KqB/IqNbfPCFvvmhYy2sqkz0BnYzwz0AcB+zntH3RnoDHQGOgOHZMAGushmeUu77MDPWWedNZ8AIAOE2agjdQQgupMJJAIQwDBQAETgsxEHNhCwjgAPm3XgA+mzmcdPJxl9xoAWJX4+IDzawBWf8QBjwI+78UAIUESHGMTIJgDrMWcf9/P4MmBRgI8uwB34JSMWoJsef9IMQHM3n48OEwAjH1HzzrN3owESuaAHGJIPdzLpBNSAJsAMWAEggaGKWUxIXPSri0uMYpdP+QN2AEn+GRM3HXjpBU7Zl3t1flSMcoBPKWY+4OOn0hiddGuTlS91OrXxOiBAQJp46eGbww7zRjc5PHwyTl4f4hcbYhSPkl2krs84P8lXXbsIH3/lC2kr2ZcPpG7+1c09PwBa8WgbL5Jz+uhnX0knPnGZKyBZnHj5Si+d5sPhiMfdH//4x0+gC/DTjR9gdwB03XXXDQTsOwQwd0A64G5daFfu+OmOvPzKMzvs8cM650vFxp+KXZ91S7/rEKCmm5xYxMR368maxCs+cuxr6ydPzpwjaxjovvTSS+cdfQcBbOIFysVqXuln1+GApwVcM3wg75WAN77xjcPBmpywZS68anDxxRcP3y4Qi8MO43JHTuz8sxbMi2vbIYJ/cxw4WlPssy1/1ou5bOoMdAb2OwN9ALDf89/RdwY6A52Bvc0AMINsnNFuIvTt0pYHeLQBx2NzjozbjNvwu+tv0+1OIKDsbjlwAWwALHjJ8gHhJUtnER68Nvy1kcdrI680Toc2WaSO2AFgEAAAaAIV+OkDauikH5jHh8djxh7pf8UrXjGAd3eG+VP26AVQgBkgB+gCPIA3dzcBNzr5AvwBbAAvefHjlxM+eRLAgYG6u7108k1ccghAIvbFxHfgCtEvZ0XabABxQBHwpTQubmANiRHRS4Ze9s0fWTlB/DBOhj+AJbDo0AGfPn4gfvGRXrYQkOrARBx46ceHBwgukht8AC3Ahp9d+sRDjj9KeuhA+MSGRwxI3Zh4tGucj+aE7+bdXOMxD2JxeMGeMXNkPYjfXLNNnl6kro+cEh+in4984L+YXAMeg3cXW7zkAVgg1cGRb0Y4AACE6cVvveGljw1xmAM+yg8C/M2fuvxpi1Vc1p+DLu/ku+7YM3di4Zv806fOBhlj5OVUXvS5Xq1zOUPyYu1ao15tAcY9dYBXXOJ1cObacYeefnrFcPbZZ4/zzz9/WOvWpL8o8JGPfGRcc801wzUjf8Ze9rKXDQdwYrbW+ORVAB8ipNMcyR3bZNi01swDe9aHQxNPCjhMkEtzoV9+zY86f5VNnYHOwH5m4Nh+ht1RdwY6A52BzsCZngGb1IejH9R/G+YidtSVpVe9aNtX9e9+97vz8X9tG3YbbQDCwQCQYVMOeAAgABVdxvAasxm3KSfPNsIDgOjHZwwffkBCvz58wIESPx4E0BSv8SLAAegBrNw5BBwAp+rXB+B8/vOfn3digQzg3ri7ie7gig3YAYKAawAJ2AD+3RUFSPho3PvMnggAwIAnPhoDfoAicQB9ZI0DKt5fxgf44JOPbU75Yhx/8Yi5+ORLPio/SiARQFLiM46PXvqUlSNj/OKnPALDSjaqj19yYD7l2bh4kDZeOvipzhaQKu/yz5ZxpG2d8A9PtfmKjCnp4DtSp4Pf5S9d6voRHkQWiVMbHx/5rNQP4NIFeOuXV3zq8ofI0lN+Kq1jBxbWkbVjLYkBiVWf+XTA89M//dPDQZD15VqwTsg7IMHjgEBpDQD5cue6cWigj28APj/kWe75TZ86sibEJA/isVaNmyslfnzikiO5djDFL3rJ0mHOlXxkS4mM84t+ObEeHDJ4EkBMDgKU5lw8nqQB2j3lIify52Dtec973nBX3xMxcu2Dml5p8DSAgxB2PE3g45q+HcB/8+RgwZMAPiBoHYiBTnkSr7ngH9+0XXdekbCGPJEgXvPKf7LFi7+pM9AZ2L8M9AHA/s15R9wZ6Ax0BvYiAza7j0QSUTzbevXtllueBx54YD7+b4MO0AAdwARwADQAyEpjNuWABTBi3Ma8NuFs0Iv0ARGAAACCV1/xqOvbJf3kbe4BNICMDv7wT2lMP2DhkWKgHsgqEAeQ6QMW+M1XoIE8//kAfBgH8IAYoMYBAZvACFDk7qN3nIEiAAk5IHCggBwQOEBgF8BxiKDUBgTpB9SAMX7wgX05k2M+iF9+5EobyYG2UhsQK/AILOkTgzzQh8SG1PXjkUc66AL4+aFOBzLGL/OJ8PBFvsnShY8Me+p8tw7YQhUHXeJT4mW/5kqdT/Qp9SP9iH55UGpJ1LgrAAAQAElEQVTjQ3iV7LKD1PXjo0OdXfLGkPlGYuCLORAT/WTMsfUjp9YNsA54WgtKQFeM7CmBdnMpXnbZLB3Atza75Bwa0K3fmgKArQWkT/7kSN6BeWAbgPYEg7Z5ME4n4j//+EpH+cs3seAVF3+MIf4aI8tffvOPDD6HBeKRH2uCXQdlAPwNN9wwgHht4Jt/1p/XHpC1zS9PAgDyvhngLwrw4ytf+cr44he/OAlod33IiScCXGNiME/icXhAnzzIMT7ziNT5Zs747UkF15Y86Uf4kHpTZ6AzsL8Z6AOA/Z37jrwz0BnoDOx1BmyEbcCLJENdiQCBLenb0llnnTVs6hHgQNbmGyAEaIEwNoATAJEsfdWnjqpfHQEf9OEzpl1knD26q08bSAEAAA2AB3DwKLJH+N011AbUyADj3rkH1D3KrPQoNnDujqs7hgARUEcf0OJL54A+MCJOIIUsIGLcnV486ogPciEPQCW/2afDQQM9AJU2XmDMgYlcAVl4gR769ckpHnkBzIrkQfziYgOp6+M/G8CQNhmgSYlHHFuSa0RHER8QfrarpKPmhwwig4e9AoyAa/nIB3U+iJEu9uWpiC166VLioY8ecuzSw862pBdfjZNTR/qN49ePyAP4QCXd5kme+cEH9uVcP6CL1K1j8yBeJf/pLTt068eHH/h02OPuO14xWKv4AHsgGeAHaj0pwB9jpV+J+EUn4G2d1kETwA3k6nMY4LDJ2r7lllvmn+XzOoC1ivAgfA6r1K1NfslR+SY34pcP40gu9MmjUu74g0dufF/DHfwbb7xxfPaznx0OBa666qrhSRj5tZ7liZy2QzjfyfDIv+vmm9/85vjSl740XItkxMVH14brhYy84PUqAV/l9bzzzhvyJ89y7N8A+eIbe+LmG//5bsy6qrp2U2egM7B/GegDgP2b8464M9AZ6Ax0BpYM2Pjv0tI9/9Nvoz8bp/kfHmAHOLGxV9pckwMitPHYuNuMI/3aiGwRueK1OQeolGTw0skN8sAKgAkUKJE6AizrTiod/AICgB3ADigGugB8vHSxYcwde+/h4wUwADX9gLl3jj2uDzzRC7yxS78+AIM++ukDXowBSEr62K33kt1t1S9uPgDq9IkR6EfiES/d9CGgsuT4IUd4ELt0sUVW/vEq2TGOXy71iW2XzAdec6GOlwz9ePlljH7x8pk9vpgn/iNy8scfY1XSQy+ARm/JsKmfDXVEB56yxR5bpUu9bFQf/eT4UPEq9evje5G2gxgxmCc22VPyix55knNryPpwdxsBlWLgL31slA/k9ItHv/jZkjvzgQ8gth6sF3Eh8dAF5AO05psNvlsvwLCDLIdGDpmM8Qnw9lcBgH5A2nqlA4g2Box/8pOfHFdeeeVQes3F3XpxANvuuiOy9d0AY3R7TQWP9e+6EIdDCteP3PFfyS8HZ+riJOfOPp988O/ee+8d/JJLuZEjMVxwwQXDQcAzn/nMIQf4r7/++gHck1Gy6cDAdS2nDtsc7AH7bDmk8+SO3DmskF8yNY/mUttcKtG2rt3UGegM7FcG+gBgv+a7o+0MdAY6A2dsBmyKt/RIjtrwbmmXfzt2WL34jVWdfRtmoAN4UbeRtmm3+VbH/+CDD87H6gEmhJ8OPEXaeJXkirTxI7IAkrJs2ZwDSmziMa7kD8AHsAFLNv5AgQ0/wANgADC+Mn7ttdcO7xe7G+quKJBuDCjxsT4AhT126QImkDYQ4fFhwJtNQM3dWbbdbXWX0mEAkCZWPgAzZIE2fjsgAFSANYBJzOJikz2EX07wy7s49QNCZMSlj4x8AKnsyYUxdfLGEUDobmz5jY9eY2wpzQfSpkN8eJA6e8g4X8RMDx8Re0pATjzaxskUP1l9fOaj2BH7+o3jR8A9UmefT1XnE3l2kLo+OvDSw6b1QIdS7siLkX08YiArP/wgb9x8s6fPmLxVPProcjCD2DFmDorPmrJW3HmWDzYqRrLqZOTLGJ36ynd1xE8HDNYvPfjKb2Mep7fu3M2ny11wH8oDms8555wBhOMrHfQA7/QAyK6Nio/PgLzSIYZrA7h3AOCwgC3+OXAQN71AON2uGR8u9PSBPJgLry5Y+0oynqBxGGDtyxkZul17rhe2rVE2zKm58bX+l7zkJcMrAT/3cz838H3mM58ZrjGHEuzzxSEAObYdHHhFgC5z75UePhinV+xyr5Rj861exPeqH1Y+0vhhMt3XGegM/OhkoA8AfnTmqj3tDHQGOgOdgR9iBmz+AQ6bZ6AJKAGubLLPOuusYYNts41Pqc09m2dU9W25rduYFx8b5LdU43iqjo9P7AEKCAgAxAroGKeHv/iBKiAC4eOvca8CAEhAIMCG1IE1QN5BgQ/5AUvu2PoKuY+YAR5Ah0MBoIddwIl+4ARABAoBLGN4gU154zefAB99gD4CluSG7+I1XsQnscgBv+kA6MShZJMd/fjIKc0ZIkenUtsYMpdKxDdjePDyhS11/Xjw80WJSqZ45Q2RQ2LhEz+VxuinA1jnp3rpog+Vreqnnyx9Svnjl/yZM7krPVtZtvCSo4M+c4HIAJXkioduevHVOHAN1HoMHdAlY5w+dfzWlDVindHBB3odDFkfYtXHjvnCZ80istYgObrwkUUOkRw+sa0uN9Y7MO3uOBn6rUMfzvOhPAdO7sLzmy2+8t9j8oB56WHTupEjB2meLuCvXLEBqJPnOxljbNErf+YU0WO9I2tQbOr08Nv8eKrG6wBXX3318G0M14UDNjnGa/3zz8GGOPjpAMNhg6cYHCC4Dtn3qgR+uXNYwIacicO4ORGz+ZFPa1feikc/MhfGkXZTZ6AzsF8Z6AOA/ZrvjrYz0BnoDBzJDPxfbGQBDBtlm+vaSKuz9eCDD86/AADYAQHAANBnDG/xaSNJVyJ1VDzqZIvYRNt+dcQn9oANIBvgAFTIbvWRdycUmOEjQMJHYMDjy0C8x4jdOQRuAARjBR7oZA8QcmfU+8nACMACuAA2wBvgB/yzpV4+GcMH5MoHfXR5tNqdXHXjCA/Ax7442KCHDN/FLB7x4eEjKp/5Sc4Yv4A2dXa3pA+RI6+Oiod+RF+R+cLDP34idfL0kCWDtjLk8BjXL/8VizZ+YwivPuW2n63SoR/h18cHeSmSH/J8Igek4jfOrvyQkxs5Mq6uD99WL91I3PjcWXYABChbK4Amogexx3/zhdjiB39KN310sVnkAANgpQuoVbce+MS2nCnxs6NfnGy4BgB4eoFg6xgg9ooJII08Fs+GHPCPfnb45bqwnn37wiP6XglA/jyfD/KpexzfQYM1C5C71uij29141xHfxcovebZ2+adtjTswcLjAX0/j3HTTTQPR77oyLma6gftLLrlk+MsBPoLooMAhgCcBHCI4CJBr3wAQhzmjGzmkoEuf61y8fEDi1S9/Sm3j5kYdaW+J3Lbd9c5AZ+BoZaAPAI7WfHY0nYHOQGdg7zKwu4HVRj9oImyWa5NMF2ADTAAmqOr6ER78ShtoPmxJf5F+PLu0O84Gol9pcw9MID7o5ycQgQAmOugF1gq8PfGJTxyXX375uPTSSwcA4w4/8AOIACYACAAB1AAXgBXAoKQPPxAE7AP37OvjD1t4lHwB9OgAGNX10QWA8UmpH4BzkAE0iYPv8qefHQcKCFhzIIAXuBI3W/LBLhkgDFBkV8mmMWScbn1Iu/JvHGmjqivx0isHRdrFxwd1fPSLEakjvEo89OHfUvlhvEgfGbJ0ld0qAcCqA5zyj9QrL3TxCbErT+zSa40gOozhZct8mBe5Y5cfiA6kjooXENZvPgFtd+rJssUX9qwRvrHDb2vR+sILtNKBgHs+8Q8vGWvCmkTWg77ylS7+Wwvs6SerTxx0WgdKPvPD2sHLDtDOF7boZkPdGH5rzVr3egDwD4B77cUTMR7J10+GH2ToEo+nDzxtwLYxdQcS7u47pJAvoN71hryO49sFnsSRc/G4ZrwKcNlllw1k/TugwOOauOuuuwb/nva0pw0yYjfvnnpwAGIOXEviEJMxcZsPvPJkDktWXxH+ps5AZ2A/MtAHAPsxzx1lZ6Az0Bk4chnY3bjutn/QgGsTbUNtIw3YKL/3ve/Nx//1s8GuzT1St9nejunDt6XiwaeOjONlF2nrL8JrM6/EB2TYzBev/iKyfAUIAB6ACoipu5uAjPeaPbYPINHDjruW3nFGxsgBDWULT/lANwBkDPgC5AAYj4ojbTxKoAhQwk8HsAOUsQ3cabNVfXINZDls8LgzIIQcBjh4AIKMkRcz//kB2MiHPvEr5UK+9CvZ11+kz5j5EyuiT0xb0oePvBzwkQ59xthG5PXhMU4/3XiMIW08Sm1yaGuvxvUj8nTRybY2WXx80i9mdpXG6Deu1C4ZdXkhZ1zuzI2SLQRM6+MTfjrYL9LGb32ZdwdIDhHw46GjiC6A3LhSmyz91og+enYJD//oU/LZWjH3fFe3ZpC62OVBidcBBWAOoLOjj07+emXgcY973HD3nF984o/1yg8+iUXs5Kw9TwQ4CPAov48DOihgDwCnz9177/8D/9Y7XQ5I3LU3zjY9noJxDfpWh4/++VaAGKxtOfMqgO8CXHHFFfNJIx8yJIMcAuB90pOeNMTkdQLXqljZ4ru54TOyFqwXJV/1yaeyqTPQGdjPDPQBwH7Oe0fdGegMdAaOVAb+Lza0QASycUbqQEeSAYyoj+Wnjpbq0IfUkTpSR+pb0ofIo20cNvHbPnJ4gThgBbgAFvTzD/GRHKABHABF7mIC9MAD4AAEkFECC8ARQMQ2EK7UD5gD3QAGchcSQGEDMCofyHoP21MGQAkABBAB/UAUH/nhNYH6mBu9/AO42APo+AdQqZd/fBQzHrkQG0BWOSBPD9IH6IjBwQAdiA4lUi/a1clPcSH5UyJ1ZJxtPpDlF+KXfvaNaRvXJlOEx1j5oSx5/TVOVn+NaxvXJ/dic+fafCN9SFxkEF5y/GGfL3TUmHFj+tQRfm288mqcT+TNtblE6vIh5/TJNz+0HQJYO5U35ZboZoM9esggaxkIt2YAZ2CWHv3G2dXGwx92rSl5sKbNO910IjbFgw+JRUx0e50B6LfuPY3AJv+tSWtPzOLAi/B4xcC65gNbDqCsZ8C7DtJcL8Y9YeM9fjHicZBFhw/3+XihOjl39OnxSsAHP/jB4ZUAB3CI73S99rWvHb/2a782xPmxj31s8pDzOoC8nHvuucNTFT5k6DsB+tjnozwj8YtPnxKp698Sf5s6A52B/chAHwDsxzx3lJ2BzkBn4MhmwGZ5G5w22vb9T+pbUHWK/ImGzfOJ6nwiAD/SZ+OtLMK7S3j4qSzSJoNXHVW7AB6gAxhpF+HBSw8AAyQBEtrAOAKMACEgQVsJBCEyABAZ4ERJFgFOABHgBBABTAAaoOFPnwH97nC6++kgAC8AJhdAEYCGADb26QCC+AvYADTAP5vAEj4ABa9Y2Qf82KQbVR1IMiYW/OwhfiN5ZvpdrgAAEABJREFUkSOgB6nrY9s4Iid+xN6W5BGJB+hF6ohfSJ0MPfQhdf2IPN362WXf/CJt/dtxeeOrcbzG6UPqReKUJ0QGiY8cMq4sfmN49eOlG9W4On4+sYUHv1KfWABx84/kXdx4zBk+cvjkSUzaSF0ekDp9YiTLH4caRXTp4y/iEx/Jyre1zw/+Irr4YUy/NYHIWlvu2rtb7847Pn4b55c43DUH7j1CjzwV4A6+PmOuFeQ68Si/9SdGelxTYrB+HW4B9Py0xr3Hz451bUxM3vN3EAC043GtOVTj3/ve977x2c9+djhQAObFRebiiy8eb3rTm+bdfk/wAP++CeD1Abl0/fGTbTHyTT95+ZE/JVKXlyJtZGxLJbvt63pnoDNwdDLQBwBHZy47ks5AZ6AzsHcZ2N2o7rZ/0ITQtyX6bJiBHXWkbUOtT6kPuND/cEQvYIPUySE6tkTHto0fyLDhB6wBKfJsKvkBlLzwhS8cAAeQAkjoBwzYcNfWu8mAiLpHmgEL7zcXH32Atcf5vcsM3B8/fnyoe5yZfAEmwAt4944zsEOPdvnIf37gA1D4APzgBWY8pcBHwFFsYgbW8AJ2/EDq+ozJAz14xV11MQKJ/MdjXEyIH/j0k9lS9VVJHtGH2OQb+/zc+mMcbxEd7KGyaYwO8uJQL31KRA9ZPqLyj6xxdskievTRUzJsmXu5BKStDXrkQF0/wsM3Y3TTwba2frxs04e/dOnDxy5fzKmSHABvLZGnE1+RNuInHfj5RD9SR/rxIHr4wbZ1bj05MOI7XgDcepIL/pd+suwC7UC2fq+ReJffY/c+/ueJGGvTGvTUiYMCcZpTh0sOBjzZos0H9vlmzOEVEjsf8BgTO//o4aP+Jz/5yeM5z3nO4KdvbjiMcIDgL2qIm+/ilDs++GsBngbgr4MD/snvc5/73PGa17xmvq5Aj4OAm266afiOgHHf9mDLYYK4XKv0ssE3JO9IHckhUm/qDHQG9isDfQCwX/Pd0XYGOgOdgR9aBmw2/zv0/Ti21YffBnZLNrxF1Y9vS6UDUKh+IAGgQupk8dX4ppxVY+SVOpRFZIEGbfXtRpwM/Yiccf7iKSJnHJBQr3F9CBgBFugypg8IAHoACncpfeXfHX13EoEIYMgdfPEpPdLs7qR3j++4444BuPMZcKHTGL1ADDCk5Auf1elD9AEvAAsgRQ97dCDAB+DhH1nxAkr834J//WwC7ogMfjlhl039YtSH37g+/gGk+JRyABAidvEAakpt/fSQR3Qh/iqL2NGHBz9ZfogJ0SNH+PHKn7p5MaYkS4e5lCdgFp8+MvKtD+ExRqb00of0yxuASQ85Otjgl9gQUCp+feUjPkSPsoi9sqXkDx7EHhv62VBq85M8/8Ro/tlT6qODXuSuOKAN9FpnHq+nyxzJpzgQW+YOqYsTsWPerDMl29Y0gMsX68wj9kpj/BGztWONy4fDKnfifTTPY/nWGNt8daAgVrrroMC1xSc86vzhr3zKATv8pMfBGBvitwblXvxIvWJ1aPayl71s+BOaDrquueaawe9zzjlnHqbRwQ45Nm+77bbx7ne/e3jkH79rS/955503XvWqVw1P3YjZgcaNN944/6qAdfHMZz5zOCiQr8c+9rGDj3xGfBEr37WrVD+M8B7W332dgc7A0chAHwAcjXnsKDoDnYHOQGfgkAxsN7rqW7IpLiIKcNiEK7UPp5O9NslbOjmy1oyttZP/Z/9kawztorH8yCA+8E0d4QFw0MI2PwwGJNnkA/weWVYCPsDAt7/97eFOITDkEWGPNQMcL3rRi4Y//wcg+CjgfffdN4AJAAOooh94AXjc5QTsABB3I4EUYIlNfMCYu/cAi/eX6QGWgGQAClgCsvQD/HQUeBMb0AXMeC8auPGINVk62AXm+KItB+wjuaCfL8AXMEdfleJgFwhFZFDNrdyqi5G8kj126KUfVR0vUEinO6wesxa7+NiiDz8fzA1fS4ac+ZBfsuTkAQDUlg96jSuBZPmWM7oR3+mUc/mRf/PH5/JdifSJA+FX6kfG5Ii/dCr5qc4OUtdnDL8csG1MvEXyakz++GLdWWvmjF0yxukSj4MhhwEArTjliU/kd0k/2/JZ/uDx3r678vrlTizqfHUt0Cvf5sK6cbeeT64LH9VzEOCJFTL8kXty/HX9WIse+7cu+U+/Mf7IOx/0sWENmCt5kWP2+ExOjsy5GJG5xecVGQDeUznAuwMzuvnkjr2DAPL8cv368N9HPvKR4TqVR3HykQ53/PF5XcBa8USAmOgSs2tDyWcxkOWL3CjZUTZ1BjoD+5mBPgDYz3nvqDsDnYHOwJHPQG12Bap+GAEDCI9NdgGO026QMZ4gPN8PYS/b2zq7Wyqe0mnTziclPht5AIQO/UC9u5qAA5ABaAEl+IGfiy66aPiSuI/zARjuggLZHs/3zjFQDsywSzfwBjQgAIIuQAZ4YRfwBMCACnLu4PMDwPJEgTui2kCeJw+AGHW+kQHgHCrg984y3wEu3xJw19K4VxLYALj4IQ5+8U9e+ApYFtjiG8AlZjwAFUCGD79cKRHf8AOvZABGxD9xKrXFDWACecotAV148OrHSxaQlBNkDLHHL6RubbGNBz/fzKvc8l1c2vr5yw57Na/k6KDPuByIFZGlZ0t46EL62cBLDsmRMXz8Q3Tr4wediJwSv/GKQYzq+uXdmjFf5s0cWmvWhH5yDj98SNIBiLjIy13FxW75yaZ1zS6/xM0n64g+hw7abBuji36AWL60yfJPG4nTQYW16sCJDjbJuRbkW5ttfliD7MlV9YnD3FkbdPNNn3XFJh0VjzVGDz/xyI3DONchoG4ceKff4RxwzyZea8v15RDvuuuuG17R4QsdcuuafsELXjDE5TqTU9cc+651uTMPcmXOxYXkS9nUGegM7HcG+gBgv+e/o+8MdAY6A0c+Aza9SKDKIpt3oEC/0sYbqes7jP4nfWWvytIBGBTVWJXFow1EAAnIZh4BXHiAHG3AAbhxJ9Pj/5dccsm47LLLBsANbLgDChy44w80AObaYiVfuulV55c6feSBdcBDfoAld3MBHj7g1w+0ID4DKoC9R7DJ+2aAEvCnx2ECwK8OrIgDsUkfv+gHpgAlJVIH+BAAhswjm+JwJ5Y+hwYAE13Am3joJEcHEIfopAOAM7Yl+QFQjbMhRjqQuMnuUulUFp/545vY+MRHZJzOIm1Et3j4wld5cNAANCM5BkD5howr8fKTLJtiVi/SJxd82ZZbPvUiOeEPXv5aY/JpnM9iZJtvSvx4za216DDHIRVg63sR1pIcyKfcyh0dSF1/kVjY4Du/lWKTG6DWIRJ/5FM8xuWLH3JjjcoTn8pfNvmqDfy7Nhw8qdMlNroQP/EicvwjJzbr1sEGHnLWmvxYv3wUA//FVfbJ6ue/a8m16ZqUX69H8Nm1ANi7Zuijw+GEJ2xuuOGG4UBAv9yy7xsfnirgo/iV/hoAn/jBptwp2W3qDHQGOgOVgT4AqEx02RnoDHQGOgNHLgM2xrtB2XTrAxhslAENfUj/w9B/e4j9LZUCttg9HRWfzTtgAmwogRMbfI8pAwPqSsAEcHB30SP17jSSAcLYAkYADPYcAgA16nyjt4gMUEUnoAG0Ae1KNgA8vtEJiAE1/kQg4AGskAP8AT53IkuO3+QQoMQGclAAzABhxvgJxAFcdJsjtozxdRfQaNMnT3jwFp9YxMVnfPqNi1sJYLGBADW2irTJi0eOEX/FwR59xks3+/Qrjemngz629OvjDzm68JEpv5X62MDHNj51/catV/7y3UFOEbBrTuWPXXz0IPZKl3bpoZNfqPyQmyJ2+K9tHL8Y6OATvXIhPrx8QmWfHeDY+nEo5RDIGgWgrR1zruQbnfygizx9QLF42MVn/ZkHdtkH3t3l1m+cLYc/xsjQw19j+sVAn1whusi6luS5bPObDrGRVyJ9fKULqZN1kOCg4/jx4/MjffrFgqxj8yIeeulj03Xp44De25cHd/FdR645uXLduF75yK7xT33qU8PTO2zJoZxdccUVw9MDrj0+sumpArGKH5k//ewXGa96l52BzsD+ZaAPAPZvzjvizkBnoDOwFxnYbnJt7gWtRDbF2zZeoAGpG3soPXIP2dNRSbOPgCsb9CJtfhlD+LWRuk28TT6AAUQgtoAaOgAJ4MEdV6AHUCqgAkjQA6h7VNgdY+N0AT/qFbsS6FDyA7GrD4DRrwQ66NFmG6hB6vTxCQGjeNgyBrgBTUAM2/wSe8XHFn5j9KgXD30FqoBNwAqp8wWp0ydniP9F8kUfopNvVZIp0s8ffPzZktiRfCB143jVATOkD+kvXepFeJG2cYSfrLjly7wVsJUPY2SQOn5yYhC3wxPgFniuXBjDg5+/SvL6iuRFrvDKMV1ypi7fdFln8sPf0qGkE/GFHrkzJ+r6xACoA7Xu3Hs1wDoBnq1h8eHZktjJssc+X/RZ1/LAB3WySJ0u64texDe+8L10iJFvnqTwOoI1DKBr+y4DEO5Ou5L/dLCL2BUn2/QoK3/62ReXGB2C1bUnp/SbGzrlXulgxEf7XvGKVwx3/vl49913D08E0OdwTM7YJeva/fSnPz2//O/6YcvTBF71kV/zLl56HKrRIW9yWH5q811b2dQZ6AzsZwb6AGA/572j7gx0BjoDe5cBG/Et2cDbiCN1G3Ogw+a4NsqnJOlhGnRsiY5tu+pU0M0PJbJp1zaGyJY/SrJKoBDYKZADnAF6AII7/u7+u/PuLiIwBQR5FBpQIPs3f/M3A4BwZxE40ccWm+wDCsADvfrZoVsdIKTL0wMAig+YARz8Yg9QUQIiwAcQBOAAQu76IsCPT4AJnQg4A8I8vsy+WBGfjAFO7mh6x1mpDQwBo5U7/gJ1Sjq2pK9Iv1yTox+4K+KTfIgX2EP4ydKN1Mnzz1rhP5ID60ZfEb10IHrpN4aviB+IL0pkHlDZwUueX0p6EX3m0HpA6sb5w2/zJaeeEPBePJI7cdBJX+mhC/GPPH/4UP6Im74iOvQhfGTI0kGnOhvyYpycdUWfMTnhLx/4TE5Z/cA8sv7oEw95pdzrI8tPsuLHb83Tzx9knE0y9OMjC/B7BQagtqb5aMza5Lc8GXcI4JDAOhcDPezyCzjHKwf4i4fdioM/9IoVLx3WNJ/w0OcQzJ/ve/GLXzwuvPDC+ecCrXPxurbp17bm5dOf6vzoRz86XIeuY30OAVz79Pq4oHjkwzXJX/1s8UFZeVE2dQY6A/uZgT4A2M9576g7A52BzsCRz0BtdgVqE1ylOrJ5RjbtShtkpI13lx6pzV4R3qortYvYRvqLaoxtPgAy7igCEUCOjbxNPeBR5Gv+gLWvinvn3yEAgEM3kAIgAAbAwtvf/vbh7iK9ABCASTcgAhypI2CFLGDCrrwAIcCIr4wDRYClMU8beKzbR9W83++Rf8DfIQA97vTzlV5x0UMW4AdI6QKe2KAPsAT0jQE8iAjQRqwAABAASURBVK9kACI6ACq+OdTY5kdciC65BIKQOAFHtpE60k8/QIboZ98YOTksfeZInzFy6sb1s1fzJQb5R2S1lQgP3i2Zz10Sn3whNvCTL6IHafODD+yZR7L0KcnLg7jk24ENciAgTnL8M/fWFlLXRz+7YuWDvCMy+rZA1jhiC+HBSx6f+bN2kHlkm994y8+yLQ5xsY/o0S6f2DEHSvrpMU6PtcB/etk1p+p4+KykE6/14zCKr9YEH/HTK3/WrXVMhiyfjVurYsDvAKr8ooctvPItVgcHWx9dE64rNugjY7zss+svdLzuda87eBoAL3346HZdsO0vb/zlX/7l8CFPevnh9QOHbQ40+Gltu0asA3r4J59KVH3qTZ2BzsD+ZaAPAPZvzjvizkBnoDNwRmTgsE2ojfFhVA7blBdt+Wxukc1ykTYedoq0jQMONtX69dFpYw48ABllzxg9x44dO/iTfdp0KIvw7crQidih02ZfqQ+vOtCDtBFwAlT7QBjAQi8bdAAfSjzu9Bt3AOBDYMA3UMJ/G3+xAEQA35VXXjk+97nPDbGKm+/ACODFFwACMAIWyLpzT1abHsCDbSDL+8bPetazhkeXHS54dJkvZJBHkx08AKRs8dcdTHcmvcf8n//5n4NP9AE3RXLBJkDDNznhmxgdItAN4Iidrw4Y3LHlEyKjX0zsIvHSKy+AEwKMtNnFI7f4zA3ir7Z+udeWA2P8MUdKbXXj6vJOr1K7+tXJ84NeOulG6ogeJap+vOZF/Ma12VUidfNojC2kLiY5kB8kd3KmpAs4dJDj7jdQyzc2ycgfIIrU5dc8sMc3xI6Y2BKTtroxxC/j8mBMn3H5to48Zu9uObvkxWj+2OODNaBEfNYvTnr5zzdj2up8s5bknqx1UON80McP825NekpFXqxtRDd+ccoN8I6ffrlUpxuVz2LiN3+USB977CD8dKnrR3SRQfzGQ06M+vBY/77h8bznPW/wXZ+Sjw5wAHx+qL/3ve+d3wQQh+8COIRTd9DHLr/0mw/22Jdz8yFuZVNnoDOwnxnoA4D9nPeOujPQGegMPOoZADxsgE9HWwfxaCuLbGp3ycZ927crQ1YfHiVSR+pb4l9RknkAYBwvKl3VV6WxrR/68aKq06sNhAFHNuvu4nlsFzD413/91wE42+zjpQ8YsJmnA+n3uL27mYC1MXcvyfjzeurvf//7x4033jgACACALQBIGyAGogAQwAF4B8b0A+k+OAZ8OGC48MILxzOe8Yx5d9I3Bhw40A+kkQGu+AR4AD5Anj9h5s+X+YsBgIsxAETcAIiYEfAFAOlT6qMPcAXYgCLAjh2kjvAV0VF1sSExIfEicYq3qPr0q7MpXrr4oU3eOBmlvuLhLxKPOZdfc2RO5VC8SFuJ9AOswKZ+baQPyVuRO/dyqR+veZU/a4E9bWTe9bNfpTo+a4S/4hMLUEuWn4CiQxmg3JrDK3aEj7xSzPIpv8bETD9biH1+IG1jZOWFTvzyqTQuHocBSB70scM/xA5+supyz39ttujVJqdPfOUfeWvGYZE1Uj7xR17F7noBjPFYW2KiE698ewrF+iejz/xUvzF1fssZkkt8/KnY2TFnxl1zxhFefaj4XTdywwd1Mbuuzj333ME/coif+Nh2vXuy5z3vec/8d8mYmPx1gf/4j/+YfzGADWvWvxF0841+xLayqTPQGdjPDPQBwH7Oe0fdGegMdAbOmAzYnBZxalvXLrLZ35JNNjKuPIyM0Vdy6vrwKrekD237Duo7FXx00atE+hDggIhoKxGeIm2beQT82PQDN0ARAjoAYBt7oIGcNtBiUw9csE0WWFIWUNNP/9VXXz28Lwy0aNv0A0vGARyAAOinkyyQAXQCqoDHBRdcMIB/42w7nPDEgTaQBaSQo5sMQHLzzTePj3/84+NDH/rQYJcdAEge+Cke5Zb4Lg/80s9HAI8P7kIDgGIG7thTInzyRqcS6QMG8VWJlz466HKIgNSROjJOjp7yaau7+vkpZvMlp2LTRuZJWX3a+Cs+bWNI/pX6xM0Wn8tfMog8wmtdsck2ee0q1fEU0UuObr7LDWIHiR2vx9U9Vu4wwKGT2OVePoBo/tBDP118lCd9bNBhDKnr2xJ9ZOhhX36saYDcGmHfOiGLD5ERl1iV9LFHVk7oEZN5FYe2MTr089uTKGSQftcVm2SsX2vZYQA+/Igse+zSJya5tr75KD/0KOkCxl2rwLaYrHV1pVyxTYdrS5/rtohPbLGDV8mu+MTk2gTerU3zhb/8YFPevvzlL4/rr79+aDv0e+pTnzp8U6AO3cTqCR35kUM26Fc2dQY6A/ubgT4A2N+578g7A52BzsAZkQEbW1TOqKNqK2vzqtwl40XGql469G3JuLHDyFiRzbnNO77q25Y20jb4qPRvx3fr9CA6Ef2ADmBEHhjyeLZNvk0/wIAfGHC3HUABRvC5O+9xfUCGHvz8ACCACcD/j//4j4c7hTb/AIh+dfqBLI/vA3mADJ0ADgDko2LGvIrgbr/H7/nIZ0QPeYDHe8gOGjyOfNVVVw13/MXkuwAOCIArvgMyDhH0sUkeqOGPOkBZJVt4+GIcqeOnm32535LYtY0hfNs+snRsiV42Udk3jrfkzQuiS7klfWWTDH3kqwS+kFiKtMXHprkyd0herZfST3fx8o1eNtgzhk+c2lXq35IxfNYQ/er0WE/mAchXWjt85o8DIHeQvSLAL7r5ahzxhf9VV/ILH3tF2vQVlW2yRWStIU8gWKfurLPJR3bo1XYd8F+bDN1yhU8fm8YBb2sbwCYj564PccolH9jwNAq7dInfuHXqYKuebGFfLq0DNpTkxUOWLdeNa8YhAJuuMeN845M42eCvOTBOlm9InZy6cTJ42eO7eXJA4frjp3ngB6KXLTo+/OEPj9tuu22I3XX22te+drBlDvnp4I4+uss3ZVNnoDOwvxnoA4D9nfuOvDPQGegMPKoZsOl9OHok52zQd2krs9Vd/d9Pn40+Kpkkgx0b9CKbaTwPR+SNK8uuOqo2QG+zrg+gQWxoG7PZByTU77///vlor4MA7wj76J938oEX+vgEMN15553jb//2b4f37vWXTqVx+r0v7A6jAwevG+gHfnxM8PnPf/5wN5Fd9gEPwMIdU0AEgLr11lsH0H/dddcNH/MDMHwU8LzzzhsODoApvAWu+Kjujj7/gU71Lemjh102+YvUATKlNp/EILdF2/mRB1R96ogccFWkvSX99BexB2jpx6c0pp+PfC0CMLc+4tsSPdWmB+HXr84/c24eADtrQh2wReIUMz/oIadE+sgjPOJGVSeLtPGX7+r8NzdInW3za+3cv6w3B0P6yJhPc8c2/fyXC3r4QL/+ImuPrFgAVWtYjOKlw9zTR48xd9YRXjqNWTOIb/roLr2lG4BG2vSQB6zVHQA4gFI6MGPfF/4ddADM/OaPfjYAbnzqxorEJofs6xM3P8TmlQaHAO7Cs2mcvHEy5oXvZNgyTh9ZAB3hNU7OdYB8iNB16Frivzj4Zh6sN3rE7XsAn/jEJ8a1114rjPnUjn8bzB+SF/PHJga2lE2dgc7A/magDwD2d+478s5AZ6Az8KhmwEYUlRPqqNrbsvqVRTbXaMu32y7e3bJktv36tJX02OzbND/mMY8Zu6UxwAw/IoPI7ZJxZLwID1BALz2AAx5goXQDC8ABQAasAADew7/88svHFVdcMQByoAFQcrfQuA3/u971ruHun00/nXTTyw6bwATw8cUvfnEAXIC7P0MG/AMODgKALu8U0wmg0eNup0fFgf/Pf/7zA/DhK/B4/PjxeWhAhn5+0QGsADOADdDCpyIA0Jg2QIiAGjrlic/aSB3VmHE51JZDYwgvUherHCK6tZE2Kj68SFs/XjEri984Mq7PmDYZpE/M5MSJtn5VvUqyeJH4q9zW8YoPiRXpI8vmLuk3jsgot/7yWVu/cWuG3ZKjj9/mz+GQ+fWoO1K3juSdHvNGF5mSp5OPeJBY5ARP9SvZJ0vO+nCHmi/WOjBrvQPT9Bnni7WE36EIPxBd1iXCaxxZ54CxtY1Pn7g8gaI05gDAIUHpYBuvebRWrU25ESt/6WRbXHjEhse4fv56ugCps4GMkZcHel2rcideOvTLDx6lNrvyg8fdf4/wu77I8pcPdImFD2zccccd89Wbf/qnfxr6X/7yl8/Sk0JeFaC3ZMVJR1NnoDOwvxk4tr+hd+Sdgc5AZ6Az8GhmwIYU8UFZpH0Y2YRvycYf4VUeRjVWcniqr+qHtfUBFdOnnPoBQBvuXaKfPkQWJVGcQkmGjb4NPiABQAAoSeZTBjbqNvfAwVh+gI876sC5R3tf/epXD4/XA+N8ADbc4aPTO/gf+chHxk033TQ/DKafnUXNYEM85Z+7oICAL47/0i/90vAnyPw5QaBDLHwDYPCw4f1woN8HBYG0AokOIdDZZ589ABsgBakDXPxXB0oAG3Gpi1Gbf8BPkumzOuJr+cx/PolnS8lJGbyIbJG2vCB1VGOlX1s9WXXh4ZP4jW0JH1/kcEv6kHHy6DCbdNWYcbGYQ7HRVzrwIfmxHvhCTh8bRdWnRHTyvUpy2kX68SG62FSyY84c5JhXcwZYauMF/h0CIHe6+U33YVS2lDXX5lu9YrHm1cVBh7VgjfCDT+x58sBBgDXIb2P4+Ekfv8gr6TCun178SQZQz2dl8TlQYMuBmlgchMm/ebDWPT0gJ2JnCy/fxWN+8IlfydaW8PCfzw4X1OmsNj/I8pvP9CL5oBvxXZtevHQ6hPNajoMSvroe6cbHx4rBod8HP/jB+USOJ4Muvvjied37t8J1TTcbSIzKps5AZ2A/M9AHAPs57x11Z6Az0Bl41DOQrKAreWhpk7x10IZXW/lwZINc4w/HbwzhVR5GxhCi16bfphzZ2GsjYwhf0WH6kswnCYARG/ux/Ereht+dzgLTNvfuxgP8v/u7vzuAdB/kA2DkxqYfEAAg6HCnz4f3PApsow/I8BMw4hvAASABVt651n79618/XvOa1wzv+dMJYAF/wAGdPiQG8PuegLv+9PEPvxJ5RNndSYCJL2zQAfyLSRxsIXX+sAOQ6JOLZJ1/dXnBh8ShL8kQA5+Ucrykbv5ZQyVKMg9Qkoz6JWs9WcvqJ4/EjPRrK1GSqcsYkg+knmTa5Qdf+ad/LD/+WRdF+pPMg41kLfUh+uRLPsRKl3iNJSvvonL+V74lmX6xWbz0IH1IP11F+pLV57H88BozN+ybA31siClZD6j4ZB7xGF9Eh7isOe++A+n0kC8iQ68Slb5dvuLHK1629bGH+MyOtbq9U2/MY/EOm/jlGmCDf+zJpf4ifYC+dUtnkmHdOeQgR7c4xMUPfQXS6ah16hDAuhYHHoCef64xeTFGJ6DOR23xJJnv4gPg7sI7OBNTyZb/dFo7SjbYBezFVf64njwJwI54zAF++tgSV5LxL//yL/MAkL7nPOc5868IqNNJN53FViKVAAAQAElEQVR8rlK9qTPQGdi/DPQBwP7NeUfcGegMdAbOiAzY+BfZzKLdtj6kn9M26javNvT6ioyhZAVPySOX+BEdSSa4on8sPzbVH3zwwQl8gAQbabxoYTnlvyQPkadjLD++0pVk3pGrNrCmH6j36DwAY2MPcFx66aXDHX/v+gM9BSyAB4ACcAFAvH+v7a6/j/CRB3yAiyQDWABI+EKGDXf66XaHELDgBx+MOUi44YYb5jcE/AlBdxWNeRSZD4ivXhvwZIJ3koEPgAU4ceeYHuBOnHQDKAgASVZQBJjxVTzulioBMkDJdwl8iM4TDer63MlFHusu8ri12MVFHz0AkxKpy4MciL/mzfrhl/lE+s2DfuUyZfPAIVnXEB6Ez5iSzqobo5+smOlJVtniMV6kL4liEn2zsvwvycE6wp+sa4a/dLMxlh8Z48qlOf9TRxr48JOTd/lX14+Hz8i6RvqMWzt4ydJffcqKS27NibmRf/bMOWKLLF4lveaALX3G6eKHepH1Yt1bQ9YbAM4Xc2wtKOU8ydAPbCPy9Jt/4w6irFHriX2+JZkHb2ySNe5uOlvkxCAHgD1KMg9t+MGvsfzYsc7lRkxiWLrngYK+Wst4HFC45hAdfFLnn6cO8Mqh9cl2kvm4Ph+sZX4C7L5HwF/9bDogfNaznjUP7FwreMVCL1/ow/uZz3xmvp4jPk8O8dW/FZ4KMA9yK2dkmjoDnYH9zEAfAOznvHfUnYHOQGfgjM9Asm7Ekxz4aiNcdND5P6yUHqWNMQJ6bMBtmgGWZL17qh8xlWQCBPUt0YOqD2jQtiknC5AAC8Zt1oEAwNkm391B7Sc84QkDMAewgRTjfKHDhh8QAiDUAWQ2vJdv009HkkEPMGajD1TxAWAACF73uteN3/qt3xoXXnjhfBUBQMHnbv8//MM/jHe+852DLm0++B6AAwhgxMfIHAQAXuSAGgSsKIElMYpPLvmmzh93KgE5vt57773zTuXXvva14d3lr3zlK+OrX/3quPvuu4dXDRxCAPli5TcC/qs0hoBQX4/3OgMwirQ9Oo4fD7vaRfrooRsoAvj4Bwgq9QFU5gtIQmLZkjFx0Y3opJ9tPjiUQeLgIx72gD0AUKltnIwnMvDw2dwCr/wx79ai+eMT3/hjLWhvfap2+cY/faj46KHPHJkbZO1Z5+RKb/FZq8atJWR+yeBPMsRgzcm/HLBFBuFRInV+i01cyQp4jdFPL6q69QhI85O/9Mqb/CjFhgf4taZdI/iM8UeerFd2xeJaY5/v9LomlPLLB3xiJ4ePj2yp4+FbknkoxE6yHmKVDB4gH58YrS85p5d+1wdf8cgjvfSzJzbrDvEVWZPGyJEhW7lxLfozf89+9rMH3fpdi3yQF7qtQX8VwLg8uI7143MNs4m3qTPQGdjfDPQBwP7OfUfeGegMdAbO6AwkJ4F2kgNfbZIBloOO/6UKvVQBHjbWScZYOvRvKcm8Szs2v+0437RtupWAAFIHGtRt7t0tZwsB1d7ztcHXDygALsAEsACU0IuXWYDBAQHg6O7/17/+9QlQAHEgBTkkQEDJueeeO37/939//PIv//IAmhDgdM899wxf80f00OcOpm8DuGPoMX++4dfPpjZQAoQBPXwSm3j5XOQQAaD3VwaAfqUnCnyoEGgEcsQi12IGdpA6gAawIG3E3yIgTozJ+pQDXQWcABwAjE/K8guwBhIBcAR4A4yAOH8AJyVQrh94xwPcqxt36FJkTtg0p0jdvGxJLtg3zi91fPrLZ/x0IT4WyZNDEz7xwzySlTM5p49eOksXvfShJHOdylPRWH7WEVlySusROEbqeJXa5sZatK7Mt7o5128N4+Ov/MijtUovHUkmSCWHP1mBs3Hzog8BquKhC5Blw/wrjS8uzzva5oF+OUjWJyOsA8Q/Ompe2aALkdeWqySDP9YyG+TEWf5aM3Ip1+YjWZ84oId+/qjLITlx0E2ePutTv7yyZ4xOMRpnD68YzBEe+UP8xGuMPN3suQaQOnJNehLAtcgnvvCVbjnkvwMA174DAK8O0YnXYYC84mOvqTPQGdjPDBzbz7A76s5AZ6Az0Bk40zNgo5zk4G67zfGW/jf8Z8NmOMmBuiQTONmA21yzOU781JH+E10P8U9/suqj36YdACAHENjc6wdGbcyBaXf+3W3HA/QDB97nBarI2LzTy9fSx79//Md/nH/+i5xxABBAAQIAEYDIn/V761vfOmz+ARSHDACl7wW8733vG9dcc83gh28OXHTRRePpT3/6eOpTnzo8cgzsA/8FzNlmCz//ATLAGLi/6667hj9B6DDin//5n4d+YNqhAjAibj4BjgA9nfSzgwAatowVqANq8O8SMAXEeYWBHnHpA+4KoMo54nORNh/kSInU5Vdukxy847+dY7nVlnNxKOlkj132+Q2o8Ydf2vqN4+PX1h5f0Lav/OCLMb4lma+hAHnmUz6BYf4gvvDJnOMxL+7O41W3JoybN+uObnbI6ksy13uylsbZLV51xE8xA5DmpWIVIxm2+FXrly/sikMurHOy1jMefo/ll2TaZy/JfFyfvZpzNpPM9+mtI7FtnziQW7zyru7asb7Fxza/+QFkoyQDr7WGn34lYncsvySD/3zllzHzyH/8dMq3MXGI3TVReTHXyXo4xR9jcs0fY4hPi6n5mg5d9DgQUMeLyOFjl33ybKs7pPPnPD2Vw2/9SQb5b3zjG/OJGvPsNR3y8uZAwL8zeNlu6gx0BvYzA30AsJ/z3lF3BjoDnYHOwIkMJJkAJFnBX23Ev/vd7w71sfOzMUe6kxXoqxclmfqAEmCBDmDEZhxQAiqAM5twd/NsyI2766wfYHMHkg06gGSAAXjRT99Yfr74/+lPf3q4+4qPfmNsIG0fAvOhP3fz6QBY3Jn3fr+P+wEFgD++8847b3i/H7AG7oA24I5uwAMQAfg93v7v//7v8zF+j/RrA6X8Y19cABOAxXfg3qEDoAKAaAMleOgVJ9ACcAE8csF/JTJetIR98B9ZJMeIXTEn6zzKM3m6jIsDcHK4UCQ+wBQgROriNg408VFdn3jkhv/iMF4E+NGPl0786vrwsM+/In7zFXBTN46PPboQe4hf5oPv+MhJQpIJlrXpUSaZa9ZcAcnmBShXWlvAqFxaB3TxR928AZ/KZNUrb8aSk2s8yXx1hCx+PPzip9xVv3UKrCtrXVh/8sFXdvhjzvnDD+PkKw55kRMySJ09MgA+vUmGfuPyZG6UbIiVj8haYFNelOKSU7Jsyztimw22k0xwPpafMfPJRzxk+E+3Nr3y7RpmVxx4klUH+9YiXjrMLxuIr4uJecBB1vXvetCfZP41A7GSrYMluuT7+PHjw3XrY5zWHX1ykWTcfvvtw7yL0Yc75U0c/i2gi82mzkBnYD8z0AcA+znvHXVnoDPQGegMLBmwkQZA0NKcd39t5tcN+wO6HpGSHDwFgBm4ACLoTjJBmj42khWwAEze5QVCAHiPyruLCGTY5AMIPrJnHCAA4gAOOpXel//kJz857wyzBSDY3JMDIth62tOeNt74xjcOAB8P4PGFL3xh/Mmf/Mnw3j3w4FFi3wPwbjAgB6Q7lGBXHvjkTr47/O4qepTfY+n84QuQAni4e0/Ol8qRO5NiRAAZsCI2PmxzwS+gRT9SpxNAUUeAVJGxIuALmBvLj04y9KknmXnXh38rrw+f+OQpyfw44y6PfJZPAB0gpQ+p46cryXz9gq6x/JSIHyhZ14c6fnLiKj10qZctPMgaFB859s2PPMqpNYIH0WW89FgDyCGEPr4A48CgteapDCVwDhTKgxzRQVeSg3UlT0nmdWG+6Uoyc8tfvunjB+BpLdChj17rEjBGfKCDHbzWFvviTDJfF+AvvXSUT2KxdpA8sUnGOnQgxUd2xSsvDmm02bJG2GWHHD/JarODypYxc4PYZlefWMjiQ+pj+fGFLodWZPA6UKvcyq/4jZtHevhKB7vkyanrky/A3/XuGpczY2JxTTv0wCMPrs/Fhbluxex68+dBPUnkMEAuvELiuiUD9Ms5/Q5J2CXf1BnoDOxnBo7tZ9gddWegM9AZ6Ayc6RmwYT6dj0lON/R99yeZwB1QIJRkAhsb/CTjMY95zBwfm1+yymy6Jk+S2ZVk3v230QcOxvKz2QYo6AV+bMB9id9G3iP+HvUHEGzgva8LmLtzbuNu028TjwewAGYcFrjz791wOsmypbTBZ9s7/z7257F/YAAw+bu/+7v5vr94fUQM+H/iE5842HNHnl/F6wN9DgncRVT/1re+NfhCv1iAI4cG7uwDXOSAGD4AK8CdOltLCuZ/5lNbP2DGd7qAPmAI0cF/AkqEL1nzu9WR5CDX9CC5LgKe6APM6CCL+ID07xIdiA5+lTw+/UidPiV9cg/kyU0REKduzDyKGe9YfmQRG/Qjdbr1Jyvg1hZ/srbpkTd6kTFEBvGHLn6bH8DQYYFDA2vNGD+AXwDTfDoUAFTpW1w7+A+fHJXPSeY6ZwexC1CyxW4JGmNH7vlfY/JhDaKyZVxM1op+a1tbLvjvWqEfqSN6rROE3x13sSSZ165xaxFoFjc94gDE2UHq5kU/frrG8uO7PAHX1a9chuYrMnIiNsRPuuVBHQ+/xSRW4F1Mcm2cLTzySQYv3UmGOh/Iypdx15BDNusKH1LXJ2685pcP/HENOrxzvT/ucY8bcsCmj2s6JKHfQRx5cZDjT1NnoDOwnxk4tp9hd9Sdgc5AZ6Az8KOQARtmVL4mKxCp9g9S2mzb9CeZamy8bayRMW3jc/DE/5JMoGF8nOaXZAJTIAQfwGPTbRMOkNmIGwMOjAP7XgOojTt+wMbm3UfzbNqRR+21v/nNb847+PwDFJTAGF+BDwcJb3nLWwZA4K6xL+2/4x3vGP68H1DkyQP2ENuAhBJg8P7+1VdfPT7+8Y9PfocADin46S6/wwKPv5MRE3ADlAJUyrH88AIlS3XmgX9yqg+QQUCdHAAixumigw/k8ZBRR2JL1nmi15rQh5K1P8kpIJVOxEekTi7JgV8lr59tPEokt8g8yav49OMtws9vc4bUi7SRNr4iehCdQJ06vWP5yUVR+bZ0zzvwSqQfjzJZDwfI01/jcsZusn5x33w54HHQYw3KPeApL4Cq9eYwQKx0yT2/SmeSg3VvDPGdH9aY9adPXpLMu/n0m1/j5p4+hw3sAbFkxKDucMuBBHA+lp/5R0A/PfiW7jlv+ugVEx/I+aaAuUoygHjXmHGx0iPXriG8YuQ3f+gynmTqlhfXiGtVDsUkH2Tkky9iEafDBG2+0MV3+SJHxhhepI+MfjSWHx/wi40fyHWh1E8GeJcvORSL+ZIrsfBHe1E1/zQiX/F4Asc1Li4Hd3j5Sre6fMs9uabOQGdgPzNwbD/D7qg7A52BzkBn4EzMgE1ykY2yevmZpKqzNLal2Xma/yU5BRzadNuY22zbKCttuImz+8ADDwybZHfSAAqbeWPsvQsQ6wAAEABJREFUGa+NNx3k9BknU/z68NENYNuc46WDHF4loO6JAMAD0PB+/c033zz/JB6AAwAA/kCau/Gf+9zn5vvCQAcQQScwYJNP1yWXXDI/4Jdk3HjjjeNd73rX8Pg+EAG8AwjuGAJIwAs/fbTvPe95z/jABz4wPHHAD7Hzy9MCXiMAHsUiTgCFnDofxCGP8qQtRnkQI+BhHEDhKx368JS8MbJKPHQg42yhspdkgrUkw48eY8VTpTmmg15Eb7LKkCu+rbz5QjWWZN6hJU8f3hrDx26S+Sg2/fxH4jU/eMmwR74oyQTUY/mZO/k2fwiQBGb1b22IhQ0lPaVXG+lLMvUWn/5kjdk4v4BbawFIBnj18dU6AxAdBADUbOvnxzYOdsVtHuk0NpafHJlX+vRbD3LBF/3suQb45K49IFp6FvHhgMuhl/XPNv1JZjx8pk+//Lgu2NPHH21+OmAwjh8lGWK13tkVFwDNFtvyTCc99DkooK+uDX380OeuPt3adIuNTXpcK65fNhz6jOVHRpxkkvWgRl7oNEZOTuRG27VIp1gqh4ua+R0C80BWf7J+F0AM7ImBnWSdZzr4/5SnPGWuS/8G4GHH0w3ikA95STK/6cAOop+8elNnoDNwdDNw7OiG1pF1BjoDnYHOwL5kIFk3v+JNMsF+crLUj2y0i2zUbeCRDTYgAMzYmD/wwAPza9rG9JG12S4CamyUySH9gAFeYM6G20bephvoAbRs/G3i6TemDoy780/OnXZ3932kj48esQce3LXkB3DjT9BpG+eDkh6xAOgAu3eA+eSr/H/xF38xnxbgm4+F+YsA+Dy6zyaw//a3v3382Z/92QC8gHZ/jvClL33pOP/884d3i4GGJAf5SDJBMZ2AExInAoyKxMk/uUsyQTufkdwBG3KCtPUjuUTq+rekzxiiH21t6MdP51h+xsyr/CB5ETc5vEj+lKcj40kWbSf/o7f0qNOnRLiUu/HRz/+i8pOveLekj/4i+ulNcrC2q11lso5pF/EDaSfruHj4woY5AwStTwBUv7VprVmP9b0Ah0+AszvS1ja/5JJu+lCy6heXtSFONhC9fNDHHoCarKC4+vHQbf178sRhCD0OkfC4BvDQYS75wBb9/NA2ru4atC7JWr/AObCtbT046BAPwE+myByIRQ7o1SbjusCDnx1r3DhebcQXvPLIR3bI8Iccn5F+smTEhVcpPvrowccHpX68fJG70s8HcTi44Z94zZdXhMyXa9xf9XAoaK7Eb57Zd2Chzj9tJdvWGV51PjV1BjoDRzMDx45mWB1VZ6Az0BnoDBz1DCQr4EhOLR8ubpvxIhvdIptgm2wbYPTggw/O935twI3RaVNcZMNs416lzXmSeWeeHht8G2xg2qPXgA3wBHBpAyTAApBvQ+9Dez7s5yN77PkWgA07XdpKwB+fNj8AA3aAC6Ae8L/ssssGYOCbAW9729sGQMCG9/2VYmfX9wP8CcF3vvOdw2PCxhxEuNPvzqF4+QhY8A+p6wOoEHAm7irVEZ8QICNHRXLFb5RkfjhPrsWm5Bu7SRQT6OIlV6SdrOPqKMk8XFDHV/b4oq5/LD/6UZLJj9eYckv60DYG4/q2NE78ksw7reJF5FDlhQ8ln+TAtn6EF/FXWTrYSjLzkGS+BsB/JF+1dqu0LpC2tYEHLxonfnQi/uhS8tO6NMfK8oEueoBpaxeotP4cDKgDqHiSzLv09Carv+r0AKV0ik2s1a+PbW3EB+vL2mXTWrd2gVtxkCdDnzoixwY9ZFxjSutJSU4u6XQtOnTwGot6kuFpANd3kjkn9JWPdCRrv7xY92zjp1sd8SPJ/MsL5MXBJ7a1+UwnGSSXDlfkbiw/c4MfLc35KD//tNlybXtSQmz0yZHxssMvvnp1x78dYvRvgSeGPNVj3HcB9Lvr798IOaDfXwbwSg8f6aCfD4j/yqbOQGfgaGagDwCO5rx2VJ2BzkBn4MhnIFnBRpJDY01O7bfZxqhE6qcj/cANMKXEv0vGbO4BASCEDEAAuLv7ZsNt4w5s22D7Sr73823g9RsHQjzW744nIA4keF0AIHf330bcZh0/PfrY4Yt+QMKG3536N7zhDYMcncC9u4PlB5/opf+WW24Zf/AHfzA++9nPzsd/+eRjgA4JAAJAAGAA8gEOAAiIQuJL1oMO9hGQJQ/kyjf+qSfrHIgDySUfkLocIvnBTweSTzqVaFs3jspujelLcgCYjfNvS/roQ0kOgN9WVr0oyfCreNSRcWWSCX7p4wf9iE2l/uLd1aGNxvJLMv3Gm2TpGfM9evmmi25jBsgUyWlR9Smrb1vqJ5/kIbaSzDjYc0Bk3q0ZaxVAFAt56836cvfco+QOBgBaYHUsP3x8FTfbS9c8HAFYEf3Gk/XbBPrEp59N6846ZZtedjzezgd9SjasSXfDtcmzwwcA23piQyln+PFYv3TQ76kcMtYdP/mL9CWZubc+6Uwy5AGYpsvalQf8/Hf9s1eySVTn2qoxucOfrNcOvZjoYafG6BeXa49OvrnmHYT4N0CfOFDFJiZtoN+rQ657d/29yuEQhW7/1ogB+PfvEBtyou5bIHzhh3yoN3UGOgNHOwPHjnZ4HV1noDPQGegM7GsGbLor9qpXqd8GuihZN+3GH3zwwXl3Go+2TXiRDTLSTjIBtE05PTb7gAWgABgAI/5UGRAD4OjzWLPNv424u3t33nnncPcOqGLPxtyG3WPQePXbyNMBcOFhj1/qbAL5vvgPyNPpLwTcc889w5hNP3CvH/D3jr+7/kmGO4MXXHDBcMefP/TyUQx0AiGABX/YSjLBHD7EByQXSF6ArgJI4kdAjj5j+MggAATgoYsNZZF2kgmi5HaXknW+kkwwm5zkTU720cOG/CN1fUkm4N3q1b8lPiI+F2knq/6tr+ToGssPD35tlGTpHdPPsfnhq2bVq9TPV8QO/VWq07s7Zrz61Ok6jOhGePCXviTTxyQz78A1AratBeDc2nBAQA4odafewZQnAqxXIJI+JAfsj+XHlvVoPdGpTg/d1hx9eNT1uw6sD2vKGrJ+k/VPaJKhw2Ps6gg/HfgAZnLs04mXXvoQ2/qMuRatT3X98orUk8z378WEH9B2PdHrugTIxUc3okPcZB1mJFkiH1OH9c8nPHzAl2TQIT46MbtG2Bcbki/9+DwJwF9x0o9PW768SsQHB4n+1KfvA/j3IMlwIECvPLHPP08m0ZdkmFt9/BIPe/xTNnUGOgNHMwN9AHA057Wj6gx0BjoDe5kBG9jD6OGSUfw24Ss9MA8AbLDJ6SsepT4b6dqg2yzjtQG3iQZA7r///gH8k7WJBwDcyQQ2yNuQA+QepwaqPI7rLh1dgBRZm3vj3tN3AEAX2SI6vU7w+te/fr6rD5R459+rBHS6swe0/Nu//du49dZbx2233TYcOPDd9wB+8Rd/cfgoID5PEAAC7hx6TLjACn+QuCo+9tnmJxAhXiAGASpV4gGe+C0/pQOYkhNtviQrUJJbvGTkR/xIzoq06TVeJV/J8mtLSSaQZYMtBDxpi4lPW0pyAICTzAMCfGjLp43kw6EC2upNMvySTPtb2aqTV09O8o6dn5iQ7iRTFzkkhpLHI2/jxC/JjKPGk5wYObWQZ7lL1oOdioEcTiVb4gMyHWxZV9aUtQ80JiuI9SSAAypr0J17a4IcnXTQlWTmVJ8xfVWvudEWGyKn35y7DgBZ/fwAxOlA/HAAYE2Jx7p0aGZtWiP0GEP46aBX3hwYWK/kynaSmT88fDSGrFtx02Gdu57ZsjaTNTa68bmW+EWeHTz42eKT0pwhY2LExw4iK9diBfb5Qo5dfAXmzQt/+O5JIAd55sGHQr0CQI5PbCvlQOkw5xd+4RcGXeZOHkqPcT6M/nUGOgNHNgN9AHBkp7YD6wx0BjoD+5EBm9jvh2QjWTf3STTnBnhWlv8la99Y6v5LcjBOf5IJwmyqgT+lDXwBKRt5m2lgHRCyqU4y3+sFHDxu6xF9QOaqq66a794DC0C8DT2gQoYOwML71u6s4gdmktV+kvkRPjKXX375OPfcc+e7/sD/XXfdNYBjd/D5rO4vADhQAMoe+9jHjhe84AWDDLu+NQAUJBkOIQADfAAMIECHuPjDL/7Q5XFjffwCZvjNllyQQXK0JQBDzhDAIneABhmyCMhBABFiG9GvRPrx4CdLx64u48WnjhfhRcWvPB2N5ScO/IgtRI9SX8kurBM0AnzmsXJH3pj+LSWZYFhfsq4zvGgsvyTzEKr061dXooVl2lPXX75oG1PygS9soCRTxniSuU7EQhY/HjLmxhxpk9enROrm0bq1ph+7rCfrkIw8A/8AqDVrfZgDutlUlq0kuub1VHrpoFvJtrhQ6aXTUwf6rFlrC1BWkuMHn/huveAFfK0ZfpPBj/CyS5f1i1fJqWTNDR+QHFnnYhE3QE4HG65zfonbOF8RGTbwV47EXmP4yWrTo61ePPzir4MNBy51PToAEA+/KlaxuZYBerzJ+qTEl7/85eFJIIch4jMfcsP/JMMTAmefffaghw5r2hzJpTw0dQY6A0c3A8eObmgdWWegM9AZ6Awc5QzYrKKKcVuvvtOVyQpAkkxQlKyljXXRrmySCdpsooEO4MLG3abc5t0GG/ixQTdu808XAOADe4CNj/P50j+wYINvMw4I6FcCDnR4dxefjTswQL8N+lh+yerrk5/85PGMZzxj0PHhD394fPGLXxxAxznnnDMAFr6588+WDT4/yAAL7vorF3XDXUYHBvwmk2SwCzg4hPAEAiDhGwXuxNLNFwSw0CFONoAHsQNISF3cxsUhPnaAHu0tPdz81ViSCRrp01dED1/oFy8bDjL4isyNNjJfiP8PR6WHr8Ah2S3JFd3G2GObD1uf+FXt3XKc+FX/Lu+J4VkYQ+UvWwAskguUZOZGn7nQp47Uk3XdJGtpHeNjn990K8fyw8/eUp3/qbOJx5h5TjLflQdSrUHznWR+CFPO7r///vn4uTolSQ78YxvxLckpB218YMu6YY9tfPRYjw7Y8Fjr7oCzi1cdoHXn3LVHBxnzKEY68LHL/1qbxh1uWfPsjeXnemODnLr1Y57pYEe8xqwH1ytZ49r+XXAts8U3/rg7T8Y1zzd6XOP4rSH21dmylqzPZM0ve3JMX43zzWEd/XjNCUDvI56uZ7oA+9tvv33cdNNNg49IHGTwu7755Ukg/x7QLWfsyNGShv6vM9AZOKIZOHZE4+qwOgOdgc5AZ+CHnIFkBRbJWj6S+WTlS9bykfhtuB+OduWTVW+SObSVBSq0DdgMJysIeeCBBw7uvCaZgN84oGRTrCzAYKMOMNiMK+nDm6zvDgMYHqm3Efcn9r70pS/NP7Vno02GLqDaHUSP4gPo3qd2GOAbAHQCFWP50b0U0zfy+K+44orhYOETn/jE8NE/oAYoImOjD4CR0+fRYL4ACd75t/E3RoZeQIleYIQcv/jhT4oBDsn60TYAhg8/rNMAABAASURBVD4gA5BBAAU94gFsEBBBb5KZwyTTd3Ejts3BWH5yRkapX9x8Kb6FZQLHJAeHNXjLnnpycixZ68a3Y3SzCeSYQ+UusYuMA1FbklckV8j84yt+QMx4ydSYcXa28SQR1oyHj+JH6sk6Vm2M5TebZYM9NowlOdCVrHX9Yiav1OaDdpI5L+YJsTtO/JJVXtNcsMH/JFOGLjHRp05Wrunhc7LOtXHvontaRE7wJOsBwa4frq1dYnssP/3WGf18AZY9iSJ+9qxH4/Rbh643H/pLMth1feF1PSL63FEHzAuU0y2v9Lp28CWZ3/gQH3/FTI86OYcNbIvTYRBA7SCATX5aI/TS5XpDYpIz4N01hM+cbm0sIc8DEfbEJzZEDz76HcTxwzXt2i4dnuLxVA9b5szhgevXKwFeBRKb7zY4UAD6tR1EPOc5z5nfAmCbTbbVtyQWY9u+3XqSea3yc/SvM9AZOGMz0AcAZ+zUtGOdgc5AZ2B/MmBT/L8dbbICmeTUsuzY0CKbWuABPeYxj5kgR93GHuFPTurQRjbgxvmu1KYLKPAork22u4EAEGAPPNiUFx/AYINed+KBD+AmWR/hxccOOSVwowRc3PkH5gH1j33sY7rnn/9j2x17IIFu7/Y//vGPH97r9zHA888/f2703UUlBJDgdWf1jjvumE8R0Am8AFKAisMGIKNiYgMgEZ9SrpKT+ZEDAIDuLckRki/E/pZ2++gwrp8c0qbfvBWxfxg5mOCf8jCir4gNupMoJphmp4h+9SrV2a82IbrMb4G6KoEzc4iAzCqBLEQGyZU5pwdtfWKPLeDVOkDmCNFnDoE5ALSITnqSzDXNX3r0sUWWfXkuvcqx/IzjL2J76Z5/7o4MogeVz/xNMgEgO2P5GfPKiMMv6yrJ/DglOTrFAdiyww+kbW0Z04/Mn/VsTFzusIvTgZU2e8bwFTkEsFblB8gFhPmIDz99eLWV/BGXPLpu8ZZteeFz2SLrekAO7sjjoYOcua/86nMtOTAA+sW1pGaULPvs6Lde+caPIrz0i4UNOaXfvxdio9u/IXLGl+PHjw//NnjdCL/1Z33498YhgMNFeXOIgZecdtXp5wu7fFdPMl8ZMZasByNJ5nWCr0js8oSqr8vOQGfgzMvAsTPPpfaoM9AZ6Ax0BvYpAzaN23i10bbvf1JPTm5QkxyoSDI3rrXBVtpQ29x/73vfmyDHRteG24a8NsBAEV586vptkG3Y1W2kbcZtwsnaBAMBwAoC/vSJjR5y7qjrA1Bs6AEgAB84wF9OJ6vP2sC8x3Zt2t/73vcOrwrwlz53XPkE/AD8L37xi4cnBS666KL5oUD2+M4OH3wU8MorrxzXXnvtcFcR0HB3FDgQjzrSNlZEj9wALnxiH4mtKImheTdTJckBOOQrH4qSh/Ima5/88Ln0J6fqoatI7HxCpdtY1ZPMuU/Wu9R8HSd+SU7xDzArMr/qANWW2GGzbIzlR2f5zG95tr4AMWRNKIE3c4zUqx+vNYZHnTw9dC7qp//iYROpJ5l5xkeGLBCLrBN9dPKNDJ/Fo9RHN1LXV2NirdiV2kX0sI2SNa/6yMsLPtcCsCxGwNOTMGJlK8m81sTHLpuuG2uMDmuu1pgxbdeXurUgNnfeSx+bxoqsW/x04QOA+ZGsANb6RmWTPL/oc73yS2z8EYvcmiMlXmDedeZadT3gQezRA3TzUan/7LPPHl61cajGpj4x0aMtd0nmX9qg35yxZ97EJJfs8IkPnmxAcicOY2KupwLw850v/PDvi38fHEi61s2n75J4WoB+Tw/QY74cMNLHDj+sO8RHvvGJXZTEUFNnoDPwI5SBPgD4EZqsdrUz0BnoDBylDNg8om1Mu+3t2H+3ThciV2XVtW2kkxyAPm2bdxtzm2MbZ3zKoiTzsWAba5tm/OS0gQ0b+iQD0AA6bJhtqvHi0x7LzwYaIKDXZtwdebrcabcBJ+9OJPsL+wR9AAmw4K6+vo9//OPjuuuuG/Trd0cU/yWXXDJe/vKXjze/+c3DO/9iYR8gAEa8z+9jgf4c4A033DDY5hsQggeIUJKx2WcLEAC6kswPENLJFv/FUuPaqHjJ4kPq7MgBUt9SkhmnPuP4t0RH6aZfHelHyany+hCeom2bjSK535K4ax2IVS62pbFd2a0MfvqK57CSL0X8q3qVYpRXY6j6KycAGoBcpbp1iNg3LwAk8Af8ugNuTQK41lKy5otudhAb8o/U2SrfxSNudqxRdpC8iN34lteYNQX0OrTipydNvFbCJ36IkU7+kmUTsa+PTm0+qtNnbbrW9AOn1nTpIocPqbPp2lDisdbrOmFPP534kdj4I3f0Vp6MyYWDFTlV6sNPBxnjyfrvg7Zr2LXtiRzAm06+OzRwCCA/YpS7JPPfIXVEt/jY4rc6O+SV9OPzxJCY+DqWn3EHEsaW5jBP4uOLuVfyxfXv3xc54IOnBRwY+pAgGf+meL2o9PCHPpREcUB8O2h0pTPQGfiRyMCxHwkv28nOQGegM9AZONIZsIlE/5tB0le01ZtkAk1jO/2zH3CwMbZZtmnXBnJs9pENuE21MTrw0qNts45s3G3SkxUQOBhANtQ203SQs3GvjThQQwZAcbeUbgCH7iQTeNugAxC+8A284zdeYMLdfl/5f+ELXzgfMWbHBp8tINCj2F4Z+OhHPzrcEbTR94qAu39AiTYZ+siInR8AWJL5KLk+bYARgEvWfnEh48ma47H8Sl65NA/+SzJBT9lJTrZLjzE5E6eSbnrY5kORvrH8kkwfydGByB1GpXM7hh+RT9YY2ET6lLuUZMahHw95Oum3bpB8mgdlkbW0JeMIP1m0rdO5pa294iWP2AAG6cdnHXkSwJ1t68B74O4eW2vGxvLjd5Iht4Bv5XQZmk8XyLU++vhR64SP2uSNJWvetAFluvjiVRLry/XhiRevxVj/lTN28bMhBmuriA7EF/bYRsn6ZwjpIctH+vCwj+SCXb6JX9zAsGvUOFtJ5rpxDQLQdLv++eq6JivHdPNTP5vlE5/V5dJ4krkmHHR47N6f5LvvvvsGH+lmx8GIvCTr4/Xs8D9Z88cevfxESSagd0BHXonfHCI84uY/olvc4scnl3j82+IAgG/y4N8B4w5KHB4C/nz17wx5ftAxlh8dYtS3NB/yX7L6/pCB7ugMdAbOqAwcO6O8aWc6A52BzkBnYO8yYJP7fxE0vah0J+vm1GYe2fwXATD/7//9v/n4rU2+cRtsG2nAWAn0G7PBt5G3aSZn080GgAXM2yTb5NtQq9t020DTB5Dht7F2984GnD56lACKjTndbJFPMv+UoA05EGXcl71t+tlgF6AD+l/ykpeMn/mZn5lPKdio8xl57PcDH/jA8Lg/4OUw4tnPfvbwFwO8csAnfHwEiMQH0JR9+UDJChCNa/Mbv/gQPcBBlcbxIfEgdSRnW0oym8bwIfL0IXXzlZzkw4uSHBzeJJngCy8dSJ18UemrNp5k1ZFk+JkP8ZuLIuup6mTYrr7i1UZlky0kJ2XPGNI2VqSv9BrTRvoQeyhZH/nnJ1vKJBPEkqPPfFhv1iLSJgtoArDWjfVqDSJta9W4GJNVX9kfy29rSz9bSnSYf8aTFeDisb6sffodRHglwMcmPRlgvfGTz/xczM3rkVyS+RFJcklmnPjo55O1LibrUluurWd6zEuyHsQZEyfb+I3xmw05Y9+1AWCTZa945A/hLz0OCfg9TvzU+aAUJ0oy/xoCUM0ufa4ZAN1TQK5pdf4A4w4W+I4HJRnio1O85Z/4+ZOsTxx5wkNs+v0b4K4+Pcm6nuWEm/gQO+I29w4G/RUR/9ZdfPHF4wlPeMJ8PcM1wK5ciIU80peserW3lGRef6N/nYHOwBmbgT4AOGOnph3rDHQGOgNHOwM20ej/MsokB8DQJtbmHdn42tAWeez1x3/8x+cHymyUgQGbZ5tpvDbtNuG1ubcxBhZs0I0nqx26ydJhk6xkgx76AAt9gIMNOJ2VAzrJyAe9/FUn6wDCAQDQ7+4/oMAWfqDKl78vv/zyYQMPIABy3u0t4P+e97xn2OTz4YILLhjPetazJohig/+ILwCKR4oBBDoKDPJNXclfcsCIWPmq5E+SuflXR0mGHxlgSonUkXpRtfEnq5w6SjLnMVlL9vlcNpIc3KWmp4hu8kVJpn9JDuJPMvzwkhMjUjfvSmPFoyzSbxwfUteXZNrhJx+RenKqn3hRkhnfWH7apWdpzri2fcZQ6aQXX7Lq0EZ49MuTNWTurUWlNvBozLxajw6WrC+AEJBU6rfG6EpW/UlmbMna5oe1gKwDZI3zgS021UuP9eLa0ecAwiPpPhTItrzrTzKvRbx8FH/ld5z4be0a5yufAWn+kuMHf/AqxUxcfPTxiax+lGSuC34D5frIJpkxq5d//i1gi8/89G8IG2zLqXwA+O7063dtOehw8EeWff45gPPqD5uuQf8u8Is8nWgsPzJ0k8FrDh0AGmePXgeB/PHvgEMA3wMQB7/lHL+88NtTGP6t8O/EvffeOz71qU+NG2+8cQJ/r2zQwbfF9HyliV3yYpUD/tGljgfJJVJv6gx0Bs7cDPQBwJk7N+1ZZ6Az0BnoDPwAGUhWgJJkbt5tVG2Ei2y2i4Bdm2Kbb+AAkLBhB7RtlJU22DbmQIGNsE04nTbcNr36bbL10UfG5hwA0G/DbMOtBLLxIZtom3kbdToBAz4ox/IDoIB8PB4nvvvuu+edUTbZ9iGv3/7t354fGAM0bNDxOyh4//vfP/9EoHeRPebvz315jYCsO4Q29UAY8Cd+IAOYSDKBAD6ggx2xq5PhE9/lUrm4Ofnx8RsfPWQqx0r6i/AgNnaJPmN0oa1eY4jdJKoTJBc/XjQHNv9LMkF2krkexvJLciBLnlzRMnwKf5Ipxy7iM5ltmWQCSHOa5BT+ZLVV8ZAby4+uZPVNvSjJMjoOfEhyaH0sP7r4siV6kpMy5sraM3/WapXWpjWTZFi3Dn88JWL9ugZcC/rNJ/1socXs9Icduq09OulSyoFYEbvGyWjjd20AmA639LPnMMA1yD/8yfr0APvWp/VEnn2+0EN3kvl4PV/JW2vmkS/WqpI//MJPR7Lqpoc9PPrJse2wzvWIn3/4jCvLvpyok2VHLtnBz2dtB3f0882/JV5BcL0lmX+m0MGFa9tX+B0E0O96Tda/BsIHOtlCSeb1798LuZNH9sQsdtcX/4H/n/3Zn53/LohB7PLNV9e8Qxdz588B8s9c+67IJz/5yeHfDt8E8A0RPrFrnG7/hnlNgE/yTwf7RfKBqt1lZ6AzcOZloA8Azrw5aY86A52BzsCRyEByEnwk31/dZtKmElUSbCZRtZOH6qqxbZlkPjZs005eaQOL1NnCr/6d73xnAggAAy/7gIDNuLqNvA23zbbNNTmbdiBBHx5ks26DTY+NPyAOGJDxeL878gCADbcNNNv4HRK442ajbXNOP//I0c9nj0sjm3n593fzAAAQAElEQVTgwob+SU960vzgnzt2NvcAAV538/7oj/5oeFWA/qc+9anjKU95ynyHWFz49NOP1PlEJ/1i4YNcaPMB6WcbgBGHQxH+Ah9ioZt9QASw0S+H9KCqJyfnhpwx8dLPrj75STIBuj5tvvJHXV/JkFNPVn7y7PODf0UOVvQDk3xDco6/fKCbjSRMTPvlt44kE9jjR8a2pA+N5UevtSAnbGknK4Bjg98L21ynpaNk9SerD1VPMm2T2/InmWA8ydj+8G1zJkdIvziV2ur4rANr3Zrlq7vy7lojd5fNtxyKx1zzgT166KiYtF0f1hO9+tkRW5L5iorxJAOP9ciudeUgAFhO1jG+WHt0yKW5swbZR2xZu0p+mXPjyQqgySE2XK/qbIqNPP+Q2F2/xvQr9fMZaYuRDWuIPfFrI3kQU/krf/ocFgLRSqD7+uuvn68E+PeAn9YfPWzjA7CtFTmgN8kE/HTxSw7IaPMJeY1AjswR3/gpVv8GOfA7fvz4XMd46SZ7//33z++K6POkghj5c9ttt41bbrllvPe9753r0qtFXhUSr3F+OyC68MILh8PHyj2dRXir3mVnoDNw5mXg2JnnUnvUGegMdAY6A/uQARvOXbIRtnFGNbabi8P6k1OBT8kkmcCIjD4gBLEDSNgMs3XWWWcNG3CbZgS4e6zeXXObcptrG3sbam0lfTbiNun0KOnUZwPu7htd+t3xt/l3Zw9A4YONPNDDLlBlQ47PJj/J/BibgwEbdBt7gAV4sbkGEmy+fbTr0ksvnTHanLvD+Od//ufj3e9+9zzQKD4AAADSRg4z+Eg3H8SH+ALE2NQDP3jkTkz08x0wAdT0F8mnupwkmSB1bH5JZivJ9FVD3skpkbi3pI9OhB8vOl0bT7Lql1++y5W6MbJ0siGeZOVN1hJPEsWkJNPX5PCSbjbMiVwhdX3IOFIv0i6aRk78L3mojfKXz4dR8lCZ5GQf1cnaLpv84COiv3KZrCDTejD/1oT1rk5Wvqxt8789TLGGjSP26KODrJId+TcuP0C2Uts4PmuOX/r10e+7AA4CXDtk8PBJnax8lP9J5lMXZat8NY6XTrr5oaTHWhcPW649+ozRj6z/ceInJqRJHzv8pZ+cHLj+2cVDj7xpu2bIAP+uZf9uuHY+97nPDdeq+PhlTdLDV//2uFb5Jd90s8UHOtX5QI4tsSjZ5DubdLErv8C9vxzigJB/YiMrD564wOduP3n6kwy2jV111VXzEPH8888fL3rRi+a3SPgh/muuuWbQ+cxnPnOWdPODPvEk69pLTpZ4mjoDnYFHPwPHHn0X2oPOQGegM9AZ6Az84BlITm40k8y7VzaryEZdaePLko2uTTSy6f6Jn/iJ+dV84N7dNGSTa9Puo1i/8iu/Ml772tcOdZt44MHmHEixoafDhpp+d/K9Z2/TDyz7M2C+vI0/Wf2y8U8yN9T8AfAdALi7xtckugcdNvM25IBAknkwYFPvzpyNO0DAp69//evj937v98YXvvCF+YV/QACYcBDhAIAugMABABIfMABA6EeAFiAASIgJj5jkDrHFP4THhl8ObfrxIXWUZB4E6EvWerLGNZZfcrK+q5t+IIK9ZOXDo38RnXq1t5SsfEkmcOc73w4jfieh6oCStZ1kyidryf8tJWu/GBH99CF1dvEnmX6q49uSvq3v45AfnmS1lTy0PETk0C562OYX//hpbpG6PuP4irStEWRdWBPk+ezasf4BWI+FA9HmigweTmjTq60fscWmfjzmssbpNV4HU64DAFSJz1qzNl1j5PFbG4iu0m8Mv2vNNWacXiQ242KhL8kQh4M1d83JbXWVDf2oxuigz7UjHjEYQ8bod02JhQ7XL9uuRUDctes1C/8ueKLCuGubv3SQF6s861MmMTTwym2SubbYN0dKMmTF498L178+7/j7N8C/S/xiX17owsd//87J7Vh+FSt5efVv04c//OFp+1d/9VeHf0vkiy0fDvRtEQcB7NBJN51i36VFff/XGegMnAEZ6AOAM2AS2oXOQGegM3AUM7C7+dttny7mJHNzO5ZfklPAWLK2l6Hv6z8bb5tYJbJBR/psVNVtoG1g3a3XD7R75Blov/POO4dN7s033zzuuOOO8e1vf3u+t2tjDQQA1cA3kAQQKBGAAdB75B+QsZlmiwzHbeLxK4EcgAAY4VPRT/7kT853sj1qTy7JfM/eRt1Xuj3Wzxbw8Pd///fjT//0T4fvAwBkZG3Ivd/rY2A2/+Rs2oGFJPPxX37q4wsbxor4W1R8AARgI1dygIyRtemXP3kuSjLncrffOH5krEg/StaDkrH8tNFSPVgL1dZXtLu+ABmkP8nBXeKKL1nXUrKWY+eXZPqerCWbyVpPMvySTJ7yX5msY+yisfkl69ima1bxodk48b8kU3fZTXIQf5L5SDeZ01GyyierHD38Q+qVe/UiY0X6zK05d41Ya9YQOWt0LD9rzUGAgzBgUj+yJpfhg5zTmax+JDE0D7KsfwAXkbOO2AGW6QY+EX3WorlT4qu4yVGoj7/8M0YeUFXXh0cdsScudX47xCt+16pxZP0UsSMndInHNePaKZtJ5nwZwycGJT38H8vPwaI/u+n9fHE5QHFYIQ/sANDq5FxbbPExydTNh+IZy884PnlR8kcc/k1xuJBkfkzREwXyah6B/UV0voYghmQ9CKFLDtlTxyMW+ZFHB4sOGZ/73OeOpz3tafPwhE3+f+Mb35h/qcC/hUnm3JI/jJLMdXzYWPd1BjoDP5wMHPvhmGkrnYHOQGegM9AZODUDNrlJTu1cWjagaKkegBx1pB9VXVmUZG4sk7W0ebWRRQUaqrRptyHmw3/9138Nm3Eg3GZdv406oMuWO2oe3QfmfS0boLfpdWjg/dqf//mfn08PaPs4lk00Pnf4bMTZZM/GnpzSRj3J/Lq2Dbs+/lYs/LJp55MDCW0gAgDzLr9NOP/IeUz3r/7qr4YPBNIrXuDGY7teY/CxP7zGyPOFHW0beH18Jle+AgYIL3ChLH66EX+TNddJqDygJHMu+I3w0l+kzVZR9SuNIXJF2qjaSSYgSlY7Y/mZKwQkAVPyBSwhedJnDA9KVtnk1HJRdcp/ZbPK7WCS6QffEJ4kw48NJUoy86FelKx9yclyO0b+4Sg5KZc8tF6+JOsY3aVPvfKhzndroObZmtBPhzlBxpE503b4hd9daodUDgKsVwCaHTknTwaRYUeprY6PHeTacwim7oDJenO9OFxwDfK39Fl/6njNKdK2Vq1bJT9cO0p8CB+/9CWZB2r8B3C3xC5/+EdvsuYwOVnSlWTOf7IeyPDReqNfLOrJykOXuF3XDufEh8/hAz7jfGGX/65Z5TjxKz/YsLZ16zMf5kFOXM/J+u9KxZNkPqJvnAweQF0e8NBnLsyLOp4kMy7+yedYfvz62te+Nj760Y8OHwe84oor5hNMZPjp3zr/jvKFDb4lWSRP/U+cp/Z0qzPQGfhhZ6APAH7YGW97nYHOQGegMzAzYNNZlJy6UdzdJGqjKfgw/0sygVayljbp5NhJMl8LSNaPg9nwJvoemB/ZsikGml/5yleO3/iN3xhvfetbx5vf/Obx0pe+dN7xcucOoH76058+fE3/vPPOGx6nBYQcAjgMsKm3EfYuv026TbYNsrL8sFm2qbbZt/FPMj+EJiybbKU7dcaAiGT9wjl/+fC85z1v+OgfwGUz/o53vGM+lcAPNn23AB8eTwIAEuzxzcYcEADwfuzHfmzoUwIRcqTUxq/kK9DCtvEk81BGTGzxkc/iq1zzHyWZIIIcomNL+h6JgIii4k0yTveT46KSS07yG+MnSnKwVk6nL8kcSjJ5NZIoJiWZ/cnJ0kCy5ok97cMoWWW2Y/gR/7b9SWYuKyZlssonh5fjYX5smFdUc2zua37kutaAviRTmzp+a8Ocq1ureK1nANC6VALR1ghB+ugnhxfxQZxK8SitJSU+B2r4rDGHZPSxyQfj9KnTX3rYERNKMsg5PKADHzt4lPy1jsmyi4d+VHV8bCG2tJPMOceXZH7QkC/IOP+NAfZ8posNtpBrzl14/97wqfiAbdc7fv6j0plkPk3BhyQHd9iTzH/T6HRw6Vp3wDCWH17xi83TCP59YB+x75DFoaY58u+EfBtjk4zcyxW/6BeDfvH99V//9cyBV508zUDHYnI+VSSveKyN3RjwIOPKps5AZ+DRycCxR8dsW+0MdAY6A52Bfc+AzWaybqBtNpENo030NjdJDsBPknHYLzm1P8kE1TawNrR028TTbWNaoMWduHPPPXf4kJXNrHd0bZZtnn0PwFf2ffzq1a9+9XjTm9403vKWtwzfAwDCbXwBabx0u5vm42Xu/tvUs2WjK06AgB/AN15tm2k8/FHqExuf+esgARhI1tg89u/g4fjx4/NVhKuvvnr4UjdZMsCDQwl8DjJs6G36gYKyywf+ssk39sgrUZKZa/qQsSRzs59k+AECYlJqJzkYTx5ap4MuxPaW9CF9SqSO1JPMAwd26EHqbCMxFOlPTtonX0QuCZYDSvIQvw0mUUyie1Y2/6s+JR/kYkv6UPWpI/xIHZnvImvBXFdZde3iUdJJ9vshtrZUISSZccuNPBdVjuhmx7VYVOtGicjykYxDpbqeyFn7DgA8FeAxdHfhgUL2rTvEJh36yCBt6x6xYc0Cs4AtgOl6sMb5Jxf08I+cOOlQ0omMA+D1mD05doFZPpPDo08srl/5TjKvgbH86HeNo+IVc5J5aKiPPqSOn75kXbf8BsLLbz6Izb87rk96kxXQi4kfiJxY8Pr3QslfutmnR7xk5JZtPsiZf7f4gZ9d9vHIo1eBktWePBvDo+7gUEn3Evp8OokN9vAo6TWnSYa/NPKtb31rfhPAv5tk+M6uXPJ/l/CgJIqmzkBn4FHKwLFHyW6b7Qx0BjoDnYEjnoHdzd9u20YT2TDa5NrAInUbTRtOYza9W9JnbDd9ybqpTNbSZtgGG9n8atNv8w/kX3TRRQPod/feOOByzz33jBtvvHEA11deeeXwgSt/es+jzTbByLv9vgnw1a9+dQAlQIZ37/3pLGM25Xyz6eY3++zqs0G2uVeKwXiybshttvFUH7349NuY8xXAB1K8j3vdddfNu4J8Eps7/uIALoB+m/0id/uABL6VfSVd+tioUt28VMmnJBMU8U3+kTkCTIqMIXEl6xwkmWBT35bIF5FRV6Kq409WIGXtJKuusfz4p6/KpWv+l2T6SZb/25i08ReN5Zdk+f/h/9F/+MiYhxJb3eqIjaJqb8ttXe7N75bMSREQVWSOkbuxVZad05X8R2JIcjAPSWaO2C9/8MkZqvzzS66qbZ6N6yNrTblWtZG5s071qQOKyB14cfAzWf3A7zrEn2TQN5YfWbRUp49sIPzAqmsKr5INxCf8eNgosj7lywGEnIlVLGyy7VpRikvOXW/KZAX3SeYdbfx8oo88YpNtskhdf7KuV75oyzHMdQAAEABJREFUK+lUavOBT3x0zTo4UbJBPz3G8JgTfcZcu+RRstqgq3Khnyw+/7bxiR5zKG+eSNLn8BCPNln/LvFPjnwrxIEhOXaTzKcbkpNzRh89ZM3BfffdN26//fbhL5zQm6xzyRd68fNTLOYIJZlzO/rXGegMPGoZOPaoWW7DnYHOQGegM/AjnYFk3Rgma7kbTLL2J4eXNtE2xja7Nui18bQhBmBtKG0kk0zV+G10lbNj+Z+NJaInyXynV9vdNeDXBp9Mkcduvb/qA3rulP/UT/3UfITWnSwf+7vhhhvG9ddfP/yJq/e///3jbW9723wVwNf13f33aoA/s/f5z39+fmnfx69uu+224a4/AMFngN+m3UbZRlrJ5yQThC1uT5s20OLDyz88yLgPb9lkywnwwVevHui79tpr5903ebOBly8855xzznj2s589bOT9iUDfMQAG5AavEtnsuysq5+zwWx0BajbtfOA7/9TJFfGRv8aUSeaGXn+S4WcOkswDCnrkYMurjh8lmfL6ipLMO6xkxSavxsbyoxtp01tE1zI8/0sybeP5/+zda8xv21XQ//XdRDkhJvYFL0yMQeNdBA0oFnoBCoWCLW2tAka8ICKYFARMfIEYSvASbgUDpUCtSAGLXEqh0EJbsKUU6O1QkAKiL1rja9P4TmPtf33m2uN5fnuffZ5z2nMOh/y7ftljzznHHLc55lzzN8Zc67eeurYJHzq2b/uHf42rDhr1SVgueeHR6hswF+aQb/luAE7yMyV6/Lu6q/lXN6Z7wYxXn/m1noA63PSTC8YOc2c+ByR+cOwwp+iUbGMzvxkjW/hFWdd+4Cd260NLt/kA1iw8GnjXmXWoZKd+pT42eKGmx83ZRif/VyvBxCMZp4ONxqSfbDrIcAiAz5MF1i48O8ZmfWylyzzot67J0HYQQS752njpZSdgKxn8go+P0KAnC605gENHr/VAPqAb3fThNx5t+rTRjP8dKFYbn5nPOur8QB5b8aoP0M0X2uTQzw51T1voc/efXnsffep84h0mxmV83iFClsNLewF+47de8Nk74YzH+EePOQHTrtZPEdAan5I91dU+bAxsgAfagIxqXQ917xL9CacHTg88Nh44DwAeG7+eUk8PnB44PXB64CE8IMAEAlUBpEBZECoodddQkAj0oxsgtlKsx/wFpRroHBz4fatAliwgKJY8+zN+ftP/jGc8Y3vmM5+53rB///33r7v97ui7ey8wp5895JIpaGaPJwQkU9W6MyiZ0WajoBzgEfAKxgX26nXcsWM/eQAPGv1sF/DDqesXeAuo2S5Y9+f+JPOvfe1rN4cPgmi6JDYSkyc/+cnrTxSiw0MWPjbRgQY9m2cc5BubxIDvjdl40EgO0KnrQ8Mv2miMpY45UGczUDeGgWoF+ewAdfgCrTGys1rJvjEBMuBHhrIOOZXmFaAF5A1y2uNTbX3VOmiolk3bxQcNIEcJ2KANkFaLn43AeJQPBnw+awBttflUSw4d2/6pVtv8mCtg7pRwA6OHLIDmXjD0xm9OZ/7Mofnmd2Myl9rqZFdXfmEbOWzQRx9Qh6NXHa7afOqYR+vauCWVaCTY7nS7Fv1VDYcB+keOkhz+ZjN7yMPLhpGnhJfQWvdsR8MW9uLXr26NkoMfztj5AT19fICPbZJ7wKaxw7WBn0w28SOZ+Kp1cEEOGqBOF3ptstHSV8db9vkbjj3o+IMeOtmsjp5NdSTRaOHIVgKyrS0yALvxOxhhq32CPdWm7lABOATAr+5pIva4xl3XXmxKlwMJex351VoPdVyzZBsbW9iI/iYgg33GXK01rk0O+7bzc3rg9MDj5oFbj5vmU/HpgdMDpwdOD3xIe6C6Gr8AVqAoCJ5AW1vACASeA2iHUR1eW4IgwJUYSOQFms95znO2L/qiL1rwV//qX12P/Dsg8PK8l7zkJdvr9jv+7iriE9QKbskiky1KbUG6uiRCoO3PBHo7uUREQiJBQA/Yi0eQi4+N2gPaQD+95LJVv3Ydj9FqSxI82u/Rfz9HcADg8V0+Ml4Bvt/7P/WpT908+s9+yZaXE0oU6CHDi9n+x//4Hxu/4K3jxYJwnmDwxIMnC9QlaMbo5xCejPATCI/4AkmEMUse+BmQBy7Hbtzsp18JqpVQqBuzPiV/Gf/U4YE22jr46s5ydKADeAYuZY4M9AMV9JU9GmRcAhnaIxPN8Jsn8zfA1wOXOHW0+KqlT31w6uDu9iWuovoBgAeYc2vB+r0EiSG8fsx8bL6sB4kfMI/WtPVrvMZKt7FoD/ADGfrII1e9juRw+tmDlx2SavKAZFCbHmvOGmMPmXxEZh1JLzx51XqKQz95DhTIti9IUh1SWXPsAHUk5mxgN5kSWnx4HAIoq/UEzrZ/yGabpFhpXPjJQwvYQ55x7CxX/8hnJ8AD1NGRg5ecav2JPH7WT6d+1wwaYwL64PmpjkMD/eTC41M3r2Mv2+hgi3k1RrRkMJR/0PIBffrJ8QTUn/pTf2qzj5kL60LJRnht/NVas+qAjUp2KG8CdrJlaIZXm4+UJ5weOD3w+HjgPAB4fPx+aj09cHrg9MDpgd0D1f7/8a+Oeh2lIHFA8CgIVwJ4ga8AV1ugKQjWVnr8/au/+qu35z73uZtg129bvbTPn8r7iq/4iu2nf/qnV/Ar8JYsSxQE03RUV7/xZhl56OiTwEicJDGSZHXBMrwAW12pTZ4Ankxy8NcxNu1qJSLohoYudNpsErB7R4E7dP/hP/yH9ecKJfgz/o/+6I9ef6HAI//GKPCvNjbwBXsk/X6r6wkHhweSeIk9gDMOiaCDDHcD0Tvc4Fd6xla2XQIb2W6s9A1o040fDR8AtHAjc5IItOyUfODFU605QFvdkYRU625itfmQOYD+sq6NprrigQPbxUcbH91Kbd1Tqt8N4wsJ1b0ALxi+atlgfqs1pjpKdIBucGnHJV4dbPsH3QBctRJmdvGtpFlSax0BSaA+tHxOh5Lfzbu1bL2Zp+3iw14AhXcAro55Igvog6eHT9igTSb9rjV91qME3rxX68/JuYbRkmO9kGV8SngJpfGgq9b7N9hsDHSRj0Y/vcATQa4LfdaWcVqnbNAmHy9aNEoyABvIVho7OqAOh7fSXI/CG6MGW5VsJYc95gM9ecYDp08dPb32GPL1wRmb+aCLvfqVaPB6QSK5fIgen2sYGDca1zYatvkZhfGzQ93LTdG8853vXE80sdl1/8f/+B/fPEHFNrRKMuhAYwx0qt8E/MsH1h4ZaNkP2KN9wumB0wOPjwfOA4DHx++n1tMDpwdOD3zIe2CCy3GENphgcfB1BNnwkgM0A4JSwSlapbvgfgf/BV/wBZs/2SeYrdYj5u76f83XfM3mTpffzH7kR37kJvAmU1IwQSk9QHAs2FYXzAJ66pDHBn112KdNhoD9soTHB9SBukAYP/3VSt62/aMNLzFjP9te/vKXr3cOGC/5En1BvDv/ng6QHBi/gBvNLmaTZLmj7+6+dxt4guAd73jHJvF3gCHprzYJksORj/qoj9okaAJ2fvFTAr8H9pQBGgmHkm5+kTDdd99963Ho6uowg32ADcYiYeA7pbax6avDb9VVss83aID60CoH8M4Yq5VI60N/yYdmoMK29AwdRHXFT8ZA9YBkfds/eC9h6PeuO/7BQ1RLjrlhSz34WMf2KattPtWys1rrhCw62IIeqMMBdaBerTkyp+ZWcmhOzaP5I8t6td7cRZZ4gm3/6AN1rX9Hr3/W74zrbpo66OmwJtliDaDXtnYkp/TRbf3CsxGN8VRLjzp++vAZA7DGJMgSXjz6yAH6rVHyjNW6JczTK3SiqdbckKsN8JBVLT/Ty27Ajrq2iX60wNpGww9k8LvrxfjZoKRH4gy2/cNeModPAo8fL1p2mgdjREcP2FnXWqDHONnhWmY/fvLodO2SaV7JsY/U8ZQFete8F6HS5WDAz4fItD8+8YlPXH8ilDz28EO19NLPHvibgF505LMNXx3rX/2E0wOnBx4/D5wHAI+f70/NpwdOD5we+JD2QF0HlA/miDpoqjtIqhWMCogFmdUmoBW4ehmeu+QSYI+tY/x3/+7frZf5ueNdrcD/f/2v/7V5NF4iIpCVDG37R9ArGRGgwwmKq73n+Ff3rguSJTMD2uTiqq4SZPg67nrqG/vrePRfMgEvcPbSwt/+7d/egGBf39jnZV5//s//+ZXAC/T16zPGX/7lX95e8YpXbA493vjGN67Dg2odeEjyvVTQAYmnC/hNsjCJof4//If/8LoryAYylXwBxh/wQJ8AX5/Eg+8AvH4+MOYBbePjJyU6vMagDqcPHRi+KfWTO6V6Hf7lS3TVWh8VsgVkXcJC7v9Vi3b66miTa31VO9W2Dg/QkE/PgDaYPnWAH9TBT8jQ4DWXxgm09aHBA+hWVsu+Oko0QD9/KdGBaq3tqZNJviSRDrTWtevDo+HAuoEzh2gkh54CcYde4igBlTySQR6d1gBZ6vjMHYCH07ftH7qrlUzSMXh0EneyJYro9FkH5Knv7OsfnfxZrXd+kGN9AX1sk/Sq4yObDG0CyDReOLqMz1jYezfgp0s/PdrqbMVrzuo4UCFbP6ALH7/P+OEBe9hAlzYaOKBN/oy/WuuMrejo9HMHNqOhE9DnIIEP6BsaPNpoHHo41CMDv6ef+InPHYB6EsgLUZ/1rGetP/nHFgeO9k0HAg4t2EEWfcan1KZHeROgd4hBv7HygTFYYzfxnX2nB04PPPYeuPXYqzg1nB44PXB64PTA6YEHeqCOhEbgKaCso11HORx1tKuV3KAHgkrBruBeIutFf5J/fe5iSV78fv1LvuRL1tv8BdoC+AmcP+zDPmzJ2/aPwBhegMsWgbVgde9aNPQAfQJbfZXuldgLauEHLttkwsOpkyO5kBDAkwUPpm5sEvMJ1NmDFt549flpAx5BNnl4/VWCV77yldt3f/d3b/40oX6J/tOf/vTNOxAE+0972tM2gT+f/dk/+2c3hwhogN//eoqCDsmhJIBsiT1QZwv8jIcT+MW4JAzGJdhXZy/QZ17QocdrPOzTrtYd16EZum3/oEGLR31HrYR4SrLR6xua6ooG3SXUg/ehq9acV5tPHaU6oAeoD1RLX12X04d27B/79FWKe/JV603q6IF1a41KdoE2udY0PFCnB+jjyzp0aIOlcP+vjiTWHJkvc2q+HQaYZ3Mm6ZUsSh6BumvEOttFrH/8zv8jR0kvPH1ogbY1A/Szv46fqrhOJbBk4yGPfuMxdjjKyIBnLz3stc7IIoO9ZOtHSw4YHuPST48nAao1z2jIsbYB+modgJFFF3nGAaqrnyxUa/7QgDpk0mUeyCJbH1n8rNz2D5p5SgAtHejZiMc1uJNtkvHxD7o6dLKFj/DAe3zfoQ05dRy6eJSfHPMqEbcv2lPsGZ4C4jPXvT8PqB8t+9761rdSfQfMPECyUflQgMfaNEfsMi6+UH8o3rP/9MDpgcn1moUAABAASURBVMfOA7ceO9Gn5NMDpwdOD5weOD3w4B4QtAJBvlKwCHBUinU3TKVagXa1gvYJQAXR/uydt1oLZD0WL8BUvvvd797+5b/8l9vb3va2dQdSgCvYf8ITnrBJZgTWdNchW+ArAJYECJAFrpItfOoC7m3/CLgBGwSy1Y7dln1wA8ZEvhIYW7USC4lAHUmeIF4/2PZPte7UC97diaWX3Wxwpx6dsUoe4AX3Avnv/d7v3f7ZP/tnmzv+HntG84xnPGPzmK+k3vg8UeCuIP9IoCRkQFsfOiXZZMCTj7e647Dj0ge72SthNRY+k2TpNxfKAf7iB2PAozQ+fEAf/+FTH0A3gK+ufU5mtdYKev1w6neDvmqtoe32pw5ZmtWaR/zaDwbVksHWuwEvMPfGJPkxd+rGUK3DDnMH8KOv6zGgQw/wjk+tRWC+JXtAcmgtS9L1ocVDLznV+gkMn9JH17Z/9LGRj+BdS64Nc2+dWRdw7DNH5tR1A+jHj7da40EHRr4+CZ+5R8/Gbf+QC+gkl90SeCWbd5LlW2MwfnKqhSMf4CXbmMggmw66Z60q9aMH2njQ8xvZ6tv+YaOxuvaV+Hb0ulYHRydctcZLVrX5kA3U67h+tV1jgPw65gENH5LrWnONsQ+gG7AXwY3fzSufV8sX5JNTR7JvHTgEMC587GOz96F4osdPev7rf/2vG1/zKV87EPBeEHuF94hYP/j00Tv+Ia+OsW77hx178ZD/6EfEJmBMAO6E0wOnBx4/D9x6/FSfmk8PnB44PXB64P/PHhBkAmOsVmKlDgfUQbUCWsF7HUnQBJgCT3j0YNs/SsGku+Cf+ZmfuXkU/s/9uT+3ebu/BEZA7dH+l770pZs7fTvLegu3wJYsQfO2betxYoE+HdWikfjrF/iCsYMMwSwZ6CVOcGwBU0ePj30SGHQCegE1nORCQk2vQ4AJ6kdGtXyBR2AuqZlkSUmGx/cdeqARpBvrt3/7t28ve9nLNv0SuM/6rM9aL0Ckw185MG4HCmSoGwObjFXixWZ4Y5RYoENTXSU7M/Zq2ajfOID68LLLeIzN+OHhyN9uf6rbtW0l7vyGVqkDLTvIJQtUaw2pGyf6OnD4jEGpXx2ok0WOslq2s6mOtWaewLZ/jAWgHdjR6+CDPKBdLb9s+4cOsFfXPzTk8auEip/1k0cvW6pF6z99xmMu0fObdrXGiw8PwM8+60gCOcBX6PgEL51sIA9YR+SzjU6AvlJd42NHdfW+AI+QW6vmnV79bHMo5e6xhJM+9pjfavlWHW548Klv+4dN1eY6lRgD8slhI2CjsdKtxAOMCx27jXcXtw72JJR04pXcouMfNHQPvfbYRZ61P+uFv9jo0IttePTBkcVGOrQBu1xb6ugAHB2D43fXERhd5NCFlp3ss1/Rq2589Oh3GAe0HXCQV63DHP38RJc6udaCOfHUk7Wnn2zAVvP5x/7YH9v08RVbyfzN3/zN9dJQ7wDwEwB49MbEx9rs4gftDwTYMPTGaz/me3sUucYMjAGoA/4fvrM8PXB64NH3wHkA8Oj79JR4euD0wOmB0wMfoAcEfeBuNkGtQHQCUKWA2F3tpzzlKSt5lCh4jN3dNMG2hPhFL3rRusuPl0x8Am8BM5o/8Af+wHqMV0JAHpg6GgEo3mrdBRSs6teHVlsdCFwH8FUrcdNnTJImePxsYQfZ+snSB/TVwasumB+5deAF8w46+MW7C7zU7+u+7uu2n/mZn9kkER7v/0f/6B+tv3zgbiC57v65C4hHEugRYH/+SyLAvrFLsK4N2Mg+/Nr6ALvZBq+uT8m/+gX56mgu++DQ1ZHA0DljIwvUMca6Lsm5hDr60IM6kni67qYj/24adANj0yXf1IdmysFXq1qtZJd8NMZtniVWkip+3vZPtejGlm3/8APgLzYAMqp1qIAWWBsD/DUAZ26qK9na+q1LySDY9g+59Ei62CaRtK4kyuaYHXSBOnzJHjz6jG/0qe8il076HJa5k06e8epngz561fEq2aWfTEAfHNCPh2x6+VIJbxxAP5n62K2fDPL1A/zmAKjrpxOfNnkSWzz42c8vaOCUgE32CHxs5Q918shQkscmbWW1rvlqPQljDbCJz9ks+UbLNnjy6+Ahj3799NPJPqUDEgd3eFyvfM0e+God3OC3B7r+yXDY4PCQXnySbU90GJd5gqffmIA18ZM/+ZPrryr83b/7d7cnPelJa47Zyh4+cihiTNrGwgY+eCiolqzt9oducozFmPlOl/GyBY6Ohysf7wmnB04PfOAeuPWBs5wcpwdOD5weOD1weuDR84DAb4BUASAQ2Apm9QkUBa+SWL9dlwQLdt0Jf97znrcJcCX+/rzfv/pX/2rdzRdsXgaSgmGBMxm3bt1awbMgm/xLveqDZ4fAGa/glE1KbfrVAfv0oQfVCnzV2VGtg4RqHTw4rKC3Wknftn+092IdarDb2OkeW6pNMC8hcBfWC/6MV0LvfQDPfvazN3f+3cmDY58X+nm0Vyn5MXbBPH8BOAE53zkwkLCwgd0C/wnM60hW2Mg2SZgSwAH1ocdPziVeHxo4fZcAB4x1QH+luIJq+XV8ve2focdfrURsRy+/sgMeDJ2SHUBdXx18FdY1B/AA4l7l8JNhjq1PMH6jm52Xa2Nk4dVfrfGgsY7M2cC2f6rVP3LQoL1so7dOlAPaA3jQb/uHXraaP0mY+WazNrw52snWXeY6DmusdetGOfKVZFmjDgEcKJDDT3Tpp59udQBPPhgd+tHp5w/8/KlED08vOng2Kqs1z3jwW8fo2SBxHfl8Va35JMv17042G9yNNn7y8FbY1tiNV8MY+QY9GrrYoq9aT0uQWwcvPBv5Fr26sUiaySQLPRvqsEs/mWTrw1eHPIm6xB4vW4yPDDZL+uGNnXzXuGubTi/4cz27tsm1ZzgINH4J/3/7b/9t2U63/ne9613bf/yP/3E9UfHFX/zF26d92qet64d+Y3JYoqyunqrSfrhQx3jQ86VxKI3bHMEbH3vqmhb+hNMDpwcefQ/cevRFnhJPD5weOD1weuD0wOGBagXqR2tb9Wq76VOtpMfdbgGhYFdZbRJnd7PhBLzuVnkE2B2v7/u+79te/OIXr+RfcLldfATLkmcBrUBTgC5RmGRt5FfrYAB/teyQZIBt/wydwFWgDvRVa2w7yfqHjgx00y/QFbCz38v2BOdo0AKMxsU+dmnjESzTIxEQxKN9+9vfvr3zne9cQbqX+0n+/UlAPvMiQI/9C/aNWaLPR3QL9qv1yO9v/dZvbd6TIIET4HuiwKPdDhckGeglF0rjYIOxsIuNkj8JFD9KOgC78RpXXftkxqUPDR7jgAfkXQJ+/QN01iGPDdWam23/DP9eXXNQ13RwZJCNDpAN1AGaasmrg3fbP3VnfUetRJIsYCzGTJb2yOIrSatkTn38VhGxoFr6jAXUdbtaeupOenLA0KuTf6mnDh5jhgfmnD2SzktgL9vNhetBYmhOzY/xbPunWj4lw1pw/ZCh7ZpSkoPP3WnrSBuebjZWa52qb/uHbH7bq0s2vHFY68YG1NmGRj+oa79oGyMaJX5A98xLHQk6WdXyN7v4As51BYyXHLwD2/5hhzZbwY5ahwN0q+NDQ68S7SU4FOGDAb5TR0MfnvGFMWizC41rTp0u8rVdz3xPr2t16IzHuCT/En30DjccACjNDfl+TvCn//SfXj99+o3f+I3Ndc4mgOe1r33t9gM/8AObd4R4caqfGplTetlMB3uNHY/yoYBeNJXiCqqN78m1roxLJ7/QYdzaJ5weOD3w2HjgPAB4bPx6Sj09cHrg9MDpgQsPVCvYv0A9ZFWCLPBFKCgU4AqKBYneWu1N9l5s5W7Xt37rt24//uM/jnSTAAho0UIIXCUr2hKU9773veu38uQIUKuVHAjAtcG2f8io1oEA/UAigE8d3SUIZrUvyzrGLUiXnEv+2S6AFpizFc+ubv1jgwo96vrU8QrMlR7f92f+jOmTP/mT1yO73oeg/Z73vGdzAMB2dtIh0JfkS/TIBGzkD4G2tj5//uv+++/f3B2UZMApgbqAXWleJP5kvve9712/KZ4+pT40dLC/WgkgPdv+4Ttjmv4ddbU20MMDdABuAO0lDJ1+eDpAtZLo6VdeAt+gB3XMUR3lg+HoIINN+NXh0NPJn9aauQYSNDh9aIa2Wutt2z9wI0c5sq2LOuypdsrtajx0858SDxmL4PZ/056SfvPMFjYNWIOSLzbrp9v8mj8HAurmUUkXPvSuSXVJm7aSajzWBH5tMulWV9KDFp6uOsalj22gDhweOtHNOODqmFe4aj1uj07f8FuvrnM+qlbSXgdftZ7EMQZzRI7xgdGlxMtOQDY/w6vXIcscaRsXf9RhOzuM01M1xqaffPoc4pHFRjz4yQVs0UcnWv3q5PGz63uua/Pi2mMnPvzoyUdLvkNRNHQDsrwDwBNUDgTd9ec7wA7lq171qs1TRf46yBd+4Reu65Ys/lIaDzn2FTwPB4wJDC0ZQJsP2T9rEQ7U4Uv1E04PnB549D1w69EXeUo8PXB64PTA6YHTAx+8BwSEAkZBq0BXACz41RaEupPlpX+CbIH+C1/4ws3dqwmOacYzpQC8Wn9Oy6Px//t//++rx1/RAPoE00AwDUeeEk5wzC6gLnBFB/BeAhptgTJaJZsF3x7Hd0ee3caCTjBcR8CrTicZkgDjME6BvXG4q+evGij/4l/8i5s7el7c5ckIybs/38VXAn+62UcmWfi19eFngyTgZ3/2ZzeBv/cIqP/UT/3U9spXvnJ73etet73lLW/ZvCncnUB+GNuMX9ucSPq1yQb0Av1KY2EDPxiPEsCTV62EGA7dtn/04QVkau/oqySY3+CUQB3v3TLgB/AD7eGZNtzA3TjtgaFRVuvgYvRaL4AN1bCsEj3QqBaf+iWQAy5xxm6djJ9dD0ACBj9+H9l4q+XPOkoy2QTUB8yFpNH6koC50yvRgyePTsm8dTL64PXjmzp+QC4e9A4Dtv1DJ5/gsf4kp2j3rpWY46lWoqlOpnVjXObI/AP1avPRpofsah3Q4dMmg1+sV7ar46G/Dn72uEZcU8ZBHzq+RgtGnn7XzvDDs2Vo6zhgMDY0eMnnTz5jBxybq80Bnv7qaszVWg/koiO7WgcV9JsTsO0f1xoaNrmO6eALOOPnX2Oj/7//9/++ORA0Nj5nOzmePnJ3H4+/CoCPHrK0vQ/g137t17ZnPvOZm58DmAuwq1//yFqVh/jPXFQPoDJOQC+brGclm40LA9uUJ5weOD3w2Hjg1mMj9pR6euD0wOmB0wMf6h6oI/iro+SPOup1lIOrVhCsLTgE6kDACQSh7vh74Z8g2t3GL/uyL9t+/ud/ft0J1C8AruvHS/GTJciUEGhvd/0n+BR0T9ApmCdHgIp38AJ8AEcXngE4cgaowK9fQP4n/+SfvPorBQJdeLQV0mX/quz/CZz3YmODgN3vewWYT3m5AAAQAElEQVTGHusXmLtT/zEf8zHbZ3zGZ2x+BkHWr/zKr2w/8iM/spJ19nqc25jpuO+++5ZvPd7/cz/3c5ufSnzXd33X5l0J3/zN37x993d/9/aKV7xie9Ob3rS9+c1v3n7oh35o+9f/+l9v3//937/qP/ETP7F8TLenLcg1XnYq+QJIpOhmz+AvcWwxrmrZM3SXOHV0+PEODdyAPnhtdaBercSXXdU6LIDf9g8cMCfKuu7HD8i8LNUBGWAXs+yuw35teFBdJXTa/ABG5nb7o49MIDEDfIdOX7XGUMfPNCR3A0OHF+3wbBcf+GnWYafxAmO/BLRkobeuXWPW5qw7OH30Sg6tKaV5IU/SqATq1pm6MaGVrOJ3rcID1xZgh7Z+diinbVx0KOkG6voBm+mAG15lHcm4Ot1scBBBFn3smNJ15cCD3eTQYb7wojF2uoyJT9DD6UcHyNNmT7XmTRugdcDgaR2yyWEHffysDU8OPfB4yIJTwldrXekn1x5mbPro5wdjdE3CA3g/BSBPQu9nPui163iPiP3IIaq1Ra59xLjJw+Pa99cEvBTwsz/7s9fYtv3DLmuArL154z9ywb2ILvHGy37+ME7234vnxJ0eOD3w6HngPAB49Hx5Sjo9cHrg9MDpgbs8UN2F2VYStd31qR6AF2y6Y4bUnXt3ub3gTkDuLqMk1u/gBZACXHR4BJcCVKW2IFdgjEbgrRRsKi9BACw5kRhIuvWRAar11AC51UYn2foG6Ad151j8dMGj/w4C0NJhDHXQweEDkpFpC4TR4mOL3/1KKNjwrGc9a/M+AIG+xP6lL33p5q4+23/xF39xc3cQvbv3v/RLv7QOByT6L3nJS7ZXv/rV26/+6q9u+AT89BiPAxU8fA1e85rXbD/8wz+8Dgj+zb/5N9v3fM/3rMeD/cTA48XsldTwrwCej9XJBPxjPGSjA+pw+i7rxjygD83A4OmbOhowbX3VSlSq7fJTrbVlfvmxjjYaMgBdl+XddbSgWjrIwTNjYEcdctX1zXjJ2vZPtf+/rTvW+CRukqlJ6vjMutSHfwB/te6YWw+SUUn6jIctgPDRjRffADyoli+qdYeZDDR0AjLIgqfH9aLOLrYCduJhg7UzctWBPmvBmtCHn1z4aiW0dOiDY6t6HbZt+0ebPfQCNNXirdaBGf/i325/6vDR6KOfHejok1y6dvQrtdXJRgPUq3Wt11FK2AEequhEN2PFB8dmJbv1S6pdR9qud36Dx2cexzYy4civ42CKHHiy8bATkIXP2Phf20EH8LSB3/zzlz3DY/za/syf/YB9/MAWe6mnkRwE4LNvfPzHf/zyr33BzwBe/vKXM2F7/vOfv540YuNC7P/Ruxc3/qPvkqBa1061+RiXstqMx57OduO81IXmhNMDpwceXQ/cenTFndJOD5weOD1weuD/rx6orpKH6iGHKQCsg06wV8cb8AXe+kaAuoAXqMNXK1jUlig5CPi4j/u49YI//B5Vd8daoIgGCG4Fx9v+EaAOTvAu4Nb+P//n/6wEbCdZ/wTKgs5qJfVkC9wlw2TpY5fH9wXwAml6jIcOAbr+OsZJB8H0VRvdbETrt/jka7s7iE+dLDwAP/n4JF+SAjQe53X3Hc1f+At/YfvET/zEzcGCAP/HfuzH1gu9JN/eDeDOncf4Jfzf9E3ftL3gBS/YvCNBUK+PP40NCLzxGUd1Nb/srVbSqc4fDls8PeAwwBvDf/u3f3vRG6sERABvTGys1ku+8Bof+UrBvfFNe/rxwbGHn7XRGr+yWvMGPz7Sp42PbPjRTUe11hB+tHXIMKfGTg8+tHyMRp0ccpVg2z9T7tWrJwvQkMV/xgHIBOr66abLPBkbeiUauiVfkmoy1K0vfdrmGw4PvWSx0xoC6tYImx0i8AOaGQc8vrFdu1r2s49+ffD4QB398PqtQ4dhrr9qM8fWgpIMutBYAwPGbY0ZC7vIYi/5eMhVRzd4uJEFpw7Yxh/jI23jxs8v+AboqWPNoqGbH/XzA8DPTtd9tQ5B2A+PFg99bEOPly79/Evu8BqfOkCHxnzUsZeglWCbR0/vSLLJRUM2v7LZtUNvtRJwOH5CTzfZ2/7hF0k/GWSigUNvfTlsMC/WG1vpcUho3/n1X//19fZ+NnkxKD4HAH5C5CdJfGJ/RU8f33qi6J//83++3vHhaSGHmLsZa0+rw8/aA2RP3dxNfUp2sl05OOW09bHbuODrej+qoE44PXB64FHywK1HSc4p5vTA6YHTA6cHTg/c0wMT4CkFecohrFYSWQ1qldV6W7XAX8AqWBVgenmVu9rucpMz8tTBYr74TwAtMJ+g9v/9v/+3egWoAncJljudAl78fmIAJwmYQBTOnXE89Amw8U6bbLTVCuC3/UMeuUBi4Y37gnxBP3mCczx46d1Zrv6xGbDBmOlRh8Pz0R/90esOJb7/8l/+yyYRl3DRI9j38jEJhzt5EgWJgTHRzy5joEwSQD6QALBJyV9ogIBcWa1kWt1PEBwwfPu3f/vmJwV8wxaw3f7QY2zooepILMmDNyb06nDGhbaOdaDvEsgA1dV6QT+AtkKyDgpGLrzxKOnhRzx8iRheW6ldLfnq+JTTPyVaQN4A3wPyjR1eXUJmbNoSZ8m/NW09OKzx1Ib1BGeOtM2nJzTMm7lUml905En2AH34JJB0sJUeOtCq8wO7lWjUjcucmwN+0J5+49JnbcxaIFfbgZODADzsGRvq8Fm11iU+9GyVJFt35NJDP6BbG37s1KZbH51s0g+vzX6+VSdfHcCTWYd+Cb1EWVmtl4Kiw0c+Xjpcm9Y8nLZxoSHP3E2dffrJo4ddrn80l+NDz1byyVJKrh320W9+yaIPLRw6MvWRBV+tpNt1RYaDADrZ5e49ftf5e97znvUy02rDC6r1dIR1Y47wstuLPcljHzyb0PCveSWTLn9RZNpssw6/8Ru/cR0wfumXfun2R//oH10He/jYw1428Y+xVVeHhvo+UCB34APlPelPD5weePgeuPXwSU/K0wOnB04PnB44PfCBeeAymBPoDtwtBd3gqlUV9ArSBaLupAleHQBIOiW3ZOGbcjFd/FethLyO5JO8bdsWTlBMnlLCJGnxJv1JWvSRLRhWl1BLuNADwfsEwLvI9Y98trBXMC0oBugkQV4E6IV9iCXu5APtSxhctdCCfYm8ZM/4P+mTPmnduWS3O/qSRnX9gnt1CaAEhZ1AcH4JbFrC9/+qJY+vBfOSBno8JixRkPRJePSrS674yUGM9wV4VNhPE4ybDQA9HXQrjYl/+FAb7a56JSto2IaGr4E+ADdQreS8jpKvyQJo6phnbfIAGn100wPgRr+6PmW1DjmqzaeOUh+Z6IA2gAP08DWfGx8dcGSYDwm6+Tcv6PnOzyjMm6TNzyn4Dw1ebYcA3ssAPOEBvJjRyy49iYFeAmcOrCWHMnNQwDZr1NqT2A3wK/vZpmQbm9iMB7DPWIA24D/+co2QicYcOwBQateR+Fn36AC5Dj2MkT760dJfBz0f6aNHP1vpUkdLt3odie3g0OEZQFetAwhJvbVqHbMHz4yH/XjpQKdfGx7Ak4VnbDOOar2TQ585cg3QLXE3n+qg2kauOWCDa4k/9OM1XmPCq66vWkm/a92csMm64Su0gG1kk6vu2pfUsw+dueBr8wpHDvlsMA/WiT6y7Gt+PmQN6kOL10+sPu/zPm/zFJSx8gk+T/3wyed8zudwy+Zg47777lt1uvRpsGvq2jdBHdfXJQ2dA5f4s3564PTAo+uBW4+uuFPa6YHTA6cHTg+cHrj2wGUwpy4gFQgPBRyY9pTVursleJZMCogl0BIdd6XQkQPwD8AP4BHsTltwWq1kV+CvLWkTyP6RP/JHVvIgoMYjEfbkgeBZoqVNh5JcCYVAF60AXkkPGvLw6hccw/sJgZcXGoOXcr3jHe9YySa+aiW26IAx4eUrSaFkb9pPfvKTN2/x1udQQhKGR1vCoG5sSrJBpXkFbKSDbRISsrURGIunFByGTJ3d9P6Vv/JXNn95QNuBDN+wz8sBvYjRb435VPIlmWATP9GjTofyUh+cNjz97B2o7vCLfjD248WnhAfq5EmItNGiGdAPXynW4/BwAG1d4+s4UBjeKdECevAAdb4E6mjZoC3pUudPc8Rfb3/72zdPAUzyKBHzVxi+5Vu+Zfv6r//67cUvfvHmZWzmWKJozXiXg7/W8AM/8APbv/23/3b78i//8s0j2t/2bd+2vexlL9vw/8Zv/MaGh06yJXZsWYPd/2M3m+D52fyYK+sIDzurdRdX386ynsRhu7m1tlyP1gi5eIxJHQ1wfQDXAV36RxY6OpTkDdTha75kF7w6qNahHVwd87Ptn9F1ia/WdQUnSUdTradCZl4uZdJVLfmSXYC3Dj3VeoKA/fBg5Fjn6vqMx7j419jpNX7tbf/Yx8BeXfLoxcP3fEgu3WQBMtCYQ/3aEn/85Lo+8Tv04V/7Ep32LzwO78yVecbnIM/PiBwYsRt4/F9pvThwst78VMC1/oxnPGPzyL/DKH7Ud3kI4KDCdc0ePlDSbwzq5Cpvgmpd39UiMy8D47fVcf53euD0wKPugVuPusRT4OmB0wOnB04PnB54EA8I7AR5uqurALCOuqBXEAkEsIJcf7dagCuIfcMb3rAJPAWbZNwNdcipVuJC3uj8sA/7sJXY4JGYAHUvv6JPcCxwFqgLeiXxdLlTJhimU3AuIROE4wUzHnVyBL9g8O6a+7Nb7BfMC6aV+gfwDsCpowGCeONnl0d0+YUdAncBukMMfjJOfGDGDTfy4KurBGnbP/gkLsYpmSfXON3h87SCnyvwiTuCDi8clHi52Cd8wiesBAEde9xF5D+HFRISSQjdfEw2Hbu6Nd/skTSwEW5AG0iGlNXqQn8J5OJnO9BGiEZbHxw5cHTD1ZHYkq2/urIH3b0A3chUTludzOGhg++MV12fO7J0qcPpk/x7gsVBlsepza3E/kd/9EfXX1x4/etfv1lf/Mz31g5ej3tL7h0c/cIv/ML6s43vfve7N3NWrXdj4DMPkkJ9+PRL7q0VB1nmx+PgDmusQ3WJoYSOLcaAR2Jq3tgM4I3DeCSUrg8lWkknXmvf2gHWv/VqDshBh1+bDH6r1qGbawkv37JZOXQzr/rJlQjjJUvb2kNbIV0HOvpXY/+vWut92z+Xc8aGS6jWWqh2yuMfO6r1bhDjYxv9el2XxscH5JDNT0A/uro+eCALjl/YjMYBmmvXnJgz43jCE56w9i144xu5dfgKHzqHMK5HNrne2EA2v5grOtDYc/Qpq3XoZJ3wOfA0kbXmAMqa8Bc//EUR7wN49rOfvf2lv/SXNraxXek9It4T4GdIbAF8UMdBiXHCsV/5cOByvtBrA/UTTg+cHnhsPHDrsRF7Sj09cHrg9MDpgQ91D9R1MD2+ECAK7qoVcAtOBwS2An3BpgBWgFqtRNNdZ3f+JbxkCXKVoA5ZleYVGo/QKQAAEABJREFUkFVHEC6Qft/73nf1yLmkRJIqoRYoS5jYIekSSNOPR+KLhj5JwJXwvUK+sQj6jQuPoB5eAEyewNsBgycA6JQkS7aMVfAuYN9FrcSlDvv1Af3ksKPayJKUs5ssvpA8SNbIoF/JHuVNwO7pV8dDl6SVXvoF/3/iT/yJlaRJ4IxR4scnnkLwuLAkRCIEj1diK5kwLnLIBnjp4xt+MSZt9YFqrQn4avkEH1olOZcwuDr4tOlVkkGuOhwZ2vRX645wHXzw6IdWeQl4tUe3Opy2Ovnmw/pQasPr50e+lYRPEi9J9wQF3/lph/dZWNsSafTW39hpjiX9b3nLWzaPYuO1FvlWgji05se6shboMx60En8JvmQfv6cOBvyUwB1fiZ/HyemytvCz31iMiWx1Ml2b1bqO6K6u3uBu/aBx3Tqwcl1ZF3D6yMUvYRyfG6dxwPPX+JUf9FXYVxKPBh/bjF8HHgAH1OEBfTMX5E69esAd/23/oMFDNlqlNrnqxrCTrUNE/mAjH7AfDRg+dpKnr9ok6Q4NXKN8ws46flZgnJJy848HTR3j5isyyNWnTq958RQGP1sP5ppN+tFZV9X606Nsps9hnSTeIRR+8wTnyR4JvevWGvBTE+vNde7nAJ4UsK5c59bw6173us2fEHT9k80vZNHBX1PXdxOgv6n/7Ds9cHrgsfPAeQDw2Pn2lHx64PTA6YEPaQ9UK6GrHuCH6irBEwgOVItHAF2tu2ECT0mIu/+CX7QEogF18NSdpYAcHXr1973vfVeJn6Dbna+nPvWp68/hofmoj/oo5OtuqrZk/ulPf/qmlEgJwuu4EyfYrkPfYtr/I5N9gmABs0BeEC1QlhwLvgX67qiTScfOds9/+qr1tAMC43cIIsCXTEi0JY1kGhvb8NCPvg47x6bxExr0YHBDrwRDQ5anHySqnobwFIS7f+ZD4uPFjMbmMACfMVcruZKMSproYLNy2z9ksqnaW9sdcz16lcCYgIQGwG0XH2OAq5YcdfTw9GmrA2zayoFq2cqmOpJa/KNLCfCD4Vdq01EHn/Vgjsy9fn3GKTmD4wv+wWfdfczHfMzmjrykS79ETjImsfr0T//07ZnPfOb6LTlZEl9z4IkB68mcWKuf/MmfvBIxibbkUhIvoZfgT9IPJ2lzwOUQQN+73vWuDUjk3PH99//+329+RuBlb9/xHd+xnkTwcwIvKXQ4YO1L8viCrySlklhrwB1rCR/9Elh+YK85B9Y5OuPXxy/6q81H+xLqwFdrbupob/uH79gALuvaYHBKsLOs651uPp651cev1TpYqGMvQgfQoWGvOVVn48hgPz8Ys7rrvFr2kmvO8Wz7xxpAwz5JN3nq+NHyj/2AP+0R40M+phPdLmY9hYCery/7HAJ4SoRt5NOHzz7jGhwce/DqswasE/LQWY/WnEMpYzHfXvLpSRO0T3rSkzZ67Dts8dSIteMw8olPfOLVgQjZ+smduvaDATpwr/66nvd79Z+40wOnBx6ZB249MvaT+/TA6YHTA6cHTg/c2wN1BHHVStAuqeoIugWAgtNLgAPo4SU8EhIBqIBWIFuHzDpKtHfDBPLw5CmBgFxS8jf/5t/c3JGX3Ehi6UInsBdQ++mBR93dodUn2aFfcAskC3Uk2mSikTSQpxSo0yNh9htbd9fQ+TN+kmnBPTlsqsMf6hIEwH7JBDp8T3nKU1ZSyAYvkXvb29623sjNH+jGHjKMQ5sMstgGV62kh8xt/wyOfHLYLAnQj9eYPXkAJ6GTbEhCJaB+h2xsEhj+0yeBkXiQhZ8cvMpd3VoH6oBuOD6oY/zsBPrYPaCNtlr244GrY/6rleyhh9c/9WrzgYcjX7ta9qDV1q8PXLbhtYE6QMNnMw6+BuSTp0/dWtLmG8meJB/wjT4l//3lv/yXt0/5lE9Zj1xLBiXunr6QnPG15MyBi7b181mf9Vmb9emJFbIdAvAzG6w9us0lkBRaMw6NPN796le/evNSQetHgucpEocE7gy7zrxP4Du/8zs3f0bSAYEnEFwn6Bw4WWt0gdFNp6ccrP06/EqvsbgG+M41xW91zFW1DgH1VVfzyl/b/lHWIYvP+cr4RgYc0AbGDNABc1DHAY22vqG7bO+q1tqZPjKr9Q4SfoMnS4nPuKxv+xFaa6BaiXC1knW07Edfx53+anMI5CkL8qwHNOqXftTPVnjj5Vvy6KGbPyXk7HZtOpRznZJVrUNTNObKvLluAf+bD3bff//96+CzWk/4OFxy2Gn+yHVQ4cDImrFvsY+9+tjl4MBPUjwh8Gmf9mlrHtmn3/pgr/oJpwdOD/ze9MCt35tmnVadHjg9cHrg9MDvFQ/UEYSPPYLehwOCWIEgQH/Jr69ad822i4+Ad2gFvl465y6p5ESAKbCFr8OmanHjoWcAkg6BqyD8//7f/7te/gcviJZM6RMMO2CYwNejtHQIqP/6X//rmztdkiNyqyVDgCvYJquOJIZ+wDb68KOhx93YOu7m0+lurwQCHZ6RY3x4tAXrfKFuHJJtCaKAH97dOSUeOtHVkXyoD0jSwLTpMxYyBfLwdKIhS0IvyZRUSH4kdZJL49AvOUEvoWCLxF/y4A41PmPjS/L5mT70fGrMd+umH40SqBsXH9OHF+7SH+jIAXQAPPwAh55vq5Xgo4dT1jUOLWCrEgwdWnVyyJ4+tHD64dip5A/jk2ABtuNHZ+z8W22epPhDf+gPrUfo8UruP/ETP3FzAOBQqI5k0c9G+Ne8o+cH8+BxbfT6zI33B/hd9lvf+tbNnVlrzV/I8Ai4Eo1kTV1C50kAa55d5DkgIJt/HUjoG5Dw+6sD3/Vd37VeMkiHAx7rQoJofHzv+nGoYTz0mYfpsx74A121XoBHlza9/FQxZx0AWJP68OvjazglP/OxEk0d1x7fwuMxP/rpYA8d+uq4/ijCq886RYePjjquHzLwoUPjzjyZ9MDpQ4+OXfxmjBJkcuH5iP18zAfWgH7rhEz7DFvYpqy22Rv41iEauXSZIzTsGLmuU3LNLRscIpHPPrrw1HHg4I4+W9jMTtcq2V7caW07KDC+T/3UT90cLJFHLmDrm970Juo3Y1FByxfWk5dSfsEXfMHmaRR+NB42owPqdcxvtQ5J4PTdBGTdDTfRn32nB04PfGAeuPWBkZ/UpwdOD5weOD1weuDR8cAEeNUK/rf9U0eQKMAU5Ao2Jf+SEoG1AHsnWwcH2voBWfCgWomfIFhwKyjetm0lHxInQbhgFr5av612p0uiJSEg93nPe97m8We/mxYIC1qrlbiNjsHRL2hWwtEr0FYXEEukJM74JEqStN/5nd9ZNsIB9t8NgnN97HWXzXsE4Pw+V1A/vuArIMins47ECK/xgDr+PBm7yNN3N8BLIiT/7jLT5yDD2PiEjmr9LAGOPjwSEcmLRFCCy68SDOMZe/gGXLbRkQE3tqAZMFYy0NAtgUFbDflVia4OfLV8Czey1AEGMsisg66CXncx0QyPso71iEebH9BgYB+ccZhn884fI1vypA8vHr5151bdulR3gOLuvnXhkWrzDNzd93MAyRq/onMIIwF0KOUO/Q/+4A+uAyrr1F1aSaUEX9LuUf4XvvCF2zd8wzdsL3rRizYvF3QowG7XgMMGc8YGoO56U0omHeZ8xmd8xvqLE9aZu71+EuBnJ7OejQMY76wrd7glr/RUax74wPxV6+44H+Lhu2pdy9W6C68PbPuH32bO9+aaHyXg+2rtG9XmUy0a/GTDkUH3yNGH1zVhXEprGS0aoI5mePVLytEaL2C/PQTO3I8+vsVPj/knB62k3HUyfuITNLNeHJrQ7doj189DXEOSfjrYQg7ZQNuaIQ8vv5NnjZlDeNevfdNewQd0GQd+e536G9/4xnU9W1fkP/e5z12HUezDRw9e+yN/WRfWCZuM2brwlyv8eUCHU8YATz89l8Bv+i5xZ/30wOmBx8cD5wHA4+P3U+vpgdMDpwdOD9z2gCBTVYAogBSICjrd/VQXZApu0SgF3AJr9AJKpb67AV5wjGa73YmXPgmWJwsk05JzQTcSQbrfvErG3PGUXAl2Bc/66a9WslJH4kGPvmolM+SzW/IsgHf3VSBOtqDbnTMBPrq6lkHOJVQrgSLLb8bJ4Is3vOEN68Vr2/7Rx2d7dR1O4K9WIjR4fXQp+QINPkG+QN3YAZyg311efhLsS2jQAzTwfEAWfokNvMRDoiqBMe7RQy/AA6cOtOkbqMNmNAMSL3qsBf43HvR1+KXSvca6Kvt/ZKOZUr0Our17+bO6o4QfMM4B+qurJJNdcGxHY10o2SX550v+oRO+Wk+M6Ifnp23/SLbIsh74F0iqJPsSfU9UoOVf69waxuPuuvnBy890eoLAuyEke+ZgF78SOmtawmb9scVPBTxVIEnzwjeHCQ5r6HP31jsH/A7cX3gwDsmrnwtI9slki/XnEMGBmDHyA1uqzVjYTJ/DDX3V8t3MX7Xer8FvdRwG4N9uf9SBZrWuJX6jq471YSzb/jE2tOZ5b67rUamfbn3aeK2dkWP+8I5fjZM9+MwTWjLR1fE0hjb/w6EDaPkbzvjoIxOOr+DHjmo9Zm++AFvowaNt7umQxPMfea4hts0hgDXATjj2GxtedOaLLDRsIAuOjdYSHgk8vfgcFpkvNJ5usqboAQ7+/AlAfXxHp3k1FmMC5Dt8MAZz7WcGr3nNazZ/OcB+wCb7HF18pRxgpzoZyhNOD5weeHw8cOvxUXtqPT1weuD0wOmB0wPbSsS2/TOBoSBV4CkIFhhLZASoglmwk67f5iofDASd5AlCBZoCY7TudApy3SGTMElwBMYCaYG74FaS9JznPGeTBPvdvmSHDMGuYBiNtoAY0FWtR1sF/tVKxAXpDjDc7RfU4xNIO1Ag2/iMkyy2AbKUQN14lWxTuvPr7q67vPr4CpBBPppqJU5kb/sHHV2gDjslfnPXmU8k7pJIj5bzi4RB4kemcQNjkzSwRZtceskF9LFl5PGxfnxK8wHqSL75rloJYh049oNt/9SBwz9Ax951xz/0ALK6Qx56uqttPmiBdrXWX6W5QN+9gO3wiNStBaU2PXzAJ+p1JKuSKD4B/KZfEi1Jk5gBfrLOrRUHLtYi37CbbHLJcUggifdUgITdn2h7/vOfv3mPhXdDOAgg39xZe+ygi+/IdB1Zzw6fzKvDBo97e8fFHCaw01pwCABvjbCNva4h46/WXXx6pq1kJ1oy6HftwVcr+YU3JnIk0+M/tpCvRG/M1ZoXY7DWlHirdW3xOzn40POXOv46fF+HDHx8AKp1UIAfLZ2ALUqy0NGnn1y+A+Tox4tWm7/Zp46eT9g19GRNHz78ZOPhD/3s1nbd6Pf0BHvcoYeHQ8On5POrkg3q1oanOcwnexwSkaHfgYLrWZ9EHaAxLte3NWldOdRhn70R75Of/OTNT6/MqXWD357BBocH5s9ewGZzbn/zJIG9zkElORXTF9R1HYIu/rtSwYkAABAASURBVFI/4fTA6YHHxwPnAcDj4/dT6+mB0wOnBz7kPSA4ru64gyshchcJCFQFlQJGzhLU4oGv66CyWgkDmgEBJjpB9vvf//6VGAq68fvzdu7AexM2egG2x6cFrx579gi0fgEzfkFutV64Ry4cvoE69AvuAR3VuvvLfgGzYJ4edcGzoFowjn7kXJb0oIcTxAvs/9N/+k+bF7eRJTgX/JOBFh2gW8ln/KWswz596PkB8LVkBR073P1zJ1ji56kFT0jwIT3ojVtJPx364NiiBObtCU94wnprODy5FfI75hmC3UB9oFpzRRY97CVj2z/Ggv5esHevNWCMoFoHRXzITrxg6KpFX9fl9ClBHWuTfwAc2Upy2XUJ+urgoYv9/AvGF+runkr+zau69cVn/GxsZFebBE+C5s+wuWNvzeBxSOUQQFJmPTkQsl4lYpI0IIlkMxkSQTZ76sX6dtDjMMH6xu9gStL/tKc9bXvWs561+bOX6D73cz931R0GOCRgm0MFSe7Mi3EZN/nsNx7jdnDGDn7gI3RKbfySxOGDmzmiQ50P9I8eMvHDTz85U6cLLzuqdSCnPVDpWlCtQwny6EDDX2Srw1t/ZOq3pq37Op5ggEfLbvNWx7XO3/YRtOyljDygThY/6EPDX8ZAnjVgTlyT6MybfYJuPOwhg15zZh4cBBg/WdaGQyA81oFEvo53ADggsG4cpKI3l+qgWk8TkUGHwwBjMv9ksYO9bGWnsbDBwamxspu8anvzm9+82TutJ3TsnZJPjQsODF79hNMDpwd+9z1w63df5anx9MDpgdMDpwdOD2wr0RNECwYFnwJdAaRgc4LOCUCHrlquQ69SR1v9EqpNsiWwryPgFzh75FlC5W76yBaEu/PpJXv6BMHu1OMlg12CXwF+teze9g8bBLXsBztqJR5sx+d3/u6g6RMoV+vPtknmBM34BcZ17zHgQyOpkuSRJ7CXFArYBeKSALZVyy5+gsdbrTeCC+jdXZbgS/786T5vmJfoSwrJM2YvkTNWd6PdHeQfYzYW+kampIweyYTxS1IE/Ur8aCUPSuPb9k+1Em58AJ+SzL17/auDBg8gS4kG7b2ADfAEkFmprsMG82oOjWFoquWnoa2WXXXg64Hl6FcOn7p5ZqM5Yuf01bUMNPyw7R9+5HN38SV61jm/8SdbzeVOttYQ+frHp4MnQ5+k3ppwJ9cTJeaKL9hjLZvfr/zKr9y8B+ClL33p9oIXvGD77M/+7E2SSCfZbNF2t9ndXDYB68V6Zbf14ZHwz/zMz9zQGyNb2WDMgP1Kuh1K4HWtsclarNZTKfrRmg/XBXvr6OPDbf/os57B6KCTLWjg8eljB3pzrA5f7VK2Kx/CAUhyADnA3LCJ7WjIYC9adtKhjQetNYSGDeYKj/kgi31k6YPHzy724auWTfDo6TS3+OHw0Mt3/F+tpxXoRj9Qx8GQwxu6JPvWAltd4+bI/PI/e5TkOgRwwFCtuUDrmndAue0fc8UG9N57Yn/yUyj2+ZmA8bLZOHfy9Q/O2rNfWE/m1Dsi/BSADcbFfrZV67qrY36283N64PTA4+qBW4+r9lP56YHTA6cHTg98yHpAcGjwAkQBrmBTAAwvuBUgCzoFsuiqldjpF5jD4b0s1fXjI1P7Iz7iIxQrAPdoqz+x9q53vWsFwvQIVD/pkz5pJUcSbEGsAwD2CPzpQkcuENSTX0cwW63gFk5/HXbSYzySKHfoBMoCa8Eyuewb+m3/VCsZ3avrnz6JODp2sUeChpcuiQXbBO5oAX8YjwDcXT/JvoMNj3v/tb/21zZv7P47f+fvbJ//+Z+/Serc7QWSUomEYF+Q72kIuhlCLpyyWocKbNJmB3uMCaBjpwMApX42oa1WUqMNT3YdY67W3A4OPUBrnGD64MyBccNrT18dcuDpGGAv0K5rnXVnnc4BMtHzJ5x2tdaNNQmvBOqXQJfxK/lHHTjgcvffoY61MX7Spz44PJI0PqXbvOMzrxK0H/7hH978JQgJHP0SeXfq/8bf+BvbV33VV21f//Vfv97o7vf+5JLBPnLNEbCm3Em2tuuYV3MuiXcoIJm0btlsDT/xiU/crAu2SkAluODSR3Q5TCBfcqrf/KCBc03XcdfZUwDmkf360JhTYP7wgWr9+Uv2k6e/Wj9FQOcaMAZ49IAsfXDKOhJw81HHnI9eJR6ywbZ/0LGVbDaSR5Y6efSpK9ml39iNw9MP+Kr1kwUy5+AAHv+uYl3r5oM/yXb9odM233DoAPvoYKu5RCf5lrBLvM2HhNz6MXfm0Bi02Yge3vyS5UDAwR9+9trvPPWjbX2RZ84Bfvg6fMgeNlqbdHqSijxtPzNxKGXd8QWb6ZuxVNhPOD1weuBx9sCtx1n/qf70wOmB0wOnBz5EPVDXwaCgVsAqwBUwSw4ErYJPIIAULFebwPzSZQLMaZMj6CRLsK2ND7+gWlLlUXo8cNPvrik+we/999+/XlYm2WIPOYJ2ctAL/KckB58kgE5t9gqY2SQwdtdd8O3pA3faPDor8SID1LUf8AzQaazkC7jxS/TopwOOfXQPaAv6HTR4TFyS73Fef2bOgYDEkx/cZZT0e9mhxM5dXvLJ5XfJgSSCfewgnx2AHwT3xqu/jsSAbn3sGt/VkZBXK+EhCwzfjHVK/lOvg08b/eDqwMMB/eCyXx2OjQNsu7QXzSXUYV8dJfvIMF58Sm2gfukP9UsYeskWHdr8gQa/OZVU85P+akNrXtBal+isRWtPEm4+JOxeAul32GQ43LG2zLM/4WauzaMX/TkskJCaTwmeOeUDfPTqs0ZcD9ao9Um/JA6Nks3WAFl+ImC9zBrCL/kDxsBfdawDfMZDp7Wqv1qP3ZsP/jMu14Br3ZjZBm/c6C/r2nxHB3nmXV2pT8lnSjAy1AEa9PQoteHpoHdkk3Ep3xjRwdex7vDiG7zrWRt+/Or65hey6/jZgMMQibp9wdjZSC4fKfnFtUOufiW7wMhn/8yLOXIHH68x+YmQwyD7Jt87bESLhx3WARpjsp7YbU7tA9aTtUYeu/nAAYADho/92I/dzDmcuWJntQ5fyCQfj58E0GcNOUTUZzxs4xvjBXVcXxX0CacHTg88Th54xAcAszFd2l/XF7aN57LPBjEbgs1BHxmXmxyctvKhgAz8l3R02pTgqnVav118qisc3jrsraPcbn/YOXJsttW6g3S7ewUzU7+pJIeddad8PPBKMLrUwaUPLu3UBy77tR8J1LVtdF3KYr/2pa18XNc8+h8Mhl9/HTxwddThQV23L3Xp+2DBvF3y+vLSrtYa4PNq3b3b9o/+urZjRy069qoLbMY/vuzhpk995gSOj+BugpF1SQN3KUcfO+HV63jjsvolXNLAj342X7brGN/o0PdIwFgv50u9Dh13y73UiQ+gmVLdHCiBMSn1Gz+YthJc6ht6+KFVP+HheaBa+1rdWd7NXUf/3fi729UdqJnHOvCC11mnrlWBq6DTb8/RemGZoBEdQYJi8yp41Z71pJy5R4NewuT75vf//t+/knn07mi+/e1v3yRS5OCz3iQ52oJev7F/5zvfuRIywbJ+UK23qwuE2UbelPTZDwT+7MAn6TKmz/u8z1t3zNXxCpaNaWzAC+gH+shWrzbjIE+C5t0F+gXXkny+E3AbM3o4wb0/I+cuvzv/7uC5I2sfMA6ywVw3ePRJBp/61Kdukkf6JCvGJEGgh1486satz5joBnUkSPr4oI7vS3TVen+C8dN9CXW9FuDxAnKqtR616TVfaIB+OGOiAw0/SlKUFbLFzzf6AT5jQQPYJOECxoEJTbXe4aBdrTk0/mp9X9C57R82kAvgtKuV7JLNR+xWx29NagN6lMYwfGxDaxzmHr/5ltihlax7isXcSsw86m+OJWruuupHJ9G0xqxD/OQ4/PEYuEMkBz9+7qLEQxc7jAOwx3hck/DVxnYHBmToYz+fSW7pwAe3u2WzbqwtSb7r1RzUcdDh8AOfO87mQBKsnwzjh6vD5+aFDejZpBw6dhkXW/DrA+M/fqjWUydsqtbcsRFs+6da80wW+/Hv6DV/7CabXnawjR4lWj6mCw86pX7+USeHXH6DNy5AN379SnMNXHcAL31k0mEO9ZMBrCPXNB9P0s8PftNvz3Ttst11TRd/0ctWNNYF2fR7+afxaaNzwFStWJds+7EDJusEjacU2KLODnIBnDXKdrb4eYoDRfsTPQNox3/GAtgI6rhmh/ahympd33Xv8qH4z/7TAx/KHrj1SAfvYr+UUdcXIrxNwWbgIrcR2JSGx2YDb0Ow2SnxoNPWp30TkIGPDhsSWjptdDYUG41+eF8GNrpqPZYFp60EaG3U6gC/ErBHP7nVCga063q89cA6XuNlJ3oy2ckWffBKQLYx61fSqdRnDHjB8OqvB+qsDwxHHv/5IhpdygE61cdWNhmT8dTNuoyF/JFRrYR6+PkfTP92+2O8qnWz/Lq535dnHY8PkjdjoI8OPodnp9KYgDoatqHTBr7gtH3xCeT5DJ0+YFxTWofqN8HIImdsgDO35JIHz054wQT7BFxsMBfmrlon8mgGr0732DElufBk1s3+q5v76WIjvxoDuepsVK/WfI9O49r2Tx1B2eCHfu9af6tdCdiotIaMB2gPn/kZfQIn9GxyHQ8t+hN+b3rAfM08WRuzlqwH15eEWqldx5oZ+urqkXHXQXVHcE+WNf++971vrSkyrBeHC5NwuHYkPkrrx+GAx/99B7nWrC12sZO87fanjuuCXnjrkXxyXK9sVPfYPTxwyEA/Ea4V/fi0ATno1EEd4xPoS9wk/wJyMhwGSIrgq03ix2bJv8TfHX/JHZ30kGss9kNgTGx3rQBjZTdwrdGPRgnYyWagDdTH5umvrr5byYHnC/OAVhvgB+xSVmvu6rrcbn+qqz4yAL468OQNGNPA4JR10NYxb3AArXKgjn7yt9uf6o49bPqqZRfeuq5rkwvqwNdR6gP1wPa2f/Txq/kwb+bUXmZeJNPmXXJpXiV3DgAGHOBYy+azjnkw5+wlD/+sJU+7SMLh6TNHaAfMl7p4TUmG+SRbWa2kutqt3tack+E6UUIaizFU62WGcx1Pn+SVXAklWvOqr1p+3fYPO8hDh2ZHrT5t4Jo1BtcEuwa0jQtPtZJEvHXUqyVn7B3d6M3bANnb/tFPtvGrswsvXLX2F36i15y5NtXRgmodMvDHyOAPfXSiJUt9V7fsZQMd6PHpc+0CPtFvTq0N9hgvn5oz+4Tr1x19fPjpczBQrbGrw/OjtcNmusggj2z7rz/x590gnizxFBGbrDP89tE65LFJXALU2WevNTaytv0Dz07Avh11/js9cHrgcfLArUeq1+ZxKaOuN1h4G8psWE4x4WzaNhsbng3QF5z6bBJDpw/9TWAj0U+HTctmow3ItMGhsQmyFc3IreOuBPzYYPPEi8dGB7SnhEdPHrz6TWCs6ADb6LYR2/z4Bg4NW9HYIH2RkGn4EBMeAAAQAElEQVQD1YYH6vjx6oND90iBPOOeMRobqKhYwY9KHW11digfSrexGs/QK+uQY+zmA8CTRSbdYwvcI4E6kn9jrK4SBnoGyGej9uhlQx1f7PD8zV71mTd19EDd2kAjaKhDL/xDAdvIYMcl7bTphlfOOtFmszXBf4NnN1nwAB35Sn1KctTx0PFIgG4yAXlK/uELbbLNLX36BtigzsY65gUOH/pqBUEVshVgrcr+H7lgr663fCuBPUDJL0D9hN87HqhjLq2JS6u0zbt1au5nHu0dDtzg9VsfaK0ZpTVlrSurtRbwk40Gn/X5/ve/fx2OCZQlTX6fis6eL2HG77tH4PqmN71p048Wni3sIItMeskfqGNMrnu62GhtakvA3Ylnuz2BPnLIFmRL3i/lqYNL2eTgc4eWfRPQu9sLT7ZHffVJ6rzB3x18BwLw9Lge67CTv2ZM6tXa3+nxXel7WQLDT+zc9g86wDZ+M4ZpD24nW3Kq5Wu+qhYOvesRL5/WYUu1kkgyqpWU8B8aUK39uo6+bf+QMbrRDH11xQ83gGagutpT6qhP32VZR18d+vWNvGrzqdbY4PWDaslXB9NX13g4oL8OGVPfbn+0zat5Q6s01+bGvAB1c2uO3c23PhwKoEMPzB+8O/YSPMm/ObY+ySdbvVrzYM4A/1rzrj1xgSQPnl3k0jE2kANvDs0zQGso8PQpPQXg8XP95hDOOlN66qZahwj4quXbbf+4pshjEz5lXfuTD1xbxgGMiU3qZA/UwVNHOXRks4lcY8DrWlBW6yWi1VqHZBp/tdY4Hvy7mWvvmTVONpv4CA8b0MCTPTj68OuHA+rwAI8xswVfHXbogzcv5piP2QInMUcr8fYkgFjaHX/JOvnmDp15tQ94AkPbTzvwoYU3X9aYO/gOALwvhUxPmzhwcjBAL1uMi93GAvgTmDtzyzb+QGdMeCrV5VdtjSnVTzg9cHrgsffAIz4AuDSxjg3KhgL02RCUNpNqfUEKVmxINgkXvc1I3aaD1kZh07OpaN8ENpehpcumow1syDYzNOyhyyaoD6gL/MgfG9QBepuWOsBr8x+bfEGyU99NYKzTzzY8dJLNPjg0xk82HXSDap0as9XmjBeQB8d+9UcC9NnIyWCTkm5gzNpsq9bvbtkIp1/5cICdZPtCHPvxjVz1S6hjnRjjJf6DqdNnrqwN46mWGO1qPeaHxhrRYVzGyN9o9JkvtporNObNetGnjZatZNDli/lSF5oHA76hUz8+JRzZZNbx2DE8OkGZui96JaC3jrXCFnbDCw6U+MxzHWM3Djil/kcCfDV6jJ0s/jF+PtOvDoxHv7HVYQs8gL8ENPD44dWVZJA7uuDrmEdjEuCg4xN7jvoJj68HqrXvV8sQc7Yqt/+rVsBv/szbXFvmGa21YN6V28VHn6b9y/6iDshR4iFPvdokyBIG3z3WievaGvG94xDWy6v8jnWuIdcHW1yX6iO3WuMhd64116x1ryRb4vXpn/7pV38Sy95HFmAD3cAYRwZ5oFKshIg8NkL82q/92voJgt9jw+kjyxiB34J7hN+1jp5P0BgPH9FnnPxoPMYF2IAeLTslku40A9e2axANHXzA70rAx3V871crCddPPn9s+wefunGSBXb0HcF/tXj1gTp8sO2favVt+4cMQEe15qGuS7zGp6x2jut/eK5bR21w1dKB9xLqwBsnPLkD2kC7rnWRWT3Atm3/VEtPtfmgVQJ1PjU+oM5vdJs384kO3pyae/MDrz12oDePDpisFYcE6mjxkw3IwWMM+PVbu9ZPHQdq8OShQatOH/n0q1s31TpEMNcjmy48ZBiHpFGsY5yDNy7XI1uGTz991dUasU6B60c/O6xp/OrolXQC8qdUr67mQ3sADZvZRz8Z7K1j/PrJBur4jBkNO1wX+IC67yVPNCjZxqfjH/TGSQ4c+8nTBtXV2kDHLiUgf9s/5gbfXt34kh50+vmH/Q6EHPb4s5B8Lsl3qMl3+skYvX6rb8+zB8Ibp0MAhwf6/NUQ+yY9r3zlKzcvNfXTE+M33pHDRjYBOH3mVckfbLO26GcrPF3o+QVMXXnC6YHTA4+9B249mipcxAMj1+Zks7AZ6JtNRr+NVAk8jjYbgk0CrY1C301QrUCpWpvntn/otEk6rXQ3xItxPIrpd3M2RpuvDUuQYuPTHt3Kan2Z6Wc7WbvY9TtSsm1w2miVN8GMFw96Y6LThjh98GSw6VK+OnolW9QFfmh9YdlE1R8JkGFzJ0NdOWDcNm1zAehkIzv4bOhuKo2bD41X8oq3umIZOdaCsaFHQ59xXxF+kJWRwddEkEtHHUmjMY//p98Y+VubLeZLHR1/qLNbnzoZ9IxcATT8+FX9wYBMfe6G8IE6G8km17VANrygSwl8sSv1K9k7oC3woJ/v2UUGmfoEJspHA8i0LsjiE/rU4Y1nxqcNps/Y1NmpRKef77VnXHxBpjFc4tXpU6IhT1uQAwf4Q3nCY+eB6iqwrgfWaa7W3lxt8zFnU69jv9W2lhza6rceZt6tC234aulUtzYkIq4Na4gMpbUHv23bSiLIcSe0WrY4QLP23NWybvQLbu1T1pL9wjWjzSZ1+rb9U+3/H//GLiUZHs/2noGP//iP357ylKdsrjW62CQQruOuomsTkG9ch7Ttalzb/iHTnug7SwDvbh5b3YFzVw7evuEu27Oe9az1xnd64Iy/Wr/jNRb7Fh8pyTAW14ex0g/ow2/fp5f/2I7H9YjHGPkc3W7i1QF1tfxKNkBrHvmNXG0l2G5/4G5XV1Gt8a/GPf5Dj1+pmy2V6prjVdn/q+6Qgx4fmHGqD+jf2Zb9ZBqb8SqnrT4AdwkV9mUDmeRNWdd9i+j2f2jYMv7X1qUE6oCv+ZM9SmBuzZF5QVutAzR96Ga+zaF+tsIDNJf82gP4XBPkkg+0wdhB1rZ/yAWD55u6HqvxD5BDp+vI/jx8u5j1fgvlXAd49Nchi746DsGtJzGEfnqNT1mt8Rvftn/049ura06rq7Jaa6OOkt10zjzggyPD9QHIBWis5/ETOvrRsh8tGrGumMH81qEbLajWOlHnE7LUt/1Tx/VKJhy5O/rqHzvJVLITHb32Fbr5Z37bbw/ydJM9ptr0SertG2jNMX6l3+p7KSrb/XnSavOk0Rvf+Mb1NJS/juIgiU5PSDlY8Ock0fMHqK58zG52brc/bAT4rbXb6LU3oZ32ZX1wZ3l64PTAY+eBR+UAoI7N9G4zq82dkJ/4iZ/YXv3qV28///M/v3lr7WwOvhB8ueBz6vj3//7f3171qldtP/mTP7m95CUv2dyx0HcT2DRszmTa0DwC+eM//uOb3yy94x3v2H7lV35le81rXrPBveUtb9kEfN54+oM/+IPrzyHZJG1k5AjWyFGn20ZrswRssHmR/2M/9mPba1/72iXTuG4C4/m+7/u+7Vu/9Vu3r/3ar106PVZlgzd++ujxRUDHtI1l2kpthxjf//3fv/3UT/3U9vrXv377mZ/5meXXm/Q/VN8P/dAPbf/wH/7DFcixwSZdUbm+NOYLG6Ja7z7gM/PDBw8l/xWveMX2Hd/xHZsvFjIA/05p7NXmTxe9+MUv3tAbFzDGh5L/UP38T9aP/uiPbu6OWSvGyAbz+hVf8RXbj/zIjyw//uzP/uzV+vvpn/7pDTz/+c/fBM7mvo7fMgqwv/M7v3PRko2PHebF2vi2b/u2zd04Y3wo8MXI71/3dV+3fe/3fu+Gn17Av07dzY/rRGAhmKrjJYD+trPxWd/0u8608fKjF/cYIx9bV2R88Rd/8Wbts3v48H6wYOzGPXqtJ8kPH0lQXHfGQT776GQfevPrN4WXPmLr3e25Ps2Ba4hMf8PdGO0pZJHr2qAXkMG3yhMePw9UVwH3WOHaU68U67DVHNvjrFfzpm0tKAWYSgBXrWBz2z+uZdd0HbJ21NIH71r5fb/v960DYnh3srzQCl7yQJfEWrBMp72OfEGz7y08dLp27rZZG20detkomLbP2d89gu9Q295BH13kGCNdvoME0r4DyKrWmNS3i4+7eWjme8t3lDtzgn59An535LwB3h37aiVDrgH6wMhUB+wGbPI9xH9KdNNfLXuMyRgkK9v+wbcXG1r8SryuzSnRqvOJsaKnAy35ymrNe7XmC80loAGDo/eyDV8pli3TVz2oPDIuAc8AQdUas7UzYBx1yIQzDjB4OLDtH7JG/tSnhFcH6nxjbfGh8tIv5NHBp9ZOHXej8Zp/BzPmBZ3vDvs6vHlS8r8+9HTVdWKJ3hrUP33o2GOdsUd7dJs/eLTwdfhCnc3kXEK15gO9/t0tK2YQT9FNFjz5+FyH7PXdRiZ6JX6gDdiFVyKrbQzjG/TmA67Sva6Baq0Feqo1t3Xgtv2Dr67bO2rZrhzgF/yADfYG9psf+vhcyTa+qkOetjv0cOa3jtgJLVvpNj5+IIt8eG00fAUGp46G/jkE4VPrgD100GU/c0ef/Q4K7UduSFgj6Ow5v/Vbv7XZf+hywOfQkkzvDWCz9WXvEpOLn+kgx5+YZLPvc31eHkiPsVTraUo2asOrs0tZxyEOf1a618/60A4s5Pnf6YHTA79rHrj1SDXVcTHfLcemZiOTvHh5iJcS+fuxAha0NgUXvg0NnU3qH//jf7xJsCVqNiCnqGgfCmwyfmtpY5IMuBtiw/TlYlOs1peQDZA+X5Kf//mfv0nM0QugbGw2+NGlbfPVZquSHkEWG5/+9KdvHvE0tpvAWP7W3/pb25d/+ZdvX/mVX7m97GUv2/y5FYnLl37pl64TcH7wheELjR4Ap6zWl5i2oNTfa3b6KuB7OPpvsk2fxNufgjF2X67GbT5mzGzwRQGMn518iJcPlDfBs5/97PX3pgXfZAFfAubHGtGmy8GQOUHviQ2yn/zkJ283yX44febK2lMKNOims1qHHr4k+ZFOdPyLlmx+Fsz7UjT24bWO2Ibuch4c0Dz3uc/d/K1tb8yl5+GAL+e//bf/9vITXnaQa+2wwbybf7LYoW4e2A3Yyv7P+ZzP2dDjf9rTnrZ+p2jeKqwLXIPGiB7fIwXzxAYy1Y1fUORupSBD4ADPN+yij41K16zxWgfWHQPrsJWPtc2Z0pgdKPDTc57znHXt4Xd3gq/IE8jQKzmypvCd8Ph7oFp7WB3JwYNZZN2YZ3PvWlO3L6lf8sAPuA4k7gJYfHXomOvkIz7iIxar9UW+u/wCWuvKOvE9Y41KQPCQ4ckx1xzdo6daCYR1VYcOMusIfK1h17F9bds/9nL7qfVIDj776uDo0ke+PvxK7Z19+Qu961dQ74kf32Xku4sn+TcG18Tnfu7nbr4/+UBSwC609i2+4T84Jflk4CXbd5ySLjaMbrboU/IX36HjnwG+p5NcdGTjJwetOjv0ka+NdujYVEEvgIcD6pB1+JpO+MGROfVq+Wva+kAF9QAY2dNRXfEPDg3gg2qhq5VYGl8ddum/Wxc+sO0fJbvBjIEPy1JA4gAAEABJREFUgDWwk6ykc/rh1aulSx2QQ5e5m3XGx+rmkn/Hjjpsow8NvmoduJAF6DE35ILt9kcfqNZ6RwfM9QC7ycanD/22f+gH1RoTmmrpdT2Iu/CKH9Cx2Xj0uRarNeZt/+BFO/K1d/SSZTz4zQM8mmrdUUbDrmrNaQW1xlItnH42D5DFFvL0jTy26Rs6JR+4rlzTfEu468McjL3kVCvBRYdHSbY+9qujJ5MMeirV5QPy+IsNw0MfOnzk4UXzhCc8YUOPTr+9wndvHTfgJPniVrGMOMxe50DR3mANuLvvfSV86WkisvxsxB4oBvdXAfjHewI8UWvN/fIv//L6eRO5bOQz/OjYYSDGCNgE9LNZ//gA3QmnB04PPD4euPVI1brA75bhYneR2wwcAOh3wc9vLNVtBPA2E5uZhMRdE18ONiB3FvU/HPgn/+SfrGTeI5fsqeNPzdiUyCKDPhsofeyDqzZ3K909/Kqv+qq1YdvM0Ahs6tiQ2YcekG9sNjPjg7sJ6GQHIBc/WySQ7iK//OUvXzaQ4YuCb9TRTalu06cTro4v1aGF+2CBLSN35LED3jjJVQfqAkHBp8D50i/67gW+YMyBL3njH5/xB8BDv/HV8XMObXNkLvQ/UrCmRoYxVitAodMY2VatF/lUK0hgA/vQj81kCLB9gQrC8ZvfaiXbeNAYpy9avtK+CdDy4xP2L3F0I4Nc46fD0yxo9Gsr9dcR9JibyzGiYfPwWz94hsaYtB8NqNbJPxsEFGSqK8Gv//qvrydJ1C/xbDRWhxzWx9ho3tHyfR1zos94BRteZoXPuuI7Y1Ti+YVf+IU1d+jh4U74ve+BahkpkLY2rQFrpQ68tutUidD86p+6dT1rD0217vpbJ67toXNNCIyV9Ajk/SxMEC0xt6bIdqjk8BgOL6jW2qo0F6AF1p81TLeAWXCNV90+wT52GIMnEOwf2ngJYgtQv8RZ836/KzlycO5JBdeFvcLBJfkO3tjvN974gYCfHnrt5WTS7Zqg1x4G8Oljt35Ap5KPALvMC3rj1EZfhx+MxbVMjjlhHxuGzr5VreSsjnlBi0ZZLb9OG+4SLvHka1eKBdUVf3VHolfXfdvFp7pqzViqKzmX+qcfQ7Xkw4Ft/8w4p72j7vg3sth+CdYmXw0/Om2+VOqHM391/GzE3KGvw5/a5qta3z/Dix9vHXhzYD1aD+rVuiGCn93m2dyaZzhtevS5Dqxtg3J9uM6AOll0jq1oKsUC41VBQxY5aNmij55qHcSTWS3/bvsHHcBrLDtqJcbVKrfbH/3Gq1mtAwKy8YDBV2t+K6j1/Y+ODraxxbq/xLle4MhBh5E++4Z54SNj4Tt+QscvZJBZLZ140PMXGn1kqesjWx2o4yebv9gAD8dGc6Qky/UP73p3LZs7P3NyKEgfn4pj4X1v6nPY6eYEnGTfWNCJV+wvSvrYhQednw4Yl0MBNxDcMGOHnwOQpW485oEv2GKM5MDPmKxV/kQHp++E0wOnBx4/D9x6pKqrtZnaKKolzqZkA3K3bgITG4hHgG0Wc/HbDHwpYfIo9mwMNjfBvE1Qn80ETBsf0OeO4zd/8zdvkgOyqvUlQt9sQPD4qxUYbvvHxleH7TbUf/Ev/sX2D/7BP1hjQV+tL9U6xrSzrH/VksEW8qu1ydeRrNTRNsZq2cJWgIdv2ALwu3vqMW93nfCg2/YPX9x333177fhXx5e+Fhno8Nehj88q3VdQd7avOi4q7GAXFHnKOvjYUMd46dTnC+XjPu7jlp/YUK3x66ujXodf8RiDLxh3a/mVnWhHFx3TNidsAZf91fpiR1eHDl9QddTr2sY6aCvka658KWmQycfs0q7WHGtXK5GF12YDMEZruVpz6UsXbh6zG/urq8AEzsESX20P8eETB1fI2EansdEB50vT3yRnk7mCA+rojUndGNWBOvo6fKCfnOHTR4e2slpzWEEtqNYcV+vvd9fRRz6CKS/r9gBtMgUu9PpJwNijrZ9+OHV3HgQW6qBafiafL4zR9an9vOc9bx3SVeuOh75t/5BLpusInbY52LvOfw/hgepq7quHoH7wbn6/hKGEM4+znuHNTx3rS9t6sT59V6Azr/jQ6Vc3n+ZYG9S1rfqGVkkWGX/wD/7BtU7QeyReH1n2I3fJHGLaf/3eVZ/r3N0w65gM+qq1Hrf9g3cvlr/QsxUtOmP0nSP5V5cYS94BPkk8+b7/9NsX7XfkjMy6HhMc+RIMew57POFCH7slHEp39eDJhtM/j/Kq+15E5zCST+y/dLJDoE6uPYjt9AH28ilcHXukNrvnutbWD/gSsIEOOHV6yDcG9K55MvTRoY2m7hx3tXyOtlr+3vYPHvKV1dpv1UEddHWU5OJXssEeYmx1ve6qdTAxdHXw1lFu++du2WjJIndsMf+gDtnwoNolHP/IAeiUsNX6XkMLX60x1RFL8Bs9dcjBd9nGs+0fOGNjG5qRt3et9xa5vtDqg1PWMXZzYE7xkzOADo+1Ye7INm4l/Ogw19YUGnIBXlAt/eTrH9muPzLQWqPkWhO+L8mrlh/Q0MP+bf/gY++A64fc0c82gIds825ccDv7la/1VWtd0aGNji2uS7TsIZdt7K5WfEA3uWxirzqbla4nPAAfOebQ+Mkl07Wsf2yim73kATx1rAt05OJng7GiJxuos8Feo981Pfz2Ak8Fuf7xzzzaB+1x9gz22pf8LMD1Sz67HDDai/E5MIBz844tf+bP/JnN9zU8n3miys0serXJGz+yCfAxHxk/neShZy+Z6sCYpk/74QAf3AQPR8ZJc3rgQ9UDj/gAwMVXrbt81TpZnk3S3yO2uaGxmTgxtFlxto3BhqPu7xt72yicDcKGJOnBa1OxgQzUdUBiE/qWb/kWIu5I9GykNlybi02UPYhsluSo0zP64dC84AUv2GyY0698KDA2+pT0DT3b1W16owed8UzbeAGdfjcuSENvI4S3aZJxE7Bd/+iu44utgn5IwD/2qGMwFqU5q0MO3GzOngCoVoKIDtRBpw7YP/Tk+NIYvHIADVr2G//g+YG/4OHU2clGdXzws574lRw4tirNPTo82vrB9A9e34PB0CrrGCM73v3ud68Agry7een0Bau8u+/udrU5ab+UX4ce9vninjGOrmoFM3julnevNjmDHx6y1O/2L31Dy3/qxkGGNY1HWa3xW6PVCtiqzcf6nfm7//77N/bTB/QPkEW2A6XB8e3Q0QnPDvgnPelJ624RHPl42aLfXQqJnD581oj6CY+/B8wzGEsu6zPXdSQL5rNa6+myr1rrbbvHB4/1ocvcW8P37YenH/7hH74SPHhrxR5hn7derEk/O5JUuBOGx50zd7oF7R7PxwfYC6aurMMecu1v6Nlr3dnPyfO0QR3fVwJjMsjGw142koWvumM/RYuGPLb6mZagXAAv6XeH37tYBPrGTAZZaKv1Fw8E4q5v1wp76DV+JR/AD9DDj2TgYRvaOsZJPqjW3LjG9aOjnx/pYHe1/lqBP/tG5gA6/cDY6Fbf9g/ZoNpb29rf8OGZcmgRVFfroYK6gmr1VVc4FfKN/RKqddigD1RXvNrbg3zqoGPfwN32Ya1jXtEY84xFH/na+Ko15pkXtGjq0IP20m51OLz3AvoAmuoBY9z2Dz5zAOjTrtb8WgPWNaBL37Z/4M25+Scb6MMPdpIrXdWq4wfV5mOtSITxkUeW9ecaGlv4hWxjQFctWa5hsgboRLNdfKpFi4aMOvRu+4cssukDdfSRAb+TrPlXauMfG+lWn/GjoR/AuxaVrnHj4Dty9aNlD/364Iyb/MHhE6MCPvLdipad5LBHG51rTR1O3W/y/VTIPkMX+Z4amjacJN++QZ99xAGB2EPcBccWNtFHP9n63PXH6909xu5A0dO69h8Hnt4p4Gd56NlpDSsHyDZ28smV+AN1PGzTz+Zpo61jbvSfcHrg9MCj74Fbj4ZIm56L3AVvk7QhCdb9Xmj6BAP/+T//5xXkwNlI6Hbh/9N/+k/Xl46LHs5j8Uobal1vAtUdAZ2XBnoU0kZo48LDhmrpEQzB67cp2czotoHabNjKbiVem+FXf/VXq242p7FnIR7kv7q2iW7ybKD0YvElMPJt6HDTns0Oj0c5/Y6ZP9ha1+PG82BgHOSQoby0wTxU6wut7l0aI+AXcyJoHNv57VIv27R9ISjpVF7C6L/EGa+T4+oKXUe9WoGPgMC8kEkvW9hkHjCpg7GVLfxkjegH/M4faLT5XomWXepKOtTrsEH9AwV/kosesvGqK8mv1ksP+RLuJsDnt3XsrjvtYackwrVDRh39dI4e+JuAfP3kK8mEIwOuDv/zrXniszr0mAN69OHRj09prZkvNOSSNf7Xj44sdyMd5qG5BPxo0Ho3APngkobuabsrYT/RRmccUyfnzW9+8yYIGpzyhN89D1R37DOXms0VuMRd1q0B/fZr1766OUajrGvZcJeg31qy/qy3WTOC1A//8A9fNlkf1rA1JMF355Ae60nw6jBPW0BMt7Y7W2TSBQfIVsJVK8lAY93jrzaHCECbHNdIHd8RxumwwV5n72LjdvtDLrjdXHYbF51s9qita8146bQn2Pu06VcaJ7n84LFg+ziZ5FTrcJ4N+PFUawzV+r5ERx+eAbLoBeThH1186jvVQQDd5Bq37x3fdWzhaz6A0ya32nwu9VXLFnLq2p6hGbuq5Ztqu/xUC383jq3Vkq1OvjEMwNXBW9d08GC761N30rIPPJh98AAN//C7OrHkq/MJQKefn+DRDFRXY8BXhx3b/hle5SWQt3ffk2/o+ME8KvkGVNjWmjD/+hZi/0991gI70JPFXuNTau+k69/QoKPHGrJGJPsI0MMZtyRTG78SrzGAat2BJ4MNA3Sir2ubycWLRl3/JZBNHz/rJ58ceG22VisugdMevcbuurPu+aZaT6WRASexppdsOtCQSU614txq3bCCI3ugDp1swc9PrhtyyId3XYmJ5roSH/CbPWVK1xv/znevnyHpw0sm4A9+d5gI3KCxZxgfPWxzk4x+7wLw3h463/rWt67DPfb4+ZTDTofvv/mbv7mJ+bf949CB//msjnnZ0Ws9sUGdbCU5aOsYO9xAXfMO7ixPD5weePQ8cOvREOUiHjlzgftNvY0E3sbhLeA2Jm2bj3q1XiTiZWpOPfXZnLzd2wmhgHBk26zUbYboJP5/7+/9vbVJzyZLpo1rNhQbNXn68evXtsnZdMc+8tjtxPRLvuRLNne46SJH301gLNUKPtDXUa/W4+U2azaR4QtCOUAHG+rY/IxHsKefLDaq3wTGhW6AzDq+LAVm2jcB2XzCr3zAR2yin9/wogHVCiZ8YWy3P2hvV68KPgF4gQ4+JQ9eu1IsH9ElWQZ12E4uW6wDhPgAG0dmtb5I2Y+GD3z5ksfvcOQoAV8pyUGn1H64gJ5s9F7kqATmd/BsQ+d0fL7k0DwYoHc4oqzWlyR+9GQ61Z9rY/B10NnXxuQAABAASURBVOlHdxMYp368vpDZqg7HX0o+VQ6wZXBo6YHjZ/yCE3LNl3WjD558tEpt9GT6KwHqdcw5HLnVCoj8xQSy4Lb9Qx45e3WtN6WfSaAhV9s1jL5aMvxVA3zb/qnW9bhXz3+PswfM0UAd83LZnjmzjgSt1p1rFo2yDp7qaiR1XYes43qoo4QTtJLhO8RastYFq/Zg+4pgF/zqr/7q5vvJ2rJfCl4l7q47+skgb0r1S2A3fuux2uiQnAvMvbvjvvvuW4fWZAum7Uvo8VVX65QfANlsZbO6PfNjP/Zj108Z8Lvu2Oa3uvZGutiJ3nXnO8++U4cv6CEDDq82QAsHyJm9kSzXt3lgp+vWNVeta7HaLj8jh17y7VVs4uNqvVeFPnLJ4cdqfW/Dg0t8deUTtJdQLRvGP8a83fWpg7+OEu0lsFEbb7W4qyudC3HXf5c2qOuug0fbvCnB9CmBcet/MECDjw+AOtvGRnxw6Aa0B+qwo47ykrda/qqjHJnV5kOGeR8wl2hAHTT8BeCGR1ld+ayOOvutHWvGuMlHawx1fK+7/uizPtBYZ/SyG04JhlcJqnUdoR17lHXopod+MtXJAHgHzw5t5YA+a5DdSrzk0lOt+KRaftz2jz5jEKe5duwbO3olxUp4+wp/Scpd/2TRSxe867FaN5nGXj5BC+ggCz07lUAd4OFj/qJDvcKyZLr+7GPwDsX9XNF+hLfa9Gnjteeyx2Gkpxb9PECsZr9Cx3b7jnjGE1OesjMW9po7tBTbkxywetkv+/jTOMjRP/ark6ftiSZzBIdHqV3H/sBeuBNOD5weeGw88KgcAMzFOyZ6PEhS7wJ2odtgBBne8u9t+B7dR1td/Qk6GyecTcVb/P0e39vzbSLVOv3VP+C3w+7Y2zAGZ/O0YY09Tj6/5mu+ZvOnxpxweieBPzGIp1pfYOrstDG7A2Tj8ufTyKwUNwJdwKZYbTZULxX8xV/8xfVnD91hEmTaiAmyaQus1NlKtzHS6wRVIKUPju/UbwJfWmSgsWF7TOvnfu7nNn/X1XsU/OziJkDnd6r8zxfkkAd8gWjX4Qf2+PLzZQGP3rjVB6r1ZVmtZHa7/SHfhj/0dcjUbX34kvLixze84Q0be9/+9rdvTpuNAWhXKxAeGfyO35cRHF7j+aVf+qXNW2r92UdtIEHkH7R4hlf9JqhrO/mkjrZH6QS7d/Oi4SdzO366m+ayXa0DJ74cvLGoV+vPWaoDsi/LSx74e4F1BV+tRNlJPV/wKX/5Mz98pc1Pb3vb29b8mZNt/7ge92LNJRzb8L3xjW9c84QXjzvwb9jnzl/iuPSLdQxn3auTxe6pa3s5kUCCbG3jBOoD7kCQoT10/Kzt4I496mDw6ic8th6YuajWflpHSev0mcupwz8YzL6oHz0+9YcC6wm4pqtN0PmRH/mRK7F3nZJVrTfl21/R+hNW1o1HWAWuAP+sd3ufNl5wLxvg69jnfH/4/sH/O7/zO5vfzLoO5iDCdejuPzpy9TlokEDAkTU61Afsm2RY03gE6XgcGrqGBPH2NGOq4wkE/fTZg4C2a5cMoA6njwyAf/Sr1zEu32f0Gpf50MdeJfD9U109XUC+6xSP+SR79JBPBkCHF/CHNjyaOtYQ+RXU1dqCG/119C2C/b/qiq6OOv1DPyUZO/k6hOBneoH6vQDtQ+HxowN1+A7O+IwNnt46+uAAHDp1OvjK/CjZW8c48FeKOwA/qNbY8YAZt3IA/m6gF9Bdre8INHjYwDZt9Wrd7Z5rQx+4u1+CZ/2RyTbzq17HtSlx5hffx/CuG4APnj34QLX5VMs2dsFv+6dahwL0k4OPPep18MGRCfTtbMtPZJClH7BRqd9Y9aGp1veh+rZ/6tDJXteQuFZZrZ/B0gNnjOwwJrzmtFoHYnSxhT7XFV+powe7misb2YJ/8MbKNm187IBDA4+XTnMEZ/+ARwvHPv18Lyb1lICf3ALJvWtX3OL72DjQ47Wn+RmSJ5HsCV4YWG3iQXuR8bzjHe/YxOXifLE0PXiNnV1ojEdJD/kOFvhKPzCWOuaujhL+hNMDpwcefQ/cejRE1nGh2nCAR3ptcgITF7sNwCPu3/AN37C98IUv3NxBthEASTladqC1ofhJwDd+4zdu3/RN37Q2/dns0NggBHjuGto0bTDuqpBBNxp6BWDPf/7zNy8IlIA7ofRkwZd92ZetP8WHjiwlOWxRtyE7ANC2+cHdBOhssGxngxcd+lN27lg+4xnPWIcPbP2iL/qilZT6srDh2QBtyPi3/WMjt1k7HKnuePHa3v2g//DPuCW8X/iFX7j+dJ4/A2ccn/Ipn7J9yg1grl70ohdtAkl+Ju9uZeMnY5SsmSM+q9b8bLc/+m9XV1GtL0+0fOTLYbv9oUu1jrF+z/d8z+bP2H3qp37qspf/ZgzG4UvFyfbwKK0DtlWbLzJPb+BxkOJPzz3xiU/cnEjDeYGcgwXrBS97zIP6BwO+3Bxa4K0jqFMHdVwP1rn2TSDxcDBiHOiq9eWvDt71rncpFox/+dOcVwt/03+uBWvLNWhtv+QlL9n86Uc+8WJGa9OL0PiYz/wERvBex5h8SY9eeoyZn60pb/DHB8gyd/4kmcMAtHzsmvCIoEMmuPH/ZZ1t5huu7hzTrBNvZtfPT2SySR3OQZHkihzth+sbtCc8eh6o7li7I9kcgmlPWa1qHaV5NXeQQ68cgAfaygHtWWvVSkbf//73b/PYq3XiOiDb4/kCXD+7sZZdS+7YWU/vfe97l0j7gnVqfyZ7Iff/qqvxoQf6rTu0+NxZc+ggSHbozK75fjI+YK06eHCdOZBAQ9auYslXR1dtbINnj+8je4UDAWOyH9oDgbFV6x0Z6nhcu4B84ySTH+zf9nk228fsC2SjqdZhOzo0xsce8ugkC9ABr59cAE+f7zh9xjey9QM6yCKbDm0wffhAHb6mB9R1uyJiJfDV8lndXC6G/b+RtVfXoSb7bwJ0AA27BqY9JbxxaCvB+BSuWt+F2/4ZWmPem8sOOHX2jZ+nrq1eDxwjHvKBerX01EGLF+C/BDhQB922f8hgB9vZZs1p4zO31Xri7nJceKYfjTZeMtTp0K6u5st1Um0O4PC6fnxHWYue2BEbkYVXf7Vbt6153vYPm8gG1RVee+++iknoRasE6tXyD/nW37Z/Rgd+sKOuZKJjB1DXR45S2zp2DRsTv1jzxu6aFM/ZU+CNEa3rAU6pTQ6d7AN44fSRQcfYp9RmC6jW2sHHJvR0Kl3b/EsPPjL5ly18jV/MZy+S/NuvgO9p9pFj/2KbdaC039h7yCTHIaonnj7hEz6B+M2e5klfT+eK6/GzzVjYjYidZJlj+7P92J42c6EfoB0e9RNOD5weePQ9cOuRiqxW0EGOC9sFL8CyEcK5+JWz6dh4ZgOxMbnYq3W3RhugtSHYxCrs64tHpY62JK8O3YIOm4VNySaHzl1gdzptvOzSD+/U0+HCe97zHs0FY6M7FjZzJ52zES+CG/4zXptZtU6jR59x0Ek2Gnfmv/Zrv3Z96REHj7Zaj23BAZsqe9X5QXkTGDNAI7CzifMp/Q+Hny5zglY5ssirw9dkaQNJPFp1MH34+N6XBfwlsKfa5kWP+uCUgJ/YccnL/3DmFo258aWkDm9tqM8689s7gTYceXw7daU1pxScKs0Jmeo3AV36+UY5baV3WsDxAXvVqxWAaBvv9hAfT7EYFxnjk9HFpw4A9I2YqVcroBr8g5V8auzsGbn8pD1rcHwM50veOiJPW4mfv9QFOgKEaj2NAQfIrraZD7jhsS5ci3B1rCl1Y+FHdU8MVVeBF3nw1eaxRHceZk7x8VWFZHvVq161SjgV41JHp33CY++Bas1dHeWlRnMM4CrFgjrq0wc5cwxXxxpXH0BzCdV6TPdyvbhu/uf//J/raaxZA/jd4fK9Iqm2RhwSWydw9gLJB9nWreC42vDBVVfjgwOuD0C3PQfOdwE5cA5LHQY4FHBd+G5xPQp8Bef2LPsRPjrpGXvV+cIBIRr7nTo8GteUcQqetYFxoKNDnQ1jFx3kAWNG57pWogfqA/qMZfDa6uTQBerwCR/gYw883fTwMb+Sw16lvYcs4yXLeJRsIgdeHeirFFeAFuhHf9VxUanumCu0eIakjv5pP1SJd4CsewFbAPsBX/HJyK5WdeQoIfAo+a1aezocGLwS3K2XDLoG8KCBH9CGHxql9vRXV76iA/6SR7taSXMdtGPrtn+mrpz1Zs1VV9cOffrptkZ8v/jOsQ6sCThrhl5tfhsZ+Kpd0/GPPejIUpIN4Kt1eGXdoTYHSnRgaMhkKzp6gXp15X82ATxkoEfHrpEFpw4n6RYXweGpa1vIAa4JtK4Be8TYjZ5N1ZoL+i5BHz6yBw83NrMLwCn5Vkmn72p72VyHfM5mtthPfN/bB+1HvtvJgBNHovXEEV+TJRaBE7NI9ukXuyjdEKDTkwL+opY91k0/evCzm2xjNW5tPgD0emIATl+luuZiVc7/Tg+cHnhMPHDrkUp1QddxwaoDX/aCG7K1gfqAAwJ1dPpsHDYBOBuA0qbli8Kmoa0ENhN8The1hx6NDdJGLNh6/etfD7X+DI0ND58N2kZqI9O2qSkRohkb2I6OXfpuAnQCNLaQMV86NmHywch93etet9lcjRnfyEWLly1+2wlvUzVO9ZsAnX4yx16bLpzNWnkT8B/wpUs/WjL5kkztOuZX3eavNF4lQIefvUo4AK8E1eZkmFxt41WiqWv5Yzu8fl+WSrbV8QgdGcbKt9aIkl7jhUerjU/JVnhtAYZy2uo3wdhBJ7ppq3uEVwn4UFnHWNBJXOFuAteCdYnGOJTsVWpLWuqQCTfrpo5gBe4muJRd13LwjJ/GJ7OO9ZnL0WVOAHvqSLjYyN/k87Hxq+MF/Dug7QCAT6yt0Us+nH53Ecic9vgbzk+KXCNwbFXitYbI8vMFOPaRNVB3jnfwZ/m774GZ13tpvuwzr2jgwGV92nB3Q13PtXUpybZWqvUdYD37Tb4+vA6C/UTM+qljX7Ge9NlzgOtBG1QrOK80V3DKnjquQ/uQYLaOO5uuB+uRDQ4APIHmGnJNKPXhsb7ZsITu/2nvxTpM9l3GBkE4enffyBXM4/X4rABcn/Xv+jNO30H0wJONR9v3EP8aGxnsp69aB+z42Ov7UwLgu8odQocY6sbnWsdHDpnkA3hy0fAxe+hDC9jANrJ9t09iQr/xouF/dEAb6APqYOpogfa9oI55IgsdGP7qjrmsO9v3kgeH/24gl45L4I8B46uwr4R4+Bdi/w/dXlwl2OSYN+XQKu/Wow3QkQHU4S6BrLsBLUBvzvWrjx32aHNrPcEBNiiNx9yb32r5EV5/HUkvXv2DZ482Gnqsa+uXLOvMmlMfGvTaU1ZELSADfsA41OHxs519iPWRo65fCarlb31sBfi00eED/KJkcx1jI7ta41anG021We+uR9c3HteBRFjdGNnne2zHs7I/AAAQAElEQVTbP9oADf4dtW4cjA3mxfWCt7qjj85t/9A/d9DJJcv1RY+DQfsFm8hyvbnmXZ/2RjTisf+PvXv7+ewq6wC+voUYveOyl0PiBTFBASMYD1iRoxRaaCn0ADTIoZqKKHIQNZzTogakikIVKtACpRRKKS3FFFrjEUwVY4zewX/QO00Mxt9n7X5ndl/feWecDnTezp706To957XWsw57//YLx5tQ1lCHd23wzGdy6EAGvkmGPY86euKF/06VIRY5xLPfZcK11147feTivjZoX48pOnjjAL3LCH0gj7cUnXSDzQObB743HnjYFwAmscBT9UxeAaRlwS3JLMrLCPqCrgAmVSfYSvEz8QUSfAUh9Wjlk4WXgKdMnqANR1lqcfHlcQsNGeoAfvjIC2TaSoOPemW/fxI0lfdCZa3r6dtysui39oGNEf5s84pUkhkcySqt9iTzK9LJsiEtzxOl7EiOvUkgQOOd5ESkR9vXdumL6kVniwFEPN30aksyNzTqk2Xx+8hHPjL0izqAViqw08lr3HgnD9VLHTxQWfKFZFl86ZgstEnmJhlO7SdnzUsboPfe/txbhrcfsHVdb7wmmRuIf/mXf5lPH+ml/8buH13IY7tLKmNwVz3xpQW6Jhk+8AVfPRqpjUFTv9mnQ9uqt7okcxzB3QvJ0mbMt61jv2V6yyeRzN8wsg9vC7V2UNm1ke5wEK3562N1gJ4FPvANBz/TgM9HAG884dmw+HOg6tGXP50vu+yy+dtJ/B2I8IAD/LzHBqb4dDWGkuVQA2eDR94D+poW+jtZxlv7zPhXL9W3xoAymiTzsK0tyRzvSbCaefUKnTP6/7GPfeykKR+8jBtjxeuunswbMw61xqa3wWx8jRs64dVNPFqQLDLJA2QmmfM6ydygiz34jN0/B2ebWvPo/vvvn3+Wz2bZgYAu2swjG2Djf0cy7SGf3sa9OeHyCy80LgLUo7M+uoyV14bGhhy9GFzfmTP0Zw9ceIBMG3XygQsRm3y2wZfyh7XLBYAnfmzjG32krbrU5/jKk40/2fJSfNhIB3V8BQdP7fhZM6XkA+1oyAFJpr/R0288+A8uuckyVvgAPNg8/QonyVyz0IIkk1+y9C2+Y88/cvFat8kDqFK8gDx8ekuTRR48oB1e+SWZT6zVsZtf0cEF8OkNkkw71MGHx4d8DuBoK291Yrl6gB86qTJc9MVPFl2VARx9ZSyhgW8MGc/4wMGfHHk2q0cHl35A3xqfZKnHo6n5oM/xQQfIMieNM/u4ZPER+gceeGBe5iWBNtde8hXINgbozI/4KuNTvnyMD32bwodXPmjxqk5o2AAfnnopHHYkmbFGHd9opz/dlc0pMpJlT9c29OYEufzEf0lmHNGmTCaAxx548PEjm27s4xd43jAC2sUHP0H84R/+4fmTWwd0tOQ79Ht1P8n8a0XeVGS371Z5OCYeiglkjN0/MtjDD9Zw+/deCmjbocx5JVaRraz+T//0T+f3WPiGX5IcfVtYWT+wiUy+6sMQ9Unm/k7fJZljH981JFkXt/zmgc0D/08PnPP/xP8/6J2sJr4AYyIL+BAFFfUCiQAlVS9wCXAmN3oBr23amxcclA+CJPsGBzLIL48kM/gkmewEKG0CEXmAjvQR6OhNx4l8Gv6HPztB2SWLLi3D4b9kqU+WtO2PREoncvUt8IaCgK5O/0nh8JUnbBaH2qheO+BPi5I0eeTtotPJAJvhrW1hNxstktqTzI3k2P0zhpLMMWmhhburnuV1ih5PlwTFaWpMwvXkUHrYwXwCvsHANnMsyTSLD9QpuFxSlocjNR+e8pSnzI1yx506c1c7nua6POBXqX6RbnDme0Cfg1PRFF3nDXpx6Lvf/e7cPBonxgwwLmxszU8HaxcA8JPMzat2vNQBeXUF5YL2gjr8yQX4e8LtI1nWQRd4Nt0uHZTFBGMTOICbF2Tgxw55PM0Jm/kk81Bgw80evGzmlW3Kx+4fOnEVDb7JYhM+4jU8OOZUga5kWwcdwv3ZQx/x8tM5G3IHDgc0lwpw2GXOoZPHmyx8pUBePRns2Kk23yywDuOHl8MMPvD4DQ2ecNDhTZ5yknnIKy/80En3QpIZY5McbYILjlbsMspgl539Lg+UgTx5dAF0LSiDdXuSKRddIclcD9iXZPinDR2QL7BXnv8cjvUjfHK08Q356NQnmbz5DfBr/SUO8puygydAC8/Yc5gnB1/86UeedvzpIa8+OTaGxu5fkjkOtReSTF3gF9Zt+JFDByBPztj9M1bpo44Nu6r57Q66wcGPLcp8IIULj4wkUzYZcGsHOfwgxQfAGbt/UrDLzv/kQbLsDc0v/iFHPR2TzAN+5Sc52t/0qi7wyVKmCz7JMn7xI1BKL3PYnFRnDpY3HujIxQd/+PJAGT4+cMxPMvFBq54v9DX+/OsnpdZP30Nywe4bU95wRSuGyPv2j7cBXPS5bPS2kocbLhbwpIN5i7cx6hLA3sflgrGGht4+Bmg/Qx828cO//uu/Djpo18/0d/nJFnXsAn6GIFbRGR171Evxayq/weaBzQOnxwPnnA42gpFAJFAIviY2vgKq1OQ1qQU+ZQFKKgigNdG1qwOl14avuiSSA4EcgEYAkhe0EMnTT6osX5nqksxDhjpBTyCCdzoA/wLd5Pfjq34tNzmxzfvxOZ119NU/gG7ejsBfvRTwpcDurQsLA/+pX4M+teC45U0eebvWuh2UX48feOxOFv1deBjv6vlHmz5MlnZP6Dzx054sdXvzvqmgbk3HV+r8BQnpowHMR9/B4CfjQ5osGyT2sd+X/rUpF4w3rxEqd27KJ5kbQB/d5Pe9/QR3bP++bx7Qf2vYT3Db123JsXmxX/sa93h5Y6n9D+ecc84Z1hgHaOPAOqTdU25lm11vAlhfkmWDb9wZR3RIMg+H6pQLeIMk8xCQLHhJ5tfRrWcAvjd74LoAIE8soA8ZNs0uCWyw5dUlgX4U6O+VWTqo9MSODfIuMPCif21nl825OnhJpo427mQAB3CXDt58EK/RqiNfbLc+wxfXfFjT5Ro9XRDY5PNZ3wQQ88mrfngVyAfK9DX3bf7Z64KYTIc7vqI3f+GHlzq6Nq4qq4eDVyFZ7EsemrZ9v7Q8pAW2Ny9VJg/QaS+oB8VLljGAVr2UbLaL41Ll4kvhAPXSZLFBG3v1DeAj/eEgrx/4T6rMR3CME32OF1o0fEdvvOXR8Ls2eEnmoRbOWj/y2y5FD5IcPfzrV5BkzhH0ymwF8urG7h9+6JvK8xGAY7ypM7boaZ7SkW34qCuwDZ8d2zmu0cNRJtc4SjIvnIw3tsEHcArkNS/VDvCiDz70A/IATXkmmZeLSaYPtaGHD5TRsAXQs/Xa4Jpr9gXwqicctiqzR5+iVYcmyfQ3PwC6wxEH7KuAwzzA2wUAPviRo84bRPDo5QLAgdthXL2P+Pr2lZ8c2sMZW97aM+eNN3OWTDR8JYbwiYtN8QieseotT5cMcOHR1WWrSwYxkGyxgE504xM4+tz4dkHKXvTqtQPlDTYPbB44vR44LRcAAoEARjWbAhNYIFcGylJg8gtcAoAyEOTwgAfkgYmvDOcgKE6yLKTJkqJJIplQPAX8pQIP3clSlhd46al8uoEOlYV3sgR2eSBoS0FyTHflRwqSzMXOhtQBnh7skIJk+ZK/jaOfVtS+pnCARckNMR8rHyZIlr6waFVvm2kbYnVJ5oG049riJW8xNJ6ShZ5PLIxj989cOXLkyC435sZFZu1XT+LUHWZgOz+wwZ8MNK+McXbyhXZt5qNDk7dElOFI/ZUC9DYXSeZGFC06BzqblLH6lyx+XlVt2e+TB/Qn2E/cun6dL27rpKD1J5Puxbe+2Gg6HGnrWDJulG305ZPMTbW8mAS0g9bJr6H6JJkHEeXiSuE68HtK7w0e490FlvEtJpjTNtgArdiBRr5AX7rbpGsz/l0AyMPXpg6+WGIuAHmQLLqpw8vcEaukbbeB99SNXuymu3UYnt8Cm1fm69e//vUh76lf1/TisQEtvZLMuUkeGeUnD8buH/vp4DDBL/jBo+euef7lG/UOH9rgkgUnWWxKjqVoQBLJ7A+8kqU8K/f8j66qpKB5MtbALrBuh59kylEP1KGDW1CXZK4HSYZ/cAra1Un5JlkOruzmG8B25SRz7dXvfMEvgC/VSYF+BPLa7Wsc3KR4AfRw0NE1WeTSiy5SbUC+OiaZttS3Sea8KQ82AO2FZMFRTo7Rj90/OpTWPDXm9Lt5y2YHwbZLAX2STD2SxafJUiYDJEuZLkmm38bunzZ1u+zR/5LMfmR37TV2zSt1ZEqt0ejh0BsDeHSFWzy48nCk2ux3QNvQyqM3t10E4AO0sV0/oScXrXo82Q8PX7roZ214OMQ7hDuc259JXQyQ4+LHBR7/ks0PSaYfyUBnvHl676d23lzqmLG38dYUHsCbAfQTi/SbtwToZA8jFSPEVn/RB1/2kCnW0PfSSy8daOk/dv+SzHGULH2Bvza6s2uHsv23eWDzwPfQA6flAkBwSjLVFKxsGnwJ9Hd+53fGu971riH/u7/7u8OfGHvve987fD1dkBM0/Jm+d7/73QO84x3vGO/YgTw6X+vHezLe53/JIlOQ0Zws5SQzuDdwt408eWn5CoKCahJNk07wEYjUz8rT+D+6grJMFrnKyfLBqnW7+kca6MMfAn19Uv/RzULTRcaffEuO2aQdPdAffpem7rCAcbrWlR3rOrfbybKQwUsW2y14yl6TS461q+M7PBx2XargyTdJjm5a4PGl9DADW2062ODpgteM2SpOrNvg2Mg8+clPhjoPEzK+JCw1xqTAWEwy7r777vndAnV44YuPcnHkN/jeeSBZxrsxvAYSk8x4Kg/aLg+SSI7CidqPIu7JoNP/qh/zmMdI5oWaMdA2m9wk809VuagU9x2U4JiLAA+ApjCZ7flfsuidZNpnLMM3/oxTF1nmv/lrQ+zg5VDtbQAXpDbWNsdiaZK5CUZPNlHWJ4AXehtic4OuSeZP2bSzAQ6a6i+/Bhv/0tnY29B/61vfGuA//uM/hg8h8oc45kksfLpJHcTEdT8P8EaAD4X9/d///WCXNvrC5Uc+UOYDQB/y2C6fLHYqO0TgL9Uv9IPjwIovOm0ODvjjnSy+TpaUjXwmBclSnxxL1/V788p7Ab+9IJ6wZw3qgDo2F9a0a97q1zh729rOB4A/jB/AJ3wgrw3I8w/f6RsXMXzFp3yn3uvcxpmYqw/Vo+nbAPgq6zvy6EQPvsafvmxUlyw+hVNQTxd46pJI5nxAB5KlDq5GY7U+Q6veGkg+mdrxo5txYnyjS5an7uZL6eEBcuDIJ5k/I7B/Mz/w146vNFn0STIPwHhpg0efJEfnljb12sfun3Y68s+uONcnMsoXfrK8CaQf4NHfvNWmTEc85aXmNh4/+IM/OPVOMr91ox1fdrgogMtHcF3+0YkvekGQ5Kg+eKLhV28DeKLu6T86gAbfr1sIgQAAEABJREFU6gTXWwFk2Kv4832Pf/zjhzEFx3w0ZvSHA7r12/jCy1N/3zfRX0984hOHOOUtUHKt2+SM3T+6+ig3vzznOc+ZeGzkn13zfPOWfD42nl1gGJfJ0l9wNtg8sHng9HvgnIfLUpDAQyowmdg2Cu973/uGw74/fffOd75zXgJcc80147rrrhs2Q4Ih+OAHPzjx4Dr4AxcGQBsc/JOHBgMBQz1IljZBU1kbOqAsAGmjW8uCuTxcqbIgK2/BlRZf/nsFSeaiSVc6WqwrS13zj2RaHwnye/WojjaS2jzhSiI77ZJBXzy/B1N3WMCiRNfqL88efSXvKZq8OrhS9eaC1KKqHsAD5eW23gKMxvyB39R4dFhQd9iBfWzgA4d2+c5JbRZ7flH/zGc+c44bGw4bo5/4iZ9QPTdI/AZshFTefvvtRzdy+CTLuNNm7ibHyuo2eGQ9oI/A8bTQVjgezt5686U08snyNlIPN8ZKknlRpN2hyCbW+BPvgXGJh7EFWq6sJHNMJkuqPolk1uORLAdcG3CbfnJskG2CxUSHZoduchzGbMTl6TQZ7f7Xso2x+KFso42H8WwDTe8kRzf85g2d6SAdu3/o4JtD/GBNcRAUo22wHQ7R2Whb68w/ejgoeGPJJa3UK7vk4QfHU0AHAxcZ3/zmN4fvBeCJNxnsogOfV286q0dPH/IcIBxYXTgABwhtcLSLfcpoHT7U6ZOdafM/uiaL/+kGNCSZ/ZEsKTyQLOVkSffDVYcPkE8yYws/AXyAPJAfu3/s3SVTrjqQLGOhbXgCeNoLyXLhz164+Or3JPPbB/zBr/zFH3wA5PlGf/CNdn1qvOkLb0Y5uMHxdN2bKNrk0esb/Yq/8SE1XowhKZCnE/zq3rT6s2fdrpwcO6yTgQde8JLMcZtk+IePeeCwaswkme3wjRm0Y/cPnnYgjxcd204v+SRznWAfXPX1qVQZ3o7l7K8k88DP5+qAvHWH7sogWfqzcttfSQZcNPijwZ/fAXy6wFFfndHrQzQAPRy41Rt+knlY1sZuuGKDPYO5av/Ad21nH5lSfLR5Eg/X4ZyvxSZ57fxsDHlbCS66Jz3pSeOCCy6YX/U3ZsxNY0kMclFg3prz6ukjHrgYMA7FPuNJjMHb2i2GsFt/3nzzzfPnEz/+4z/OrcO44zP+YB+b4ZJHF/5QD5JlzEzCB/8H58Hslmwe2DxwCh445xRoHkJi0qoQeKQmq1QAaF4qWKgXCJovjXo4UpAcm+ynMsnRALwA3vRpncDjkuL6668fvlT60Y9+dPzZn/3Z+NjHPjZBPjmmAx6nC5LMxWcvP35MMmyI6Eln6V68R7JscRCg6UA/acHrYPI2u0nmk+wkqiYkS94FgP5Psq8fJvIZ9L8kcyPYsUr3sfunv+TdeO+K879ksVvBAiu1meYrfSlVB+RdDhRPHVCPtw2EhVXdYYf6zkbHX8EQA9hZu9ou/fmf//m5idNmvNmc2CAo86EU2Jw4hCSLz5MlNc+TzKeq/Ah3g++9B/TNGvaT2Pb92vbWwd1bt185Wfo6ydzMZ5caR8aM8ZZkkiXLwUSbizXjRLt4ZpyQB+QBImMUJJkxoPkkM3YlGf4liw542Yw7/Dt0kWWD61BmPtsck0sO2XSsrPIhQ1yRwrNhtxF2EAYOAOpLB1eZLCk+8tY4Msnzaq637mysPd17+tOfPnwYzNPBH/mRHxk26WTg7emduPTUpz51POMZzxjPe97zxs/8zM8M3ypx8MCTPd/5zneG+OQ7JfIOoA6iDgJ0gOvwga8Ylyw+orfDj4OtwwMwlx0s0PKh+MBX/OOA0jxavJPM/kgWnrU7yewXvgPJUk6O4SfH6sbuX/F22aP/JZkHUb7dr33s/pEJdtkpEy7Qr2saOKB4SY7qnmS+qcJmPtFnUsAHDln6jx+U+V6dlE/4S5uyQ7+Dl8sZa7F1CfCtPYVU+7e//e3B9+j4Ez/9JsVzrQP+cKr/2P1LlnmkT43ttiWLX9muXjtQxsOYhJsseEmmH8bun4soh1K28mGSQSd9jy5ZZOKbZF6OwN3Llyz+B/I71lOGfJK5JymdtgKZcPAD8ngkmSja2aJOu/7Chz10UgfR3DeHtPGjNMlw8G59kqmTNnTox4P/yADka1NNJnr+kQfy4oIDtzmmTDZe6PSb/sWH7g7vDvj4mI9wk+XyyVgQV7SrR/fTP/3Tw88BXDAYd+Ymvr7H43sBHW/q4Btfxp0+ow+e3irC88iRI4OuZLuA+uxnPzs/CiiekMcedtJdyn5jmc58xIZCkjnX4G2weWDzwMP3wDkPl0UnLj4mrKAgvwZ1AnnrTGj5pvLHA0G2bUmafUiK/0MqHiwkCz69VAk2AiBdbrrppvG6171uvP71rx9XXXXVuPrqq2dZ3Vve8pZ5gBCM0J1OSLJvEKudgih5Arf0TAF9ZQHgOzopS5NMX3mFVNnmUFp75JPMRW/s/tl06ocku9KZ/1+SuRkcD/5rv7APeJtFU5JpY5K50eAf7XzWOcJ3YOz+Wby1FW9XdfQ/OBZem+qjlYc0kywbNuqzy1NQG4GWk8xXAJX51p8SsvjzmUOIOWjDhVY7f8nzu8ODPNokcxzKo5FucPg8YM6citZJ5tOlZIkrSeaHAG3EjR9jR9yx6XTQsUlWZ+0AlSkPlI21JDNeJ1E18zPz4P+SzHmPhhzj1iFLHLfpJyPJHOMO1w7hbDS/jV15MHb/kkz+ybEUjflAXwdD+ifZYS//JUt+zYMucMm4995750HdBtz3Vxy2zA96SeHaxOMvVe9A4eLN5t1vg10WuARwMHBhQCe2OqABBwLy+JpMKe3YL947FODJDvrzK3wHD5cl5rFNP1p68B3AB2911nC6ru1Mjs158kCy+CPJQ3yprZBkZpPMvkuW8njwX5JJS09VZILKb15Ze5LJx/jiP5Bk+AdXWsATJEs7XHzY6BDObim7jVN5BzA+8uTVmyQO8sp85vLFmivv0kmbN1z+8i//ctx2223DTzaszfzsde1bb7113HLLLcNPOtDwOVnkkKdf9C3fK9ONDYANSaZv2Gqsq1tDkukLbQX2ogdj908Kdtn58UwHRGNDH6uDT7aDJPnq+AnImzdAmxQvNED7GpJFXzjwC8pAOVlw5OmgPslkgydbzRX2JMuYgwvg8hc9tBvf9NQGtLsMs97L44eXVNkcIahy1SsnmfsO9WjNH/y1k4EHucpJps/pmSw/I2g/OoSb8w7ufm5o/5ssOPqefGPJPCaHzuRYe6+44oq5ppqnxgp98SLbODVGXCxpo6d2OnnjQH+6FCDDmwB++y++6FOXhhdddNFwwWDck0tfusHnP6Cu9iWZ425s/zYPbB44bR542BcAJvzxtBFM9msrjaDZ9nX+eHQCDEAjMKzz6kqXZAbEtpe3ICXAjN0/wWuXzP/Uz8zuf+Wxy87FSXoQsKU0dALwBdZ1Ki+IWwySKM6DYnWbFbv/WdAFeHylu6r/E/hql3QNycK3dNrQV5fmBVf5kwX4FhdfiRX80eFNd7YnGZ78q7fRsKEQ7JX5Nllum5VtKgV69EDdmQx01BfVkT3Ns93mSl2y+F7/W7jgJBm+kqvPleHzo7wNjo21vHop4FMLsCd28uoOMySLX9jEziTDq/vytcv4qq0OKn4GwOcvfOEL5xyxmYCrL6TwPUnAUxms+dX/6jf4/nggyYxTyZKupSYPrUv2LydLfft5zeN4+fa7uPTYxz52XgIYFzat4p75hp+YYxypN36ML/Vw5ZPMNwg6DtWb1/iS3Xq05jhaIM6pM+bMcxtpcd46Q6YNOHp8bHbNa2Uxkm7ybEgiO30ofuMpVjocJRn0TjLXJHKtX3S0eaYDnfCzwZba1HtFnxz62LjzB1no8HCw/MpXvjK8SeN7ADbsDoku6RwkHShdQrIdD28zPfvZzx427+aoPyvmdV4HfMrTg91AHtBPuzcPvGnAHhcI5jldHDzJcaDgO34kj27a2aUf2IufugKZbGEvvCTTf8mSqoOTHCurWwNe5JEhha89iez8TTZfqQNw4KJLMuXpKwAPJEs9HOVCkrkvGbt/2oy7psYGv0mBvL5zWQr4Q1847Lv89GFGbzF6yi/vg4333XffAPpdP1qT77rrruHQ76dXxp6frPnrDsro/Zk2YwVfBzk6sVG/WKP0C13YwP6d6jMm05vvjSkgrw0tgM8nxnKS6Uf9hz//Fac05ia78TUG4ALjHm6yXKLJ40GeVFmebviiJxtfc0592+Hjrd2YUS81R9GB5NheBT8Ap7ySzBijDh/txrMyP7HDeOcTstWTY9yTQ19y+EVbeahPlnGjDvBfcZIM8QWwrfPB/ALkkYOvuCOPB5+KCXxJvos9F4HmnzFlv8Yn/Kyv2YlOan6/7GUvm28wiAcuoIwJNifLBSt7zVt8yCKHbnTyMyJ68YuPCz7taU+b88UFlbdULrnkkuGCEZ3LCbRsA/J8JmWzt5LoTzftgI3J4rNk/xTeBpsHNg/s74Fz9q/eak/WA4IQEKgERosM2qaCq6CsToB90YteJDtBmyAvqOLh6ZDbUQFUWToRD/gfORaaZHnSil/pBE6kFhw4gEyLDTzBW/vJgNtaC0tx8cJDQLZRsTlpm8WCDGU40iRz42BBcChGp/6wgz5lOx/XJr5hlzKf2XwnywKlPlk2ETbELUsBPlIbsuaVDyvUBuPUWOATm0+pcutrX5LhbxZ7YuHr6ebUus34taFwSJFv25aenR5IMg0Xb7773e/OGGNsKRsf4qjNqHEorw6BMjxgHGpLMl/JNubU23zDTRYZ8urXkCxteGgnCy9xTtmhygbXGmBOJ8vrzcqN0/DwpJONN3oHbnMAHn3ME2DsK8Mh00ENPVp5v9N1qHPQc3Ds0zhxyHqAv43/P/zDP4wvfvGL89sI6K0FdCfDK70uNj1tdmh0uLznnnuG1Gv/8G3YPd13SWGj7xCElg7WA36mo1goJZcM64j4b3PPDmuftdMlgLy60jtwsJef4ODJl8rwkswDRZJ5sCYrOZZveez+Jdn9f8wnmnxdwAcYL3wI5AuI4KoHzUuBdiBfgFf68oYD9tYrw9eGXpmtfMGX7PWU1QWNPm1qjXXoMqYc8PDQJy7p/eUUf9bNZY2fVBlH+gbvJMOBTb+6ANDPLgT8TIR8svCU52/+pwOfk0FPIM+2JLMP1CWRPMTHKoxTY0B/oKOHlIwkk14dPDy1kckP8tqkeOEBkmU/kSz02kASyeQJD8yK3f/kwS474wSedJCqKySZNiSZ8SDJvBw0hulYGil+fEtveXaKG9Liq1fXMnvQSPFIFnnq8KFHsshGA/AD5qh5LL6gNU7UOxybX+rhADL1IflkdTzBP/fcc4e37exfjAEPnvg7WS4b1aP3MyDjid3mqPGgXv8Yd17lJ1u9eGNsuUxQpp/5bv9DptjkI790/Ju/+Zv5Ed8f+7EfGz6aitalBBvYq0/sj+IWwcUAABAASURBVMQt+2KgXTzkH8Am6QabBzYPnJoHzjk1so2qHhCwBU5BS2BMlgVIcBI04Vk8tb/mNa8ZbofVAcFNkBT0BFw39l4fhWsxKD3c4wFcOsAXWD019aVVr2y6cfWkRt6fZrEh+MVf/MVx/vnnD4HY4nE8vq1nE1scxiw89BWck8VOOgreNo1oksy/8kCvlqXw8MHPdwDUJQsP+cMKFjt9Rn++kbJVqqxP3LgrJ5m/X1zXr31ZHKmncfwlf9jBBoQNHRM2njYK6grJMhb4w3j12qCnFfVlsrQr92BS2i09ez2QLOPCXPnv//7vuWHnDWVxV7xxOBVjzUWx0hiCIzXepPCSZX7CSZZLOnhrMHfRSNdgbCuL6XjhaZPsMKWcLAcvOonV2su38yPJ/P4F3W2YbazR4kMnNGjR2eAnmT8twNOGW5uDode+xWMbbodtB0OHdQdBBz0/f/PkHx298XdRYUPPNpvsZPlwIj3gWOM8efY1bxd4LhlsytHyrc05vejgoKENf/zYgCdwseFQYHNPH/gOKZ5C00FcsBaiY4O8dQoOv8Cni3b+4PM10CHJPAAmx1L18JrK44GnVH1BG1AvBfJwgbw6+FLQvDagTkpXfSePVp4NUnUArTHAT/wtZVuyfBNIv7Cf/1yc6E/96rD/3Oc+d1jXgbyvr9sD+JCb9MILLxyvfe1r508dX/3qV49f+qVfGpdffvnwRNVlzle/+tXh8KdvvTXgMpvO1jUy5fWjPL3ZlWS+nk5PeicP9TOb2FpIMi9oksz5iQ++eOKHh9TcQQtcApGLB1wAh1/A2P1TRrvLzgO7tJBk6phk9B86oEwGeqAvkswxgx9Qnyz6JpkXAOIHm9HTCx08KX7okky58JJMu+EkCw9zCS4f4MGusfuXLLK00TFZ3kTAEy91wLw3BswjvMwXvIwb+vGhdmC/ZsxooyM8uvA7vvYl3uoRZ1wKuggwd8VLQBfyjCvjC61LOWOD7uamuCPOwKeL+KLv0JJHJ3PdRaF572eP3hoyhu13vcFib+kNIfR0xlvf05mOO/fMb2NJ2cMfYg4Z6jbYPLB54NQ8cM6pkW1U9YBAKhArC3iCVjdDApk2wdiTf3/yUBCFK9UutYkS0H2EUB4PgVM73BMBPEHebzRvvPHGYXPnVt9mzW8Bv/a1rw2/BfU64Je+9KUB/FlGi8WJeCfL7bSFIslEp/PM7P6XLH9aS9DfFeeCZ3PI7jWexasBu39NYN2O9jACmyyKxkH1X+ctVhY4tsKFkyxf9+1lUHLMr/DheBNE+miA2mR+sMfGwRNIi3x9xT/a+MhYs3k1B4wb9drNC7z8mVEblbZp3+Ds9oBxY3zwgnGRZF62iY2egjtswtHe1JhSBvLqpcYkHlJtIDk2R+EA9WiAeIfGmKWHse0QbMzbAMO3ebX5FqvVowfkJJmx0/juGkB3vMVWefTa0ZOnTV47fnDEe5t5m3IXrTbaUht0T/D9dMbrtw4e8F0YiDU24zbv6m2uHQpsxuVtwv32nx02/HDNX78jd8GBj7UELh3Z6tAO8Kue2pLFTrHPOqBf0CXLYdchxIWyGIHWJQB72KiMFyBzDer2g7HnH93WeJr5H+i/ZOln9cmy9u2lUda+htYlmQfJJLM/ydImBXSWkqfv2M53fAMcuNTZD+gD/eew7kLUxagnsg75L37xi+dPMTyB1T/6Fz9jTx85pLk44Dt24UeOQ5gHAx4EONgZj8apMWF8GA8uYrxd4ECmD/EzJuEaZ2QkGf6xQwqSpY59tRN+8/yQLD41P/Qx3vDxsW+iq7J6cuTxqGzlJEd9jKc6IF+oPknm035lvM0feXho5KXaCvyoXhmePKAjeimb2MA/6NXDNUaTzEsA7a1rPd7li45dY/cPz10y7SqOdnRSbXihNT7sKQG5/KN/tIsLQBwynupTOGjV0YvvkwxjxxN4YL7re3OaPHPTGJA+61nPGr4LgIfxwn55F0dsMP7E2SRDO7/Qwzqt3R7I6/70cnl13nnnzY8BeqPFnDe22UU+X/CBeGTcimV8IBawsXOEjhtsHtg8cOoe2C4ATt13k1KwEgwFKEHLwcUmy2H7jjvuGA7eNkuf+cxn5p90QQTf4iaAohcUBdIbbrhB8xDwBE3Bb1Yc8D98yIYitcjjL6/ORkDwL568esHeoiF/EJSPQ1nxksxs5TgAC8wq1XlVUZ4s9G1jq/o1L+XDDuxf25As/mFvkmHhW7dbtC2CFrzi8FtxLPp9q6B1hzllj7FuDLKD/eaIcZ8sG7SOEW3G/YW7J1dwQX1TehdY6jfYPCC+POiFoxt9cRgkyzy0MfUESrxLlidrxpkYmyzjT6wyvpLlqbrxijcof6lxqk6qbP7Ctdm1uZbH18YXeP3VAU5ctnGFQw55aPEoLyne2uDiqUxvcyjJPCAkmQcMbTby+KD1WrdNs9hi006mjbknvT4I5+NvDvt0RGNDjTdfORg64Ft76Mg/QFmbg+Z5u027i2wHR2Xxi614OYygJ9vhHg860RFOslx6WnfG7h/edOslgCeA8Onv8Cl1COwr6V4/Zivf4Sl1kJFfAx6FnZij/7VOqlIK5EESyXySrH4vzMYH/5fkaD8UT1Oy1PNHgW/r7+Io61s+0kfiIH+oB8r8xKd+O2398DMLb0QBhzZjmmz+cWhyaWKt5zNjRczUnmRoc6jTzmd08/bAS1/60nHxxRfPP8fmrSrj5K//+q+Hhwf6wAUCWpcIfK8fjU1ABnvIqP+VgTL5Uu3y0mSZW2yHRxd86ZwsvylnO3z89TEe5JHdOu3o+QpfZSBfQAcHyKvnY/3BfuUkRy9ptOEnBWjgAXk6SJPMuYeePvSnJ75j9w+evPkLn17w2KoNP/aTtUOfvNQlmW9H4IV3eaDBQ502vJTxsE6a53i5IOMjeNqBerzhJjn6/RBjTpv45JLJWDPHHdLNSYd+Y4o8cRNvY/Xnfu7nhssj9PTCg55wvTliTHrTyOHfuKQLnbzdgwf+xjL/kunnKd5WNdaMTW+t8Am/0Vls0iaGouFD/MhNMsQf+BtsHtg8cGoe2C4ATs1vD6ESkARaAU+wEtRsktzUu1m1iCMQcAVM+HDVAYusV6wENIFPMLUQWly0HwQCo8UGThLJ3AjTR0GAJxOeOvwtIoLpWge4+4FgrF7glk8yF82x+1d6r6vjv6ua/9m8adtrJxwLh80ePSbyIf8fn9o8WXDXprBfWeoAIF/gx3VdkqMbTzjGg8053sqHGfQ5/ZM8ZNx4O4Uf2Gg8JsvYHbt/yjYTxsquOH1jLNmE2Gx4VRXdXp/D3eDs8oD5tVg85jhJcvQjXcaIjaZDrCepxpvx2BRdssw9m12QZG7Kx+6f8Yc/2BUnf3mgDPADxqeNMd42qQ412h2GHdrEaDEXjo0tHnDRGcfKUjrgZ2PvAJhkHgzw1JYs+sLFnxwHARtul8428Oeee+48oHqy5kD3iU98YriAVkZnsw2sMeSCJIOO6K1hfGbtMOds6NH6017mH7/Q0bpijXJAZIsLAG8KWCscKPAlj73mNNvxtc6ppztd+cirweY8PAdP8c966TDiEOBwKi7yQ7LECjzIKPBHIcn0wd62lqVw6V3gX7bRQaqsrbhJ5tjQZ4VkkZNkrP+Vhp+Mw7bJo5WqYyP/sossPuWfxz3ucfNBgPGrbL1MFhn86bV9b2C4GNGXeHnaq+9cwlhjHbiMez7ne/4ij3/5ko891fXNFXh4uczW18aT8apv7UfQ6C92JcuY5Cc89/qJHfDoxE72ArYZT3SR8g1bHA7xSTL/cgdaPNoHUrLIKWhPMvc68miS/J8+14ZGWh3oRLckkjm/tKlPMtep6qMeb2V6yCeZcuDrNzaQoW3s/ukrNppf6MiW1gZ0fIE3XH5IFlvIAHDwkO5YHo09eOgX/PAwR+HQA6DVhrdxA8dYgqdd/+MrZsjjDYcO+BhD5qO8g7t4oI1t8h7euIwSK+hh3CQZ4oJxwh7jjZ7iBf5843LSmPL6vz0x/fDz01QfG4RPrjIbzIkkgw7GijGNF5n0Ni6VN9g8sHng1D2wXQCcuu8mpcAlOM7C7n+CF7Co7YrzllJAFrgEXql6gRKeV6B8ZEUAxQc/7RYP6cmAAIsX3habJJNMvQz53SQkmb9nE/S1nQjoZBMi8Muv8QVxZa+EWiTkgQ2b18C0W0jUoU2WRU4wt9lTf9iBv22a+H5tC58ra3eLvva3NhcAydJP8OoneYse/8kfdkgWG/nBGDAmpMaIN2PYx3b1xZGq7/hdjy2/WeUb+HA22DyQZJxzzjnTEcZWkrlBV2FDK9aan9qMLeOpKZzkGD4cYI4af/CAOrhN5ZPMw4LxC7dyxHBgA65e/HRQtql1iIKP59j9S7L7/7H/xHHtNsdSLfSVl9p4G/s283jTB29zic4OfmS4hPVKt7fK/M4Wjk2zQx86vKTWpCSj/PC3EXcB4UBPZ/MNnbhkE28Dzlabf/p6W8lm35rHZnS99EAPtAF2kwHPGsc31gKpywApfHzJQeNg6tV0NlnH6M1uvNgsXYM2oE66Bv5cQ9vg4kUuIEO57UlmX/M90B8gydGxNnb/ygdteeyXd2hkG+D7Hen8/gP7HdaAQ5oyf+kveukH6w2fO8TrD3Xy+hc4iCk7tFt38DKe+Httjzwd/azAAwt9Dp/f62964ufCwVsExhEatOxag7oCP8jzEd0BvwEyjDu2ybO/fMxXdQAP84jd8vhJyYevXOA/skCy9Emy7DfgotNGD2kBnXbpGsgoDVxtyq3Hx8HUPDBejUt84NJJqk1eWnvYig8/4CGPt3b9rJ4MeFI42uElkZ1/UUFbkjn26AHU6Tt9Bh8vsqXmG5/DAfiq169wzHn6m2vmOx5sMtZcIOgrOrnY8/aP8URn/SMOGGP8gKcYBM9Ywcu4s7/10z38tHmLhVx+8tNVD8mMV2PRJQFd8ec/4xtfNnIAPdkgpitvsHlg88CpeWDZNZ0a7Ua184AgJiABQVfQUidg7ZqHgCzYCl7qpIKrNguqnwwIcAKpAApXUBQ84cI7CCyOaMi1gCQ5ii54CpTkCqjK8KXqjiKeIIPWhi7JXHCg45EsTwI8MSBHPejmQz5ZaNqeZNjw2dxofzSAxc3iyCe1x1iQ52cbWwuwvL5V7xJE2bhRbr2yDVfptR1mMN7MB/bwD6g9d95553yykWRWsT3JMO4dYozn4nf8eHMAcnHlNzi7PZBkdP4YL4BHmpqbjbHGkXrxVtyEh95clBqnxhbQBle6H8BXD8c4pwNZ8viImza15Dio4emJttinXcyW4kE+UAZ4WwPwRm8O4eeAJE8GWcCm2ndXPD3zCq74q86f22KvMiAHD3o4eNpAAzjWJHHc92I+9alPDW8N+Figr/+7QHAYsNH3PQFP8DwFVBbbrHF+wuYy2wGCHDHek0A2kGFto4MDKpscINDyBT5sdNAQJ+mCB5noxENy6Vb7AAAQAElEQVRvALiAwENsYDdgyxr4rmV5sgp4FvhXXgrki9e0dVI4+nc/0AandJXPr8ZZQRnQmw18oy/FOwcsfStVNhbw1F9SvuBjPynsRxjxgGsc0QtvvlPP58YI/5Ejlnozw5sW9HEw43O80TuE+S4A//Ozy5Z/+qd/mt/RMIZdOBgf5hH+ZLGTj5uyH79C/cIWoB6+ejLJopd6tNrYyycOjfDYgD8cZSk8dUAZaAP8IG0dXIC/+rY3r147fHkgj3fr0YB1vTId2aA/zQE0+NIZwFeuPcrq+U49n6AlB46+Zz8d9B8/k4MvQKPPpHDww8O8Acr0MFb0uzw6Zak5abzgi94cNBb0qT1M9TJHXegB8w4u0GcO6vYu+Lg0IEcfujxyqPcGCl3MabHIRT9b0Bq/N9988zCu4KChA9vFCvrR058e9BMVfNlqPNJRHvABW+WlG2we2Dxwah44Ky4ABMm6R8CWX9cpgwYWee2Cr/wa9gYdAQsefEESwFeWFl+9TZc6gU1QFEg9uXn6058+Dz3aBGHBEh0cdQcB3OKhRccO8tDJS6uPgF8c9ScDnmAL+OiABQudFD+bPvXqAJ28FSAP4GiHTw/+8idotD3SQK/qUJ+1ruW275davGyMLJpsax+wkb3AJtdiyC/K+Nis8wsaY0g9ucp+g4nvycg/Ho56QNb3Cuh7MrzZCc+GiZ3AZtefITMn1n6BZ+NiIyRvwyTtRslrzspsA/IbfP88wOdnEohv//M//zNfBTYezR9jxYZWaqyZfzaf5iRPwYErr92cLRirDlHmZPHX9qIB6LWTD9/m3bgly6bYxtaGFo4DrAO5duuPwxceZJIvbw7gJW/M00MbXcVebWRK8TGXyHW4w/unfuqnhk033i4ZHMbZwA/qrBH44okHejHG/HOo9sT3W9/61vAXBPyJLk/rfFBQ6lLA92xs3pXRWMMcJBwO8aOniwLf9vjHf/zH+Vo1m8xjm3dPGqXK7Re+4CNPDB0I8BQn6UUnPPmSDcAhlG7sZpN+wYuv2Kq8BrbypzrtQJ4f9Qv+dFeGqz+AvDrt6OWl6tGjBcr8iC9f0IuPAb0AWu38r9/0F/8pw5MnEx6eUnIBmWzTv+zWN/rVoYrfHezI1+98CZcs/kNLJzoCsutTlwAOanQgh03GmD/J5hLA2oyG7/2EhDz+liefXQ6GZJBJb31NdzapkwK2kUMGX0vxBurR0J3v9L8ye7QB+vEZm9CQBYpLLqALeXDIwQe9Ovjo1fGPVB0a+sjzlXp4dMaHj9nCd3D5SBlfMgDdjV119kHa8SGXXvgpo5fiTRYfkusQrd44QAtfn5IPTz05ZNMVPZ/I0wsf7XRwiDa/yDbXzDn4fEUWPJdueKFVZx02940leOKYVH/rY28R2cvBbb/4mY+3VvEmj219qs8WuHTBR54eYpK5zh5ruMt/+yb6m//GI93Yre6SSy4ZR44cmW/F4GkM6Ds+lZIJ+KEAj7x1vfwGmwc2D+zvgbPiAoDpgp9UoJYKIq1TBsqCqyCjLBhJDwIBB8ARgIA8IENAFVzJlbfQAUGYLKmv//vAioCJTgAUmOVPBugNDz8HUQsA3emCF3nkK5NnYRGQLV7oDgI0AjQc9kjZK+jKe4vBYkKmMiBTcF/X0XFNJ7jjDf8wQ/1gsVzbwdbaJ3Xb3T6xyBsLfIIeLqh/+dRmYM3vsObZVd1rn7LNpQ2TJ6PKfNR5xz/q4BvT8upclqFT5jfpBme3B8ypMcZ8k0S+40LsEZfEUXU2q9rrLeOt+b3pug3t3vZ1WWw1Rh38ybR5Bza04qy8L6xbAwAc9OY+OQX6AW2dM8Y/+XhrM/bbJj7g73Amtoun4rk3ATz5t6kXR2zk4YnJaMqTHjbVeKqzLtCVfH6Sd4khTpGNj5juIuCP/uiPxpe//OX5dpuDh009O9jsybGfHfhQJ7no+ch6w2b60YU8fmOPee9w4NAA0NCJDvjS22FMjLW+eSLoUgVf/qEvfHn4eErZsk7ltRWU0aIrrjp5ddrk19B68viFD9kDl0/5k93a2atv6KlOG1AG2thGH3KV8ULLp+z1xN+li4OYb80YQ/C9cu3AZHyjoQv/+/kF/+kXr2o7mBk/dKEfevNCPLUmoaMbefztcOeBhEsA4wkvuPrfodLbBy4j9JM6vqEv3nzADoAvW7XXZ9oLraMXHDR8YSzQw8ESDz4xTuQLLaNRRz5+YM1fma/2AjptQBsd8FSPHj8poBP/AmW+oCM6gA49YAd90PAHPmSoxxsuUIbHNjzwRA9fG9uBNjL5EWjHB616NOTQTR0+xoUxQa6x6fJIf5tv9pdw9J2xQhe+9uQeP/jqHPSNI2PUfPvbv/3bIZ7gI87QwdskLovwUjbe5OnDP+YzennjC5BFDzzFROu5hx34s8VTf9+tkGe7jwK6rGILvxiLfKCMb22ms3Y2aJfHA478BpsHNg/s74FH/QWA4CQoCA5cIC84yGsTLBsoBGTtgphA2cAC93iAB96CkqAFT0AmA70gJSgLvtrUNU+OgGiR/pM/+ZP5ajwcC69gTAflEwFZ5Aukl1566fA6nz8b5JbWl5st6J4Q+VMrPvij/Pa3v31YVE7EG9+nPOUp89V/dhZfnu02KezgQ2X2wbHw0EseD2mBjz1tqL9afxhTfqC3j9xI+UDKtuaVLW78pE9t3IwJOOiLJw/X00rpowFqG1v0uxTIeyJlY8sv6oC5Y6NQXxhPcI0vbwzYSMDbYPMAD8xxsst0nJlT4o56G1abUhty40os3qEe/Q/O0cIuUx677Pxvb9xSCYcMoN3YFMO1WUvIwdeYdtiykXbJpUwP+HDxgYePsjx+yh3zxrqy9UDemoCOfXi5QPNE1kEd3je/+c3hw3DmVfHpA59uDhVk2JiL/fzRemvQM5/5zPG2t71tfOADHxhvfvOb55+Z86Vua4avf1tTxC4HcAdBT/tt5P0cwAGAHdYWhwRPi71B4NBo7vKFNcEaC48tfEFv4NBBB/5yeIDHJ/QTMx1Q+ZFdLj0cPrXjJcVLyj/8J20bm4HyOpVfg3Z0QB4/6Rrgk6U/Af8C/QH41rhz4eGg46KC7drwoRvQJ0CsY4/XrV1y6Dvr+Cc/+clx/fXXj8997nPjvvvuG56ikmcs8I8DnAO81M8y+N3vp31MuH+yzcW9b8044PGtp838bO0hl53GhP7Bm13wfJTNxwG97g1HnziI6Qs2idn63T6Gj9AB+domrw/ZjTcw3tTzA75w9T1aZX2rDl/jSZ1xqv/RwpPSHT99oSzFE+/iSJXxB3gV4KIpjno4rVMvr15Khj7Gjy78pR4ffWj+04nuxYXPdjgALzLgS+Hxj3GtDV+pevhkqIOLD1wy4dAPnjapMadd2WWPeGCcKBt/5qvxiJ6uxoF5DNdY8H0nY0ob35ONh/4251wk/tVf/dXAAy/jDh4eYgNaOtIXD+Nf/zjM05df6CJf+411f5FEvPrCF74wXHKZA2zDh13o/bnL7hXRaKcff+NHrjo+W4M6Oqzrtvzmgc0DD/XAo/4CoOYK3oIPsOipFyAarAQogUU9EFQFEfmDAF/BCo6A5ED8+c9/fi7cDiyexlg08VrjwidP4BbEbJquvPLK+YE+ix491cM7COjfdjp7XdNG0O+sHEq9NuiVTK93CrbydLJxFERLe1DaAMy+4llMlAVxtgF1bISjXll+DWjgeNKwrj+seXZb4LwmxwbjSFpgr7xNWv3hpx8dg62DA/Shp2jyjwbgHz4AtXXtI08S2dk2eMpw+FVemzHT3/9rU7/B5gEeAB03xowNpDEiLtvIipHmlbGoHj5QNrbkC+WzrlcH4EjJkCrjZy47vHh9vYc9B19tNtjirFgupqMBZDclCz/4eAN11ie0UjY4VKhXZz54IuwSwKZbnPe0WDv68icDPVrrigMHXWzubbAdGt/0pjcNb6H94R/+4bAG+SCc9D3vec+s9+r/rbfeOj796U+PD3/4w+MNb3jDQEu+j3J6imdzTq417UlPetJw+UymNUgb+6yNfODwrg3Qly186NDnUOHSxroIzyGFruyhOz7sKK0yG/HASx7IozEGgDyAJy0UVz1Apw5fIK9fCurgoK9f9T3d6EVvqTXfwUkbHp5esst4dDjTZ/rRuNSOp7jv1Wh/scEaTW8Hf+3GFp9L8THGK4tshzNjTkpHcvjSQc2h3zd8+JdM/YQ3Orh8D+ig7IBoffYxNrje/NBOvosAlzcugBwOjSW+QEtP9Gj0s5SOQH/xFx/D0W6soFHHv3Dw0kZXuuPPVjRw8OQ7eIBcdQAvdqnHE6hHh147QAMHLoDX+ubhA7QAHhp5AA8f/Pm0faoNHlvZDae4a37kwXNA1w/K7FZnzKBX5iP2k4MPwAdfvlGGy3fK+NDHodzFDT+S4XDtcgkOenNKP4tPAK6xhY4sdrg8Ivvb3/72sH+8/fbbhzEtFtnDGFMuD/wpT7qygzy+8pMd4844ZAO78OQnQAdjn63GuDeLXHq5aDAPyLGHtPe8/PLLh4dXxgNgO1nsZC995aXK2oH8BpsHNg8c3wOP+gsAgYH5goMgJDhZwNQBwUnaQCovIEoFSelBIKjhIaAJrg4pr33ta4e/sXvhhRcON6Ru0m2mHnjggflnbuiBp9RiJsjaOF599dXzC6/abBikJ4LqaBEQhPGsPhYFdtMRHzhkyVuctMufCI4cOTLfAMCruOyVtwmUNuA2tTmgi7bK14aH1GJTXeAcZmCTBZZd/MJu44lNylJjQGqMeGLGJ3C0o9OGj0W647P12g47sHNtA1vVWfAt5vLa9xsTcL2C2LHGd3A32DwwxpixqWPCnDGv6hnxUWy10dRmLGmTN0/lCx2DLcMBLUvhkAW0ibU2tOQYu+a3NQbY/Iqx2sR+NHTDA60ynkAZyOPpwIVO2QbeZhk+WnLEbzHHYdNG2cVvZdp8m1N0sf7BVRb/bdBdRr7kJS8Zv/EbvzHe+ta3Dh/dsol3ILBpt7F3yLTZpj+d6UE/65JY5o0Am3I6/tu//dvwRJiP6ccf1gyHA/TeaBLX8LAuOKhaq/CjMxx58hxAHFzpDU8fsVcKDz47AJ+QV8AD0BegUd4L2gp0koeLt3z5GSv1edPiw+VfNtNDPxhn7HT4r7+t73xmTyHVt3iQRxZa8tCLcWyGo+wiX58YR2TpZx9lvOWWW8Z11103fuu3fmv24ate9aphz/GOd7xjvP/9759w4403Dm8SkGUs4eFtAf2i//iYffhK4fA5XfgbLjxv/7kAEHuNCT8r8DabixkPGaxVxhdbAL9I9S/b2alOWtBOL7LYSh5cZX0MT5lO6viejnjCpac6fLW3TR4tKH94+l8dfCBf0IYOPr3USwFcoB0eX0mV4eMtTye6Gr/y6vExRuED/KTo0FRnPI0bftSOXqqebHR8BJTxxB/wlbJ6gMa4keJjLjuom6PGmbnnEs6FHD2MR+OCXRwZrgAAEABJREFUPP2prI/RoEfnp6nGChoPOVw0eoikjD87nvCEJwxz3bzHx1sk+Bs38mwQ/8gxv8Ug7eYIOfiYR//+7/8+7r333mEP7cLB+PUmEZqLL7547qnFHOPSGDDu+AHgDfAFfKxefoPNA5sH9vfAo/4CQJCo6QKCgCWgvWO3WHpF0RNIqaAj+Hii4TeOcN10lvZ4qUAvEGsXzCxSAlvL5LmV/8hHPjIXZvqo094Uvg2CQGiBlRcwBX14B4HAr13wI1selLfgKxiqAxYHbeyjr7qDwAIB4KCRguZt7pTJb52yTZDNkDx5UrpIARttNOUfDeDVOP1YW2orv/C/1zD1p7INFDx5bVJleRsti7q8ukcL1Eb28A1gow2vjaS8udR2KRqgzfw0H+XVad9g88A555wzLwDqCfFQPDa+bBLFGfOydWKUcdYxJAWlN76ab6oOKEvFMyk6m17gCZpXudWJseY62TbR8uSXjg7w8MATKNNLXlx2oADiqDkCFx9tbCPLwcHG/p//+Z+HzT16b3Z5K4BccYQueFobxB2/2/VEzaHfX6Cx2bchx9/ahAY+kHeZ4M0xr/t//OMfHw6fnvi7lEDnifCTn/zkIe9Joad3DiHo1XmKSBcXBNqsCWwVL/UV/fmGbP6By5dAv1kH1fMZu9mMTpl+eJFFfwCnsK6HD+CoRwf4rKCsHRR3nddONn0dWOgnr46f6aof+J9d+go9/srw+UYeHRpjBy+XOfzs0OMgRL6DlcMPO/nWAcwlgTGBl3hobyHlT/uXj370o+N973vfeOMb3zhe8YpXDBc9f/AHfzC8UeDQxn9oHVYf//jHzw9HyrONTvTTzofGnwsAb4noH/Z5/dsBjG70qi7y/ADQ8jEb2nfK6vkCwJNq5yfg0M83eMHVZszTi354KPMpfPTqyQHyrYNjzKPBC098AL/DA+gAfPRw1cPjCzYraysdfLrhr16ePoB+AE55SfEvaEMDz3jnC/3Cx3jwO1xlUPlSuGQCfOnENlCdXSbwI1x969LHnhcvccPcLY7xJU6Si4c+MC7MXTrZt/h5iQO+CwJz//777x8uHF0G8AEd7BHhonNpRR598UTHXnLphJeHINrozBY200N8MM6Bi0U/gfHmgX7005YXvOAF48orrxyvfOUrh70yH+BDB3ly+A5PZXQbbB7YPLC/B87Zv/rRUyuwNCAISMACLQj5feN555033HL63bxUkHn+858/BBKB+kSegCdowsNbkJUXGAUhPOQF3j/+4z8eNlTatQlcQOBTJ4h5/VLgVdYmPQga5PCgC1x0Ai255Kiz0VCWpyc68pQPAoG69pUXfD5lq42LMih/eRsTmxay+AAt0IYWTwFc+bADfxtTFi+26Ac2yvOzvCcqbtflbZ74Qh7OGnwkS98dr32Nexjye/u+OrOveYcKef6ov5QLcP2sRqoOjnSDzQNj5wLjwdjo+BFzbK5tSh3CxTl1cODK78gecnGAFqg/COAY0wCeza3UnHcQk4rF5Dv8Oiw5eKmHV3pp9Wi9+IkWLp0dPhz4HBBt5LWTZ3PvopAM9lkv8PIqrQsA/LRJ8bEGeurvtXybed+Dscm36XcAwMNBpP6yKffqvg/5vfe97x3vete7xrvf/e55ge2AaS76za4n1J4oilde1cVHG3AwtD44CHhbwOU2/RxUxUpPB62F1gn2AD6hk6eGfEd/hwa+Zrt2NGxiHz+xW79qgy+vj5W1qytoK8BBixf91ZODBqCBg4+89uLrDwcofu8hkb3KfIeGvoAP1LMDjjGCXqrMD/fdd998Wo+/tcGY4Uu+sG+A4/KETDqx3VpiD2Ov4umovYyDFx5w2MVXDv6+L+RtD9920Gf4aKeHcQWf/4E2/YNWng0uAIwfOlvrjCc22lMYo3ygno/4CuDJr/CAOu1AW1P+QgvYy1/opPDUuZCgL8BHu/2DfO3FTx7I0xstHHzQ4ll58NRrhy8PlAEZ8K3p8myQAu1gja8M1mNIvvjGFFAHDz9585k/5fmfTG10h09PvpEqa2MLvmiUtesDUB7y+ksZ/85zfUZGL6qMATGHPD6tHId58cD40+avFokR9jHmsTHiY5DijQsrYxRfbwC4BDDfjU86ks3OzgNyjHPfmjCWjSH9Ja8v2KlObCDHQzkP6shAa99on+5yS2wx7vkUkIeH/AabBzYPHOyBR/0FgAAnIAgqgoxgxiUCieAp6BTgCYAWRUEVDdyDAH4XAvj4wicHD6CsTQC0cROYyVa/lo1GsFQvkBVH+XiARptALwCTUzp64U9HC4JFAy4/SIsnfzzwJAZP7fhJAVqLqTo627DY7Fk0lPnQQkV28aUALfs8PVI+zMA3xo0+1b/8wR42SrVJLbwWRv3hKYp2PtBWQGtxLQ2cth3WlH+qO3vZL1XHPu2e7rNZ2ZiRtl3eGPJkTB08oB6o2+Ds9YA5w/r1mDC+xB9xyMZTW3GaV4Yn3QsnGlfrdrFU7HXIJ1P8d4CV9xtqbzk5vNHT2CafXON+LVedWG4zrl4s8TtYgBY/ODbz4ryDN9tc0NIBb5tm9HDXbw3YbNso/+iP/uhw8PfzKxt5vKwJ+FkfyHQw8IrvTTfdNK699trxla98Zdjka4fnUCjWATbboFtj6eZNAD9585G4a665Zv5JQfzF+Ysuumj+/M3TQ0+6+ZAN+NDdWsI36tllLeEjNrVeHHAgowd5QB3/8BmAK8VHuzZ10gKaAv3k0cAnU6oMXwrk4dGVfDY7mNKHzwAfifN8K9brF3Rs02ac2A8oO9zoWwdyfaXvHZ6AfoHn8OUgjoff5PvAr+81+DnhX/zFX8xXpV3IfOhDHxreMPSGhp8A+DmAtzuAjwIaI/T78z//8/nk1Bsg6NSRwQY6ic1s1ccuLPQvf7Bbv9oLsNvhTh9pQ0dXOGjZrF5ePd8DNkiBvgH8zC94AnWl4Wd9g5829erwUc9f8OXV4SsFZOONVl4dPDwAXdVpky/ggWcBjj6Wskm7vBQNXngA9UCebPjSdR191MHBQ6rsYG3c0NEc5FP0YomULPj6R5lcvpDnB+18xJfayATyxpx6vPWbPmSfMdcLKLzoJl7CM+eOHDkyxC/8xROpD0PioWzsmgcu+8Q3F5We2OPjQA4fPxcJ9KQPe8x3b42q8zaSuYIGLhy2G1t0ZC9Z5HjbwD7B24LAmKXfVVddNXy8lEz+ZLMU4CvdYPPA5oH9PXDGXwAIfIKJ4GBzI2AyRdATJOQFOangJVWvXX6Nj4dgpx4uPPkGDWXy4KlvKl/Q3rxUIGsd/OarE/lkwRWQHGQEfHgCnFQb2VKLtRQv6ckAXIGSLrUbHd61TblQfbSrQ0c+UAbq6N4/B6SOHCkQqNkhMLsB9iaAzZ0UuK31VEjfwSWL/fKVg7c6/Mgis3nl4qn7fsCpyKu/9aWFid58LuWv2sRu9qq3IS+dcsckX9gQspXf0Ms/ksAna12bZ5c+PZFufFEc9ihL1eElb9NDDrBJUKe9/PnIBkcdHKm6titvcGoe4MODYC9X/l/D3vbTXV7L2ic/jAMyO5aU2WNO2cSaUzaUxpS4pw0+WOfLWz3ctrW+KTk2pHiZA8alNptpT60ddo1nb3I5aGt3iDP/6YI3GeilaKXK+LlIhSMvrpJl080um2kHbptoMRauC1cbdnh4kAOslWwQgz1Rtq74iJsDgAMmmXiKWw585iUefmfuY1wOiJ7W4wn4ky3w4SqTw1YbfzY6NJq/PgJIR79D9/MEdrt8uOKKKwY/ebsADXCQcEDhV2umlL1ksY/sHkT5hM61lw2t40dt9CNPmR/V8QO+QB1gA/3V4QMPL3TKUuXm4QJlNjv0sJc9ePApYD9AS3eHbL5AR6aDi0O39dF6IcVPO3pjVR4uW7yh+Mu//MvzLQx/mUHe68/eWOQfFwbs5TMXML/wC78wLrvssuF7QnBf97rXjfPPP38Yi2zia39+7fd+7/fGr/zKrwxfYHcRYwwYW+wi2wFRn9KP/xzQXB7pdzYoy7NNvwH2WrcAG8iDww7+5Sd5bfL2LGzWH/qYDmxCgxYfsu0z4MMjAw/yyge+vtGuDZ02dfoBL3zUKWuHRydta1DHn/DUo4Ov7JBOD5c3yoBsdXDwpB85xoA65QL98EcHB13r8GandmOf7vip5xPzubLwxsM8oJ++MG740JzVJy4u9KvxabzpM3k0aI0bOvjLHF6319/qXV6y35jU3y960YuG2CHOoHHQphNd+QcPT+hdEnojwAdDjTEXePSUNi7qb3zYLLbR0beyjFvy4ZMlDvENX8iTAZcM+8277rpr+NmutyXp5C0YFwH2VXDR0Q0PZcAm/aFNeYPNA5sHxjjjLwB0koAhBc2bzCa5OoGyqXYLmGCjrhNecBMs0cgD7UBwWJcbOOBrfzhQHvTC12KAX+vlH2mgF33qq+pD5yc96UmjC9K63YKk7FVEmw8psBgJ8sBTEDzw43cpOvKA36Su/aEODkBXGuUzHehuwaUnX0rpr17eGLUR90TQpgcO0AZPatxaxOVLJ7/B5oHNA/t5YIy9c0jcsFG2mRSXzCnx3XyC2zjfObfmqr3l/drbJtUO8LVZFvv8nl7884qq1+3FP0/GelihG9rKET/xUGc9Q6sOnTggTnhCJpYCm27ybIRtmB0SbLZt7PHWhh8blR36HPjp5hAB8ITDR2jFdmVx2YHck2Sba+30lvIh3vyoDn95BwF5h1xP9fCiN787ODgs+Es4fv+PTv0FF1ww2OS1d/HSQcChxUafLAcUevGHmMkO/tFmrYDHR3RuKg/2ltUV8OB3duBZUKcNLWAPGnXaAPsBHRxEqqMyH9ATHsADPXx2KDswstFlhwO2/uMvdezhe30E14Hb5Y6yV/t9q8HHhH38zAWOPrS3QaMvyaYTGhfwXvnnbzL8BM84MW68dcan7JeSy/e33XbbcFHjzTNjTL8aV/jSVR/R06HSIdMYZSebADoy0OCtn/nW/ANsAnwi5V8ypMr8Rz8pmdrYRZaUrcXVpl/oDuTxwBsokw3oqE4etIwHwLPt2uAYX1I8gXY6qdfX7CMDvjopfCAPH12BHL6WqtOOHsira16ZTnDx40dxRVk9XDLoAOTVoYdvPOgbPiutMSj+GBsO+vrSRYBxyX/w9JEyHGNSP7oEMM6MK/z8+U9vEDlgu4SkF1yylck35ujkws9PTowNvtOvxpXx7LCur+lJNxdRbMPbGyZ84BLIpQEdxBMyAJvpzgbgQZpY5U9lKvPTJZdcMl7+8pcPNtEFv4L+0od0JRO+Nrw32Dxwtnrg0F0A6CgT1yQ2yZUFWXn1JrpgIfhok29aHEEAqJeiky+URlvrTjUlE60U0K9l6SMNa9u7oEjpSjebDv6wwPB59RfABWi4eAD4e0E7WvwsONrbX26G5dXBkwK461T+TAdjxQZ6rSefgNZ5GmfBNDZrozY4fGzRdFuvTlm6weaBzQPH8U65bEQAABAASURBVMCu2jwSO8yhXXH+Zy7acB45cmSIVw4R8ABcSGKZsjza5pu2XroG7UAdOqmNsss989rm02GNbIcmT9TFSvLoRb4UnbrykndgpivdxVabYIdmm3CbZptph09PvmxgbaYdKnsBgBedxA55T9Pogzd8+mkH6qT8I3VA8LEtr/zjWT2l2vGkN2g8Z7d6h35Ps5Vtsh0oHBpcAlg/fMn73nvvnRfJNvra2EJvch0wHUjIkaKnK934jq/I1c4uNtFLnTb1ylKgDsgDeXTw6YuvVFm9dnjlIVXXNjqwy+HI4UcfyMOjZ0EZb33HF1I85NnqAOOyxKFZrNcnLkP0szy+eDkQ+diZ395bM/SjQ5S1Uru+oxOe/OoDjf484wc/+MHhA8byXve/4YYbhle0XQzQGx3f6T95PnBA9MV1hzGXDy6oHf7gSF0iuChwGcAn6thkbLPVWwPeFLC248dm9ejZBPil/lVmg1S9gz7b8K1u6hwWpcCc0AbQ8D3Qf8oAf/qpI1+qTkovOrOZXClcdW2ThyvFDw56c09deaIDyvDQF+BpA2i1V568eiDPB/pTGbROPVr+NEaMO/zbTi9y1Enh8bl6YwnwEz58SoY55ZCsH8F3vvOd+SaOcYneoVu7NwGMAWOL/11E0gUPeRebXrf3Vor+9VMfc9fv8eEYIy4c8fDxPmOE/8Q1eqHRb/oTP+PdXwFii58XiA36WzzRFy6t+A+wj8/prA2NOGX8+zkMu8QS9BdeeOGgP//QH62Un0Hz2pU32DxwtnrgjL8AEPhMVKmJ344SAAQEbeqaCkSCn8Bm4re+tPioAwIBPuiBvDq4aNWdbiADT3KkjzTwR3WoTur4gB8d0gVVOPxtcZDXJrjzI9wC+9aABk55l54Mi4DFQZsgjy+/K8sfNrAI0ZkNbG5eyg8OCQ4GytprZ/Ftpiz62kHb5TfYPLB54KEeaEksEX+UxRFlT+PNNXlrgjZg3knNreaVwd7yfnVrHLzJdZh1cHIgE898ZM+m2kbYxpqs4prryuVdfuKDDXJjqrzDv9Sm2WaebTa9NtZ+/8q+8scT78qBb9NtM23TLO7i43BNVnHlgdd3PfmHQwf4dCSzOpJhU+73/J7k28izn0xPED0FFPutveqf97znjV/91V+dX+t2UPB0mnybfZt0vnLAEfccjuXJxEOf0YFula/O4YZ+9NdGTtvRKq+hbVL1eJdOme7s0r4GvFpfPejH9w5c/KLf6UQflzFS/OCTIw/f4dvPBfSVCwAHMhc61lYXJPzIL1KXR17h70f9uvbyKf2MB7oZWz7E6NLGK9EOQr7d4BLa01lvALh80qd33HHH/CsA+hY9vbwd4jfY3sJjFzy8HOLoTBYb0biUJs+BDS352oxPdqPnEzSA7VL+1U9o+LKgDLTxHz+yU9/Sjx/5ggxlhznjGS7ZaKX8jKc8eYBM/Qvk1QF45KGlH50BvLZr2wt0Q9t6efh40K9lstQV4GirTHmADzpgD6UOLtDGRvVsopv9gLGBvzb+wLN0bDCepOr5yoUKkHcgN9bIE5P0pXEoNeeMR2OLPLLMYePInNQHxok2dvE3GT6W7QN8fu6El7HtTVH64Wte43vrrbcO894Y0n/6WCxiD78qO7T7SRDZLhjETjrT1zjgC34gn4/YCvBzMcZuY/3Tn/70MA+8WcQe375gP7+h51u6S5UBuzbYPHA2e+CMvwAw6UEDns4ykRuMlLWb2OqUtQs6ApJ6tOoFk3VenXYpECzQSuGqOx1A5loOnuqkZxLwI32a2tQKtHRVx6cWBTiCsKCsjW0F/lsDPJsDNGgFXoCfRcAiIg/g4LfOqzvTgc50tDm3yPKFcu2QAouprylrW+PUX57GwLP4wdlg88DmgeN64GiDOdOCuC3OiCsuGM0l8aZzVB6uGC/dC2tepYHTvHagDKw5LvbMe3L9NtsTfBthm2CbbLLESrLRdO6rx5vO+Ni4akdrow8frtQmHj6e+Dso2uTbfIvRdAL4obWZ1k4vG248gHhs04yXvDo8bfzJVaaHdrrQi+50JMdT/be//e3zA4FeTyfPRp0MfyLMhl9ZzBffvTb8+te/fnia7SDsgEquL4D7mYR+wh+dV8npRgeHQbz1n3b6sI+Prev00Q5Xe0GZzkC+dHDRKxeUxV52ysMvnTIauHRSzyb+VOZj9jkE84vDjJTPjTttcPAhQz8C/ahvfNTP22AO2y6O2OMQ5e0IOOj4ka30owsg22HcQcfT/bvvvnt4eu8gZazpB+u0PqQrm/gVaEPPFmu7SwYfDHQJ4WDmTQE8fYcGjkMZm+ivna78oU/0g3HoEkNen+oDdtBXng3ygO5oC8rq4eCnvwGfrXnA5wf+hIuvdjRk4gMHyAM47GZD68kCynyAlp+Ugb7BU6qMjzKd1Mmrx5seeOOnf/gHDlCnHS4e2tAW4KgvTtM1Pp7kAv0I6Es2Wjz4QDtcMtikj+jFh+rhw+U7fWVc0k8/emvDvDf2jGv4+lGbN4xc1jlYu0B0yWOsahdv4NvH+BaFQ7gLJ/zlXRKR6/BtPyQmeDBCfxcDeMnrHzYDMuiiztxwwfDEJz5xwHUZQDd2s1Mqjhjb6rWrA+wXX+655575Z1F9c8l8REcnAK/AN81v6eaBs9EDh+ICQMc0UMqbuIKiVEDTpl4AkQK/I2q57YKNAKldgBIQBAdlOPjJWxiaV364QMe9/NQ9XL6ng55Pqgsf4KlO6ukAf7VsIVbPP2j4Dg2AA/i0wP82RujQoLUQwucPeQFfvQVMiod2/IG6Mx2qr8XT63X0XevOJouVBdDTL+3sRycP4Ft4m5dusHlg88DxPLDUmzfml5I5JRWXPP0Wu8Qim1b1QHmdolcG6/moDNSB5tcpeTbbDrk2sOKlg52Ns82vA7XNqg2zTS89AX50lCcfH2V41jUbYnIcwKRk2Hw7xNm4e7vBZaIDnRirDU+4Yq2PdzlM2vCLsXSw0ecPOHDJBuR6Uuyv0+ClTjuZUoCGjnS1KSdPXAcOITbecOgv/tFbvMcDrgOt13u92u6g6qNh4r0LAIdQFyjk6ic2aXPAoRv+yvqN/uRrw1eqrnrjAU+5oKy+dtCzwB6gDKc0TdHiD+jAPrbyhf0DsM/gB36mqwMHYDt6NrDfIfspT3nKcEHk7Q20+lLMh+fwBNRXJ6lxQx95ergocVB3QHOw4mu6aWcHIJOO+AK6qYeHn9QByhj1xNVfBXBYYhu+Dm2eyvIZm1wC8DcfqcOP79loHLKXHGOXHPLh0gm+Oikc44J8+dZL8cTPOokOPYCnjB4dH+APXx1aeIDN2qTKcPlOHg+AHx20tb580MprR0cXgI4cNOqV5eGhAfSByy/a8SaLLtrVw5Eno/Rw8Cxog8fv5jKfqCPL+JMq46ddv8ClH//rX/K1k42X8WkM6kf1eOh/ccF8c3Gk7KLAxRC+5qKfBBgLxomDPRliijhkHuNnXvtzf8aht4PEQuPaGwTGvDeDHMpdErDZWEFHH3OH7mKTsUwOXR3+xS+XS/ZM6shmC/3l6UwP+rh8MG+MD21s8o0AdtpfuiQonX7hF8BP8DfYPHC2euCMvwDQMSaqiQsEAYFEwNEGBESpSQ5H3u+U4LWsTrCV+s2d1ycFXWVAhqAgLzCibVndwwX88aiu8mcC0IdP6SK/Tn25md71A59oh29hEuTVAb5sKg/4my/xEIz1hT4C6vBykywtVAcLJfrWn+kpvdlswVvrrZ7d7OVHhwR18q0vvk2XenzYC0+6weaBzQN7PPBg0RwBiuKKTSAQn2wsbQa91gxHOzzxS2pOStcAD2gD6zZ5bVJtwIbWhpk8B3OvxPoQltgo9tmUi31oxDRz3vyWV4eHuOlgq06bDTJdyUJrk2y98zt7fG144TmweQJNttTm3Qbc2ue34zbZNr/84JCPlj4AX7FGqoy/wwOd6EG+fH1FR3j+FNfv//7vzzcAPGljDzy8HEbEMjzl+YZdDg8ORy5HHGL83MATbHqrswbY6ONPBzzg0wNfdVI6sZG/HVboBpcOBWW+kYLm6cjXYJ1Hx88F5dIZR0BZuxStw4bDjgMM+wp0ojdd4Unp6jLKYcgBX5/wj8OOQxEaByh+0O9sxh9PPqdvQdnBzBsA+pJuxoAUT0B/PAAd2E93ZfmCOeEnBNYcFzF+DqAf6G8N00aOgxY79Cc+6PHSd3CBftYXDpH6Ch4gnz7yAC0d4chrx5t95amP1cNvPVx0UvXayeNbOK3Dgz7a1Omv0qEpLp2U4QFluGj4Uszga/OO3XTUpg4P9crGK3y0cMiu/nDZKdW+lgcXPXv2AlxtcOhmHPC1Om2AvgBPNpMJR54+5hg8dcaXQ7IxaLyKHfUb3fhHHxuP4hXbjFE4dMPLm4neEHLJSS4fiBe+D4Ef/nxBlstHPqOHuCNvXLgEMJ7wNL7tv33935tMDvguAFxsuTxAQ18xgT5iG1voSj67pS5KzQe8yFCPlu18hx/96Sc28yXd4UnhyW+weeBs9cChuAAQDNcdJBgKQOuAoN2kVycvsEiBAFkegqTXmSzGAvbeIIC3YCI4oj0bgE9qp8AI+JKf+EObOn6U5zMfDvKhIje1BQF9L/gbxQ367QM88RDEBW/9oA3gf5iAX6ovu2zM2KZOG5AH6i2YHVtt4wfg8KAOH/gbbB7YPLC/B/bWik3imI1n1wAHT5t5T4rga5fClZpr0lMF9Dav1gsHbfHL69M20nQQQ81lc5sMcU6qjLZ5ZXxsXtV7qmozrc4GFp7Nt4sFm16bYgc/9XDheZXeEzOx+OlPf/qwEXcws845iHhiZ5PPJ3jQWVy2gbbZ7oafjuIU/vSnGzlS/vP7YB/d+vjHPz4cYPmbfO34yovpLtnx4X8bcHy9IcVG/vHXARxC0Tn4sldcBPzIRv2EBxno8XYBANeBgF78ux/gq74pXL5tKg+0g9ZLlfmGLuTjAxfQiV8dptjIRw40DivsgKPv8eFTTyC94aCf2MRHnuLzLzscvl0KGz/6gX/Yiwfe7KSPA5Y+M5a9ZQG8YQKPjuSSid7lhLUbP3V0hiMvxU9fGFOe8LLzOc95zrjyyiuHMcTXxsk3vvGN+Sq18YMWHnlk0Ys9/MQOZToar/gDsviuoIwHkFfPRvyAPJAnz3ijC1xy4RsbUm3kFhe+NraWBzy+pKP8Ghc93nC1kUFnurFDGS82wsVfHRnqpHjTCw0e8IC8Om1AHm/ytQP0ynhqKygDZXz4lR70BGjVswlvfNTVFro70Os/OHhpMz7FBPHA2DVOyAD4OKyLD/YvymjMN3j6n6+Ne7aokzf+jEfzwFhHb+yJP3xknrtMoDedjDdjmEy86WH8+9OVLsGMaReMLqX4Bi/zwtspR44cmX/yFS1/sFmKHz3Q04v9fMJ2fnJxYay7RKAzvnjozw02D5ztHjgUFwCCmMmus0x8AcWXhU1wwUodHAFZEID3whf5DX9mAAAQAElEQVS+cPzar/2a7BC00Ci45b722mtlh2AgUMzC7n/o1bn93hVHZco/XKCDYC4YlZdARG9lebLZpExfZXkgD+QFuL0p/vT1+pTNhk2FTYAnDweBjSOf4UkXMvDhF0GVHmTRiwx5frKhtBn0ZOkgaD+VTkoGefIuDPBlP6g88uHB0b9S7aWTb7u2UwV27aVt3f+HPx3p5O/U6ufywJs/pXDob3FVlmendrQWq/YBXDgnguPpqB6ciP5k2vfyYRs4GdoN53B7QD8fBN9r644je7SefPNIau6YRzZ65qC4YvNqjsFBA88msXOuYxudNvU2s1J16OCgBXCAOikcT0xtsG2AHYDQ2hSbw+Qri2vy6vAvL23lY1Nsoypu20DL4++QLo56Td9GXL1UHEHjTS2/mxVLxWz8tDt408vm22ZcnPaEjV/oCRxa8eEjKXvR01GdPJ2lDq38ag2z8WaTeusBPejKbv63YbeusI8cBwUHfmV08r4Ajqf+oCuZtZse9NSnZMizxYECf7rRix+l+EoL6Eu77it58uGhxYfeUnsJcshDDxcOnfDXf2xycFHHF4AP6UR/PuQLhxeHaRe+6h944IGhH+lEtosMH0n0Ewi45KkHZFYH/OhFF3oaYz2k0YfegB7AhYP9jQuW3/7t3x7eCIGHn3a8gTJb/QTBpQQdHMTsmYwn44QcbYAO+km/05HN+OkPvPiHb+DoUzj8TH/yCvgYL2whnz/kC+xEgxfw1BZ/NMVFh592+OrhkClFz+fka1Mvrw3Qle7S+h1//eMwaa7wKVzt+pNNcPS7eind4JlfHkiRhSffoOEL/kKHhq5N8aWXtPVswoMvimfuyLMJXtvUycPnDzLk2UkHdcYcHP1PF20O1MaIfV/HrJQv2W1eOqjLm+d0Eku0S9G7WDIX7aVdfhnjxoHLPhcJLhl8y4KO+NHL+KJDfx7lEswDD/7zMxSxCw58PxESL8jmH3bYw2rHEw3fsRlPMuGzm41shlfw5oE3ENDQX0onvIuzpZsHzkYPnPEXACa1jhHQpBYQAeC+++4bJrLAJPDIw+3kFxje//73D0+qr7nmmvHWt751+NMkX/rSl+YHieAJMBYCfJsXyO+8884h2JGl7eGCwA3IFKDwkxeA6K2sXVmqrB3IHwT1C9vdpgqeblIFPBtTT2lOBG9+85vnB1fIIVNwtLi5eVVWTy8gzwavf8mfCCwmFiB4tVUe4NcFpOXKUz4MYNys9WSv8v/XDhsuCxpafpFusHlg88B+HjhWJ6YA8xBokdqg2zTbyGo3p6wb2gtipjZxV505i1ZevXb5/QCuOGmDb52wUccfjcOs+OnQgF+BDmDNT/wmCz9rGb278RZn8cQHwHOwIcP6ZBP+hCc8YThse4Xck2b4DjLWRLzpJ3WwsQ6IT3QVk4HDiwsFm3l4gN/gkE8vQGd2sJXd8ujVi1voXDw72NINDl3pQ3c62fRL1Wm3Ttnwsxe9gwhwgBIPreGVbZ1wuaCNj/iADuRL4QF8pWDdph7AXde3P+CDthsT/A2XvvSTJ5t99g1wqgdabXTkB4ciZTjo8MWPfQ4z+ssFgTY4gBw+BWznF77DB3++11/6VF6dPsJDHyjT0x6GXr41QA+HUThopNrQ0YlMB3xlY9ZPRy6++OL5lxuMIYcnKV1KRwfy2FNf4EU+fxo7dCCPz4F2ssljG6CrFC846AFfmAv6ml4ALXy4eAD8yYMPB9AJGMPlIYVDB2ntQEs+f7LJQZKtZOEF5Mkki3z64d82ebrwD7vJgEOOvmYXWn2KDx7w8cUDnjw8bUA7PtqAPJ7wyAN0V49OCg/AUYcHXi5x9AU71eHDNw7THhbR0fjgE23wjAfzUryQih3iBl5kOeA7sKOXukwQP4x7F1TovW2gnd1iML3EGXr7toA3pcx/+PRzcSmWSeHfeOON8y8I4G3828saa/SlA1/WXnaRI+VToI0sKdnmkf5FJz6bv+zVtsHmgbPVA2f8BcB6kprQ7ShPWt0mmvgCgwmuvRPeYqbsNvs3f/M3xzvf+c7hC8Z+C4SHNoFScBYoldULRn7zpF75dIIAJfgKYGTjTa6yFAjurZeeCARuOPyE57nnnjvfbBDo1OF5EFQfQRcfwRMf9fxKN/WAbtoETxcr6k4ELgossPBKj2d1etzjHjcE+XW7fPtR/kwHtvA1Pb0Z0U2E8omAnWg93TMOi6+u+S3dPLB5YPGAuTaW7IxzYtGDxWHOaPc0SqwBDpI2kOrFLvOtMVOMUwba8cFDihaeWFVQD5TxEs/NdbHWuiFFJ27iZ/OMH0BXQK8dqGMDXvCsO56M0duBAi/6wbNRB+jQsNOG2MHfG18O3DbtnvTbtNuIi+sOz/i3Tpwhh75sdEDygToXCuwSk8kjB086WBfUsQ+NNnm0nqo5+Ft7lB2CtZGNjlx6WVcdtNhPJ/L5yMbcOs429fzgAtuaTle6W8/ppy/pQT5d5QEaeEA9GQXl8oHXenm0yvJAXh3+9TueQJl9gH34sk894Bdt7JDCMcZ6qNKf/MlffKQP8UAHj1xy6IAf0E9shqcdLr6AvlJAXzZaRz72sY+N97znPeOGG24YxgBavOBI4aujl9ThlS7k2B8961nPGvZNZOkDOHQnn24uchwIret0oLuU7vjjSy59gHp06JXNGTj4qq9eaOlGLj8ZC3jTjZ/JKI3UmJGi1w7QAzzYgw96Ze3lBwct281dF1PGJr3wg4eGTH0Aakf1pDs8fNHVV2iAMUvO2mZ5gBd/oCUPvvkAtNMNf/VAGR7ZQB6ohydPljZlfKqTvgD8Dp9MY9SB3EWU2CGGuBTgL/L5xfw1dx38HdTNYR+J9NYIf3hTycFf6vDuqb+YZA9kfBjjLgvwM8/x5BOy+dwcdwmAr8seF2LoXVoZW/60JTz8xSD24aU/Ab/wIZvoo40f9BtcfgDq4OFJB/abn+o22DxwNnvgjL8AMLk7gU1mAU4AEdyuv/76YTKb+Op0JHyp4IVOGxx12pQFRwFYvUAiYKizoPh7ooKeNjSnA8ilOxCY6CWPtyAG5IEFRcpO6YmA3nDgs0mePPrjRdZBYGEvHj/AxcPTfxtBfKurPF3huMWFdyLQDxbW4uGFvmX+EPiV8ZcCOHDlDwPQlf4WPjbLn4zexfMRnOLjBVre0s0DmwfGPPCLC+ZM45v40ZjUOWNTaqMnttm8OgigG7t/0tLggxYd2DXP/5qHKw9mw4P/UxZjxVt5m08xzvqBn5jsAO/Aq72AH8BGHfnNs4fOXmW12XaQs2G1SXewdvgFNuhk4yNes9ErufjYUPtZlg21TTgdrJM20C4K8HN4I8NhgEw8yPXk7bzzzpvrKTz8rJX4O9iwVR2d6U6+tdOf8/PzA0+bHSSsw/yNR2Ohi3q/63UIwI8NDhzeXOA7hxM+wxd/T/t874Du/ElP+vOFtYoe+lAKXwqPX4C8urbhq66gDbBBG1AuKLOXbvjJS+GTK1XmH6BMR6l6IK+OvXzuUkee/uynmzLe8nDl+RqQrayNDDz1lX5yQOrhmI/oSy/t/Ojp6ic+8YnhKaon+HC0weEDfKV0YbN6QBa5DkfmEHCxg5Y9dCCL3sYYm8wvvNBql+JJD/VkqUeHh1S9vPHDF8YLGQW+0I4OL2W6wodDVzzIoC8Z8MmWkoEOwFOPDuCljMZ8ra/JgoueLAAXHiATPd4AnlS9wylcuuCjHo1+Y5+yPgDqyYGnnS6ArvDUw6lteMqrRwfk4ZONZl1HD/Xq0MLzCr0xaN6rozse+pFN9nkufsxHsUR/0EG7uYnWnti+xoHddyP8Vl+sEfeMRw9xfH/kuc997vz+iJhCjvEqfvG18aLeYZ/PHO7FBHECX/jGtTiHH/y/+7u/m3HfflRs4auOA7YpS/mBTYDt0tbzCTuV2cQO9uljMoG2DTYPnG0eOOMvAHSIgAbkTW7BRN4Nt7+B2wls0gtY2gQZqYlvspv48gAvAUO74CrFw6HW3zgWYMiwEGo7nSDo4ycoSelBtjwQGKXw1vXq9gNBjE+0sUvKDwKjVPkgsECxlx5kAvheU0SPjzZ1gAz1gvPJ6IdGkJcC/KQAX7r7TVrLUqBeehigfuAbC6zFUh37TkZ/PrFJRgO/dOqVN9g8cLZ6oHOC/ebDYx7zmPnTL3NNLDdXxCPt8uodXMQcm1NPl+FpXwMa+NYG+XWbenXa1CsD+YIyHGWHabJsbq0bNtzefJKKYwAe/aXK6OWtA/h48iV20NeahB8c9mjzNA3YBPMJmwCe8B36/OkrBzK0LgPktYuvLgHIc7j2rREXDNZK+or/Xtl92cteNjz9JROdtQVodyiwNpHNL9YNF7e+Hu+nZy4AfvZnf3Z44scO9jtw+MsFYlv7w5qK7qlPfeo8KODNf2Sy1zptTe/lCfkO/g4nXjHmCzz4jY7o6ISWH4E8W7VrK6jTBtRpb18o46VOOxvoAuTxLT37ATz10tLTCx/rqMOlbzd4W5HfHXj0r37RRw4icNEAfMgiU7/goY5/6AWH7xy4XIjwh3pQO/CjCzq64UFv7XSW12bs9GmsvRJc/MnSb95ScKBz8NLX/K4v0JDtUOhywWUV3sYH3gBvOpBHljwdgTb9ZxwDZTR40AG+vMOySyRjWz3djBX4cPBmmzblypAq46FNmVwy0PAr3vwM8GAXHzgIG+NsIQ8f8tHSmR/U4SMF8trQwSOXjuTqfzrL40Oedn1EJ/qh0a4OyMOhF12NBfqiV4eHenm0AB960Ife7Cl/bXgYb8adMYgXWfDwxovOxpWDNzDn2KXdfsb81R/q8Danb7/99nHbbbcNsUYsgWvcPPvZzx7md3VxuYAnHV1MArGRvg7/5oE6Y8n4ogudjTlxwEUDvxh3Lg75mg305ys+APJs0SavDsijB8r8B/iALeqBtjXsV7du3/KbBw67Bw7FBYDAIVh0wioLRALsZZddNgQ3wUewc3so1TEWM4FEIBK81QkQAoLgIVBI4TvQvvrVrz7623+y8ETzcIF8PAQbujYvFWTUs48e9LdoaFMnPRGwE85ajjLA4yDgi9rJF4Kr1CuAfIAHHaWAroK2xUD5RICHV1LhkYVeHuCrP/xWTFm/SgGdpYcB1jbRd/00X/lEwC9o+GONu5fvum3Lbx44mzxgLohLP/ADPzAvADpXxHB+MIfEDOuC+OmA6yDjUK5ebIUnD+TFG3mgDOTxgg/UAfVAnmwgT774axMrtttg29w6ANvIwtlLpwzwIEPc9votva1X6umAlv7Know58LkEcEDhC3ToXVzfcccdozEEjdd0bdrxdAHgFX+HOTSetnmV15/js+45VNjk4+333w7z6OiIPz3k6cZesv3298UvfvGwIRe/HRYd/vHQB3zigOiywaGXPerp4CvhT3va04a1zoYfP+sz3ehjw299UbYeubzA25NEhzT20wdP44J/lOmqT9XTWb0UDlDWBtRbm6TqLhIREAAAEABJREFUtZPXOnwcEtgsVSYDflM0/CQlW708XK+UOyQZh+xXr91bGQ41DjtwHHzgqNNmHOk/9kutzXSgF/2MA4cz/nIZwH/GGZmAHmSxSVlKZ+usFA/48NR5QuugRY6+1W/Wd3sr/eIVcWPTBQz/6zNlvNjFl/jRR8pGMoFxJa1M7fActh3+1dMBHvn8TAegjt3ygL54kQdPOx3w4BttyuQDeEC7Nvj8CdBrU6+dLg6/Dpjy7MaLbuTKG3MAb/Xq1nltxoI6PPHgf3LaH3gB7XyhHj495NkB8IaHniz68kV91JRNazz45YdP5fA5efq0lwBksJXdcPkFoDGHPQASN7wRYM5pE1/MaTaxlV7G79133z1cPop55q95bv9o3uJvzJJlrPILvY1zQCeXY/J44WF8k8kv7BPftLGbPt5KwYtN7FgD+wFaPpXiYQzBW9fxrXagbYPNA2ebBw7FBYBOEXQEKhNYWSBRtsnxCqKNhrounHAEPiAwqlcnaJSHwGDD5vbykksumR8MLB7e8E8HlJfAJIAKZOXb4NNg5KbUQtv2E6XobJKKRwZfKbMT/4MAPv/AFSRtAKSeCOEB0EsLNiyCONrWHZTajGovvpTv1eHtiZ1UvZQu2prKn8nQ/uVH+vs+Qm05Gb35kk/1G5vxQKcs3WDzwNnqAfOI7WK7WP5DP/RD8wLAXDNvxD8xXTyBa2NoQ2ldEMvFWjjmkrkFRx5PPKSgc67t0nW9fAFuQazEj3yHaOBg5JBNXmmkaKTwARlAvHfAcrCCgyd7bbqrO9vhWB9svumuzebYB3EdmuGjZbfDpM0+++GT4Xe6leFyxIbeRQDwqq3X9OG6LBCTHfboY31xOEKr/vnPf/644IILxjOf+cxhg+9iwlM+m3xlm3SHPGsJv9CTL6wpfmbgt8JssckH8Nknjnr1n178wwd0cBjxZNEhywGFTtrhy/MhOXwiBer4WgqHfGV08KTqC9oL6oorxQ/IkwkPDt4tyzsQOdA4zBgDLoQcsH1Yj9/YiQ4vvnEJ4C8h3HPPPUOqL/UZOqmn7C4J8AP8aMw7oOlXsvmktvCNOmBO0JetUjqrdzjTBld/OajxPX70Ids4Mj7QuRxw4CJTahzoE4dDdQ5rxgx++LKPL9BWL/X6Ukq+OYqGPfSDB/hFWYqevvRWLi77+U4ZT/zwJRMtgI8fMB/Ypl/QaacrWil64xvwpXpy0erP2iMF5S0P6EcXNHjRGy0+QBv92qaMB1pAb4AOrzVoB2yo/uxXdiFgntMRTzLx1SatPnRwAOdzOGgAen4hjww87IXFL/th+uhrc0/cEHfUaTc28BcPAJ3UG6virjcCXIKKCejEB3jGi7GDL3/zv/6gC53Qi0HGH5nw6E1HFwOdU+jw4lO+VWYD/Qp8ClqWKsOjuzLZyvJ74Xj1e/G28uaBw+yBQ3MBwMmCm0krb0FsoPN7NH9S5+qrr9Y0bCq0mcTwBQhBUKOgJxDKC6p+RmBhtukQIAQbCyJZDRRwTwfg73ZdgKOfMsCbnmTbQAluAreytoNAACwe29iMtjbifxCwEb7Fjxz0gq4FXple0gJeNibS1h2UstOiAKc0eFY/fWOBoAMcQId1Kn8mAx/Sj310t1hZUNWdCPjBWLPhg4u+/LSp22DzwNnsAXNCnHNoECeUxRVzzJxTV//YWIrl1gfzCo54o928gi8Pmm/8VGfOtZ4coH4vqAdw6YaHDbRNLNnmM9l76ZTRAHm62yiLgYCNNtTqrRPiMr1tdh3irQ1kifU2zt/4xjfmK7jWMnhS9HSDQx+6SPlBvMXLGkeG2OxSGg0cFxc27V7t9yfqrrrqqvGGN7xhvOlNbxpve9vb5sd0fVTXn4xzyIeLD9kOi2zAWz/Q13pGLv4OAQ7DDo18Bse67FBAL753eKAvG/FkL/84DPAXHKk2cuT5Ur0xAeTVFeDgJ9UOtCmr5yugLFUHyKhte9vIYJcDmLx2402fOWii5R8XAA5RbMQTLhnw7FuMGZc1DlX6Cx1f0BFv9Q4+9g34Oijxs4O6QxcZdESDFh096EYndXwNR9mYZDt/WuNdrNBH/5Dh8IcGHzqrNwbpzt/Gp/2VSyJvfsDBn13o8JKXAjLVw6EjPfDTxj5t6gEZdEOjbJyiU6YPYBud4NFFOzptbANsV6YHn5kTfKsOPr5oyZbSSZ5OZEnRktW8cqE4UvTkNS9VphO+ZErJVIcnKC92AHRS8uDRhw+kePAVwFuZD9iGlzJ6PNkP8KEbnvgBOMoAL2NPrKKfeWZeajMGHODhmJ/avAnirR1vndBJ7CFHXgygq7dYxBNz2EWeMa6vXX75U3/msX5QbyyhY4/5QR5+7HEZyRY/LTLW6WC8098llXGqH+nFr/K1D06BLYBubFTPV2SqVwZ8BeQ32DxwNnngUF0AHNQxgtmHPvSh4ebwwgsvHPK+IurVIQulzY0F1+/xPvzhD8+/CCAwvfGNb5xsBVMZgUdwkxcsBIoGB4HGbf0LXvCCcfnll4+XvvSlw+8mvT3g1UmvRF533XXDzfqaTmDDDwhk559//kBzxRVXTB4veclLxmte85rxile8YmgTIAUtupCNF9lf+9rXht9XkQnwILfw8pe/fDSvDd8TwYU7X33yk5+k2gSyyH7Vq1416HfppZcOPNhLP7b7O8MC+CQ4if/pg2c84xmTn59sFNjwyle+cuBpI2ExIZ/fsW0qYPMJPDrRh53VTR1eaAGfsQGPE8FnPvOZ6XN9yWf+UgTe8vT8wAc+MI5naxeVjhey2OA3rC6k2IbXQUCGzbaFDD2b9XsXNPxab0GXBzbP+oMv8KC/8ccPyn7La2MP90TAZ3D4zeabPnjwAX58gjd/A/oBNA8XyGaX8UEWuWxhF1lXXnnlcNiw2JMFn56nSz6eGzxyHjDO9Wc1kActm8fmn7n2X//1X8OG1cYUTueGTWPzcMXb9aZR2UbUmEHX1Fwj35giT1vL6pTVq5MvaMOj4EDk6aiLPxtc6w09xC24eKCVKhfIZ5/X4qVozGux0KGFXGuJ2McehzZ1fIGfV2/JZB8f8Ev9gLc10Wvoni5LrX826eY4f+DtgC5PVzxtuL1u/5M/+ZPjoosuGs95znOG1/utlX4a4CDgIA/P4ZMPyMdLDLNO0dUlMhD7bdp9INAc10YmOx040LCL3n6S4G0EvqAL+nPPPXfgyW4pPflP2SFInq1AHVqpeiCvDcjrA34C8nAAGwC5/EEv8tTJi/FAHV/Ls11/ywN95iAjxcOBR2xDr8/YDOAax3CU8ZTnF37lC7YBhzH9b0zpQxcAaB3E1PMHnemCjs/IUuYLKRvobHzRhy+8nu2bDcr6yDjiBzL5yXhGq46f8GCrPF3pTV/02uigHi179TN92FYe2pXJANrpAoqDDxlks00/wWMT3uTxESBHHVz0aAF++KMFbCeXvo973OPmR+XwRktPvOGQyy726EdleNrxtEfUBlcfqms73+oXZTKk9ALwK4sP+BEvdpFRPvL0l9YefYiWPfjrc/jq8LafdEGkTZmd5NEPjvEAzFW28Yf5jw+d4aiDTzY8QD4feKXfmKO3ee+w7pIPL3roA2uz+CBu4ME+l1q+f+HNXLLMcW/qiinyxhvZfkrEBrroW3bC9yYA3mKGOIEvnvwP30Mo9PoPHp8V+Ky+Vacv+ER+L2hjB3vJKOzF28qbBx6NHjj0FwAmr47pxLVQfvGLXxy//uu/PjcvbhG95mbBFKQcoN/ylrcMv5l0u472IMC3wUTwsYFyEP/c5z43brnllvHZz352fP7znx9f+MIXxle/+tUhcNkA4GnhkApIArO84Hb//ffPj6d86lOfGvgAeV/tvfPOO4ffzAvI8NFKBUavtvoCqw+v3HzzzVP+rbfeOh4OfPnLX54/fSBPQGWrjaNbWDLoBo6nH91OBIK1xQAff2VBCvjupptuGi5q4LQv6QD4vj50s8zvaNDyN//Ls59fLAx0aTCvz9UdD9h51113zT7Eh2+BPiXLeOIb9PWPPLB4SNUDeWOkurpYwfNE4Pdz1R0PdlvM5dewXsRsDG2W2a+f+ILeTb/+9a8PG7s1/X55evO1Nn6jO1o6l7eP/ZgvxoqPjdkQwD8Z/8I7Eej7440PPjQ+bFrwoS+51VndBofXA8a5cVcL5IGyeSD+wbGp/M///M/ROaddvfFgzqGBb4NqQ2jDigYOEFsAPGW4eChL16CusK7fL4+PDb8NMRqbafrQkzw0cKR7QX3HsvHMFhthdQ7UDr/ivo0xP0hdDrBL3BIPxQEy0aPDg2yxAq34JQ64DBRjrD/i+/rQAL8+oZMyUGeu48k+sVh7ZcmzWUqWdQ8uPR0cxA18PGn21wI88XMY0TfsQcsetjrAsIdu7LGxdxCBTzbb6j968a2ULmTuB/QiA508WOOpXwN+9JXCIxONMjx18vQDbAZ0p7d+gY+ueumHjgd5dEAdnt4+5B8PLhyMyNdGDhvpb/1xGPMQQ6zU5w5F9jbkOYA5EOMn9Y0F+xz7HWMTLn/Sn09d7rhUdfFkD6QvyMKXbHyU+V0bOvqwle7ajAX9xk46AHjwgXplNPziwFta/PEjC9RmfNWzGT886FAwFoCyMcbPZMFFW154kAGMtQJ8uOrppkyGMlAnxas64anfpOpLL69eigd8eiuzUx1e6qsP/urxUIdeqgzQVo4838EXz/jb3DWfzd3/Ze++emw7qkYNlw6IS8QllxY/AFlCgBDJJBNscs4ZAQZjMphkco4ig0QUwSLJJkebHCwhJCS4NL+ACy4sIVnn7GfxvT7l9XXPbu/Ftnt3T8RwVY0auarGrKo5V29y4ekE1p75gce4kOdNuTa98oo4oDUW5hOQE8TB3KODfnajN2cAXQ7f5LOn+UYHfvPGmLgg9PMessxZNvkSwMWevStf/QzIixxfBJh76KwB44ie7ez1cxj7abbd/e53H/I6XWJgTrPT10piyF6xQKvOXvFjn/YKawTWCOwdgbP+AkBSkzwkNpCbko3k4MEscdjISBqSgweSBBHtUkkmHomvhCKpkj3z0UfujEeHhl764ldHr0+iZb+kp6QHHu2ckOHY4uEy64DfBciMX51ttfl9kH3R7lfyC5DLZ35p85O/dGqrw+lHC/TFQz574NWBPqU4i4l49RAQc6B/CdJLdvLYoA48lOJn51760QF0aIA6+5VLQB59AB9IFr7ZB/LEiJ/q2aaOFqiLBzlo4ZaALr6jj45OUJtt2vSZf/Dh1HcBeoE4sIVcbbYbGzjy4bSV7AXwKxyPCBhXYPxB42/MzQ0bxeuuu26Yh3lsruuvbV04UJr/cHjIUp8BnzZ96nuBeQfQ6a+c63DAJpkd7PQMoDcb9AN2gPjDKfkErC1yzG2+OLipw9ngysV0+L2/C0qf/9PHTjRyH8CrzT/9Nu4OAw4ONv3qLgX83REX2p6RDlQ24jby7I/W5t6loI08fT7vdYkSvAoAABAASURBVBnnmUoOIMfG3ObdRYOf1flnwhw2vQV34PS5uI072/giZg5zgD4bfhffYsBufqIzD4C4wYkX4LMSrX6gDsQZqKPDizZcsYEL0JDvOQLgxYQMeG2xJY+NwJjpYz//Gyt02cNfexSywtOvzT8yjKvYmTPiLs+yh06yySWDLH1ij08M/S0GX3s5JPl5hT/K6E2sN6sO+d7y+4JD2086fF31zGc+c7g84CedfCHT3OAPX8wZOvKDPezAA6+tj09ixFbx5RvQB+DITA9+oG1uogF4AB/FxTwE4iI+AZw6OrLZwS4+ALKNEXvYRTZa8c5WfPBwdKKFA/jFnH3JVQf8oA+9GLBfSa6SXiV+csmDi0+bXnbB0YWePKAOpw/QaSzw8dscgLMmzRPr1hxgU74bQ5dELqXwOOzjodflkEtF65LtLumMu8O5r3TEyRpls3520s0//pBDp700ncYG3lzx4otef9vDAf8e97jHYJt+l/suA30NYP46zHuzLy/whQ3s4x9/2e1rDXnFRSddLrPkJ36yAz3ftNmLlz5jKpYAjXKFNQJrBPaOwFl/ASABSNSze5IOkMAkAXVJDEhoaCWV6toHAXry4lFKmGSD+uijR5tMfXglKSUc0C9ZeViwX7+kr9SP1sOAvBnwATrwo90F0kcGW8nlmzY9B9mHbgnID/iEVpuvHnh00qMPTokG6BObGcc2oB/eGKgDbeVNgWyZecgB4diXLejh2QAvXtpB/Y1Z+P1KMoB+vIBu+hpf/fkpRoBeeHzolbXJEDd08IcFNvMLvbqNWHakXx/d8Oq7AluD/NBme/ODLfTwCejXzl/1Fc7eCBhf8wkYU3NQqW2sAe+AOmiumA/wgBybU2CjKX+SAU+eEh2YZWgH5AYzDdxMow6Hxjy14W7O2jzTzQ80aLdBH5v0s9XGlwzybGzJ1IcOzlok08+LfJlkU43Gxtd6RAe0bYRtovlu3dIjTp6V8jldDvEuARzsfUnUwZ5u/d7OORSwwaHCJ7v+mKsvgLzR81M6vA4R9PDZTxIc/m30XV54I+jrO7+Dd2jjB1vESZ1sdXJ9dVSbzWJivIwl2Tb9aPXJi/roJY/fykCbLDqAOjAGaOLTB6cPiBE94qSOlj7y6BNnNqARezRw6Oonm0x9xkucXZIAb1EdePjEP7E2Tvwhgz18dbjzdtPfsiADng3q+oyHOh3exvp5xXnnnbf5o4y+JGAzG8wDFwMPe9jDxsUXXzxe9rKXbX5u5wDmEEivA59DHdv4xHd1drOVf3ziHxvYgs484gOcmLBFDLX5gh5os0UfOrxKeHLZSocSsMkcNt/NGbhZziyLTmMRkM0+srMBjm4yQPz66Vfqx8Mucx+QjRaODG11tHSIv7GCZz9aoC2GcOSTiydebTrRksP2+pRAH9BvvI0DOrEA5MPpoy+Z7DQ3HKiNDVliyW82kIlfXIFY47e2/XOd8kF68OAnk73o+WSuuOSTH9hnHrCHLS4SzFt01r6fDvoJkfkmt8ld1rl57TLCVyouqdjPXnPZeuADu9iH54c//OFglwsu9rNBbM0R9hkLvmm7UGSvdj6rr7BGYI3A/47AWX8BIBFIOJKFZCdBWPgSiARVXaIA2oUBX/X9ymjIkhDjV0o8ZM660NQmE58SSKolJ3hJDT6AAxIivyQ0euDIBeqAXvxodwHy089uOsLRU59SG9CXffBLYDzEkO/okk2GWNAJ6NUPD9Th8Teu8PjxJc8YoAViAupXwi8BeeQCMgE+JR/VAb+TgxbA0aeORokGnj8AbgnQAHbgJQfw3fjCATKVAD296LQDNotXeHrr2680NvrIJzc71NvgeMAXZ7L10Y9vV2AvG9hOVvrZTpc40Mc+/UCfcsZpr3D2RcAYB6w3/sDYAvNMe4yhewPw4dTNoUobY3nThtKcNa/QAsx0KUE49aC5pQ+E3680N22GvSWP3nphj3kd37ZcbbYAG14bZCV5NtXAQYwPYkCOjbOf+PhJjE2wZx5+wE+bZ5tov+/2JYS8KYcp2cImgFYpRg473r77eQ/Zfurj79z85Cc/GX6O9tnPfnbz8ygHfwcENnjbxzZy/S5YnrCx95MhsXDo9C8E+ANz3toZHzHhsxjx0zgpHSb8jQIyyWm9s1v+Ewcx4T85Dq42+XwH8OQCcdCmAw9Z/Azg9KNDD49WGeARc6U+Poqdkk3Ggp38cYAnjx1izz464BtPcviBT9x9Hu2rCG/pgbmq31iwyVtV8vDRIc5iRZ5DFqCfjfD66TXmPq8m06f9Ll78vQa/u/b1hflAF+ALfrx8NA5kstsBzhjmB9n8FjMxwmdMAHo24tXmBz/RocdLPr+0xUqfNh9dUKgDfZXqQTjxoJsOpTYb0aFho3FS0gX0AXV4oM4mdigBGkB2sSATLVBHF+Clm69K40o3WnYBPPynUx0dPBno8Cjh9MGzIdCHBq+17gKJbXxnZ/F2AYeHfnTGxBqhW04yX8wtNA7xYm6uoiebHnh5wBr381R+eQMP74IIL53o+WO82ePiAK0LLfMAHX3+1gh5vgbwxyJ9ceJvTZl7+nzBJI+Q6YsVlwD0ubhAQ6eYiA07zUk86F0s0sNPtqij08c+NssP/CJD/wprBNYI7B2Bs/4CwOKXhCQASUiCbOFLEJICkBAkRQ8eiVU40CqXgOz6yZCQABnaSnLhopuTuYdFeCV6doH44PQF+Pkl0eLXrg8tPvxw+nYBm4FZFn3k0qOPX+pwAX3ZF26/UozFsDGJTuzoNR7poAfeeEWHv3GlF54soI4nGdoAPz+A9hKQCfCgw0M24KN2pX50bITXBvHzJ+ATu/QtgbFEyw+8ZNNBLtBHFxv0oYEH4dSBOIsXem16lUuAp342sJlN9Gh7INOLBo5tyYfbFdjLBvGeZdFJH/3sYQvdYKZb62d3BMwlY28uK7XNW3XzAmjf6la3GubE7G1tPPAOT2gdSvGZM+aOOZN8/droK9XBdhstfKV6EI5ub0ttiLOHbnTJUwK4QBs9P/2u1+bXgc568CyzafdJvD4bext9n9X7nbzDoNxMNzusEQdtb9p8KuvAZ2MtDtYzWmA90QnEhg0OBDbcZDhU+IzXhjtb5B906MUXrRK9zTYef8PEwYE+b/wcPh1CyOZv/qB1iAH85OOVV145fE0gZtrk8kvp02KHFRt6ugCZcMYVkM8+PgF1/MabDvGpLdbqeODRwAF4vPrUAzrYwmexxEMun4wDm/Hpo18fPx2KHIbE09g5jDlwO7igI89bUHxoxRytOnkORMaTz2wRM3K8ZTXXzAnADnEi1x9nu8td7jL8Dtsn/0rj57NvMcTnTa8LHzzsII8P4sE+bbL4bf/h2Wts+K3NZzbCixUcf2eAw6PfnGODkj56yBJzwFd480sJ4PACdaAuDngBOfDsbHzESpsM/XjMezFmAx1w+pJVXZtPbCcXHznsxqceLx40+viAlw1w2pV0gtr6yMAHD/SRB+jQJg+turmuZJcYiyswDsbTOjV+eMgVG36oG3djKYe4aJNjxMch2nzAg55eMdIm0yHd/GDf9noXY/R0kmv+mQ/qvhhy8CfTfHVhyFaXU/4FAb/793dA6HDZwCaXTS4t5SyXVGznL71iIl6AbD9XYjsQC/3sNj7ixRY4PrId3wprBNYI7B+B/7N/19nVY8FL2hKC5Md6iUhCAJKbh7MkIVlIGtGhXQIJCZAhoQEytJXkws0yJEmJiA669KFFxy4QHzx6tPxQauOhF39ttPjw64ffBSRcsvbSo4+9dNLBrm372LAEycUnHnxBTyY/yAfagbiio49egL/xJZMMgMeYkqEN8CsPA/QkT0lXfHMdTj+gUxtkIxwbxBKoAzKWoBjgxwfYL1b8hacnYK9YsAOutlL7dCD76M0edtBt4wFPLlx1PNYa/C7AD7bzic/q5NHNFmOr1LaOA/rFHu0KZ3cEzClzyxjPnsBrG/OhsgeYB3jNmzan5pG154AF2pxjT5Z5px1ozxA++tpzWZ/NsA0pvWxhN7vYMNNv19Hw2SbYYY6cZOL1G1ibaBtlv7+/+uqrB1p5wdx3iHTo80fkHPgcvB0abfxtoPWLibUF1PHyE79DgEMqnWjFSRzROnh4W22No2UrnLfXPul34cAfPx/Q7/e8PkP3OTrdYuAwYO2qW8d02fw7tLg08TMGf4DV4YEsdpBFlziyxUGYvGyD04+WH0AbHq+SLDrJQAfEWUyV2vrVAzhykkFuIAZdPIgNGrR8ctAhF45ueCUb+I7G3BALtMbZoUw/uQ5Hxot/DlIuAhx0ipPDDtl0kGH8HdTJZB9ab0f9HIN8MslGS5dxdfAzf/w0Ax6vCwlvYZVkiwNbzRE8cOw09xwG8dgPsJEedfrpEkuxhiNfPzr88GQp6UAv1mJDpngBMeNnoA2PXinucHQCOLRw1h2/lfDkxwePTpt+ttZPDjwc+9ikzzwH6PECetDqx8ceawkf/4wfPB60cEoAjw+/NnlAPZvRwCnZYSzI5g9bjAt+cuhWGl8XAeaD2Fuv6MTfc9sadSmH3ryRT4ynsREXB26+GzO6rDN4cw8tuezgpws9suUM8xXAWcv8YLt1/Je//GX41yrMGXLNPXNMXHyZ4u9RkEOHiyjyfUnARvnDH+uWG/CJqTmi5Dsf0Mvp1qMYkCU+9IsBneInjgDfCmsE1gjsHYGz/gJA8rHQJVwJQIKQzHJXgkMjwYRTSkgzHdx+QP7cpy3hkKtenza8Nr0SER3qEjk8QAfU8QM0aPmhlNzglfrQzoAf6NsFkkmPmJAFx17ABgDPrm370C5BcvGJBx3sBuSTi18d0AXgAX4l/sYXDo9YJwevOl79QD+6JUAH6OCfcqbfljH307fNww5ABtqDgL10mJ/k4WOPWPEXP3n61M1vsUCDVh2gIQtOHajfFCAT4KEvecra9WcL2l2APHOCD3xWpwvwgR76ixEcffBir77C8YmAsW7s1YE5Yl4Yc57CAfjmQ5tA88hB2jpxeLJZtGm1vvDuBWTNsBfNfjh82WWOmpPs4kP4mVcfwAePzmad3doOBDa87LWRt1F2KHR4s3nnLx7x8ObMptpvY71Bc5i0WZc3HAwcENCjpZNcG2Y6lA4I/kicrwYcFLTJ8JbO5l4MlT4td7lAl896HcrJc6DHQ7e3ez45tzGnz1oWC7bwFfCTTw4N/Pn85z8/vPUWNxt3NEpxsPGny7iyWx95M4gvPB8DbcA+/UqgHmgDbbYqtclgC1AnR7+6uIqZkj0OSvrZGY1xKbZotMXP/MNHh7iIK536yTGOYm6+ohFXY+4g5YJFjMTVJY8DlDktlg5ZxdMFgJ9g+CmHt6ViyC6HfP9Cjr/P4K0rmS4D/B0Hb3rp4y9aB3+XScaUX3T4IsBB0DiKPdsd7LXx8Be/WJjD+BwwzT+lOchG46pfLPkcDxliwQ7A7m3AI1Z4lHSFw4seDr+2UjtaOLbkgdt2AAAQAElEQVTTT5/++NFp69eHx5xjozY6gI4eoG19okm2Njnx0DXz4NMmP9AWP/ICdM0RNgGy+Q5PLvusQQd2X4VYT8aFXDgXAcbH+MqF5qCDtX/aEd7ckleMFdn48KOl3zynB53xQ4ePb+aedS4XuHw0d9nGTuCQbm2bZ+YJueYRX8llt0tEcXMB6MshvqOly9+w8LMB64W/1hFb2KXtkoEcMrSNARpxRMcH+owFu/CtsEZgjcDeETjyFwASVKZLCtVnvMUeXiKoT2KDl7gkB/W9oEQhEeFHI2Ep4SSrWYe6ZKc/kIhA+OToR0+GOmAPUNcH1GeAA3DK7NFmr3Yy1AF/9aEB7FEWD3WbEbTq9avHx25xZq9Eqw9IskrxQMMmAEcO3eqzLnX024APoK9PHbAtqB3NdslGdiuBenJtZozFNs92m44ZR3dtfWTwQz3wAFZHqyw2YoA3W+rHrw+tuhIURzrMz8ZT3wx4khWer9WV+PmOln5Avr6DIJvRqSdHCVfJB3Yo4bdtgNsPyJ3tidfc0YdPSb44ADhAP3y+wRVzdfNVCchQhtPeBciimwz1oHZ+VKKNhm/VbcKq26Spo51jUlz1bQN9AF4J1MVEOQO5YMZt1/UXo1kvfLLV45vr4ZQzr/ZMR85BgB5NfhhrYw8P/kfmUA/gAmtHnR02mw5LDh/k2JzacNq8Wh/FWp/xUpKJX92aAepw+tg2A9wM0aafHnYo4fAq8aBVF3f+arNNKV/Jt+aMN3P6+WEj7QDl020HQ/wOU37r7ffdPvl2AHdow0ufgxce/pprNv9APGyc/TzA4VpbLvM2zwHUb/atKzaJDx4Hf/+snIsCG36bbgcCcm3WHUjxa9OPlx9k84vfbBJXXzM4eDgkfPGLXxzeXqMnj73oijt/6LJubOiBuHozyH9ytdkpJgAufm0x1G+OmFPks6lDgjYd6MjS5/mIV5088cGr3RjpB+ILHF7YT7f40Um2ONCtTq5x5Q+59NGt1IYXb+MJxJTPbBUvhzlvRl0S+CcVjYvLGnx00u0A5Y85+hsO3/72t4e/6fDhD394U/o5iflDlpjjc5gz7sbKlyPkGkdysptt9IqBODWvtY2bfjEy9trGB79DqbEWF3oBnLHjt/jhIcfcAOr6xIR+PomlPngQDr+62LKBXfQDdTxkGDcyosdjzPiCTz8edXTGyTizAR0+OtSVaAAd7EfPX2uVTHxATOgni914xd1cQccOstmJ3lir0wPwiJf4oWMnGfDmhLxmvZpT9HvLTg69LosA29hAdnqtYZd9dLCHbDaaD3hcHphjchQeY0iOuUyvMVJ3mWCe+mN/ffUjhnS5NPLH+3wN4MDOLnawX/5xeSD/WOPmq7lt3vFJXJV8E188QLzIF2fzkZ/sMJ/0s1c/+7T5JZ7GSl0fGdsgrkuwTb+21wgcpwgc+QsAi7iAS1jVLXJ1C14ZSJCSiPbMq70XSISSk2SDHr+EKCl4sMLhk0jQSibagG50ko8k50EiMUk25Eiq6HYBsuJngzp7gTpAww72wGvDs0EJV7wkcXW+8I0/AA1aPMUZLbkgHNnFl994+E53feSzlUw6ziTQTR/dbFBnE9uVu+pOhjLZHoza4qLkp5Ku6sr6xYttaEByxFr7IOAjeej4qSSvunEwhuRGh+Yw8vGQhV6dD+qNt3liw0I+2XxSR6OtXAIPaXOBXPZYZ9rx8k0fGfSTDbTh0aqLofWlDmw0ostW+IAudTJ2ATr4TAb7yAzYlh/1oa3Ot2htXNTx2NSpo8tO7XTQaUzh0Cj1KYG6sSdLXOCMUzxsAPr1kWEMxV6prV/cjE/jjx+efHzqyiWIN5qZh5yDAD0afvCbfXwD8P+Ru/xfPDa1YswecwOHtroxogcu2G6HXyr34oGjE7CZD0py2K9/G8KjY7vNr7pnh82254+xI5MP3vzb9Bo3dDbp3trbqDvEwQF8jSGfxdT40mdz73e4D37wg4cLA/Z5U+xgRi6ZaMhwqHAwdCi0USfT2uOHTTu8w6c63nTQZ46ZV94am/+egQ4oPvM177219vbZ4V8/H/Gxh81KvtAlFtaHXI4XqJOPDy26GfDCB+wL6kMvJsB4RVuJDugHxoIMOLGw1sgA+uGVzTXjWDyjZTNf0IoRmfgBG+DEUbwcrrxl9bMKMTYmYuNwbcyU/KfH1xkuYswHP82gV4x8wu3tqngbO3Y46HvD728D+GfafHKNHx+ddIix8eAne9ipDbTNVTj6+ZLP5LNTaVzNWxdRLhyUfCdfqZ88votrIA5kK40FHejxiS99AJ8+MpRoxJdctPrRAXxzmy54OLxKPOiMgTln36dubeonWz/f8LONDDh1NIDd8Oxhmzp6PkWHh159gX76tPGRhY9eF5rGXOzZpt/4W0/0mSd4HdRdAhh7upKl1DZO1qGSLLkD4OWveWd+WNfWvIO6nGqvI/ew2/hqk8MO8woOvYtAecV8gmOzv1fi73vwAZ95wHf03vK7CKDDBYCvVPjrcrLDv3jTaxzESFz4Qr8YmLPkiTc8X/hLDj/x4wH6V1gjsEbgxhE48hcAFrhkOJstIbToLXgLHcx0kqOkMfPtVU+Oh4cEAiRRSVESIZ8cdqBVksMGgE7CUaKV6DyY0XgIKncBMvHT60HFFm3AZyWcBzafxUCJT+Jjo7Y635RkoZPEldro+YCWTElcCQ/wRauuDz8edYBOKWkr0eE5k0AP/5Xik25t8dlVNxnFhx7yxJF8sVWKg7o+pTgUR6UHLjqAlo1otA8C/NGqsweP2M51NpILj958QHcQxIOOfJCfSnOezUo0QFsM0g+3H9gk0FE/XuOkLVZiY72QBQ/4wgc0YqpEq9R2UFGf6bTZpB8vnXzR3gXoIDsoruSzNfwcH7YCfdmgzq7WVW1lMtXJBcaxthLA8VGdXejUbQzpl4fotZmjFz2dQNzlOCU+/fDGR3zIxU8eIEd/AKeuDLTJwQ/MF6AOT4b6EqChm0x2sY/d5oPDBvw44D/mg7dGDi/iYqOJxeFHDhYbssmFB3Nd+yDYptcGYoCXXr6zm79wAA3d26APL1pzQuyNowO9nIqe3ehswD1XyIdH52CI39yhwzpycLeWxFPdJl5cbLYd+tA4JPhsmGxtm22bcAdHfHQ7CLgAcBiwyTYO5pS3hw6L5NLDZ+PHZ3W24bcuxJ3t3mLasLOfvZ6p3gzC42G7MTdftJViAvioNG+NrXEVJ3T4yKMzoA/Ag+26doCHHPrg0NNFLoDjBxB3/fD8FjdteDxkkMc3tsIbIyBW4omHn95YAvEA6vjIxid+5oBDkgOSf1EB3O1udxve+hsX4yHmdLODTcbQFwQOUHjpNV4uB7yhNW7wbDGW7CFDiZ8sdvDb1wdkoTcGbBIH9HiVxh3ePNInBuSYj2LBVz4ZL36aD8ZPvhEjPACtcQDo+QPUydDPJvbRodSPHj/59muA/XB48QB1oI4vfjgygDoQC4CGLuOBj/3o+E0GnD62aeMF+AD/2KKPHHzw+MjhF3r8+qNDA0e2tYjeOnFAVtbH576mIccYWb/ynS+GrDdygdzYGqfHhYxLPzbBm6PGzVjSafzkI3NM7jCv2Es3XHTkojV/yTUv0MsXLgHUxcBlXz9jMVfYi94cd5FontEnL6FzsDfHXWzIYWxCLzbioS6+Lhj4wI76yAHo6AmvvcIagTUC/zsCR/4CIJMtfKBtcQPJQSlBSS6SlH6AFl59CSQ0/RIHHsnFwy1e8iUSSRkdoLdELsl5YCrR6vcw8iBR3xX4JEGzjSxtJeAzvNJDgU36lWxGww/+sC0cPB6lfiWf+IBXu371fJfwtT1YlGjxsEEbHV3AgxiOPWcS6GArnbMd4XfVTTZZfDY3yEuPvsaZfvEQT7EG+OD0qXtgVU8G/BLgb9zU2RAvXXjhlOKPlm52wh0EZAF85NGBF6hv84sD+fD8Vx4E5k3rjFz6yCHfhrC5Sw68+W4+atPhIc82ffhtJG0g9Af6xMG8Ewd48tHvAuQYMzaTQz7cDOzVphcdO9gLhweoi5uDjLp4Jwsejh54bTLggHlDLjyf4AJ+24SJr5jQa7ONHi0edWOgxJcOfcWZPni60JBDZjxw28BfOvgH+APU4clQX4JoyE6XOJgXcOAgEH85lx76zQ88Nro2w3Ro61cCvisPAnRgppvb4l+fupgo4cRTSS/AVwmPlu1AvGzkPUuMgXkfjVgYJ7xiZCzNI+sG0GfsvdGzobexd+D3z2udf/75wwGQLTbX5gZZDocOhZ575JJDr4MjvM25CwBzwObexp5chwB2oTdn8LAVJEcff8Td5QU8u+EdZODINc5k6RcL8VGyVb94lF/JR8t2/qMjE88MaOCV8GSzBajD6YtGHZ5OMtXRmkfsVeqDV0fDNjawjf/6ySGbz56JaNkqdg7dYudQhF6f+WpumqvWL134xYR8c0LeEwMHKn/nwVv7+973vsNPMoyvCwEHNONuHNmE1xygy5jRD8hjpzg60NJLP93GxLzQz04XD8BlgrngQMZucTHX+EUHYK/Y6BMbNuhX0kk3PP/oMpfFSAyUeNUBGeJIB55AG7DPuIkTPvRizR9yydAfnToZ2uTGhxfgx0M2P9iNhjx4/NpsR4tOG686uSDZ6vTxCw9+IHboAVpjgIYeeumC04cGvbklvuaAsfIH8xzew1t7ftbhMk+cjRteMtlBrpgYW3LlFfPIvGC/PjbIA+aJdY0f3lwgRz9ZSvbxzbiKgbY+POSrm3vG23wnU07im7854WsAtuIzD8x/seGfnzOZv/6Ohb8LYEzhzD3zX+zZTA8b+MZ/XxaIERvQkCcWbETLF7YC7RXWCKwRuHEEzpoLAIvYQme+pKL02dtLXvKS8cpXvnK89KUv3ZQvf/nLN+XLXvay8ZjHPAbZIkgkCCQkSVsCe9rTnjb8hs6/TexTRglR4pIU3bD640XPeMYzhltKDw0bGslHnSwg+UhU6rvChRdeOPh50UUXDf696lWvGkD9kksu2bwZSAc7xKqE6IGBF7zoRS8ar3/96ze8Yvba1752vOIVrxgvfvGLN/GTTJPDX3WyivfjH//4DR3dr371q4cYs+E1r3nN5rNSDwqJmm683lyQfybBJoguOtmq7veqbPxv6OUfOeZXuooHX8XJQ+m5z33uMBb0ii0+8cGnzwMRvRixEY+xUj8I8EXjj22RSz676AMXX3zxZmz8Lhgtu5QHgZgBOrLHBsQ6eP7znz+M86WXXnrDnDHWfHr2s589bBoOkm9TYC14qJuLPkF93vOeN6644orht4I2N+IJrEGbgI985CPDnLepwY/GBqMHO51tbNiuXWmTYxyKjXIX4KtYP+hBD6Jm0MMWAGEcn/SkJ23G3rhfcmo9ohcnerXJMEY+wcYjj4m3OmhOOLChN75A3GtfcMEFm9/Bo6fbWJFBFhBfMREvwE7xeuQjHzkuu+yy8eMf/3h4QwRvNtNuvQAAEABJREFUrch1cpt/7/1DH/rQsGbING+Sj44+PEr9SoCG7/IKW/kK+A7UxUO5BPzTj+dNb3rTZp6ZW+aKjeIYg7pF4P8//vGPgcc8kqfNYfMJiBMBler5pH5YwAP2ooenW8zUt2lmnDqb2ejAbR3ZmJu7NuSeG2QpxcDYerYo8djkeuao06NtI43Gm0BrzFt/+cpB3lg7/IuPzTndxtk8AcZR7rfpdlnApuSxi0w6jL/npfkaD9kOJuKsz6WLkm1w7EPjE2Xr3ZtLlxdsJUMsjIsSoFfKPw4FbNWGZys8W8lnD7x+oA7UyTQWbOUrm9Th0OA1h9GhZwtd6OSrbR5t8ScDLdvEyBojB058ycBPjvHju35jbGwdqo2zmLKBPWgaZ7bgI4uffNZOvsO+N/PGyfj6HbaDEjxb0KGP31tUzx66XRY4UNHNfrLNM/rFgY31izOZDv/mkDbbxM7Ykc8vdThylNpAH5nmDV466eOv+NCpjgbg16YDLz+MMZlw+sTeOAB1PECfWKIXA6VxgFOSl47o8cCRJV54lOSat3RqR4cWaAP95CYfjq3k0EsOenR8gUOr1Gd+WAdw6MwtODLR4DG/rEXjh9aFDT3sMk7qfuohr6M1t4yh9QjQkeP56dnAvuYUHWwzxuaGMXbhZ5zwoQXpFCf2sZet1jk/2KsP3oHffJMzyGWjnGKs/WFAzxp7anzmD7/pUKeXrfK4v3ciX7m0YJuYmlNKvOjw8Vtc6BcLeurPPz6iBXBAfYU1AmsExjjyFwAt9u3BknD8Vdz3ve99493vfvd45zvfuSnf9a53bepvfetbN5vybb7ttiQkcXkg2qS7VfzYxz42bMZdMEhiHir4JCoP2yc84Qnjk5/85LjqqqvG+9///iHpoZGE0Hnglay0dwEPzcc+9rHjHe94x0YXX9WV+X7/+99/eNDSIy5KIPl5gL/5zW8eNvlvfOMbh022WL397W8fYvSe97xn+ENB+rxZwCcWErs6eeR4wLzgBS/YxJYMvHxng7qNCDoxEFPj5jBK/pkElzDspFfJbm+93va2t433vve9Y1fdYkUOeeedd94wrjYR4kKfuo2VQ4x4GBdgjLQ/8IEPbC6kjANaPMCDCKgvAT18QmOM+Sbe4k6HcaTvgx/84GY8/cbXnEEfn/p+MNPwTdv42WSSfdmpw6OSLnOEbj697nWvGzYM+8kNb7Og7g9MmYO/+MUvNmvnIQ95yLC5MdfMG7HxkLfmnvWsZ43LL798eOthrrGFXQ52ZNlgKEGbFTbj96nsW97yls3Ys3nX8TeG1s/DH/7wzQHTPKOrsVO+8IUvHGIiTnQbG/NGLgLGR+kiyLpgNzC22uTxz6UHfjrRk2fuwTnIW4Pb+sUNf/LEUszNE78B/vKXvzyMlQO+uNnE2STRLW/Bi/cvf/nLgd6/4y6mYomWXECuMmAvOn7yj51KUMznerjt0rw1Tnw1v6wzlwrmBV/HSOPepfjZ+NmQWh/q+IyLOh/YCmYf5vrekm+M3Y+eLpT6xd0cFV+4xkVdP5sAW9jtmWGDa1zlBxtedbRtaslED2es8ZHHN+vcM8mmPhrPHnKsZYdKn9U6DLCFXexjMz3o5E9ve607zzaHDbEnG4054lBBHhsAH9hCvk93yXeoy2b8eNjJfjQO/w4T7DZv2MCmucwHeBcVdNJDp1ixB5ibaNlRSRe6SnLxsskcCODQxUuXtvWg7rDkwh89GUq+sZsvfEYnPmxiizHhU22y2QFvbNCwUz+/HNTEWv5EQ7YDjz+YJpZsYCce/prX5Guzkzw4so23eJsHSm1j5plkTvk7Ai6NlX6n7aBnT4M+eWSTB+D4a67QQ4c5Qa7xQMtmPoqHkq9iqNSHhv38QEMXe8w3MuDMQzR8F+PGSR+AY4MSzHT4jAGddJEptvQYFzh2AXToyQLqxhWoAz6zHZCpJBNeLMiBY0cy2IuWv4AegE/c9JFND34lGdXJEZ/kk6edn3SR62DsM3l5go/ihlcsXSTx1d8Isb7oluNdYFhz1ps5AW/eoOUTHfpcCsibbLMHJo8uz1vPZhfwgD8ui13eoecXG6wFspTsTYcxMAfZbNzlGPPIZcX3v//94ScNfGOb+W1N0G2ekcMXPomHPCIGxpYfYohGLNRdLLKBbjEXR+PAV7GGA2gD+OpruUbgJEfgyF8AWMwt2Lm0qCUGC98ASmz6gTqQGPQtgWQFvPG3YZU4JBo4uiUbcpTayUJHv7fyPlvy1kVipN8GQnJTj/50Sw9DD1/2SMTJ5D997JCMPRjogEMDD9yS8kefJCrxio24KdECCdUbe3R8VcIrgRh4SLAB4If38FAHZCvJZYeSjDMJjQm9gG1ipa5vV9184KcYergAbUC2Ek5slfxWioU+YGMFV50sMWYf3BLQEZ0xVucfHn3mgTo7+Q7SVZ/+/QAf0J9N+L1h9PAlT594znPanLRh1XcQeKP72c9+djgAe8izyyZFjNT5RAYdyoCfLuW++c1vDr9lDW8TYmPC/2zXx37z1FzW1odmVzBebLNZIxeQDaw9PqXDWOvnl7WB1zrU7y8miyc8mkp1MWB3/OjhxQg//fIKufDa+vDBGQ/yjJ1DtY2Wt4T0ow/oJ4/tdLCfTr6h/+EPfzguO3Xpo59MsuOdS/30w6lXkqmtPAzgA3jYwjabWAch+HHAf2wsbRTNFTLkSyVZYiE+7BSvbVHotnHbbf6DbXxtffzUNvesUeOgDepTAjoBm4yNNaV0GOQDeQCvXCKv2CSb2/jJtuHGh0abLHV8ZBlLm2i/tbeRZhedaKwblzwulHxS7kDoMOqw6HnWHKRTbPmDH9DrjZvD6rXXXju8zfNbXHrJZ6+5hFfcjYV+65Xt8gn79Dc+7NenNPbqgJ3abBYXzx5vFcmHo9OY0gvwgProZw+56TIf1OHwow3IQM8/gA5O3OUqpRhYg+rFnI18YgtZSvbqJ4+v/BbL6IypQ7gx55M2WnrlVDFTenY7qIkjW8glx7q0Rsigx5iZD/BKdGRGC88OeDbIAepo0KMD2vr4RC5f1OvTj4+f4ifG4qQeDg970OE1f8SbXmMHjwZOPPlNDhlwYmv+ijlAY9z0GV92sTEdSgBHHxoyAR6xA+SGgwfa7MZTPxlsVLJDbtGPDg0+PutjF3v4wwfAT/zGi3z08GjV+akNyPPCiWzgQG4OkA3woxd3B3NjThcd5Gt7LtLncO2yj0wXTGLtrTuc+US+NXT7299+mA/ofJJvLZtj9NFFFjqHcmuQXvNXPIyHfGI9iwFePvGFPXSwWZ0c40KmeeqCUWleu2x2uW9c+AYvD7kEkIPIoAMt2ewlh1wAB6qL7dwPL05sZlNgHEHttVwjcNIjcFZcADRIFrXFDSQACcTC19/CVgKJGZ2+JfBg9M/leIuePDIBPg8WiUxJHnxJjw5tGyj/rJE3xNpoJXN1MnYFvgIPw2TlI7y6RMo+SY9eCRpInhKkhB8vHnUlX+p7xCMeMfgEpw+NuhJ4mGcDXRK1MdGHnl706nDqyjMJHobk0wWMIbvU2ahvF8g/vgGxhlPWplMbXvyMP/3sQGNsiokHrfFgk7FSLkEy0JBLj/EiTz0ZxhoNfDi64ZaAfDazHR1eGz6y2arkX7Lo0UZr86hcAm/O3/CGNwy/YbXRwE8mnfiMEd3a8PSInT5jyz6fM/vZjRKNONjUsFUs0MJZp/q1yamufbpgvpOFnzy2spmNYg3PRpsjtGjQ85P9+o03Wm9CvF3hK9CHl0x1gE+JXolXSSYeurXpx6sNHExs7ny95KcbaNiDhyy0ZMDPUAzNUXV9l1xyyfAFApl78aDhJ7vJnmnUAZrDQP7STRYe/ijNQ+US2OiapzaOYmI+ZBef8ZIH1Gfgw9w+nToZYkwn/ekka1snWgCPns9K4I2ZUuzgm8vGBfARnnx52MGRDgcUuOSywcHRBYC/tG9deAbYYPsKx1tgc9BcscF3CHX4t+G3aWcbeTb3f//734c3iTbiwOe5DhpkuwDQlgscENiLz5w3jui9nTOHyKVPvkBPh3EHfOA3+/GKJeAff+HwOezQo00+wEcWXnICMdQ/A9uA+MCjAXgD9ogtQEc2nHWEFxgHaxIPGrayCa1+Nmizja/ygrbx5YM6/fjFzJtWF4jmL3/NX3lS/AEZ9LEV0ImfPrLwOUAZS0CWtnhr04GOPnzsa06wCTjwWWvirI5fGy1edvGnOjvqY482IJ8e85Vd/IUXPzEVHzL0s5+vxY9N+uDJQQuSTz87zCX8bAVwZOhnE3rxItvYiV91fewB6gAvvmjIYQucuctuPmmzJ9v4RA96QKY+9fwgHw6gxY+OLDL1WyNw2vRZz2gB+5VssE81Jtay2MKxAXguWtfWnK+4yDev+OGS7k9/+tP43e9+N/yTe3T6LN+zyNpHQ7956tDtAoJM9ogtffKDL8Xo4AMb9RkrFxja6saFncbd+lVnv8tccfGvBJiXLhH8XQC5xaUiX/C6zHDhgFYs2GH8xNO64xffleQqgTjpF2d24efnTINuhTUCawRuHIEjfwEgEVnMEoyEYJHXhgMS2FyiyU3JY7su6Yf/+Mc/PtxOovFwUZJFr2QnidAHDzwo4NFo61e6BPAZLNloJCH4XYEd/KHPw5wtZMORDQ8kSnGQDPXrA2zhK0CHX4lWSb6HAFqbB7ewcNr6leTxk4xo4fmaHepkw8ePNpySbfpBfOzQDrTBdhtuLyAXLV1KdrCbzdr1GzOxgKPbA6O69n6ABh+fxIANZAI6tMWFfHrRw6mzBR9+uPrg1Od4aO8HZOmjgxz6wsHDefCpK62TdMAtATn84g8eNnkok6MPr3Whjx4+a6vj0R+dOmCf0ibg05/+9FBqe3ijFXtzGY4c9qoH2vSRzw72uUDwUxV84olWPzp1duMjXzswrnSIXTh86uiVS0AfHWQA8gAeeCXZNjBoteHZrY5HPOiEc9FoXuAxZ9HqYzecPnx48OLRJlu/OtCnxJc9/uaJz/nx6McjVmjItcnDA1xQKulmh7pNl1L7cY973PC3GrTZSGZ6tMnVR7Yy0NavHb06PbP92vDkwqPlM5z5YXP/r3/9a3MhmS9K0PzjH16HGPbIgfSbC+TwmUxfZ2mzC04dkHUQ4FkC/PSZo3yKlnxt/XQq0bGHzeaezTU+n8ric/CyVmyq8TjA+Zmbkq/Wnjjpcxigw4bdxp3vwCFA2xiKi4OATTcdLgFssOV4usRevKx3cmzkXR7YsMOJKTtdJIR3KKUXHo9xYjvdSvbBk4U2XZ4t1og+B1yx4Q/9/NEGdDo4wJHtYkLeEDc+oaEbr7pYiiub6IdT6tcnvkp2oQHq6OCVcECbbnFjF32NG3/IMg7orCU68KFlnz52a+MlSz8+evS7sIpP/NWjNfYuOeAciqxR46kUM/G0RslKD11sJMvh3VgXL3EgW4mGLXxnjzab8RsXetlLDv3WGDn66IEbqogAABAASURBVFPCk8EPMTfm1upckovW2KHjE5l0ihtb6NRHpzq5bIGjFz2cPnU+wJOrznd20EUeueSzw7zVxq8E7Oe3Unsbmk9osiM5+sglP710ssNYkKXONrRo0LJdH152kks+Xm3ji48fvrbjH5t9ak+3dUIOeWRpo6VHnOQEa4MMc8Oh3s9W8fz2t78dxscXPvT6S/xecl199dXjr3/965AfzEPzXHzJY6t1b53zgw0O6uY5HfKNA7wLfXtdPsgp5htffNZvjZBp3vBH7lE3bx32xcJFgosHf0vLZYUvAdigjxw/R+IXO9jOd/NS7NjJPzEUBzjx4St75Q5+sF8ZP3r2ogfqYgmvXGGNwEmNwJG/ANh1YCQCMix2iUIJJ5E84AEPGA996EOH5ObhIIFIGui11YHELIHBS4ZAHb26hCJR+YT2mc98pq4h0UhOm8YR/g+72cpECdZnyvzRDq++H8QvFuriIV7obQ7EWx0OqN8UwL8EdJJHvxKwG6in01iwDR6Pun71JYhGyQ5ygLY5ojzJIHZiKgbF1NrS9sfvbDSAtnmF3sPbGrRxEVPzzgYAjTZ6Mho7a1DMHeSe+tSnItv8LYb0bhD7/Ic+evEjkQPwwdGrvgR4gE0KGfjYCNT1LQE6/fjVbcrYADfPWe3TAXEUT5t/b+7ZKG7ixz5tcm2u5Dl1gF6JJjscSOHYaRPm5002eWjEqD4lOMz8x4vWOLBLPVnqYsFG/fSSqW3jeZvb3GazkUWXHHVzBa0DBP/1AbyzbHW+oY8OjgyAR3mmobGnT05kg7Vik8wPB3O+sNVm3ebXAeo+97nP8NttdbGzDtB5I2es+Mt2Bwgbe5tpvGSjcbFtE+6wb+zxo8cn7vQ5XDoQ4HP4AB0E4Gze6VaaQ97uGZtrr712mGPWEPsAXxxUAN98imz+OPxr47E5B2xkB3uMDx3GXduGnzxtfPJB9HjZbTwDcsQUiDFQhwdksk0daOtnvxKOLDbQRb81ZdzEDC86ctXx4xUPvNpsRa8kx3wG2219cPrII5+vDkrG1Djx1fjIj3wVb4dNByyxNRbGyLjRzQa2aOtnK5nWOHnkAr7Rr59csaQLGEcg3soALR342Mp/tuEtBmTxScz4ZTzxiSM7yMSrD78ywEc2PICHm2Opjh8eDX/ZAOgOtPWxV2zZQDbAB+pTAnQz4CcHmBN8AvSjJxO9Mho2kw2PRx+oTiYa/NXR44c3vnwQJ3G1JtHCkYEHrbjqx2NsHaTtOa0v/fyUt+UYB2xyH/awhw3/YgScn3d94xvf2HwNYP6QQw992uaYL+vkEiW/zTVzy1ijd/HgSwB5hS3yUTa4MHCop6uLAH9/Qs6QS3yJIAf4W1Oe5f6mgK+IXHiab+anGMpX5Ovjl7Uhj4gDH9lBB9vhlEDMxdVYmTPqgf4V1gisEbhxBI79BYCkIGFwW3KRHNSBN1weKpKbxOJBiFZik3zRSKJKyVYCllD0kYteH354CczvnCVOuiRv/UcdJFk2SsL9tXP+8AH+MFDCFRt+i7OHw8wrtrWTTQ+cNlC/KWD8QDzkeSiwAU7Zw4J8YwVvvLXVl4AsvqFhP3mATvGCP8lgHeS/mFb30PdHI60JODEzNkpttB7s1poY2/zYgOjTNjZK7cCm4jnPec5o3aGpb78SjXGb+40n2eaFviVgX4COHH6wX/0goB9E5w0I+8kIt0vJDn54Y+8gyUZjQge5dIPi3lrX562JeayPj+j0W8P6vY3xe3F1MpXko1M/rA/o0QJ8tdXpV5JPt3q2//vf/9bcgHVLtwZ+a4/v8Hjh8CvRAGPMLzlcHQ6t8uYCNrMhu9jNZ3g22Ni2gf/Zz342/O0GfriI9TdZvNkzHvjFz4HKGzg81owDnzf0/vUMm36HRnTWnQOYuU4nPs8lesXDp8c24P7itt8K4/WbYIcBzzlxEl+62esC3IbcGlXS4+0uIJtcY2Eumk8OKD4z1m+dw9EhFuqeD/xkK9+0xYO9eNisDtTJx9thhIz0sVcdzjgD9ivZQ48+NOr0kEcvGjglP/kibmLLf6X5qA+wBx49vWIpRmTB60cH1PmlTh9QB+p8x2NcHNA9L8VKiY+9LmSMlQMUffziC/1kwJGHR8zJYa9Y4SEDD1p0+sTT/ADo+csGfewRHzx0APEJxNOccxnBb3oAejbzWSz4Rg/ZLiHUyYYnX4mOTWzThlcnB5DFJqCtj+98Zoe5wC76A/ayBajjIbtSfQby0KFnjzqZSvYYf7Fhi350+PWhE19+acPDoQP6lHToI1PM4MhhPz7+mEd0oXHoVpIlPmInBmjh9PFHTOQBAG9M4Mjz8x0gx/uJgD+66229te7vXfljvOYV2wCbyGSfOWeNW/PGGjiku2CEZ5P9sOcNXrrZR775q80fPjrMP/3pTx/Wlee3v0ngssE/Z8lfcv1MgU8uL8xjsn35ZH6aw3ToI5eNfBQLwG4lIINO9gFtcQ/QrLBGYI3A/4/Asb8A4KokIQmoSwpKmwxfAMBLKnBAskEv6dvk+O2Ut/r+MrW/zi0BSnZo0CslG6DuU2VvXsjVfzaApJmdNp18r31QyWfx84Cc5fDfhtIDyINO6QGlXimhk0+GEuADcOThWwKfSKJngxJfdfKMS/4YWw9TeA8hm4Yl2fo8ED1QvV3xoPdQws92/OonHXogi5NYiJE3lzYDrTdjo0/cbN60Pdy/+93vbv75Qm+v/cV6bzPRWGPibTzxGTulg5HfMNeGW4L4bcaMJZnWNbvUzcclMF/wAXW6zEv6zTPtJaCfr+j5ZSPjn++CX+I7bJ/5jdbv/tlIB/vg6OUjnI2+DeFnPvOZ4Z/zlM8c/sTCeOWLdVydnEc/+tGbry3IIlPclGjSrb0fkCG+1pL5YWMIzAF468oGUx9aa8oG1Nwhkw669LFBGx6OHHHVB7INHb/RwZOpHuCtfqZLdjTW5g/b2OlgZANtLjgY+zzXxlzOtAmWh/0FbXEzRnitCbnMWzhjxndv3fAbW7/N93wCDvd+r6+0wfYv1nzrW98aX/nKV4bSAcDbOnLJBGQG8OaCeWM8HAbEmy581jzbberFU584s9FB1MYf8J2dNvrkqIuBcSn22uisUbxkoit2+rTJRxO9OSM+dJtP9YsvoEMfvLURDXnmEUCnzQdtPtPLNn38cVDZjgsaQD+57CKHbfDkAHEkF55MpX44JRvpRkuXg5IYuEA1D7wxdfBycBJ3f9hR26WPZx/94sBHJT/ZQTa5Lmw8b8VBP5/0zfrlB31kRWttwrGv2Ot3QSRvm5No6EJDLv/468DPFzhtoM1HutmFh148YqIkSx1N9uEz1+Dw8FO82aZOFl42BujIUtLBDm205AB1oA8dGUAdqGcDesA2gI88srOBbn14lWjIhkeDlt1iBm++8AGeLONDp3UYHRnA/DMXrEX97MJvbI2JNj3minVGDp3mya9+9avhmSrf+CJHztGvT04wltrGSCnWdPFD7iCHjeSzy5cB8ox5YGzkIrTZwVZ+aYsD36yd1772tcOzD4/cQ5avA8wJeshlowtRuV9pL02/eU4uG8nEIy7sBepAXIE6YBf6GdCvsEZgjcB/InDsLwAkbklIEuCyRCbJOaRLqHASqMShjlayUfdPXLk59QfI/LN//piZP6T0+9//fpArmZOrjl6bbG/5yNEHf9RhtlPi9btN9h/GbrwSrbji4b9EbSPiczOforrR9UkX2UDdg8inY+nAW12pTS7eJbAp8oBCi4cdxpMd5Hiwwql7cCg/97nPDb9ncwm0JFufTawNqbehn/rUp0ZjzMfGncwVxhB/cbCWrBtjYjMAJ1bGybjYxDgM+MT8SU960hBXv++/+OKLhz+kaXOCx5sQJTCmxtGDHQ3ZZOpbAvT66bX5cFDyO2ibDevffFwC89scfv3rXz9sjskBZLJBuQTpV/IBrc8ylYexH90SWGfs97aVf8aAHrFSZyN7Hfp8einmV1xxxfDHAsXRP7vXnOYrXXiU1ovPR81/suCiqYRbAodE+cRGkZ3WvgscoM1u8fUWy8aPLv+U4z//+c+NWHrTZV5p80/s2AkH1PVhEut40IkFHlC/Mhr1MwXmPL1iaazE2vyX+7yZg3MJ9r3vfW9YEw5P5qfY8Mlhnn/ykDdsSodEa8Nc/tvf/jZs+h3I5Dobb0CPtWez7pLAAd4m28Wnzbe54pBJDl4bbbGi3wFUbgToyBdD/f6QGDuNmfzIN/bhF0+HBxt9Y4lXXNnh4kAsgFigNy9rO9DgJ5dd2viNpTjQr6QPvzofZ6BHPKOlW50OeP1Anc30mTN0kAnioR/op9OYATTiwPb2CWjYA/CTB9DxAa22PkAvmfD6ydQPr258xd6acAiyfuQqeoytMTMGxtLlGRy/+MkGssgh23NKHZ7fxl7MjDkZwAHL22AlmQ53aNCLExBHvPTRj87B0jjyhR7+qjvwiRU7tPmpX7yU2nxlL2AboAeIEV5ApjY8WoAWTh/56MgTH32BNh/w4NdGB/Br4wXh0KEnA56O+mrjQ0M2//Go6ycXfXVxtC6Vnh/mFBolOnilPnSeS3S6GCXXuKIXO2vL2rA+xRidSwBjwg481jndLg/x+W2+l1h+WiSXsF3MyEWv33iyh8/Gx/o19+hz0eQikQ5rWh8Z5gjdaORy9OxlB1vJ4Y95JlbaD37wgwda89KFp1wjp+mXx9hhnvPPnNWnbl6KL/1iBcjjH+AvUAfiYo4B+ACf/oAf1ddyjcBJjMCxvwBo0VvsEoNBlhAc5NUlYKV+ZTRu3N/3vvcNiQhOgpR0JCn/zJZkKQnj0aeUWJUe2kp8yqMO7OY/nyTNe9/73psLjsPYjU88yUDvIQCn7nbZg82DAtioeJDAqXtYoNsLyGAP2iUwHvjZ0FhXJ8NmKtvIQ6u0gfFQYdcSoDFHbJTwig8f2a6EO8lgjjf/xV0sxMZv3dVbI+rGp7Fw6PGHiTz840froGDdiblNsLHCC4yn0vxU1lZfAjLYhIZ+mxdjp24+LoE1bw7EbyPMXjL5Q+YSoNMvNujJ8uWRNhv07QoO2Wwix/ykg3z6jI/5/eY3v3lYj2j4Qrf4ffSjHx3+WSZtfPqzmUwbMps+eCBmSjRiob4EZIqv9a4MrGl1m1B1G1Iyley97W1vuxHLLnbyBwKNjaMDBtBmh3mkH6AH6vzXjx/AVarfHEAfO9lkPrl8dMA3HldeeeVwQBcDsbbhdQGCzmbewUwOsxm2qbfRFiMbZr/VFT/rxoW2N2oAvy9w7nKXuwx/GNLPQ3z14Z/+80cofV7roG19uazG43noktNh0yUMmZ59xo9uP0VwgUCvN4l3vetdh7iaS2LIXnYaG2CTz1++G3s+mo/mlNJ4kS8u+AHfXAyTYx6TiYYMPOpw5qB5wTZyyFRnizoc3XjQkk0P0C+3OJyIY3TmCXo0/ALpQEMOGrK01dlizBx4tPUBcgJ8gO1KvqCzEijqAAAQAElEQVTVFiMHPvz5C0cuvHFwcebQBMwZBy42OnwbC5dAcqbDnWch3/hID7nmE3B4Mqb06CNDnPipFDsHfPxKsYED0YiZNetQ5/npYkgdf76JmRjQQ5+6vvxiE//EQByNG/notPGzTVsMw9EBtNkvfnTgDUemPryBPvLIRUuGUhvgoQeg1T/bRA88GWjJV0dHjhKIGxmA7njgxVJMQTLoYL/4An3yHn1ipA7g6SEXrzhaH+aHdYbemLABHg2cXOGv6tNh3MwNB2kHfnNGXjF25o61aY3Kp+azcZMb/NSIDnnK12K+PjHm9MlXwDw0vvSZqy4ozFF8bGUL/+UpecTlt3ktLuSh44vc4rKSv2TBi4O5Kw70kGXMxJZf4gy0lTOwiT/iFuhXV66wRmCNwBjH/gKg5ClpN+CSpTcwkolkBy9hoEWnvOaaa4ZkIXnB6Zeold/5zneGJKgPLznKkpJEqI1PedSBT2z0cOPLBRdccMPvrOGXoOQrOaPD7+FGpgSuf684wOnDowTqM6A5CNB76BmrbMDDDjKVxs2YAvT8xKMPzRLgaVzx2lzho88DDu4kgzjk/1x3wBBnOOsNjTmhtG4uv/xy1YFGRSxtQsT617/+9WZ9mUf64ze+6g4JeIyzcgnQk0F39HQYQ5sQ9i2BuQPMA3qSgYdcuCVAxw805hkeGzObHLhdgXwHJ3LZSZ4Nn7Y6nIOk337CoYcXS6X57K9Gs80YwFm3Sj5bJ97axwcP0AP1JUAj1mjoVwJ4pXFR0sWW9Px7+v2/mLMDnQ2queUQIa7k4DPO+gF6OmdZ6ID+SvWbA9iXPTa/njk2vD/96U+HL5jEG96G1dt/YCNsky5m5jufbaD5baNs425szSWXbRdeeOHwhs2B3mHehYCDurlhU26TrSTHhZFLAhdpDg3sYQMgv9J8ME/8wS7PNPOKDX6eYGNOP7+MIdsBWUqx54PLNr46fIhDYyPujZmSHeyihzyHCL6TY7yUbNGnTQ4Z8Ep2mENkqaOBR6/UJk/JLrlGaQ7xA7AvXnSATDj6tAF59JInruKlHo0+8xVOnQ3iCuQebcAfbSUZZAHxEw/jJQ6++jBuLmeMKfD1hTnDNocrc8KFEPBJtcMdO/lEvnVjzFwEADLNDZd76iB9Dl9sYC8f2Mpv8QLq/FPaBzkgGmexhGOTEl91cUgWe/TBsU/c2IpHfeaB024ctAEcXodQevGTCehBA8SXreSi8+wB6uYKGUqgHpBPDlvV9dNBFrnqZNdnbcAButgL9IfDJ67kouc/4AMeOoA1hNdLB/EVc3ax2zOL7WSxBdCh9EwxT4wb2+Rta8q40kkHWjpc4Njjervvqx6XSZ4TxpEe8swDeYIMNrlkkq98oeciwVzDj9dPl/CRzz78coV5rC2X8FX/Ix7xiM2/7sIndC4b2MZfctHhM2fNcXawi91iyRc01oy2WOBXkiledGpHix6gX2GNwBqB/0Tg2F8AcFNCVAJJQBLywJN8JFqJQgLR5wECLznCSyAAHf7qHnoloOTrwyNxSVpk4jnKIBazfWz22a8HyIzfr85nyRag0VaKgweCurgG2oAeNOp7wVLfTE8uHwCZ+qqzxVgC48onNHg8kNCqLwEa/Ep0NgTqIJ/VTyqIdb5X9/C2NqwZ41j8xAuNPhsJsTQexkUfOR7g3jJYX8ZIzPHoA9o2I+qHATrQscF8sIGiE866Zd8SoAN4k8UGMNuFZi9AJw76bGDIEB+bef7B7wLsEg8x5Q/fbPjEkVw4mzR1fexRZ7s6fm934ICDkD71NqsOCujg8kXdmlIuAZ3187268VBnJzvIosNY6GMHXDFKjg2ht6H6HHLQsymbyZyhfvzq+irVzzSwkw6+eSbwy4bZ2y+f1zqMoREbNP7GhZjYDGuLvcO8N/A2ynx12PNGzHPGzzj8tMNXZ2JDlw2wA4ZDbrLND/RkOFTC0wNnPlqDeOGsEbzevDk0Gg/xZYM3eA4WDgNk4GM7GmC86CKLHId/69lBhu98En+0dKHXdvB1sBUjbSWd/FXC4SW3Nv0gvDEGaNGZV+pw2nTCkSnfWI9KdnlWqScbPb74q+OnTwn4r62fXCU8HH341cUIrRI+iIcfxoHf1h0QE/sU61kbP5zcYZ64+DH2vsbw9YZxIVe8fcHo998OTnxjg1xgbOQLc8B8IVvpIsBcc4hUOrzBsQc9+/KNneYR28TMYdJllTlHD//5Jb7iCfAC8dAvvgBdOPho9Gkr9ZMRkMsn+oDxQ8N3MPOZX2zXj4+9wNyjGy+A0w9HDz/w0Q+nTx2efHrEEw49fnWgjQeQYdyU8eC3RtHp40NyyTFG6OU361yJxnqqZI9YoU+utWr88IeXX4yhMTP32ERXdQd3+chPBPwRUs9lXwugYx891r1LPz/XMm/YLzf4mwN/+MMfhr8x4tLJJZ/LDPFUmhPGiW7y5DvzmL0uAcjhvxxkjhkTlxFyBr1oXQjSj0ds2a3ONvHni7EFcPwWI6COhx7lCmsE1gjcOALH4gLAAge5JhlUlyAkIQlVgpBAPBQkHjTwkjE6iUWdLHTkSLIALZwkpS05SWra6PVHL+FKgujhdwEyA3LSVQl3GIien+hrqwO+0CM2Eqvfp4qNPrRiA9Th0IqDOh7lDGKNFqBT4okGjjxtNlXXBnDKg2CWyQd8dIt9ferJYYe2cYZDswRozB8lOg+m6sqbE+hnP6BXW3lLAhuyhx3qxlaMzR9tY4LOmmucxd94aaPBG+DVp20szcfqZJKHBu6wQAcbbI7IptcaPSw/n+ax1z4sr80NXv7jY8cTn/jEzSfU7OILvDqZ6ko8yiUQH5u+bRq64Ohq/mqnAx7QJRbh2aKNNv1iLmbijkcfXHXt/WDmaUMGVx0fOeTzRfv6669XDO3o8sfn6jabABH72Q60lYG2fkAnPfroqk+5BPHhBfhnnDbYlgEH6NanFFtva4Hnhjf7ZDpsa9sIOyjz22beRYdP+ZU2wsbDxbQNsq8EHAC9CcZHjn46GxvzG/CXzfD60TlM2MSzxWWbkm4bZzzkWXd48bDHlwU24/xwEFXSTa5nHjBO5o85xy/r3CGDDHrR6hcTJT3q3jQ6rDiwOlzqYwu72YBXW10fHrqtZ21y0bKdTnLh0dEt/uYSOdr60QF0+sRASVZ8aD3f+AUH1PlunMjVth+AI5/vxpMONuFBC9TJ1IcXTl0ZH3vIxMs/cXVI9xMA88Ch3aFKnzESN33mhJ+XADmBPdaJA54vRhzU6SFbHz1k8A/wwbiKK/nJhseDBg97tdnhS0qlsXYplA62iwFfjZtDpTlHvzFUigU6daAu9uSLjTYZ6myhW4z0k0GfuWvM0NIFD8jmozof5WD8eMk0T4wVwIuOnfrIQUcGOnaH4ye55igcuT6hJ5scPOzBp852bX18dDCmhx/64UA0cGxiszFw+HewDm+Okk2O9YuWrWjlAhdBwOUNn9io7lLH+hZHQL9YG1P2ABeLvkryt5t+8pOfDL6KB13sI8MXBuRbr+YJ3cbAv0LiKzP2iRe78bsEULKZvtYbu1xikW9+iw8f5RkXCvSRbd67jFKiUZp7aMXcWKATZ3Vy9WmLqxgAbfx4okG3whqBkxyBY3EBsDSAkoN+pcUv4UgukojkKTlI4volDA87yUJiRINH4iADveQhOZdA0egD+tBLdpIaevijDOxln+TJbnXx8G9Qi422uABtcYLjK1BfYY3A6UbAvLImbQ6sPfPRupnnGdm1ldYjmrNl/vHR+uIHX9ntrR2cXGNd6eOXPj5qqyvPJGSDeFr/cmP6jIW6fCcn2DhmExvZrv+/D/+RSIc5oSXfOtjYbNogys/Zon8JyAFLNPv1Gbu5j89gxi3VZ1ox9ryA8/ZUvB2M4B18xbe3/d7mOlzZEDvMofPVgDHxJs5bYBt7frFRCWzkbcKNo8Oc8RUnOsTQBtwcZLM+PNrweLTRm5M28vjgvPmzEXfQsFbNCXUyANvh9OEFdJjTydVHFv+V7CbfRYjDBVr+OlDiRccf/OpwgH1oxYLM9JIJ0Du08AkdevzwcOKOjt3k8V9JFnvESckHODL0B2TNwA/y9NOlDtAogT5yALuVaM0HdoSDV6cX6APq8Pq1rQvji59sPvGNLodTa8XXAS7yXQ7w3SWAN73+5oc3t+aTg5vPrh0yHdSKBbnWvBjQS5f55gLCWNHhAOjywfykw55H7Bw08ZkfYiMO7HM5ANgJhwbgMc5KeD7ywxjwFU4fGXDqDr/GWJ0OeD6qk6lNjhiLD+AHeXwTT/1K9PymEw1abfGAC+DV0dODFp02GwEb+Ec/2ejUyVJHq18fefiVaMhGA2dOix/78fKVPrS+DrLGyeCPuBsfPNap3ACMkUsB42WNAfFio/VKFl10sJ0sOrypdwHgnyR12egrBPqMkTEA9Pi5kUM8WcaDX2jkKhcAdJGHXi7hH5vpYgOf8ZBvbrnQMa/Jwy/HGyM5gS/806fNZ/xKMvlCJh14gH4l4KM+8VWiX2GNwEmPwIm5ALDwSxQGXWKSCCRkbUlJW11pkyU54tOGB/gktk984hPDvxLw7ne/e1O+/e1vH8A/FfiFL3xh89fi0R81yJfK2T4xqP2gBz1oU5U4gcY2T3h9K6wROJ0I2IyZV9ahzYA6OTYCSg9vpYe5PusxnA2LvqMO8zppjdmg2/TMffzjCxp+zvkK/kyAuJJrYwWKO1xxlu9s4Bofcf9v2yYOwaD8f0AOZgfwR+0cYHTZVMrF6ktQTPeioW8v/IzbiyaZe/XNvNWLl/jh0XbItcm1uQcO1/e9732H39va+NvwOmwZD7+19Uk3eX6P79mkz6bfmIkRGUry2WdctYH5JH7GDNQvhvq0gTUIZ7yVZJCHhz0uLdgOZzNug64PqLOFjfEn0+GAbHTmNZ3ogPXvj41ZC3x1WHHwpJ8eBx8be7R8UAJ1tgDxIgd9OsxX9tPLDjx0k0U2PBx6ODRkwetnI3pzjNwAD1p9AL0SPZsAWm2AFg+cPvJmgNOHjhw2s4cNoFgaRzDrwyPugO306McH0DsgGTtvbn0h4GsSByg2oDE2Dmy+0nBB4C2uiwG/89YWRzLpwGd8gDexDv8uAcgHxo9OFwAAr7HBp88c9bbcQY9e9vMfj3EG1gj/6SweYgDQ81OM8NPh500uL1wMwomBeIo9WnV88Hw2R4Fx104/nWjwkc+O7GEfGXjIZBt6vEo89KjjcQhmO1oleraSoS4u4kE/XrFFp58uccJrTrNV25t08tlAljafjaH1YjzkA/G2Tl3IGCcXAC5oHP49c+jgn/VrbrCbHewmj99sUTqYu2wVV3bC4dUP6DO2vgZ44AMfOOjkm7iQz06+8Znt8PyB45uSbeTzkSx/h4AP+unir9wgP6qzQ78LCPyATGMH6OATP7X5JpZgxutbYY3ASY/Asb8AmAdYIpIEJEyfxkkWEgMaeAkGjaRhMya5o9WIMQAAEABJREFU6ENXXeKD658FfM1rXjMuvfTS4Z8JA+r+STMJD91RBQkSuJFno8QqaavD22h6ePAdwIuLOKmjUa6wRmCXCMzzyPzqYW7OWWuAfGszaM3aLOk7ymATxZf8tMasNT74/bb1xG8+5Ks6en3qZxLYIVfJezZi6WIjvNJGD8ibbLUx0zfbG9/plNt+zjLYxUZvm2xGbUL1w+lTXwJxnGGJdq8+thk/oD7TkDu396uLoT72Aht0bZtufpjz/iCfz/21Haxszj2jvKH9xS9+gXx4JtnE2zSDDfLUf4yJtcHGU83N/42Rg4h4OTwZL+tFOQPb8Npwq7PJxt3YOqTYbLPF2PPXBh8dO5XFpJJeNPTyVd1FB3lo4OIjwyHFZQhdDpP0ZB968pRo+ckG/JyEh7Om2I+GHPGEh6MPLR/1ixF+sQCe60p69KGlozq70cORSQ4aeDz61JXZo0SDBx5okwnICdAC/ejIdKgzdsZC6XCkFBc0M606v4yReVMM+U6HfqUYOTSZNy4CfGly7rnnDv8ihAslFwQOYOIhZnKBvYEvU9jBLn1kOGyilRPIpYsNSjT8xu/tsbkH5wDnIMdXMs0xvhgrvPB0mC/85Svb8cOLsdihY48DsNzq8O/tNJnmHFn04QVswUsXfv3GUEzI0s9fdfT0FWt4dfr14eUjWeYMXrLpIw+tua6PLjzkojOmaMhip3WFj0xzFp1+OvmvJFuM9fHTeJCFhwxv6uHFigxrh172kW1dwTUv/Hyn3EOO8fAzIher+sRFHOnlp0uhdNAHZ+yNOTrjYN6x2wXQuafmk7lEH3vMFXagV6Ijg0/kmBPmoq+dyKPfvKALrbmgNKfNN3Ux1k8OnPmTbL6jYT8QJzglGvLF0rgAfcoV1gic1AiciAsAi95ilxTUJeirrrpq85dISxiSpkmATunG9KEPfejmXwKQjOuXOPVL6OSpkwHIRgsv6UiC+o8SZL8S+BSQfep8ZztfPaDc7NZGw0clHHr1FdYI7BIBc8268UA3rzzcybMRMN+AtvWmtL7UbWxsLOCOMvz+978fNn18k3f42jp71KMeNfjPJ35aU8BGRfvm8Itt8hSdNlrptBFmA/tsxGz2lOyDR2dTpdwFxGOLf5NzZ5w/cMc2byfZK37smmn2q7MX1D/Xwy2V6AN07J0BbgnYauzxoNO22RZfbXG3aXb4twbgbIzN/6uvvnr4XNuG2U+yHNb0OTQrxZ9cG30be7IdQGymrRF2OxwYNzgHCG97baLpsXnGj05c8Zij9dFrE69E41BnfbLT2oOjMxnmMRlo+AfYQz8achs3c8jh4Zxzzhl0sIVc/OSYk2zxHNUH8OAXzwCODUqxRMc2pfjghwdo0GYHn9lFDxvp5tNMh0Y/vXjJwaPNTiVb8OmfeeH0KwO8AC1Qx8POQBs+O+kvpuSh4x/IVzi2KfktP4qvfnFNl1K/57u4s50eshzcHMyMNz3WvLfCDtjiwyZ9Dl7WIx1kAzKNWfr4y25/KM4hVdsbYvsqeukUPzbjIY+9fMdn3rKNTj6x21iwgz3mMvvMffzsJY9ctNpkKMkB9ZHJHkCXkg/6rQ2Ahl4lG/WRTw471OkB9KNhG8AnHmjw40WHxjgCPGgAevqBOtrs1hZvsvxxR77DiRU7rC9jZG3ygw76xBGNcRVbbWPrXw2hx9oUO4d/f9tDfnHJitYFBHDBIs7+MJ+/I0GXMTbu9BhH8uUU/b7uYJN5BPTRa84AdulnPz1o2EK/F074zctylfUoDmKEFvBRbjS2/PMllPjQg7Z40wWMl3jSCdThAVnKFdYInNQInIgLAMlKEjHIFr0kZDOpDSQPCVZdgpDE1V/+8pdvNifqeJQAvcQFtCUZQDaAQy/Rq9+SUELMrtkWuN4u8UmfOKjju9/97ge1OaSozD7ihVthjcAuEWhOeXibdzZGNire8Pi80+bDHyfyNgL4vaq1a/7ZxOyi++bg9W8uexMmB1lb6eS330+2MeI/Gv3WHoDTPtNgw+uzX5s49gKxttHyFtpGLBuMUXbahIXftTSe/4H/uxElD9PlzZI/OuWvU4uJTnjxU2ofBmbZh6GPhq/0zvxsg4tmqZzpbEBtfG2cPWM8k8i3CfcmzIbcWzkx98e4bOxtcl0O+E0vvd7goqHThthFgE2zg4zDgTEzLj1/jJ15h5d+zyxAL4BHzx501h+57FQnGz35wObfhlupnwzAHv1kAQcIBwO/V9amWwzRqfOdHw6FSnr0oSVXLNjjEEG/sbYe6AD80y++2up80UZPhrb4kQFPvhJe3RzCq7QGHKK06YGLhuza+MNHpx/wT78SoEOzDfWhrQ8tH8WG/WwGaOiW69gIxAgeHZ7AOKiTj8aYkg9vvMw740ouPJnirg/ok3sdqnz956sAexhj6bBtLtGL3/iRy16xJgeefvFVJw+NuDpM0mc86FDqYyd70c/2wRkLNHSRaczhtc1BNgKy2IWez+jQixs/lQCvtrGqjQee3cYge+gQXyXb8ImDeOClTz//6SKTXvaKB3yyyXdwxiOO4qBOJ9n00oOPL54JdOBHz1d4B3A/n4CzRo0PuWySK8wNMsnKNv3GQdsY+7mNkj9stM7kEF8WnX/++ePcc88d+UOWyxtj5xn885//fPz2t7/d/LyV3ejoOufUJZ487YLChbfnM1vRiIuYoOOzOQT4p62fv3Kgi1HPfXEwDsYSrfiJgbE2d/DphxcDuVG/OPKL3eriFz9fxYAt+PXjV66wRuCkRuBEXABY6JKBQZYAlDblPinVpw0vKalLIOo2Xs997nOHJAovgUgk+sgD8DOQh44MMue+o1RnJ3vEwGdeEqf2bLPPUj0swvFb8uSbEv0KawR2iUBzy3wyv2yObGae/OQnD5sVh2QHQG8ubABsUC666KJh02Od7aL75uCVI2yc6GpDpC6P2LR4q6ttPdpQKbWBmCjPJNiY+eeffArqTTTwh8P8ATqbLRvDT3/60xsTjJVNrs0XhE2/cleYfR6nhPFbLOQZB0QXE+aEuWFzyAZ95axTLPv+n2ywL8EBHTbIciB7kJI1A9wSZKOSzcbcQd0m3tywgbX5FUvAR2/9bbodxMx/MRB7Y2Xj37xXZ59Nrs23t3WNjbVEPh5y0Tlo26hrswUNu8TbfOSnwwJAY76i46+Nun628IE9xkK/OhnGhX4+eIvnEslzFg4dfeJI9u1ud7vh4JBN8MBBJ71sxwfPTnL4yi/2AHgHBTh2aucLXrLYR4a22OlnCzvJYzt+Y6JNLl/w6CMX/Qz0wCvRA3UAj7a6tno4dbhx6n/kA22gzl5223eIsbgXFzRsBeTIg+psRWdsjLVDFV40fOEXWiVb04FGTE6ZsvlXSfSJkzngqxLjg0bsHeTFmh9iaHz0zcBmdhhjpQsrOHwuhMjR5g8b2CTuDtfkkoWXfG32o2MT4JdPxj0P/L0Ma4AdAJ1Y8EE88IsX4B8gT3992gANHBr2ATj2KvFUF68Z4PlBP/vwkoMHrzEVTzbx03jA80cc4MWKD3jFQKzFy5rGD4dH7nAoJ19sPRPFgA8uAAD5fKFfHOkxn9jc3MBDrhzv4O2rIv8Mpz2vOn58ZJHpYtHfhfCscAnQJTF/yfQGXx4jz2WyL0vxWmOAfWyhU9t8MFb84KPyvPPOG+YCPLliKl7iy3Zz0djLYdr8I5f99gh4tMWTPPHSVhdbMVCyg2/wK6wROMkROPYXACWDEpoEZMAlnR/84Aebz009FCVvfZKTRCFBSET+yJ9/eoocbUkFf4lbXULBC7QlJvpqwx1F4IvE7k2rhMxGfku86g5gNhQePtrolflVcoVbYY3A6UTAWsFnvSitM1Db2pznmU2FjRFadeVRBrnBX1S2pvhl7fBZaV054Nn85QO/8xdN+DNV2lyRzT5r3xoXczibLDFWameXTaqNlI0h/C6w7WOy4MVLXv7Tn/402MkO+VkpTmiiP1OlzabNO3/TIQ7iVHupRMdO9gJj7mBso2tza+PqsoVfPoH1pYPLDpcwLgDoNodsygE6Y2LTbRy0yTF+5pU+46JOF/tt9tGKJVvZpMwuvqEB0aH1HERLFp9tsL0tJJcv5gsZxik6z0jAP2//PWeNHX1kkGu+88sBhk760SgdINDyy0FQfZbNv+whjx1o6UQLzI/8wAvYCM92NpBRnLTxsQEekMs/wEcy4AJtPNkQXhvoV6Kprg20AzFmFxvYSJc6nHh4/oq5g88cL7Rk42cjuWIjDsrs4QtdZJIH0OtHZ5zEDw2Z+oA5R7YvU1wEwKEzz+hin3E0RmSi12avuamePGMh7mTAkYufTvaywcFWCUeefrR0KfHSYd9lTgf0k28+AXTiQo7xVGqLq5K8QBtoi5NSnNjORjFiEzn60LKLL0q60IsLyD4lesB2wE70ZLEJaFtT6OkjC46tLtCsHRcBeNLNTn3mLno5wfwQF7HU5+27ccLHB3i05Cr5Z51ps9GY0csnfxvCYZ4+fMZCfqGPDva40PbzJHpcVJLDD3PUv24jd5lbv/rVrzZ5my3sJguwabaNHD8VYZtc6I9PignbxBWtOl75wtjzgY1ixBd51DyFQyvmQDvfxJgMftIFr3+FNQInNQLH/gJAMpBwLHalpGawJfH3vOc9Q4JBAyfRSDzqM3z1q18dD3nIQ25AoZEQ45PsJPQbCE5V0MCfqu70f8k1ICg9lXBLEB0Z6ColRyAOX/rSl4bkrl88PFDz7cILL9x88iVpSuLJk9Tx4znq0DgYe/6z23w4rN0eGsZzpidjbp/0urjOMWiezLi96vg8jJtv1c01cRdndSX+xsFm77A6yLb26SKLHG0lgK9sXrAjvL7TBXr8zIat5iE/yIYn84ILLtj8e/fq9OUfm+FuLqAvm9hKb+tFXmQ3Gng5Ao6taAH8NvBHn82vPvx44LUBuUpw61vfWrH5yZE3xPKQAzE+POxBUAmvfRCwAa1ypt1uz33VHcKNEZ/NR3g+KJsr6ksQPX+8qQfyqYOSt142s+blj370o+HNmjda5NmY29SKn3izQR2OLS5tbZ5tgvWbV+RaGzbK6OR3fuoD5qBYwou9TbE6G+HR1GYTHfiNR3biU0eP3yGJXHRs8cWGMfIXvV1msI0stPD4HTRs3NmLTyzER52P8OSzx9jhqa6tTykmaMUDDT/MY3rgtPkDyGaHOrzDksMGevFCj4ZcQJ5xoNdY68OvDw+fXZZV2hPwFR9Ayw4lHrLYrS+AUydfqR0tHMg/9gVoyWUHu/Ap8SrpwauOjl2ArWj5JAbRkAOPXl2pjzzzyUHTIY8/5hxfySVjBvaJrzHER4Z+eDrZBeCMNzxd5pALo+YLGcYEvzFGY/4oAT4xQMdGpbY+8u1P1I2Ptjo5gA942KDkN3p+04nWp+jmh9hro1HHo+QL2ewmH56tAC1Z6uLNTzi+oaVDP5x+dGSRyUc20WktGTMlejbyEZ1LRGCTuKcAABAASURBVLLQGRf7N7yAf2y3dvHwmXw20ulNPxpyxI1sdfLQ+CrJZRNa+o0lfqCfLj9FuPLKK8c3vvGNYdzoMh8czv3tKHmTrS412aDf5QF9aNgsv8kjdOj3ZYMLALbJIeLm8gHQC0+HLwHidXFQLPxNHZch/KE7f/CR4WKD7fr5pBR7tHxdYY3ASYvAsb8AMKAWuGQAtIGk4yHmEkCigUMnEerzkJPoJVjlF7/4xeGfOpGA0MJLXupAIpGklBK4xA5/1EFS95emJWC+SdB8y/773//+mw05HF+K4ew7/FEG48I+tvOXbzY0HkQ2oUtgE20+4CEDNMbqK+wWAfPKejFGxVVJqrjrU7cGrU914IE+t+H2AuPmQa9PXWkjYINi3Rt7mwZzQWlzYcwdSKwF9LsCW/3UxvwDfOIju3xlwwY62Cce/ALq8GczyBMOjza9YhzwWZy1HRRsSq+//vqNq2JjY30U/LehtiFmk/FhoPGbS/UlwGc8bcSNv7kuD/k5i8O+v2vhrRoaG2OxQWOTqnTYMf/x0qNsUytvs4d95qtYijc52nI6ueYanWKq7Tmnn1z1gBw60OMlGw+cPoBWCehno+eljT7b8Pn0n1++MDMHyGOznxB4WyembLWR56/5wU+y2AXoYR97s4NOOCWb2Ea2GCu12QCqJwcPmvIKXex2WMIvHxhv9GjprM6G9JGrDtQBufwmB2jjJwcvYBMeoA7wBvAAXgnU8ZLDFjbzXwn0o6OLTrrFGajDA31AfdZHbvLJE3cAj44uMYErPvrINp+V9MOxL3u0Z178AI4+stljzM1zgMcclS/NKz6QB0+2ki4+KMmBY7d+oK1PqZ99AI5OcgEZ2miAfvaYG/TqI9eBkd1iAOgwzuY6ML/pQms/yXZtMh144bVdKJBrvqeLr/QAuvWTTQc+OG0yXQLIifrYpPQlnDHAxx+xopd8PvNFvz464K05+cFYij35aOnSb3zkZT8Fc0nHDn7hQ0uWvZODOnoH8Msvv3z47J+/xpFsXwFY63jh2SsP8JkM8uiXB/wUCB4dX/ysgd3GCZ5escdDDn465Axj87vf/W7zB73h5VTPFLbxKd/EhQzx56M+bSU+9IE4Vl/LNQLHOQIn4gLAApcA54UNJ0G+//3vH94CSLISksGWsCUXdXQ2U+DrX//6ePSjH735q94SkQSFhlyJRPLSDsipflRLdtuoSeTq7BQrSVLd3wGQbMXBw0Af4LP+ow5sBR4ibJb0/b78qquuGv6wjd+1LcHznve8G/4QpJh4kICj7vfZYl9zy4Pa5kFsPdRtMoCHeQ/txg/efLQGD/LTnAXWotKm5tvf/vb485//PBxS/MEi/866OeCQbiOjrt+h7CD5B/Wz2UbRzwCyt3XGZ5skv7Mnh438Uj8u4I9CiaWY+oOOYg1qW4PwV1xxxbjDHe6wcdsGVEVOVt6SYNPtUsizobExfsZKXjmMbejkHc8HYB7g96aM3F//+tfDPDTvbYjRet5YD8k3j/DghSNHfGyU4fDYYNvcxytf4bPG8LIbDq11Zj2o49dWouOnfGl+hscXoCEXHXAQ8QxxGMJjvvu7Mj4P1iZDyR8Hiy7gHPytbaAvuewA/BQTdTHUVmeHUptstoqD53EHBjj+KvGiw6MOx35xYRe7xbNYJBctm/CihwfaYmfswosDWeTQC0+fEg9ZaGaYceoALcAHwtHJFnrJBdpAH0BLPv1AHR2Y6dThyJpjiZ/O+tCh4ae5ZV45fIoTG/kK6EE7Axlk41eSgU8Jx14y4Mh0uNNHnnnt4GhM2YSOXUCdPrG2f4OjS6nP2MLnv7Y5oY8s65l8MgBcgBYv2WSak2xjP9/YTC5+c0ZJBlvpiK55yDdytO2v0JBJTvbqr042eeIj3vjJdkFljYmNGJm37MkG8vXxY5adPLT6+IaXT0rA54Df6vr9aw0O037+KnZsZxuZ1rc1az6w39t6Xy/55L+vm/xhPv96iy8J2Ea3tcw+cthELl/9zMTPB/jLJ3L5hIbd9AG0/CdDrOkmk075Ez+9LifgyQf8AmTZ15OjLcb6V1gjcFIjcCIuACx8iUvikWxBAy6JP+tZz9r85VNJB16CUeIrCeH3kHIJ8JSnPGXzB3PQSEISijqgA0915VEGtkqGNur88ADgvxjx35tQhyb+e2DwxcNAqV95lIEfM7DVGHlQGE+b0CXwIGxeeJDhJQN4CClXOP0ImEvmoDXoSxSHBhsKf2jIH0P7zW9+M3wG7i+j+0TQJ9J+kuMBbzxuiubobRCMucNSFwwOnea6DQIcsNm4KfL3om2N+ONJ+rX5qx70r23QZ+1Zj+aZeRvN2VraZNksOkSLubrYAvE2jjaJNoFyjBwE+CsXKW9JcJA1Fs2dxqTysLZFb0NvnPnrTZe57YLEXBQPX6Y4+JiH5gm9Nr/mhA2ueNGpbS6Ra8MOLz8DfEAfWnU+ADLQeG6Za2xBJ/b6yVQCeP14gDo+Mum3qZcbrVufAdPDdm/yrFe2w1njdPnDbb54kXdt8vnLb3LRGXfy2ZBubX344ZSBtj7zxHPcQckbfXW2wbOHjWwgFy8+cvnEBjj+w+PhGx+1xQFfbfrYidfcVnoOwKPDnyx4ODLg9JEN1IE+gI6ObahPP3vq19bHFnqUfGIHUA+0AT+TURkfucZLvNiHnm941OkwxxxgzR995GeHEi0cWkA2PUAf0A9vzMmAUyeTfHzoxcsYssnYqcOhZ6u2caaXfUrxgLfG+ADglXjrF/d0hEdHbiUb+arExwbrkE7z20WCWNGnjw682vrh+KKUQ/CRQzc8aP7g06dET4aYmJt8wUu+nCB/4hXH6PEAseIP38RJXNCh5xs5aMjHG55uQAbb9RsL+vxhP2uWHWSQjUZpDfuCyRc91rtnnEtz/eLjmeoSAZ11KX58ZhM72GhtGnsXg3IfuWgAG+UHvrsAUaIFZJDHTjT+ToyfAqiTY9+mTwzEnB4+4BVbOH3k0Mm3gF44EG4t1wgcxwiciAuA7YGzsCUfpT4bmOc///lD0pHU9UmW9UuIJUuJ63Of+9zwZrhEIjFJJmQBCWQu1Y8ysN3vufjNl2yVJPky//0DMfFQRKOuPMpgPPnAVn6yVdLnq3HVtwQeZMUkfrzkmAvKFU4/AjYeNi3GwJt9mw6HRW/GbS5sPrwV9WC3Ph0cHZyM62G02iSYx2iNOz3q4RtTOH3sUUfLLvX/BnjjbRNDZvOHDra5ADA/zTMlm47L3Cqe/CqOYgAv3vy08bzuuuuGt0Au5hzkrM2ZJ96bu7RxNS5sZk+5j/2HsaWxJkPdeJvLd7/73TfsLrn4asNq3kMaf88bcaEHL7z5D8QN3gHKJtdBhWyQfWwlxxxDK850w6MJ8MCzAQ0/yY+OHdGShZ48NrHPhZ2Nt8OKPl90+O0/HLn40VuzLgAc/tntUMAXbXbyz+Ycjhw4NNW1AbsCfXSw2wbf20Nzx0afffqVDiTGkb18A/j4KuZ0kgmvZAtQRxOePCAO/PL8d/ki/saBfXylM/na+JVgrmsDOPpmgAPh2KKuhAd4tdlEN7uC7NMPoucP28QMaONFT442oAsewAPzgM98NYZ46EOLhz3o0cHjiQZeG+jHTw678KOHE0/jjk+feWls7cfUyUGn5AffyEPLBs8Fz2y0/KMPnbZSG70SPX68bIAjt5JN+vll7phXQB0vHvOKPOA3/uY9W9H4w4be/PvCydzmL/vMN3E0b/KTDewjD5+2ZyG59PDZcxDAixMce/Xj5W9zj83h9WnTzX7PITFFSz9/6YOznl20W0eA//e85z03n9ij12YTYINc5kJd/rL+/HFAF5p0GIee13S4JGQL39lGBh/ESx7glz1AF8LGTF4RL3U+iJk4GhtjoO5ShF10w7PLzwrIEx90bGcP3XSxRzy0xQA/m2bYCzf3r/U1Amd7BI79BYAEMC9kiS6YB+/LX/7yuPTSS4eEItlIIpIlGolHCfCS96lPfWq8+MUvhhpwkoyEpo4ezabziP9HfNhsIyo585/J6vzhiwMKnASKVpLV5rPyKAN/jAU/2Gts+cBm/imXwIMbvwdP9B60HiBLfGvfTYuAOHsQ4xJnc2yOsbaHtRINMC7KJSA3HuNvY4YeL7xSG6ijqa7cFcikx6bOVzbayYQH3n648Cjf8Humi/5sLPmx7Q8c4I8NILj++us3edSmrDjAo7klwZyTIyvlEfbIIfxSPwzIGWSgdej0sw8bbJtmY2+T6+DjsGpDKw4uqawFfOaxUtzMUbrlNjGCs4mmA70+NgM0+tWtL3bbDLMDHX/wWRdyvv6ZXh2dEg/d+NGz0Vh5VgI/ofHTKj/xYLu5Ld/KnS7y+IiPn+pkZhM70AN62MEXbbazQTm30ZGX3WzjC534o9X27HLAQct+OCCmbIAjix58+Mknk23q7AXq9RsX/gGxZiMdZInBTIs3CE9OAAdqK9kzA37tSrahq12Jhi18mQFOHzq62ApnHrFfLPSTqQ+vfvRA27iA6ujZAfChgwNkko2enAAvXdro8aFHay6ZH/rhjZP5LZ50GDP9Ym58+GHcxdw4W1fG2vzUj0efMcZLB7nw9ONXZwe74NThAbu0yRKTcEpy2EUvndaz3/v7eZlDcBe/Dp38IUNMyKOLLfDiwz7PCTLQ6XeIBQ7SDv8uSB2QHZT531oiBz25bGKnmFif4sF/cWSng7g8o04vev0uMFzg+UmsfxnK13Z88rWSnMRfMvhFBrvYIKYuCXzhxXY5wHihUbLbZX7+Kclio1go2W5M6SHPhaGYiT0d/MLDTzj1bEcnp/KJ7b48ED/2oMNrTMWCr3SQyTd69SUTfYCv+lquETiOETj2FwAWvIUMGkC4AF4C1/fBD35wvO1tb9v8xl9S8nD3EFFKfJKKuoQh0b33ve8dF1100bCBw+8hogRoyFY/yiDxiYWb5z/+8Y83mCox1nDD6yHAPzEIj6/6US2zmT/GxMOFz+xlvzFaAg9RdB4eHpLxkUOe9gqnHwExNB7iHJhj1p9SzJU0RGs8tG2clEtATvTmgHFDH059pjFf4PRX1z5d4FvyfWXDB37O8mxkHvCAB2x+hjT7OtOcrXVrK9vFFMCJi7JY3OY2txnG2h+7gscj9ypvSTBebJb32WUs2aN+U+cHemNt42zuetPmqwfPDzqMvbiYpzaznjl02RjTb+MsD6HDTxZazy9v7my2tbMZnYOIAwleMugRZ33sAfoAXXjZAMhS8hUfHuNlXNhBHxttwG28ff7r7b/f5OJjI3n+uKYNvdiR5TCjnz30q8OTjyZd7CRDP9uU2tawOl5202FD7+CoP379Dhh42Y2WDng4fLU9zx1YxJIN/FLyFS86cvEF2uw2DsaIfmU24MdHH1p8c1kdfhv0xacOouE7240P+XMfe9DBATSATTOwGZAF8IHkksF+MrKjfnxkArxKfGjxsAk/vP79gDwHOnahx0cgHfL0AAAQAElEQVQGPnhjZ46QbQzMN/OODnPAvNPHHnz4jZsxNNbozCH24wdoydeHB8Cjg2Mre9CRDafUZi87lfBswWeNmff2UA7V5r+/fm99w1vvZKAnnwwAxzb62MQ/c1BJroO7+SRHeMMuT/DZAdYlgLfj2t7CBy4ExI5svokJOWTSz0YHfXUAr1/elSd8wSCX8EO/v/bP9zvd6U6DneSxzd/8QOPgTec555wz7nznOw+6+e4rALJcaPDV+me/uFlT7OO7tjEm15jSwSYxljf0mwd8AXRZ6+jQG2++i4k4uXAx/nRaj+SILR/4Ka+Shx4N+exQ34b98Nt0a3uNwNkagWN/AWARAwM0J1/tGUpIb3jDG8Zll122+eQJvYRWcpJMkiXpSIT+iOB97nOfjaj6NNBKWOpHGdjMVjb6hEqCVAcStT4Pmjve8Y6bfypQ28NVv8SqPMpgDLNPsvew11Y35upLMNN4iJgP6PGbF+ornH4ErBFz0IPcA92DnTTxFXvxVsI17yrRwC+B8Tdn6ZjpyY1PP9BuTmvjhdsFyMFP7h/+8AfVzb+NvKmc+g+bxEAOsbHRPoUe8akfB+CjMVDOvhlv4ynX8N08aLxtfm9p320m2WT8skU9G8PtV86+8lMO4bM8a3Ps7ZhxJ08MbEzpBOIlx1gX+PTbdMNrm5/kw3srZ8PODjix9Hzy21hv5G1+0esnUwnI0jYu+tmhJEP/3EYnf9LHPvr4IT7XXHPN5o+qsp8svPQ7/DgkwJPruQnohaNHPAAcQAdPFz/VyVRqo2UXWnrEx2bf4cC6Rsd//PrQ4gfoySejgwfaLgD4w27AX76qo4mffECOMSWTPPMVsIGd9OIjh62ADCWAx7sNaAJ0M0Sb/u02fDglHcnS3u5nNxw7+YI+OnzwcGyA57P5D/iHF05dP3py8MKpz/xo8CiBw5hYqaMFdJFv7KwNNsKZc+a/kgxxxm8c0ZJDpz51YG6yhV1AP13qSrahMcZ0x0snfnMIPx/1xYOeLQ745o715XN/lwH6HGK9RfeW2dt6ctDgp0fJR/OLfPbodxDHC1wg6PNG25v/1gs+60pbDPhv7ltXLgTETDzQ8YM97ADmN2APO+gA9PKDPfjIotdXa2xwQU0neWJo7ftCgA0uI/C4JDj33HOHfpeB/i6AGJEvluecuiSwTsljt7FTV6JTZ7cxYSuZAM74iz993uxbZ/Bo0bBNDMTRH/J1eYBeH3vUXX7IuerswC8GZBgPYwz0swXAr7BG4LhG4FhcAFiooEGygKtX6pdEalfCSxKSgKSI16H+Gc94xuYP/emXQOKVIOAkVUlM+6Mf/eg4//zzN5+wSnTkSSwSTHpOt6QrOB0Z/MFHhnIGOADnofG1r31teIBoS6QSs7jwxb+FLemj56MS3a6QHCVInjqovVTmYzTxKflh/GwalB5g6BpP9SWwORAHNOJg3I2rujjAHxa27TwsX3T4+QTgtJVnMzQOYmz98YVf1pB6vhrH4m3N6TM3lUsw05CJF06JT928YIexbn7YJFVHd7pANl4+2RD5A4c2H3B0sknfve51r2FehcenX3sXKH507CeHDfXlM3qAX9zZYqOJFg49G9EA7W34f+zd6bNmV1U/8P1tq37Fy7yMc7BEERDCPA9hEpFCRhVTiJFBJhFQAYuplEIGEUMFiIAoQYlICIOBMAQICSSIDBUjogSrDP4FvrbU+p3P2r3uPX3T/fSUYPft56levfde81p7OHufc57nNp9NJR789AD9iR/PgQMH6helu//R2LIJRMcH6NgL6JuA3MmAeW7jyK480MU/MagfDYwvY03eyOhjP1LlZpAnYjbPNq82tEDMxp5rizZ+a7Kx6cmcHNEnZnOGfU/abLL5iB+dXZvqT3ziE8NfvbDBl396+c8fOqxnbIoNjhw8X/HTCUcGHpCREzptqPsGg+/4852P/DDO3Tx2eKHLjQBPAvmHbk2mV2ygbfLR9Ujc6PQp+UKWP83roCJPAL9STvA0rzcO5EqcaPTTZayLWzyubQ5gcolH7ppfrPTB85mv/OEDnJxoq9NNr1yKgQ/GkAMdnWKRC3g62W595NHI84sOdSUafnaUbMKhkxGPthKg42sf0bpNt3zwlR940Mjg06ZDH6HTD882QIOH4xt9eODJ4hEzaP/wogF1vHS0Tb7wSc4dqt3QIis3Dnb6Fg+gQz7lkjw7/NfGZ5zxgQ3+OdjyUd/hU+obOtT5jo9fYrb2sGFMsNf64egyTsga+/SxpW/FY/wbQ/z243/mABt0GatsoPGTDvx08t2bA+zR5Rf15cCbl8avcY2HDfmgB44evotB/sjzH8DJobq41PkhDnnzxJw+OLr4RYZNNujmszXEjcpnPOMZzI6O2RsDYnQod7PAuvbEJz5xWNPY8+f53IAUD9/1ga8CsckH/rAnv3SokyMPJ8/yx6g1Umx8pIe/bgToY2sf+3zlt7eR6JcXcuzh1+YzHXjZb7/QyAD2trDNwJmQgX1xA+BkO8piSIeFwiKk/rGPfWz82q/92rA4W/DQXKzRtC1GFn6yLia+OmCzgw5v0bbQaJ/qYNFzEbChs0CKz4JoEbbYAn+6SUzw4hG38lSH9lcMLhYWfL8w/8pXvnK8+MUvHi972cs2wpVXXjkcYPS/C4Z45UXZY0V9CyeWAf0jr+ZMzxe5hu/2iWmeUvrdWDXG9Zsx/nu/93vjhS984XjJS15Sff/yl798vOIVr6jfAFG+6lWvqreA3AicWk78fzZJi8/m1obI/NLmlzq6jYrvSdoAiR+uaeq3FZgTbU+dX2zxDajDK21km659LPCGN7xhvPa1rx3mm99Y+f3f//2qy/FrXvOaor30pS+tfrABppM/t0bf03WyYNzYYMrFuj/42HnZZMMaQQceMjaiXsE1FmxugY27cSq31hoyNrKuMTaqbFu36GDT3AD08gk/PrrpAGSMPYcUBw2HCdcyNHrYcT2jlx78dKnTRz9b8IAu/e86QR9d4vDKMpwDAnl4cnS4XtiYG9vicZ00vtH5wb7DAb3a/JIj9Ab+sS8/8mGtAHImd+p8Jad02GFHSUY8ePgAj48P/IGnG4+DmIM+/+XM+NNH6GTw8IWf6kpt9faV/3zgW+vWBmsdLQdHBrBDF1CHW8PaBjo+Pii18eKhE8j/ukQD+NaAj39yBdTJ4Wm96nBAnU2A3ji61QEeY8GYkUd1eNA0supKsvyQM32DT46MMzh+dYmXPnqNO/7CtR588t96+ImfL81DPxwbfDAXtI2ZlqOXT3iMA+ODPT5ZD1xH2LXnw2ds9TimxxhCZ8sY11fGu7Zxqw7cEKaXH258eIvAa+xu9rHBNlk22ielnNCl1EbX7hIOyAd7cmL+4NF2yHcDEk4M/HeglgdriTr/xMKPb3zjG8OfBPQXoeigz1z57Gc/O/jvZoE55hr29Kc/fcgb3W56i0s+2JXfPuzrD7rkSfxKsepbpViUZKxtTRcTv9DJu1EgX/wGeH0FgT/qckRWbGKiU27oYBeeL+pb2GbgTMrA9gbA0ts9+V0slmb9s+D7c2O//du/PWx0LBoWDAuIhaeYlv8sRhYh339yoLCYLOjhQqE81WEdi4XUq5zrPLT/frTKhk5bjBZU9dMB9F3HyW+vrr3zne8cb3vb24bfcdgEV199dYVIfu84obeI2/9OOANyaLPgYPyWt7xlvP71r69DoVcpjbMTVrwStPlzwTdPbVq8sXPxxRePd7zjHeOtb33rePOb31zjQP1Nb3pT+XDhhReOSy65ZKXlxKo9Zkir2zAZg9rrMWVzZFMGD/Aqb2tgR/7lh19KoN62+QmsdXDqShtb5SYwz/y2yhvf+MbhZoA+7nybdxdddNG4+GBftD52bq2+3+TbsdCMHesFf9RbRt5At49Udh7Jy5vYvBpsrbWJ1u82rXJus8+GjbNrDV40c8Sm2PhtHXjY16bDAdxhG44vNr1oNsDoDjluArBBX5fqfKSbj0AdoPEHTmmj75DMdwd/Tzpd52zQjV39Z6Pv+sEP1wuHDBt+PoiJT/SJhz7XWb7B8WMNfBCnw4kDO3l5Eh+gC12exKvEw5bc4qWPfw45/FEnQ586Oj3tu/VBnsTARyU/lK79cHLBZ7HDodHDJzb5wD45NtjjGx5xkpcfduHI0YGmBHBo+LpOX+PWfYN/zUcvXiVQB2Tpwg/U+Qs6f0oyeOkEZPEAdTiy6viAtpIsvFjkyqG444XHR579dYkmR3LFB2uSvsBPb+dRXeytmx26AH18bB3a8PjpI8sOHjg66NeHaN1n5LT5be+Hbr4Y+/qdTTocMB188WubF+zw300CtrXJyws5evlHj7Hv7Rlzxnzy5Jpcjz8+yoGSfvkBcqGkky2Ark2/EsArzQdjkhxfzcd73OMew5s5/PfGhDmmbk7Kgyf1ZORI240Ka4kn/NpyI3fWgGuuuaYeknhyzy9vs/38z/98vdUlHrLeFGjf5I1v5PUHn4C2WOVafuDY4bcYxCKHbGgr4fB/73vfqzd26bXm+I0COsx5cfEdr74wJtXp4BOd+oov2uzyZQvbDOz3DGxvACw9bPKb+Eu1FhELi0XaguCvA3hSbJFBt9DitbiowwF0fO6Qwls4LVxopzKI3WJo4XSx+sxnPlM/RsZnOKVF2Yap2+IHp8tC6SIiDiAG4CKgrY83gZzIDx2AjNjJyIv2Fk48A/JI2kbIoduTYW/TeBPFBgTtZEAf6W86zEt9px+NeyX7cKDreLXxq58MsMM+ffT4TqW1wpjSXtuwUTGnGsjhuS1BzPRb8/hqvMsZXIO1ziZJDGs4lvXNxlIcLUenmNmFs8HVD6Bzoo7vVAA58cvYcqLePslH1zeV+hJdrEptm1UbUTm3mbZJpd8BAs5mFZ88kZF/dDQg7+TQ5da4cQPAzQJ+sYUP/e53v/u4293uVptxa558K4F846UDsCVGOKVrGNvGhLpDssOJAws9DsDs2PiTvfnmm+v1YHX+OVh4kigePuMVl/4VD7142eMLMC6AOv/JuhaThcNLBqjzm26AR5scHWyRVbeWuAnQ47F58aB3fGLUD/Iodr6y0239JncOg3LhENc8fAJ8YJdPQC46DrbwAHW6+QDYAHKPjqYE6g3NK4cN5ODxguZlo6HzRz/AD/CiyVsDHD3ogA48Snh0vOroSjSABte+yY863FoHn/kB0MjqF0CfXOsDsnDyCE9OSa7p5LUB+wBPl3S0bX7jo4ccHjh1NvGiG9/GOr/waJMxzwB/8BrH5oNxwx9jiBy8td6YMx7wGxt0k3N4Nobo9cN5+M3l/sE/B2X+4CdnLNED5IPPfGsQbwOcePE46PKBfXLmqxsAvo5j7UHDxz5fjO3b3/72w00AtvAovaHlz5daa9jhE7zv+/sLIGJlA/78888fbgq62eANADdRXdPlkQ94+Cc2OZV7Oo0VetyIEDt+ePzi7zYdbLHPf/NQPuXdk0FdMQAAEABJREFUVxH0j3XbvOODGNTlnW425dq6wDbgT+vvku0tbDOwXzOwvQFwsGctMBYVTQuhhcjipH3ZZZeNCy64YFiYLJRKi4/FvnngLTDPec5z6iYCfTYV5E9l4L/FkP/8dDdXW/wWRbiOw+Kp7eKixKc81UFsfNavfHYh4bM+Ev8mcFFofjLa8gK0t3DyGdA3+sDGiTZ1F2b1WwNczPU9Xfpfaf7qS3V9CdhVNq7Hu/aJAh30Ajoc/jydUG9fus4f/Np8Vn4/wIbTm06+/gDchOmvxvh6xH3uc59yQw7lh4/67Fj6SNz4xUqWIm1ggzfGqF+ONkfR6MVrbmqfCmBTudePjmUv/nBtfbm+tjhAuqFqDNq8qsPZeFtr4OVNfh0sXGfolRN0QJ/SmLHBt8GVOzklC8j4Cy7A4Vde6XP9opNf4iBHjxKQI+8aYO3nGzlPQ70ObJ7it7H2A2c23J5eGtvtl4O/NxLwiMdGXamfAd/h+C4H6uKjlw9KwA9jhR/84Rs+uoA6Wbmik4y48IkNXgknzzb96nSyg48//GbDAchBTumgYMzzgW15AJ0Lhzd1OWcDH71KOvnFH7r5CtTbLj72+UMewCkb3yUeoN10dfwN+rfreAAeJVl2ldoAjb/ktNH4iw9oo+EBeMgANDyN0wZwQL2BrDwq0fQZGt3tL5o2vBzh4Yt8k5VP/cs2m2h06TMy+NHooRMdvxJfyyi7rdR3dJOnS5+Tx2eO8AUf3XThY48ddHNW6XDc88pBlB766HYjjIyxaKyL03i64YYbhif/fBCnG3XWWn9Sz1cuzS326WBbXUxKOH7xE/APqLf/bOJn195U3fh3MHe4N0fdZMDHH+NZXG7k0c8Hb36qm8fipOehD33osJ6Q47v1wFcE3Nw+66yz6nek0B/+8IePc889t/bDDv++DsBnOeSTONpXvgM64fQ5e2yzwS/+y4M6XvLikSd5NW/lUyxufPKLLJ/Faa0ho1/wnLX4Ki462eQb+3R3qb6FbQb2awbO+BsAJr/OteBYmNVB1y1UFgc/pOT14F5Q8LjAo6lbnCy+T33qU4cFx8IFf6pD+2lB5KvF32LdeYFb17UbxNv1U7XUj+2/UrsvIB3zJt/xGxt4XBSAutjpU9/CiWfA/AE0uDgDOQbmGvzJQI9vF/21HpsLfasfG88mfv2qDpp2oiVdZFsXm/5O8hrHh6bbHHUdz20Ncn+nO91p+G6+V/TB6173uvEHf/AH9cq++nnnnbfzA4Xtjzj25rRp61IsAE653mTB/b//N//8nzlJpzUVnl/41f8vgQ984UP3ZZdwRwMxiVlJj4MBeZtW1xbxyqPxyBaaMeh6AmzKe51CNz96jNCrbiPrcMuGPOKzZqnTwY4Sv0MKfWhKPpEzBtGBOlzz2Ei7CdKHXTwOD3e4wx3qKSHdvrcsF/wDNtbsujFhk24DDmejDg/HbwAnD2IRO5AHIBZ6+cRXoM0HfGTY44NSG7QsPkAG3bUZTX7gHcr542YFvJzoCwcy8esboC13+k8u3AxRt0ahk+uckWOPH2y0n+0jO+LB3/Hhb1jjuo5f7Eo4eulRasOj06kEcN1WxwvU0dlb07UBfQ3oYpMvJbkGeuhrIAMH1OH5qE4PQGt809ikU97Q4fWVfJFhG54cXUo8cGTV4finn5RybkzhR8ervu4rPPpaP4G2TxeAMz71MZoxbKzSoe/ZcQPA/HBjjK94vfbOL2PLPHcYZl/bIVQ8xo/vqbtZIHY3CR75yEcOh//73ve+w8HZId38EQd/+Csv4qEfjizd2msQK7qSX/j4y39P8MUiv/TB858v+JVu5p21HJDPOeecOuy7ISa3dD7iEY+o6wF/ALv4vep/44031l+L4pOvAvjLAN444IM3AeRHPIBtsQB6AZw5ik4vGrtAm17+0qctn9YS65H+0i988QaD3LspAE+n2K1B2vSoyztb2vR1KQ/aW9hmYD9n4Iy/AbDu3F5ULETA4mbhsXBbiGyGLdoWb3IWIngXB22Lho2EDbMLCxr8qQx85p/YxWuTc9VVV9XXAJpmgcSDrux4LaTapzLox17U9Qdo/4/Vb/zk6FI/Vrkt39EzYIwZR/Jrk2JzpL+Mxx53R9eymYNec/hwXGzxAajrX2W3DydzPDhzpvWRE6sflhRfjye21OHwADJA/bYGth2C2LGBsklrn/hrLbPpbX/wo8srmWMFMmteev73f/93jaqnRRBy0fa0/6+AD3JgXPB37cfeeNa0dV0srhXk5VGubYod2rXddGXHhhWPug2rfrDxbjt8MJ6AOr3qNrbmSs8d/K5b+k0fAf7QTU4J8MOjs2kOkuUrWb4pvV5rXLDl4GDT7Km/TbbrnQODGFqX+GzI+WVzbpNOzkFIna8N5qVNP9tArtlRp0/poNJ8cPwD/NYGXacLLz3wYiSvLUZ0dbTWjS4OtNYjT/Dk5cF1UQ70Rx/65F8e8eLTJq8N2OhYlOwCdbblGg9Qb9BuoB+e7w3a5OkB6nBk2AfNK0/8Qmtd6ujKBvINjVPSr6RjLaMO0Dsm8mzjJcMvNhvwo+GBk2/yzYeO1rLwcOYBQIMzdvQNWts0TvUL0FfsoOGhjyxczwv9xQc4fohBaezCkzNW+YeXDuMKXlv/GhfGhP0g++zJNzw9fmXfnKbbfDYf8LiB5I0ZD1rMDzx3vvOdB/B03nfYPcH2BN6fs6OLfX7RRQc/4IA2mtx0qQ7Q+QaMXbmjE40O/sqJV/T5JM/4fCVPbqxR+MWMD90NBG8GsOUQjc/NQX1y7bXXDt/3N9/Jefvorne96xCDp/NuAsgpWbGQAXB8wkcnkDM+yifgg7zrS8AXdPbpIq/OjpzIv7jpFzd91i79yr7YtNHkCdCnJK/cwjYD+zkDZ/wNAAuGxaAnvNLiAiw2FgeLCB4D4XnPe96wubH4uGD0goHmYqB87GMfqxh0VeUU/s/Cyj2+WijV/VCZ+NXloMvOgYvGOm70UxXExTcXDyUQk75TPxq4sOARu7Gi3rhuw23hxDKgf4wnuewxp2/U4U5M666UfjdWbTDMWeNdX4LmUgfdZht0+2RKtukCrcerknzRRleCxokbXm7gb2uQ/7Zlk2rNkw8+80PubK7g+NL4bsMdCcjjR++6+LTZNBfpsbmG01/WITQA938NYpcj/vOl41E/GpDtOMQlVjl2DfGEzdNDT6zgbfyV9ON18JYfOtjhA10AHuBFVxo/eOTXJh5Yq/CTb936E4iH7JqOjw66zBXXPht/+m2YHVZs7B3m+c+Hb3/72/XXcmzem8+BGo84gP61ATe3+cEm+13XVucP0OaLWNTFAdTJKfGp8xewDceG+MiLgX2ATg6tbfEfGPPo6nSyS4+SbvlokA966eATfjzk2dRWB+jsAb4pG6eNn09KoL4X4Ols0GabLkCPNvxe4IMYyKLRrWwgBwcaty7lgH50gF9bqa3eoM0eYE8b4AX08gVoy0PLaqOTa+i2XBuH+ka8xpL+bLo1w1h3+AduAMDh5ws+Jbv6kD40vtHHD0CvuQmP15jAx0f29LH5Sl7d2znssEm/GJR0mQu+Y++wKR5zBY59T9vdMMPrSb9DsoM/23jIWwvMH3Jsi4FfbKjTqWwcPD/3gvjEAvgqJodzfGhi4ZMfJrUOiQ+vOn687HgTgX9uWrD9lKc8ZZBV5585YU3TT9/85jeHGOTOAdubDOJyk6DjRuOD8QXUxUCXmyKADF8Afv7Iu5j5xD57QF0c/MFvL64/8dJDb8cuDra0rWl8pY8sUCen3MI2A/s5A2fEDQALnU7s0qS/4oorhteV/Pq4X773fayuX3rppcPiQcaC06UFw2tOn/rUp+p7q/AWitZrYbEIeaUWzaKlPBmgn3wvTOoNcMBipmxeC6AFFR+8smnqDXDtu4uRhRTNj7pYbOGa3iW63JBVp79Bew3w6/amOn2gZdTFtUmmaS3TbbLqXcqFiww+OHXx4TkarPu/eRtHV+M2lfjEosTHDyWA2wR4jgdad5fHKts+4O+6UvtowFZfRPGS25tfOYPvOWGerGXMLeONPH349Zt647ruYr+WRT8S6Gt60NUBO60L3nwB6scD4jkaP1vNZwyI32bJTQAxwtHBH5sUfvAXqKNtAvOSLGh9SjJreXQ4eQPdhrNBklOgDfjJN77zlz9iQWtAowc0Tn0NYpJzNulrPuX//M//KAa91h76wHrsrHUdro5/E5SBDf9tkm2aw4WcyiccdV2qHw34bXzblNLj+uMJFx2+F+svXvjzWXJEV/eHzbiNMLwc0UGXjbS+ootPcqek13hwINFnZBy62VHHTxdeBxNt85A9fUMnOXbRjAF9Qd5BwIGE330o0bf0uQGAp8FhBs11grwY1PmgRKPfmCLPZ7JiB10XKx785MTfAM8/vOp0KMmzo46XfjHCaYuTDDwcG/Soywk63/DCsSsncuNgKXee+DaPmzT0ozsQsksfPkA/n+DppI9t/oprTW88/9imh1564PjWoE0vGl564NCVcOS18anzGR6OfT4p0ZumzS80uvlk/sKTxQf0q7jZAuyj0wXYaKCDfPM0P5/wsKUE+NgD8HjVybJJN7w2Gh/Z1Uf6R3699m3O8q9tk8FLh5yKgX3jmn62m1fJDn10kyOjzQ459pXw5M0JJf3wXp2nAx6veajNJ+uAOewJte/881nOyfPDYZtNdDfbev6Il34+iYdeOgEcu3joap30WResEcafthKQwccff0ZPmw4xeYrOBlkgHvHb48qdtxM82cfv4C8uMXkzwAMkaxq8WHxViB3+fvWrXx3WF2uJGOWav/zGwxbf1PHTr+y8ixXIFX/FRR//3Zzkm3noNxnIWYv4TQ+9cNYwfHzufhGX3LYv6OxsYZuB/ZyBM+IGgEmvEy0YSguBRcmdyXvd617D61YWM7+MqoS3sNgYtQw5CwS4/vrrhwWCXoDWYNG06Fmg1Bt/qpYW3vatY3UB8FWHxp/Opf4B6xjWMbsgbgK8DWsd6nv1wu0FOV3DXnrrPlK5l/9w7cP5QR/eTbGh4QF7dZAHaMcCLrD46CHnQqrtIq+0sVuXNjXmEhwgo8RnbtkIaDfeXFKnH4+coh8N8AN85IF6x67cBPgbyK2h9a5xe+tk4djgs1Lbn5e0+ek2PnFp0wvg8G4COq01+OUIb8tpy7HNDTw+mx75ZRudPX2nv+DwAXg61cnhUW/d6mwrNwFbfFD2WKAbJKmvGqm3L+prG+M0/3TMSrHpY5tb1xbXGIcV/eOaJFSlfOsnecMP9I1SzvWFEj+d+kkboJG1hrOpX8nhxSfP2oBOeHz6h6ySXTr4h5+v5iNQ5z8/9ZMneg5bdAObfhtsvHiU4qEHsMcOm/jhGsTS9S75ry42vomrfeMfXOviD15xAXbpBGhs0wP4QBafXKDzlc+ADH4lPjaVbDqM8ANd7A4c+lE8eMjQh84OYBOOf+wptdt+t8k00K6rA5UAABAASURBVIen213C06dcQ9PJAH4A9abh77oSrQGt9fJH7skDPGt+dIAfkF3T1QE58niBtv4Cazm8dDQOH36Ahl9ujU0lvsaj4TMu9RM8wMu2fMuzOjnyZNgjB98lOTT9Sxc/gEMkPXjdKELX9+SAXNFLBg+cw7+SHOAD+2T56ms08OoAXdu4NQaB+QbPL/4q6W+AA3yEa3tkgHbTyJqbdPIXXazise9Vh0NzY0vMbpC4CSEu88PNAn5Zsx796EfXzVv8cN4icAh3uP/yl7888DpgWxPkgm43J70BIQf2AGSBmIH4gVgA/9HphxeLeOHp1ja/+Ko/0PS7ulJs/IaXezLwfIRjE44O9uCAXG1hm4H9noEz4gaAia0je2JbfCxsFhaLAnwvABaZ5m8aWaCtdBcTn7YFCK6BrNcfLSz0Nv5ULdv/Lvlpsf/0pz9dm3Pt/Qpi1oebAA+Qgy7VTwRafl1uso12vHbWutXp2ASHG6PkjseuMc9Gy6jT0XPKxgIPOpqNkgu4dgOcOrrSRVq9/Wt5eBuJtU78R4KW30vnHxwbmwAfwNul+rECGdD+q5P9+Mc/rihY+4je/rRMMR3hP7zyoWx+OprdxslmSLtzLPf6Rg7VbdTWMnitX3B4bE7ph4frcu033OGAPFjT6ObzD/zADww6AP1rgANrudO5Lvf6R/7Eru4pm42rzah+wCPXri0OmXhdo7TJNI/rl9zQAfQlnDwD67eDKn0tjx/QBegmK6dk6ABdJwvw2Oy7XgKbZT4C/F739eSv9fhtAzfAbfjx2HzToW/Z5AM5/PwA4gJdVwIxA3LkySnpUGqr0wXYAXStAQ4dLzkxAvL42GDPQYe/YiSDn22lXOA3V+RaHV6e3QDwVgAbck9WnS18DfjZ6fGvrn+0+dFy+BrYB/SBxivpV4KmNS9d6kqgvuZTB/BrurzQC8c3Jd8AXnbg+C5vYmsZNDzoSvobR54MPP0to958eNUBPnrIqePXB4BNPOho6nLoQKl/tNH0EzodbNPv+qHPlHTCo+MHZNH0ozmIR5z0sIFHCY/XOJcnPOayeBpnHLGJxg4dfAJ89dYPHWh48NKr5BNwWG8aXoAO1NlTavONDH7AT7rZRcfnlXx+weMXK1/88KD5ige/Me23PcTiqwxw1gF5Uaf/UY961LAmiJ8uvyGgf84999zxla98ZTjo84c9f2mGbm184hSb6xP59hWdLv6xoeQXPm22W4/DPVltuXedw8MH/sORFZ/42aSPDnOdHT5Yf40pPuDBC/Apt7DNwH7NwBlxA8ACYTI3uACY8BZiNNAdDO9uvkXDYmeRaBp5C46FTR1N2fTWY7GCszgrT2VoHy28/BSPRdAvlXc88KcriAe0/+v6scQnPwAvaD3HWhojDWvbxyp/vHztY/t8vPJr/mP1V3zkegy1D+ZS64AzrpQu0uYgGRdkJV54ftt0eFJAL344JT6w1w7ckaDto9MB1OlUHg3wAXLgaPx76eyLQ3xocqD0q+m+T6mOZtNCP4AjpzwWoJOPeMmv63DWM5s3NL7InzoaUGcP8EUbvqH7SHtNww+3CdY8bNOln/mgTR/YpON0p4lTDHIhv/rLa6u+Z+t64qmca5HNuLZ8OHzYOLuWrHPlmoSPLnrxwuGnmx39bzzRiQ/AodFPH16ARgeflNqAbn2Flx/AZlrf2SijOfi7AWCjTTcbYrExN97I4OMvX+jHo6SHL+w0tF1tdgHeBnhyctKgjQ+g04GfHTHxC8ADdYBHiYcsfZ5eugGgzm88gA2gLlb86OJSl3u5kE/rGj72G+D1h5JNMnJIJ6ALbq9/9DSQA82jFG9D0/Crd4kPwAH4vQDf9vksJ0p4wAYd5ODV4YB286/x6mTRyWmzQQYeDpBVwq/p8PJFDr8SqAO8nUNtdePOXNDWh3TSQz8cX/SDfqMbjk6g3nRjFY82mnFqXNClrY/1G3vGu3kBzza7DtlkyJNRR6cXD9/dJPNkHA8aX/nJL6U2IKvEB9pPfGLBCwdaD/41kMOH7rBLJ5wY6XEI9kq/N2DFIjZ41yhy/CQHZ6yKn7w4733vew+5Z9+a9g//8A/DW7V0+9OAbsioe6uWfb9t4EcC+UeGLHvdZk8dji9ypa5sPD34+MJ3OtD5Z81B90OLrntw+gSvvvBmg760v4cnLw42gLj4RYdyC9sM7OcMnBE3ACwCFgyT2uJnosP1wmFhsYDoaDwWdRd6bQsCnDodAL/2GuC10Szy6qcDWBT5yW9lx+pXYfupBvx+gI5tHQvcJljznmi99bd8jxVl045UtsyxlPSBNe+R9DZ+zdv11tFl449UNp+LLB5zqeeXNlt4jDE0OG0XYPUGOHVzz4VZvWXNQ23zl271E4G20fro3wQnYmMtwx79cNYbduVB+0tf+lL9UKg2vp6LcgSH51jA4YNM87Y9OoGnNDZh1j321fHyxybSZkibHD3tB15+2PChrwEv2hp3uDodfGiaNv3//d//XV+jgqcL0Af40IB+OoO41v6LX/59Z9Um1WbUPJBj/WHc6xNteH3W+VKSNf7pBdoOoOZMX3d6HuIjgw/QRT86G0Ce5RwdtK/w/OGDw7x5Rx4vebrdwPDarzocwE+OHbHRyUe2xN7+4KULHbRdpTZAx2/8qLPPDzaAOj9bF1m8a4CjqwE/IAP4RTd95okDBDvaZNAdRABdDnF4tOWdLvF5+ugApB/wyAk/yIibHrDGk10DPwAZwH7r0AZweBrE0HV0/GuAA+QatJuHb9p08AUPHD/5q44XjzpQxwfQGuDpAWgAjQzQZqPpSnhy8PIuHnzsG8/6Hx0eHR+6Uh8o+Qln3DW/PgL0r4E/eMnRqd2Ajy79Cceesa8E9kN49DPf6cBnrLCNBtd+8YUtc0EMxoXSDW43m/hHjm6+NNABRw+6NnuAPnboBvQBeKDOJ4CPrDoaP8xJusVo/IqXXW+tPvnJTx53vOMdB98civ3elSfp/PTL/8Y4n6xN9Oojf+qPLrr5c91119XvY3kL4JprrhnWOT654eErD24myAPgF1/YF5s2Xrrpc4MFXhsN4Idjmz1rAJ9cw+RKfPqDj9ZXMZLHo9SHfGGTDbzabnDAsb+FbQbOlAzs+xsAFovuTAsG0LY4WBQtRBZKF254C4u7lEoLHxyweCgtdl7dwm9BAvBK+kD/HVh1tFMZ2se1//x199TdXPX9DOLeBLdG7MYXYGevPrhNsJf/cO3uwy7XPJt0o/X82CuLBta6jlTvOdU66Fw/wdcm23R1GwobPPPJhRjOnMNrU+IHkNjX7rmHB7iIK9GUxwPtQ5dsbILj0X0kXvrR2l+2bWT8mCi8+LThtRs6r90+XEmnVzXpQKej62jGnV+Zluf2A5+cw6nbmMm9OnlyeBt6E9d0JRpe9U2wjoEvgN3/+q//qu+PkqULHm+X6gD9dAcxiUG+gPHtR7LEbQOLhscB1CbWNQmgw9vE2tDqI2069JH8wJtHSnzk0I0BJRm82nTbCNvowpPHw36XbAI8eG3CHYK0Ww9eT/Y8Iey5CGczTRc+41kbvn1WR+cLOrz24QAv4IuSDL3q+JVrnHYDPv4C9Qb8cGwD+Whd2uh8hndIw0tn47T5Iydw+rFBPswTfaBujMsx/gb5hicD17bX/vGBHWXj+XA4IL/m0QZ07wX4tQ5tPMqGpmvrG/7zWbuhZZpX2TSl9tonbbpaj7gAPH5AJ4BDI09GrviAR06AOl149RNe4x+OjHbPAfTmp6fp+hrQB882OYCHLn5YI80BPA6/5izd7MHpa9c5c5gtPsHj0Yano/eR9MJ5wOTATbc2OX7yh1/afEGjB44/cPj4C/CtAU1biQ7IKMmz2/r4yX8gHrbOO++88YAHPGDc5S53GZ7Y2yPfdNNN9Yv+vtpDrxjYMP6VruP0k6fTW23/9E//NB760IcOa4PX/cXF/j3vec96W8AhvW9aN42fDeKlX96arl/YoYddtrTV5VE+8Vur+maAPTow3/jOR7HKAb1s0Geu2/Ozjw+0bvUtbDOwXzNwRt0A0IkWA5ulf/u3f9McFgUT3yICYUGxiHi1yeIBt14MLC5PeMIToA8BPI3wihM79DbuVC0tgHzjrxLw2wJ75ZVXap72sO4b/Ss+pdiVmwAPIAPwnkhCyLV863MRgt8Ex2JrHR/d9CmB+tGADTxKQF+D9iZYy9kc4LVx83RQvYE+dRdyY+tXfuVXau41TglcnH/xF39xuCPf+uBbXv3f//3fFccN8g/4LPdd1z4SyCHAC/Adr+GOw8aQrBzAeVpiA6lOL/1oeMA6Zu3DAR6/JI/WsnRpA76fc845tamTdzh0ttRtCu9///urDv2mgkYvWT77oTcyaHBKdKC+CehqsLGjpyApsST1FkQyy2PRWYKnyX9JdjxNZl1O/Uq1fMiNmI1H1x0b1L7uGBd4HShds/QvfryUosHj07fk8OpH/UQ/PP1JKs/w9MCvSzx0Jhn0O7jYGPPJtTGZ8kkGe24Q+8s5rhvJxLmW8gmdD2KhN8lgl15g4w3G8kmy/H/Lf0nKX/GCJMXEZ/o16BQjner4gDpAUwI8a0DT5nOS+i0K/sJbg6w/6vKgxCsPaHD8hxMnn+TBgUf8+qAPVnztHCi18QJySeq3dvjIzl5gA6CLLZl5oGsvjIOfJKUTPxv4xvJJUjldqjv/klS9+ZLsyCbZuUlHV5KST2Y5lk/jl2r9S1LyyeThO/utHz8Yywc+SeVeXvCgiTWZeDwLa9lVypsc46Ub9FiGTzIcLj2l1wfkyehbZTLHNztoZOnVr6BtK/UxPeaYddpNAG162CKnr/UZHF10wvfccdilF41NOo0f80qJRqbp7JIHYgPktMWMjy0ya94kh+Q9yfDBJ7d0WOu11enpGIxhdvjs9X1w5zvfub7f7y9jsctfh2yv0POZvLjth701wCf26PT7UWy5seyv3ViXxO0vBPTNM7nEzx8ln9YgNsCWOaqOL0mNSXJ85hvd3ljgo5sA/USfPv4C6xUdePSZkl46zWsPHJLUOEsCvYVtBvZ9Bvb9DQALlV60WFgA1C0avsevtJBYAOGBBceC8sY3vrHuVq5l6LCZfsITnjAsNBaYZC4W9JAH7oJaCC282qcyiOlI/ln8j0Q7XfD6oPu5fdZv+lWprzeBi5wcAfxJ6iLRuo6lJAfYpIdO4wy4CG2Co+lfjzu8aztsbYoNLQmxgmS3Ti8owob/xNTknms2W56WKOUeXT8o+cevCy64YHiThjw++M7Li1/84p0DQ8sr6bfRoJuuY/FvLw87bPIByMEm4BM+QDbJcfc/H/S1kg6leBysHRpsMMUDOk/qSRQbgS5vHJGzjtELR0hdaWPXORUrOpvqD3zgA8cjHvGIOvThBej0qVvH/Fgdv7W7VMen3ATyJ3a2gDqcEth8wQNtsM71Jt2nA63zpZQvfSKn+h0OJLuHEhtj88EYTVI3ZbT1bTIp5NK0AAAQAElEQVT55Efs5gI8vYBem224ZPLqRzR2gTocWW2leaWepOadPnB9M27U2x7ZsXzI21Qbv/wUA3klH+h0+HJYwksOHz1AXwO4Rd0t/iWpOZbMkt4kOwfF1mccATrpar5kyiWpeNAa8KyBH0nqUGFOoNHpoELGQYF+eGPVWi0ngGz7kmTIvTzor4aOP5k+4YeTc5BMPFuALaC+BvbBWD50ALaUa1jIO7nD3zzJtJPMEh85PF3XTnJIzhqXTLnkyOVYfZLJJ4Yk1Xd0rVgq50mqlJP2lU8NLZNMPmPbGMOfpPZodCbZ+UqRsekmgJJOeSZDVhs/vfDaSeoptz6V+ySVA+PAPpGs/uRTj2my5kgyefU9/eSNEwdjY0U9mb6Rp3MsH3zoIJm5guMDPoA3ycI9Kkdsmlug/S7iwf+S7PR9krohIE/kxMsXbXUlPW5C6CN2xXj7299++D0A12Z7XX/ik3yS+mqAvPLTITpJ3ah/0IMeNOTIfMDr0O+rAw7V//iP/1hvAphHbiA4nLdt9vGLZSyfZPrPPzjAljzwcWGpcQSf7PY9unyLTz6tW25AqOsvN2+st/S6IWNc6DtydCrd8FNPpg/qW9hmYL9n4MCpHqCF8HA+WgRMaCU6viSqtUioJLNtIbDQwOGzUPzN3/xNLZBJ6iKSTF46k4yHPexhww/hPec5zxmeSP7yL//yeNe73jXc3bSY0WXBtPCrW6gsLOof/ehHFYdsqgtxAv/xl5hFU9kLIbzYxcVni5g2ngZxr3H8JYeu1KZXHY4e/EA8X//614fDFnzTlQ340JTJzJ86ugsKvcnEw4FktskBuAZtoN2l+iZgJ5k68bHvwqKepC6IcpYEqjbUDjx+48CP1IhxE7gJAjztMg7oT6auUrj8l6T6mp2lWeOP/0BbH/nV9xtvvHH40Sz22KbX1yy8MufPLrpwqqOBxzzmMcTr4q+iT/SzOkhStuRZm52nPOUpw2t39LUt9o4E4vrIRz5SNowFc4MuF3N5BGKGS1L5U5d3NDLawHhTAnOHX3Jic9B+46fP5sDfC37Vq15V88sm4qUvfen43Oc+N9TpWAM9gJ5+M4UeOWZHHX8y+ybJkA+0ZOLY9h1E31uWX7EfKS+Nl0ObGH7Sxx7gS7Krl234tR82hHDyok4GX5f0XXHFFXUzET6Za5E6SFLjt+vK1i8P2sAbAECfoSeHjgvj5pd+6ZeGvJ1//vnDjz0Zy3/0R380/vqv/3rYLNGTRFE29ZmG17ytAXKnLR4lSFJPg+VYG496khpP4rz88suHXBvrxrd8fu1rX6t5YIzKs/L6668f3/rWt4a/sOKrETamyfSH7iMBfzbBkeS+X3h9nKTmaY8B1ww3bay/wHVDvHwSiw2rDSl+gC6v5qaxpD/J2YTrc30FR96G1/WJjWTaVafXmHHI7TYcmWTyGTvmtc00f/QnGfptnMnhcZPC4d9hAI9+xsd2kjoM4CWXzLUxSV1v+S8WeVFaQ5Ts0jMOfuAAfrElKXl8cHjb/7F8kjlW4Pi4oGoc0wHg+do0dTlU0onfoQCvnLJ59tlnl025QHNTwAEJTbz6w2EDHY0eN//1C6BbTpT08kG8YofTt+rw7INk5ot+MQJ0/Hxnmx3lml8bHR88e8nUpd60ZOLw6B/jAS3ZHQNogC5+KAE9SWpdJcM3wDZ+sYkJDS+aNjpQd2MInV5xiA1fMvXSgY4fnd0k1Q90ArSxfOROXwF5Ni6s7/rF+NQXSerGAJ3GNR56jWH+0JfMnOCRD/rhfaWDXkBnkhpTfOI/v5XmBr/VxWPuKpPU9+HlmQwetvEv7g/+8N3Y4hf7gB4+iI9ckrohwSc26VBHH8sHD1iq5R8dQBufmMjQyaaxCeSKXeNXPhzQjWOyaPe5z32G/rJ+i8ETfXg3hPmND/i+v68N4GGPbr8f4GsEcuwmAj50T+rh5Id/fFKuQa75ZX7KhbZ5hkfM/BUP6K9NWTOte/LDNzxkxcWe3LsJQJd1Cw4f++r42WA3CVOVy6ps/9tmYJ9m4MCpHlcvFBaQJDsLoYmbpC4MyZywzasEZMbyMcGXog76cBZEGzCv6vfCaYGwMCRTl8XHq7HvfOc7hwPS+9///vHrv/7rwx1M+ui3gFi86SZrcfXqsz+BYnFiC+1kIJn+JPMCzXcLKR8sdhY5ZZK6i52kDqPiwoe2tg8vNvFaDC2oaz+Taa9lHNLY0iZLjl5ti32S6hMLp5i7X/bqla+x+iTTTjJLJPrA3rr2kYBvrVus+gQ0f7KrH46P+tBG7k53utPw/ehNgMera15zc/GSb3r4SVeSOuzIqb7pXKIn07aLi83kT/7kTw6v1gF66aQb/g53uMPQVkfzZ3NckNhKph6xyr1+gAdtT13uXRBdqN3Bp3NTbGhs+X5fMm20bqWNinj1OYDrXLMn38mUk3M5UKI52JLhr7GRZLhIk5EbGwvfu3vlK1853IxzY82B1Fdv2BAre3jpIJdk+PvCbpLIPTtiVgK8wNjTRqMLaNNhjvqRI/1/LPmRI3zd962Lb+pJaqOQhIkhB8aBBh/xyYO2uv5SJnOe+iFAetpnvOr4xEKu63JLJ5z8KM1h+uSQXTHLMx3oSjptjvzd5j//8z8fDt0O5i95yUuGPiaDT1/T6/CGX971o5iSGV/70rrltP3sEq3r8ndL+JmdeWeT6InTXe9612Hsn3vuufUEig62lKczJDlkfOgr/SEmddcNpTzKu1dV9YU+STL0qX7R90p51R8OJfqHLrzGhbZ63zBgQ3/SjW6c0QeXpK6HdAJ081QJ4OhiT9sTPT6QdwBwUyyZOvgP2NNnyVwT+QFPDx38oE9bPUldO+COBEmGT5JD8tg49rreOpLUDRc0sQI51cYjNrGaO0lq/U7mYc364JqOD/ATP16HI+urddn8oAOIDa++0C/mn9Ial6R84SMeoB/4kqRuoGmjg2TGiQ/A7YVkl4ce9GSuJ3Lbck1D3wtJau/ENr4G7bF8khR9LJ9k2luq1QdK/Hgb4EC3u1zjkl09a3zrUja0vH4DxhEavBKoy7k+ErdS7Ppb/s0ndXyATTwNSaCq//HRSd4YJ69NL8DIB6XxgI9+9fbPdd7h35qKnqTy1brxNp7OJLVngwdwTecvSKYO+PYbX9fhQRKu7Yy1aiz/8U0cfDN++WJ8WkOS1PpvDNPnsGyOi4GM67M12VfujHE010El39gF5ov9RuPJunHMHjlrhX4yd8TJJ/bkEy9dSWq8wYsPH1ltwE5Dksprklo/0MUD6MInXiVbSvbdmFCyKw8A3TxVkmF7HPzQdbC6LbYZ2JcZOHA6RdUTMpkXVYsH/+FNYBNbuwHe5Fc2rktPtTz9sgjAJRku7Oo2ZRaD1keHhaFLC1OS2uzjp4OsDc9f/dVf1aIE1/7hOVHgA//ZTzJsRNi36NEpbgsbexY3vPAN2u2HBZqcxZU+8TSt+feWDmbswZMhS06bb8DC62LIB/6wyQ4edeXhIMkh6L28e9uHMB9sJKl886l96Twok92xgt468fMxyc7FJLllfRz8JPNJAp1yBsQrNw3ySy9Al4uGJOVnktGfZLfOF7ltGp30a6Mp+d4xqNPdNHSg7YIO6EuyMT56+K1MJi89+tOGQJ1Ofa80/uDWfmijKdlUeiL9yU9+UrWAfnNEwwbL/GIDP50ADcCJXx7JtW7jzC8L+3EiuUlm3+Ih1/xo3U9NQwdJ6uAjZjElM+bk8CUZepO5WdcGfEx27SdTXlxyjwewQb7rSsAveE+8bUDwwSuBGHoMyRdwwNPn+OQEwGn/5V/+ZW0m6eqNltdX8bSv+OhkW37w0ksnm9YRPtnQeVrChw9/+MPECujBSz5J4dSrsvx3uHqSW46/FY5/5NoffbyoqqfIfFE/nUFsa//lXw6Nb7HLOboxo955h8OHv8eUujyZl6412nj0nfmoL+l0eFGy3XT28Mtv49jUp0rzAZiH2vANfGE3yeCjtzjchMNHhm26Af3GDRv8UOcfXfwBSaiscaGSpOrJLUv8eEByKB0OvUEb8INPfADqAB5vkrpJzidARml9cvPUk1A5Nw/kTZzq3pRB8xTUjQK5IgvoFbuYHbDMLfaMYSW6PtHmCyDX/qEDOJCkDkTJjHkc/DQPPfKqDbTFANQPst/iQIg3Senmjzb/+KNsGMun9STThyQLdpROfGTIF/Lgf9qHg4PkKtDJr0t1AA/UMcuPsafUBugAD5qYk9RBXh2PvuCfMpk0/HKGB4gP4DN3lNrmlxtx+PW9MZCkxijdeOD4ZJwo8Vp3/SieBwzaeOXYGp3MvZs2oJceJaCPT2jkyIsxmXbxouERwxrgyeAnpw7UzT/AhjEsRtdd49NYhUOjTw6MaeObPfPhvve9b73Czy47fQNAzGTYIeMmb8ux660uePr93hYf+Ge9oEe/JbNfkuyMRzR65aN52Qbw/BrLhw36ktS+in59DQ/IKulzI4I8Hrgk9RaLunxY0/hjTrMBP5ZPl0t1+2+bgX2ZgQOnS1RJylUTFpj8eydoLw4mcZJaGPBoj+VjIV6K+vEx9fe+9731VNKmy4KDBix8bFg8yMOxZwGxUKjDW1S08aGRectb3lI3BtDInSyww54Ft3UlMxdsi81Cq2ybzSum5NDFjg7+JnMz1zlLpk728DR44mpDoy1GZdtJ5kbKYts4dMBn5ZEgmfbW9OSWuDX9cHX+gqaJxwUtSR2I4JPUBQYNr36SI/nj5yYgMw5+5BjI60FUHVRcOOmjp/Hk5Bk/SFIbJ/YBXn4oybZcX8SS1EEVHp+SHhsOuU5Sm9hkN2d0AfqB+tFAn3Y8ZMwL+WNHv6In2dn8tK9yl8yYktT3X/nIfyXwRJ99B9FkV4fxis/moGPDj5e9xiW7+tG8XfPHf/zHdRMMP3/xKrWTVJ/zXY70AUiCXPnnPyAHSe/RAJ/cA/Uktdlsu3TRiQbYVIpFSb/SeOCXOpBDr5l6NZ5886HpA3rYlCd9Ab/mYVdb//lLAG94wxuG2I1Hth1Wkhk7/fqWDnr5gVdf8IMeTzXV8VgDX/va1w43crQ71q4nu+MTDiTTlnoDvXth3caXpNZk/oiTb/wQO/rpDuJNZm7kXi71qfGgra/1of7Rd/j1nxzoH3mRAxt3m1UlOhm8oG+K0Z1MW+TbBh5tdPkly7Y60G4/tMklqSfU7Hmq6Trg1eovfOELO4eC7iO62MDj8MQ/PpvnSjR1PhiLxi5f9gI+uC7JgiS1BiWzXOPUydAJ1rLrWPCgNWjzx2Go/ZVrOedjMsdl50afOSTIBR66k9Q+Q77G8tGH8iVWdthQ8msh1z9tdtmEB3CI+Bu0kxmv/CaznqSuZ2yu8eprQB9H+OBrOtvtgzrgQ5Id6SRlM5k4PGTwjeVDX5Lqo6V5yD+8+JJJV2+c+pp53U5SJH3BlobxxpZ6MtfhZN6cl3t9op/0GV79IM62hw6MdXrwsImPyk1qkAAAEABJREFUHXqNB/MMzXjAT4c+x4uujWa94hteB2A3ANwIgFvrp4O8kix+trqurZ7MmNlBB0kq9+hroD/JTs7JgHHwo26ciZ1cMuczW1jse/HwiS6QzBsV1n85cbB3Q0Nu5FcMcic+skmoGq413qqTezRv2FqT3DCgxw1LD9bkCw+/2id2+QTggLo+RNNWB/AM8ocOPsCh4ROLeMmhw7HHbjJ9JWvuJam5q47XjYJkjilyY/vZZmCfZ+DAqR6fyZykJupYfUxwEx8qSdHhxupD1gKhhO7SIqH9H//xH+P5z39+HRq0Xbgt7koLAP4kgw66LTJk1ZOUTW0LnvKpT33qcPe4FxSL5TjJDz8sXmK1cFlMqYRn08LFHh/4idYAT5bfSequJ/nmo5MeICZyTVMHNnS+SwfPBp3ygpbM3MCh0QHQ8CuPBEejH0nucHj+tD6lCxV/bKa1WybJLS6k/N0E8ksHffKvBHIG5FCOlePghz+qybzgqDckqQs2m2SUAF3p4ppEsw6ZKslssy+29scmBR3AkQdJdmxobwK+0klHQ/cnnXwUJ5p88kGdn0CdfqW2fKnbKHv174UvfOHOgd3cokMpZ/jksnWyZayyxzbf6KZT/UlPelLdcEEji19pHiRzE0g3XnjzuHm1k9RNE/xswNG/CcjzUU74QQaubdBlnvNFHOtc0ku2edG0k1BT64qcXXvtteVXkjpwISaTR77oZRM0LZl0bT6w8Sd/8ifjYx/7WOVbHsmZ73wXL1vtk1jQlY2nCx+c3wt43/veB1X6qnLwvyQ1Nuk6iDpigWcP1BxsHP/Yo6BLdcBv5X4DY8B4EZ950PnXln9tfZOkvkMMp20sAHxyQocxYXPtrwqo47PhNR7YMTbgzAty2g4uSnQ6gLZSv9Dd8sYseT7Y1H/+85+v32+AZy9J9SdZ+mz6+cInYxAfebbbdzhAfhPwATTP2POBZ5dvSWo+wSWpazMaH8TWPOPgJ5nzRy70AcCrDZLUTSl9AU8XoEtbSSde+XbzDOAxjq099gLiBHCg41HXJ3LWPh90rYoktYZrJKkc65tk4pOJ40OyG/tYPq2PL8ku/0K6RY5aHg2Q5RNQB/DJrh44ceBpGt+ANrpyL6AnqbWDLEim3qYlu23+A7aMITxyD+CBPALriDzrF9ce/Sa/IEntfeggg4cO+sTPX74APCBJ3YDXt3jwquMxxtnU92TV6XRodhOAbThjKkntL9Xh2W998pPkkL4dBz9JCj+WT5Kq8wEkGT5sA/Uk1bfrujgAP4EcGZd8MFb5g65NjxKdDod5eZcnX9GSR7x8pytJXYv5Y24r8YmfPF5fNYPzpoEbyXQBth228ZFjF9CdzNjgtfEo5ZesOpx+kGN+4/W1Bf1OtzbflfzgH/5kjgPzUjxk5QAfuj6Co38L2wycCRk4cDoEaVImc2HgrwlrIYAHcMku3YQ38U3qJHXBwUNO2Qcni44fZ3v1q189bFos8BY3pQWi+cnQ17botfgo2VJ/8pOfPDwZwdtyNjzaJwNtgw7+ilu9wcIIzzc+wlso2weLXfthscOPB+CzUKofDpL5HdSrr766cuigs5Ynm6Q2W8nMM9w4+OFXMvslmeVBUl2s8PK7ces2PGjakUo2xNq8ybQjT/xNZhu9ga4kdVFlcxOIN0nFyBYd+gRoy7mNh3YybfGHTjgXXWNEnewa8IzlY/zQQVcydegzfUcXmYWt/BVXkvLHxY4OMA7zIYe2CeSIb/Qa90pyScoe++PgR7wukprmB//U8SvFQJ6MAwDcX/zFX4zXve51dWPM3GJPaaMhbmOQXjkCfOEvWXrMVXnxw4B+TIi8nDZdyT5QT1J+j+UjHvqatqAO+cfO0UA8IMnOhpwSvhkbYuA3nDjg1IG2+IA2YG/tj5xdddVV9dZQkroRQCe/8YqXHvbIA/J8UlfKpbo+edGLXjT8rgB5cvqL/SRYCujlJ7qydZPH65Dnx0/d/CNAl5IcXjLa+oUvQBtdCdY4+F3431pLus0/+sRMDojJWqV+uoN87Y1Bn4u/54g+li9tsZvXZPSFUm7wqxtr+iNJ3SzSB77O5lCCjian6klqnYAjxxe20NlJUocT+ddGT7KzNpNjl4y3eG666ab6kU7jLUnNBzLklXjNV2+j8Inf7AJjS4lHaX2jfywfsTcszbKvBPjBmg4P4NgF2g1JKm7jO8noD371JEXnt7XIYcRTffk27sRLpzqAx0vfXpA3dH3mAOgQglcf609rpNjFa90SM91KuZIj9cPFmGQnx2RAkuGTZIem3bF1maRiTFLrYZLhs6bTJx5lktKHhz/GFWi/4Nd89Kxp6AAeNC0JdEGSsoHGBkiy418y6WP5sAXkf2nWWE+yc1NGjvkuz8CYkl/5bBk3rOSfneahq/uM/vYlCVLdKEA3Lug3V5I5J/QzfuNfSZ5NdWOGDL/4gEedX3TwKUn1CTky8pSkcpJkrD94+KFs0E4mH9mGJIfogNd3xpzS2DY++WIsJvPrrn6IN0ldc9gmR0bd7+R4ek/GGw3w7ANxygUa38gp/V6A3y4iD6677rqhLUd+SJAPckKftwr0S5Lqf3rpSGaux/JJdutoDUl2ZOhjnz5zD/BvLB/25J7v+l9/sqlvtJMZu76jA30Rq3/aVdn+t83APs7AgdMlNhOXr70IWHxcYJNA70BPXJO5F4Jk8qAls55k52Ly9re/fTz2sY/d2Th7Naple8Gkj7yFgzELj0XLD/75VXm//G/BSVIbXIsKvpMFm5Nk3m2lix8uHhZVOZEHFxe20fCswWKLx0UJns/a6mJpPXQmMzdoYgXqbmx4fUsd6ANl66IbzkUhmTroc/GBx5tMfOuEU08mXjtJXcj21rWPBHSwha5P5AKObSU8SKKozeUaz79NQIguOZNfFxQ4AC9m8p1LeAAnP/jxkIVLUjEmqYvYWD585juepVn/yLhAi639pUvdpoY9jHSCJJoVHxljQ4m2CfDQl8zX+MlRZNMAL0Y48YsHTX9rG1tJyiYbaPzrujkkLq/t+4sGvk5ClznlcE6fOjnxAvUklSN13/l3+Pcr8toOpfKUZOcvEvARTX7Y6401XPOq8w10nS983QRipY8N8egr8mTh5Em946CLjPwoySapvkYbyyfZjW9p1l/acLjSF/yTF9D8+po+sQAy2klqQzmWj9jZc/iSazc1vYrNN4BGZmGtQ5/SRgi+63z9wz/8w1oLHfg6VnLJPHDyr/0Sf7IbSxKqCpJZx3sIHDiwkwt49sVNSN/RyQ/xwJ3ukMw8yJtYxCzeJPUL2+K3dqO57sh1x66vk9SvmKPToc+s2fTA2dx6LR8NJLOfjB968CWpp5nsmHfmGVDXx+pyTyaZ/vJxDf5qiuuAJ3n4yKDzUdsYYx/4wUA+Kc0LPgOxootRH/OdHD1HAvybgE7QevDSpW0soQE2lXDo+OTPGmd+acurOh78dIhTjhq0gbb8il0OXO/7BgC62NyUcd0UO5ALOvEnqR94bDzbbB7OxyQ1z9nSn2P58Bcs1Vp/u57M9RgeJKm1NIlmwZqXL/QCupPU/kUOAF5Qgst/yaF6xNP5xKcOB9STyZ+k/FhUlL9N1wZJFEVTSVLrhFyO5cOXpai1C67HK5ycyZ0nzb3micX+EA5N7vVJ+9Ty+pu8PJDhl76176IbkKFDnW3zxlyC5xdZbTr1Ix/0PZr+JYNGNx1J6kZDkjp8r3MvhyDJTp+jA/6BJJUn9pNUnpqepPqPv2JWJqkbKPQap8Ytnzw15zuAo0+dLjk555xz6i/UmKvaYhgHP3KUzD4j6+Dtx4T9NQDXRLasFez40WNvA/oKHzm/s0EXO/ioXMfVuCSHjJnGk6PH9Zge/SoudaX+oc98PPvss3fygS5GfaLf9Q/bZJLs5HEsH7bAUt3+22Zg32bgwKkeWZJy0cRVSVKLn7qF1q/0+/N8QP3iiy8e7373u4fXV/3In0lsgbIgqFs8LHKgFwILiR81eshDHjIe/vCHD4d5v3xqYUFji33yFjRvC7z1rW8d+B/2sIfVn67CZ6FMpr+92JM9GbBB8QTer3eLyxNVdXDJJZcM4E9osd12LPr81bbo+rNaciNH73nPewbw+wdyZCHEJ7YktQiO5aO9FLVx/Lu/+7vxoQ99qOQuvPDC8Wd/9mfjHe94x3DjRL79lQR/4o5deSWXzDwks4TbC2yQ5xegt9tKsFdmb7vzrH+BPvOn9T74wQ8O8uJW0t9xK9sW2iaQZ7yXXnrpoNcF3oWEH23bRlcf6Qt5AXQq9RnbdMDxB8Dx46KLLqq86g90ODn2Vye++MUv1gXQmE1SBwY/ruOH2VqfEtBHHmjT0zrhjgR88cS4L4ZymGT42scHPvCBmkdyQB+gh4wxZWzJQ5K6yKobd/LiomoD0hsHY/S8886rw6XxYn7hNW9aDi+cjYObBg7+j3vc44bNA3ySumnH1ySVG/MxmXVj2UHaa/ByICeA30p+819bTEB7E+C97LLLhu/pm2P84G+DDaa/lNE6zE8ywHgQC7/IJSkxOQbVWP5zaCfXPvJ9PW6MBTdPxN3zy9xZROsmiBwYlzZF6vKu773G+YpXvKL+dCkcGh0ta6Mk537p319j8GeffO8/Sb32z282AN1KskAddNx8BmIA8NrKNeyty5PYxatEt/7avPc8Y+d0hc5Vl/rPfFYaE/JvDsA5LFq/jA38AB6funllDOprPGj6yI0DucIDj46mz5J5yGDDoca8ZNtY6EOLNn6yyRyjnW/63XTzF3PcANA2hvD3ek+Ob2ToMtbcQLIu8kVMSnJ4yOGBI7cGPNpKIKYGsg2N4w99eMk1yGvj1YF2gzYgJxZ7BDmRM/MCOMiIR26bpmzAK58AP6BHf1kX5MAeQ5zs8hWNvSR1CJSHzg8e0H6JJUmtc8mhpTzIAX3KJHXt1hdJao/U+GTKjuUDtxQ7//hCpgEBD73sqwP4ZFePNjy+TZDsyiQhVr61DB2Q61IdwMu/ki9KfrbPyRzb8HIm5/aE6voIXv7lVO6V7MLTA+CNAXV60fV39yO7gE40fe3g7HCZpHLOlvlFh740X8xl/Q7gk9nf4+CHLlU2AR7thiTV7/BNV0/SLJVHuKYnk0Y3fzs2PshDkuGmvXlPCT6yyVzv5Vwcci6P4vRKvzreZN6MlC85AnIjV/LhJoCbBn4sky52rVcPfvCD6ya3twDIuFEgT+r4Gvi0hiSVAzg8fFDyueee+OnCwxdttCR184L/aPpeyXdzroFOfqAlqZsuY/mwsxTbf9sM7OsMHDjVo9s7EU1ywG8b1xe84AXjuc99boE6+K3f+q1xwQUX1EEVnwXCRFe3AAALpDawGCiB7+P+5m/+5vBnTSyG/iyVjfH97ne/4U+mWdxsrH/nd36nDv5kQOugW7sXHPWTBYch36Xm17Oe9ayhFOMzn/nM4VVdhwM22rZ6A7+e9rSnjRe/+MWVI7d4PjQAABAASURBVPxk6fH7B57sNK8cAe0uxaGOl+xLX/rS8bznPW/whx56zz///PrzbOQ6r91v3e4+w9PgB9Do7f5TB9r6ke7mPVrJRxc8fA6AT3/60wcdoHXKmxiUYoA/Gjz72c8e4jSe/GI7/R2Tuvwon/GMZ9TvScgLoFfJlnjaHn8AHF+8sq0EZJT+PNtv/MZvDDdV5FHulOwY82hyg59eQJ823QCObbhNILbXvOY1VBfII1su+nwTP91iUdLFtny4wOMlU8IH/4Mz5w42d55gGp8Oy/rG/HLh9effzK0HPOAB9afhbFD82b2Xvexlw9s1rUNJb/cxm9ryr2zwC+X0852/QE6VYpAbbSCWowF++fbXPfiw7ns24ej93d/93ep/c5IMnNy5EYUH6Mcuu64N3va2t5U8OfL6js/6ka8O0/jkXAnavhxoy03XHT5siP0oqZsoXuf0Z538mUW5lnebNYeWxz/+8YP9733ve9TUzZx1/0Gu7bIDZ6Orn/grj3znLzCu4PZAxbjGkZUnsnKn36yt9K9zrX1bgBxugpO1aUNKRxLFzpO4m2++ua4xNuP6zIHBTQ833sRtbjhs2Lir40H3WrMNMFyS4WsxdJg3bMHbwNuU2wjToY9dy7TRgUOLEl8yD1JwcmGecladjKeZl19+ed2ApCtJjRE8xnGSujFHl3FjfADr13e+853hV8DbljiS1Fde8IrV2HKdIoOuhGffPG/gF3yDNh+0yQPy+FuWfw34AXoyYxaPfOHnvxxoixtvkp2DFrw4gHw69LhJQEfL4dEP/DD/9F/7aL7AsU/e4YTP4gXyoeQvHvaVgH/0JKlDUTJLePaMCfRuq5NXwgH1JIrqP3QAkUz8Wpe8AnSgLq72h59wgH45kEM5wA+HJ0kdrLo9lg9/2QItT64hmW+kaesLsvLD9iJeN0/4jibH8il3/kQlPjjzgm4+k1fHr53MAyL/9Cd+45AePGzgNy/Z7JtsDrnmmptpfDe/tNniKx/w84EsvfqYHXY90ElSP9bKJ2MnSX2fnr0klauxfOgBZJM5XtmEW8j1cEYbJLP/6EzmmCXHb/Y9tHIYZ0Pe/GifOMnigxNbMh80yAN8v1ovN0D/so/GB/L6XQk83ffUnT5t1yF7ZrqtA2TliH35kPv2Gb+6sQH4qmSHbaUc81vexSO/cH7Py/pIP5t49AkdP/ZjP1bjRT/Rg8Y23eJgV3+hsQH4pdzCNgP7OQMH9nNwt0ZsNjE33HBDHcY8BbGoW6Totogot7DNwDYDJ5YBb954MuApv/nlgt6aXMy7vi1PLgM2Xb6X7cBoPVP2gf/kNB+P9JnH29eKZG7QZSBJvcrcdTxuuAEHRNcVm1MbUxtYB0ebWgdxG3AbW5teG16lwwg8/p4z6sBG2WY2mfbx2wDbtKvzAR9QT1KvJavzgz/f/e53B/vaNsytzyZfO0kdWugA4rGh5q+bvOLyxo+DCD/J81nbpluMSeppasdND2Cjga01wPOJPTrFRV4O4OlWNrBDhg4yY/mwQU5OHVIc6tXh5AfQraS7S3Wgndwyt4vquvHJB3bZ5Jc6H9iVCwctc1MfOxw2HQ9oufaXXqANktQNAbg1JNnJJz/ZA8k8HJIFfFKCcfCTpGpwa0hStpIU3X90gmQXt5bBAw6HS6bMmqZOn7zqA23+A7nQl0p4vhvH9Btv6vIpb0nqppQDNn146MAj7+p0aCv1MR51/D022aIbvu0ZI/jZSuZTcTrh6NDn9Cu7bd/o2pbM/Otn+ujgQzLxcA1sJ6mc08OHBu0kirqZQwY/EL92MueyurHlTTNzkh8Oz8Y525SQIdt55z+cmBzg5T2ZbzGQwUuvsYvmRpj+Iu/Gsnzw1Y0HNxHg+mYEfXjR18APQC9AUyapHKgDPEBdHpPsfJ2m49N//DSnrYH8SlI/qsq2+MRGB13i0M/d7hJtC9sM7NcMHNivgd1acVmELDIWCAtikkMurGP72WZgm4GTyoB5ZbNkrlHUF2cXbe0tnHgGbILkszXYrMm1DVzjvm/lGWioN5JJdqJP5sbcuO8x78mlQ4K+cb1J5sFC2yHcht2B38Zaf+JxKDdHbKht5m1sGYFTB/pf26EmSR3U4Wx+6WFfiT6WTzJ9W6q1qWbTDSP+GTN8JovOB22ybYMudePMVwAcOmz8HQRssNGBA0Oy++STHjoBn+QNji36ktRBB861WF4An/CuZdDZQncgcLiWWzlEw8sHeXBA4AtwWIRLdm2xjRes69oAf+OVcs5nccgBfwGbgL/ayTyMsAuvj+XawYWc3IoLv5K+BvwNfJD/5NDxBYfGpwa4JHWYanm6QetOJj2ZJTw6fnU6lCBJ7YWSyZtk7P0kE0eeHvQk5UOSersCrunKZI5BudSWYzmVN/0qN/KiFCMeB1xzQx864NJpTuhfPuOjg05ApuWVaPyDly/9YKzAqdPBPj30su9gCW+c0ZnMOWus0ccPMvqTDiV9+Nmkxw0AvOyiAbrJKcWRRFHjHw5vIZb/kplDcoAcO0p88mHufutb3xq+PmhOruNje1FTN6vIo8mjOOlQenuMXcBvOHX68ZDrONR/6qd+avj6AB43/tjwA4H6Th7wkmVLCfgA1OlooB8+yU78SWodS+YNCbmXU/rd5BajNYcusegnPHznC5wY2GcnSb2RpL+SmWu+J7M+tp9tBvZpBrY3AI7SsRaJZHchSFIXLwuHReIo4lvyNgPbDGzIgPnlYmwjlezOLRfrvvhvEN+SjpIBm0HrVJJDNuvyLe/j+/g5E03ZhHbcydzEunYkGQ6k+gbdhhXeYce4N/4dCh1ebZrx0GUziw/OgVHdIQfexpa8OrDpJWOOwSuTUHUIGAsAMkmNE3rZ4KM3RWyO8cCP5UPvUtSrtV3XNqbYUu8NuU25OMSoFBs9fBS/MWoD78ClTZ8caONTx0MfwKtNDzvo8HzlpzpZfGLoNj66xeEgID9y520EvsChAblCpz9JXfOTWaIns06mQez42QBJKpdj+WiTA+oLqg4xDmgOguzxVX7EwdckO18ZwZ9EUZCkfGKTziSF7//gQJLiU8cL1EGSnQM4ObgGfABeH4Bk6koCfQvouJJU3HQlk5d808fyaVoy6Wh4uv+TlA54+TWm1PWrfsenhBvLx3jAR683TvDpUzHgMTcAOiBPpuvNh1dfoOFB1xd0w7VNfUSmefEZb25EmLf6lBx+Jb1Jar4Yo9oOyUmqj/EANoE6WTnBu4RYB+BuJ9npVzSQpHjEzhfy8HRpe8vOb9mYD8a2GxXJ1IOPHXGISWyNc5NK7oxP9snTiQ7khs/JjMUNA6/d0+cGnK81eeUfyCH/lOTINySp8Ug3YAsk2RkLdCbzBhF5bf3Mb+Dw3zbFp5+MHfNMnV7xJRk+5JNUv8gXHfBb2GbgTMjA9gbAUXrZgmGRaDYLksVujWvattxmYJuB48uA+WU+mVfmVMPxadlyHy0D8irH+Lou79rfJzijzci5BOgDoO2gAqfucNwbVZt1m22HCYf83nA3PZk3D9DwwtNjUw9siG2ObWbpVvfUzSa+cfBkDgf8s0Gn26ZZHR9ZNBtlpY20MQTM48bjc4BIMmzCfffXd3Q9hfSjmOLhO538cCBwKBIzXcncnLMBzwe5UOLhD1qSOvCwy1d4daBNNkkdHvjTwL9k2mid+PlBtnXj51/DWD5Jdg5e9AD5lQt89IiPDnj66JUfvPqK3kVVHXbIuQnh+8lJhrwYF3SQkQ+66CbTkKTiSqY/Y/VJJi5J2WhSkpJhv4FPycQns2wa39DH8mkfkiyt+S9J5R8N8BGgkqNHew1NUzYkUyc+esStBHjokUultpx0XsmsxzxZOTTuyBsD8m/s00E2mfbo0h/rOOnD04BHLHjg2AX6mT5zDY2csWk84fNWDro6H/QnOSVZesmpN67HrxLg5zsdYmkgC9hMZixJqm/x0scXuuXCDa6f/umfrq8d+SFj8xCffLIxlg9fxMkGvertv7qvPdApv25SsYEX0MNfOaZH6c//KfGb8/IEJx68+Mgmu/4ns843gL64dot/SSoWOvHxT91NF7r1AR/dDLCusoVmDWE/Sc0LcYI2QA/o9prWuG25zcB+ysD2BsBRejNJLawWOYtDkkM2AGP72WZgm4GTzoC51XOMsmRe5NW3cOIZsMGV17UGuQZJ1ujbuH5mqk9S14v1ZjZJHZwc9PQDmqdWNuoOgzbaNqs22Ta46Da2NuT4bew9VfODgGj610bbRtemW5/LNhoZm2NPwNDw0AGSYKsnkHiT1MaYLTYcDoAnlQ5ZeAjwiz06AB/JAPwAL5rSK8huAvi9Dz9+KD6Anx786kCdvt5805Gkcsg2fegtx0/15ke3yXcI8CTW4YstOHxk8Si12x7dbYuuprdPeOHI4k12fWo5PHID8OoX/cgXduRefySp/mcHyK1+1//kHF6NDb6zB/Ap0ZXaSbhyCCSH4vABTElqL9P+KvmoHKtPkuJDA2P50LEXFnTFwZ8GPPAN2mhKOLaS7PQnXJKyl2T44O84tZPU71IY1/IHJ9dymmTIm6fO6OwAfS/3+h6vsU/OeFHqC7GZGw6H/ALs4klmH2njI4NOjn9J6kf43FhjP0n9RRY+mWtuAPCHLgdRB1L+6FelcWVc8A8YM0CfwyvJwuEVEx9AMvMEB/goRiX7ra9x7JO7733vO7yK70AO+Ec3mhiTGTOdYpVrdTzGpzqf+ObGAltywUc0+rTxeNrvu//y4xCOB848pBeePLtsJakxMJaPOPhOF94FVesSPnbQ4PQpHm369AN9LS/ncgGnn/nAJuAHHYB8MscY/XBb2GbgTMjAgTMhyJOJMZmLokXFYmOBAOrgZHRvZbcZ2GZgZsBc6jkGY465UKtv4cQzYPMmr61BXuVamcyNZNNu0/IMVS7PQlcmqU2ujWyS4SCgb4xzG1WHmB/8wR+sA7lNtg2rg4w+xOPwoW1D7bV6dBtboE9tlm2KlePgx8YYjiy7wIZYySdsfADq9NjAAzi6fafXa8BoePjKNp/Q2UvmWLKZJstn+tkBbgL4QUA3LQDdeIA6vUqyYmfDJh2OniT1yjxdY/nAsw/aL3WHJwdoueUjoAeNb8q2gUebD40jD9gn24BOD14ydPGBb+yrw6ODposFXv71g1yRQSeXpPrb4cmByUGLTTeE9DW9AH+DNh1LGupg1PVk9sFevHaSQw7dcOSSXbw2n5ToSSrnSXbsoDUkGf1pHPmGxinxJSkfug8bj2ZMArRk114S5Jo38geS7LyyLSdwfnle6WaKp9VypA/pk3PjlF/6MUnpG8tHvziwoyXTLh79wR/6lfpQyUaSygsZ8uZGkroZMpaPtnknPnPVAdzY0a9+E8PNO74ZG/QbL2zCGZPGrzHYOLbZWlRX/pJUST88eutgA2ijG09y4Qd2+X63u92tZN2IMyfZp4Nu/EBd3sQrPvrllTz/8Bif/JP4LXw5AAAQAElEQVRbNzXwoZnb1iYy+sRfuhALe3LaetmkX3sNbKPxWUmmcUlqHIqNfvLsavNNH8ORU7LLP/rpwIfWeYYTi75Rx4dHnZxyC9sM7OcMbG8AHKV3LQpJdrgsOBYHC8wOclvZZmCbgRPKgPnUgklqYzW2n1s1A8l8utHrVrK7nt2qhjYoO5NJNpniT1IHD9cO1xWbTZtPm/CxfDwhcxMADR7dgcHG2oYX3qGwn2w5aHh6aeObpF6LtWE2p5LURt/GmD0+2FQvZsoHpc1wl+jJ3GCzxSc4NvyCt6drePlAjn8OAA46bZMdPOzQgY8e/uEFDg6+DoDeQIZe9vCI1+bdAQm/A5FNO368yYwtyc6hiy0HH7xAnT75ccCTB3mBaxvy+C//8i/DK9F+6NCPpPmeNJwDU/9wIV1kxKxP+NFAH9tiBtpAXexKsTlAyQMf4NDIadMlLgdXXwVQFzt7eBrIAW021kBmL6Anu7lqOnxDkkJr09tQyOU/viepg9fSrH94q7L8l6TG2VItHrTWodRGA8kurzYaUE9Saz97IMnwSabtZHd8o3ce9IdxZ3xa3+TYGyvyyr7xqe/lXxs/m0AfKPHSxx5QJ2Nck0lSP5KXpJ76J9O31kU3PWT5xgelfnUDQF/yDd1NMAdkY0qbHOCL/sYL0OmnAw0P/iSH5Jt/6HjJA3V4Phj/d77zncv/b37zm8PNCPMB3Q/0Kelu2GuD32hJhrj4BWeOsiNP3gZgi26/F2LemIPWDje1zB226KGDv2IkSy5JrUnJjA1fA1vJHANj+cCzS8fSrL/0AIfPOEhSN9ToZZc9dPz6lYy1xPoCD+RYiaaupE+5hW0G9nMGDpwuwZmQFtokh7hsoq8RFgELOlxyKC/cXmjexiepPxWiTbeFw+LAvgVLuxcJPC4SSr4pQetUJqkFOzl8aYFKQmwH2NVIDsXD8UOJB6g38E89Sb0ypw7kRAn4Sy6ZutGS1OYRHbhoKgFeMuqtX1zaZJUAThtok1OC9tnFSBvgVybTD/XmU1+DHHWbD3TLN1vqaPShqTdOfR0Lfji8SkCPkkzTk4zeiHXseADZZNfnlle2PJkjxULH8QA9oGXU206y60fTj1SS4Rd654muxsHjWZfqQMxdJqmNmnjHwU8y/ZDDg6gqWp8GW/Q0jza8+ZSkNgDoLtJJysZYPs2/VOtvJyvpTVKbMW1AVrkX8Dau63Su4276yZR08mGvXjh62e68awM5JLeW0V7T1E8WrF/ybN2SX21g83dr6KbrSHBQ/wkXSWr9lBeQ5Lh0HYsMnu6ntfJkbjw7tjXtcLg1vet0A22590RO3uHUlTbONszq5gXdeJQ22uT0nY27DT5erxhre2PAZpossOnuvraG0QfQ6EvmvDHmjEl4JVqDTT471l0HKzcl7n3vewuhDnnWVBtovkH+0A/90PjRH/3RmrP8po9NeviCV37xu6HhUCRmMZkTydy0J6l1gB/sk7eJp5OfSeo168aTp1P8bMiLkn2HaU8f6ReHki+eRH72s58dF1100Xj1q189/vRP/3S8/OUvH8973vMKnv3sZ49nPOMZ4yUvecl4y1veMq688spx00031QFqLB+HBwcePvCLPfbhtBeW+usJDil4HUbd2NEv4tKXci8//E9SeYMnz2ff19a37HpKSw6NnSR16NFmQ0zq8iPHSjj61NloPm25SeYc0m4ZOlpuLB98/IQH7YNyIe/8o6MbTUtSc1ab/mT2Lz8A35JU3GP5yEUyf4k9SY2BsXzw8cNYIAcWdN30kQu69YP+FadcGwPGDJpxKgZgnJC15qLT3XrFYG9CRp8pjZ9k/nk58ZsDDrNi0tf06VMgb2y0HjzADSbjQ/+z5+DvBt6P/MiP1P6C32T4JQd8U9IFJxYx05XMnMInc12iU5vP4sfr8I2fT+KQE77/7M/+7PCk3ldxPKW3Njism49yjF+cZPm9zhG/2k95YZefYqFT3V8kwcMPY9ZbDnQay+LQpgfIdTJjYFO87JLni7JzQx8eIE59xj+xkTOv2ZcHNLrJJKlxIif00S8mPicZfOQfe/qIHm166TKulFvYZmA/Z+DAqR5cT0iT2gQ3kU1agGZyiyGJou7+mcgaeJWboHktTBYBMhYKMhadXlzYh9dm2yKI3wKDF1iQlOSUdNO3CSw06PhdTMSTpA7w8OyhgWReSLvedvC0T2jk0OC1k9QFOUltZNDggTjwA7aBPKMBvGJP5gW6cUqy+IFYtQEa2/rHQq4NxKrEn6Qu9OziS6ZvY/lYxPUH/NKsDZUSnh0+8ZEtdTT47h9tfaN00aCHP/jhlEnqpgc9bNHDFxdMpYsMHev+JcsOepK6I05ejMpk5plMjwUyJwNyD+gQhzr/tfmh3ATtBxmAV9m6+AonB3CdJ214fbUu2SQPh1/ZPEnq5hkdcPjafvstz2S08ajjh29csjvO2UsyzA28AC883/URnH5RgrVffKCfH+rmCXn8zUfmREHf08MfOvlEFzuALW1gfIrZxhTNmNFuGT5q40VLoroP4MRDkFfSygbtYwX5J5ekDhzyvgbjB4++G8tHWz8kqcOu/mhIUuvownbM/+heM+tr+uCtNTbUDhP62/qInmQ44Bgv2kp+8RGPOjmHRbrFZ4ybs3SrG5fiRE+m32hJoHYAr/ELYf6xkaTWZj4Cth7wgAeMn/u5n6uDvjV1LB+HCAcI/rkh4UYAG+YZv41z8vR2fA4MZBzEHVbw8rNzrk2fnHj670aBwwN+TxEdouAcKgDdbijY0LNlnRA7P4B45Oxf//Vfx2WXXTYuvvjiKr/+9a8PT/l9F5qv+sJNDIcz1xk+ulHw1re+tWQ+/vGPj29/+9v1lxvo1D/s8ndJRb2S7iDBlpzSIX4Hef2lb4A4xcu3JHVDQ10f8J8ucm68iIMNOWOTLB4x6/MGOH4AfEoAT9+aDw7AA3Wg3oAfjg71NcCvoWlw6msd6u3P4ej4xS4etsQtRjL6RJ7QtAEeQC+anCmNLfhkXjeMnyR1g1hdv5DHT5bdJDWX2acDHug7PqjzQZ1cl/SgaSdTh75in//00aGvjQW8xiQeOTDO/EK+mwJo+BroJMsfPtJJX5Kaj12H5xv95mIy43ZjQqzw5OnjrzH4oAc9aNz97ncf9jUO/t/4xjfqJoQ5BuQJTawdB3+TaZtP/KRzLB/6+aHNF34Yr9aKppkjbnLS17z4xahMZv4WddUXyYxDn7PNl2TixIGPH0lUa31WER99bPDBfOOT9cnc4QddwFiRI/7SKVdKuaWbPiAG5Ra2GdjPGThwqgdncvIxmZNe3UQ22dEAXJJaJMfySVIH6KV61H8WC0z0JLs2LCjwFiMLlkWs2704WDQtihYPC4tFBw//QOuGOxKs+SxGFj6xre2TTaZv6Np4lIA/2nztRQyfdpLanDQeLxk+Kxsar00XutgsqGj8tKmBQ8MnL+zAaSvh8MqHnIqJPvSWS3LIjQh84m1ZC3TLJ6mLA1l4vPLqwoKfXvY6Pnx80jdoAJ9cqLOTzM1949hCI+diSJ9Y0NXlQBsPaFtic2FXssG3JPWExkVHvvCfDLBNNx1JFAVyoJKk8pMcvuwxSUfHIC6ya5AD0DS5QFeKS71LdX3abTlvnLzTQS6Z/YyWZGd+tu94xvLB3zrEq48WdM1hYw+4c++iDS8OF3119pT6SZmkbgJ2XckOf9WTKOrpQPtfiBP8T9/TY0zwnZok1SdsdlzoaNpk0PQJWfECfaXd+UlC5PSHDREkqVxtYKmNnjEANvFtoiUpco8F+Qc9fhD1jbZ+YEufGFf6Di2ZOvAeD9CVTFm69bsx78mcJ/g27nxx6NX/1jZtPGyj89sG3brisO0ggS+Zeo0Z4y9JHXzMD7Ltt1IbJFOmYxAjOtvsqidz7qrTfac73Wk8+tGPHg95yEPGHe94x5qb1kr8DvIO0nLHN36I2Xzlt5gBug25g7wnkQ71DvfipmftD5+0zXU+8I0OOQF00c8HdNdnJX6HK2uvNeOLX/zieO973zve//73DzcP7nnPe9YTfk/93/SmN413vetd4wMf+MD427/92yovvfTS8aEPfWi85z3vGa9//evHwx/+8Fq3rr766vGRj3xkfOUrXyk9+oR+B3Qln8TgGgWHLnbXB/mTd8BHuREPEBMcGrw6GXl0mHJjQ77kLUnNFXzGkPGpDtimT8kuUJdD0G0lfpCk1kF1PMnUr46PvFIb4NMGXccD4NaADton9WTqT1JzGr/4rYcAr3aSnZt18oqPvHIsH7kSu7wC44APxoySLvkxJujTF0o4OuhMsmgaFX+SKtlPUv2tbowZT+wpydPPjjFOF+ADnXjQ0fDwQz/qT/PRmDR3fviHf7h+uBAPnaDjIUsPm2P5uCbzhR1jo3nRk9QNKTzmga8XqOOlw40HpRtb7D/hCU+oecuWGwBuoLnRxU8ydJrLZIxjOQdo4mIbjR+La3WdVZdb/GyYe3jUyTmEa+NRAnaUdCSzH7ouVnlnj59Jav/acZGVt2TKyT2/yJmHZM4++2zq6gENHzo+dbr1FX6l9VSdXnrEU8Lb/7YZOAMycOB0ijFJXQBNZH67W3/Xu951eL3pLne5yzj33HOHttKPnaDj2wQWGvI/8zM/M/zYke9L3eMe9xjk4em1UIDWY5EGFrFemNAsRnAWO6+LnXPOOaWHriOBC4JNiQWzbSQZ9NLZYIGyGPslV/z0KYE7u3x94AMfWE9gyfRCRkZbzrpOVxLowT5d5MUufzZ7cnjWWWfVxRAj3yzy/JInr3bhude97lX5pwfQI6dkkmmj7dLhYkiGHXa9Wqr+Ez/xE4N9QMf973//2gSQteADOoFF3EXdL9qS7/j5BPSfCwEZeeAzOfVkXuyT6Ru83ON1AaDrBS94wXj7299eG75rrrlm2BTaRL773e8ez3/+84d+bb9sXukQm75XZ0/dxkT7ZMDFS570iTEqV/KuNDbRNkHnmrx86bv73Oc+tQHjo7jbP3rknV42tAFb9NjANK/x1HW5UPcE0PgkY1yS0ZdyCp/MnMsVfv3BB/L6jY/GQY8jMvrX00exP+xhDxvmlf534aajof3xVJQMu/zoOPjizxC52LfMrVk6jMkT341hto1D+VY3xthjX1s8eO9whzvUuIeTdyC+5lWe7rDJ/2SOiWSWa97klrg1/Vjq1jp8xod1yVjTBsnUbxziQzMfrOPWAus4vjXgWbePpU4myc61y5jni2uIa5S69cqG3NwwxskY4/A299Y7h2XrgY09WTElqXXS+IIby6djWKq14RcfgAdJkMofMSapdZ4+9pXsG6sAj5x4cmlOOkg86lGPGmcvG202+dRP5dXxJ/NtIHrEB+i1Jjogi8WBxfftHXC1vZrswEsXwOcmgYO7dl9/+MgvkMz1nE3AvkONp/ee9ivJnXfeefVav1f7zz///CGGJz/5yeN+97vfOPfcc4e1wfolUKgGxgAAEABJREFURnPQjQ5vPDznOc8Z+N0IcHDTR9/97nfrJoB1Xr84nLs5o2TbmwX6zlrkRo2+kXd9kKTWXnlJZj/Ii7YxaNwBMmTlVx7otS4kqcNqyySpfhzLZy+Ozra5kOsfnEqyK5ek+p99/GP54Gt9S7NswAHthu5XvA14GpqP3gY4dPxyqH/kT870nzFvjuBJUuN7nT9+No/8GAdj+cADPpFHY9N4SVI3xtg0Thb2ipl9/HBsKwE8veT5oaSbH66DfXOBbv2Cl5wY7HGMc/yuZ/qTvPHlukQW/+1ud7tDxgI+OH4rtekG7LQfdCVzHMDJnaf61glyfOz8aIuFTeP3aU97Wo2fs846a/zzP//zIOdmnJjYdYg2L+WHfaWc8YEtOPqV8HTLnzJJvVXgWujGpvGLjw6gT0CSevuSPniQRFE3FcRKt/wptQE7SWo8oAFx4JF3c5Of1iXxwPFBrvVNA/8BffqcH/IF6BzbzzYDZ0gGDpzqcVpAkuwslCarCW8hsQnxoz033njj8AMn7mqCr33ta+PLX/5yHeCOFp8LvLv6/kTRDTfcUD8I5G+lkqf38ssvr9ceLUAWCIuvhcXCYdFr/UmGxQcf3IUXXjjo88NCm4Ddz3zmM+OZz3wmsQIxWpws2h2/hdxm8ZJLLhleXwR///d/X08kvvrVrw71K664YnjVi48WMqBOKZ1KAGdRFM/nP//5QZ6Pcqn0o0hy4gmIWG1G8NLHB3b4LU/XLAdkubKRE68nLo997GOHBZhN/ZTMxd2F4YILLhif+9znKjdiuPbaawe7cs22ftR/nti0XbmwePM9mbocYsldf/31w9MZsl7zhPvSl740HK7EaKE3Xsjyv/uMX9rwYvzVX/3V8kMuvPb5rGc9azzmMY+pmxs2izaBeNwYcMGUA0/E9A8dDW1Lf3W9aSdSPvGJT6x8uVjLr/j0jZzrA3FvArzkANnvfOc74wtf+MJwYZQLOZILd+7F/clPfnLQJ69k9BE5fSYHNjfiSFIbKvmlw+bBXLrqqquqb/WhsUGWDx/96Efr6SG75I1BJR+MC9+3FWOPA6Xv3xof11133TCvP/3pT483v/nNxHZAnumSa74997nPrfFAng/8Z1++3ve+91XcfCaj3FF0EhVPOcTOV/NAv7Ath2JSf9KTnlQbToe7D3/4w/U6MR99zxedf3L1qU99apy9HKx67p+EW6eK6EY/rBHNkKRyZF7qG5DM+T5upQ+d9Ot/QK2xY43hi7FsTOIxLtHWgAckqUMR+U2QZIdMJ7CWsu0a4jCvbezafLOtnqS++oTHxr4PmujsgyTlw+2Wg4T5J7YkOxvksXzYY6shyYIddT1VERtd4mfLWug6Bk/W4Uybbn4Z625qWeNdsx760IcON++s1dZo/tHFHnk2AH3A9VGcvjPswC+2Bgddhw/4Bocb/Pxys/U///M/6zVm+dDmF5tso1mnrCUf/OAHBx0PfvCDhzXhRS960VC3/rg2yTkdcte+Wgfh6RSra93tb3/7uolPVqxuZjrckOET2/R4A8K1y80MfeEmoJsl5rI+dp0g0yA3cGwZcwAOyBO8w42btnBy4waD/OHVV4A+dGUDWdBtZTL7PUmNGTiQHNpunD4zLkCSmpdj+XQ7mXLa/AXqe4G+tX9JFi2jDqHGif61Brqpos3vZPftE7LypF/US3j5j16Apmxa89GzsNVTYP0B9G/zkcFr3MinfgTaDu+dWzR+AbHRo1/oMi/gxZCkvrajf4wdY8LTf9dVdoC6sUMHXe0LP4E2PrrFJQb2ATtk8Mk1X/nJBzfP/LAmnLEmNpCk3hBw84xu9u0P3Wg3Lunlu2u2G29k+OdmEztkAF/w8gEPv/ipbQ7gwW/+JfPret5ucsNDHvkoZ+IGeMkkcywks6QPiE+sSna7LreAPB8Ava0Lv1j5yA5/+KlP4fDRTx6vfGmj4ROnOnqX6lvYZmC/ZuDAqR6YCWoB4KcJr4SzMFhgtIEJrTRxTXSlRRhuE7hbb/OCpxcX8trAEwEXXnU2QDKfbtikwwMLjjKZi5nNg4U8SV1wk8OXZNh3oe96x2mB55P4bcS8nmUxw4cHWLSS1A+k2Zy5+PCRnDx1LPJBLkldfNUdRti2+GknUZS/9DrgQ8g1u/RZYMmho8lB28AHz0/+oltk+aOuP1wwbMCS1NMpGzA0/oqTn/ImH56SsptMv+DZw+/ONVtyANggjx+P3CW7seLhH1l1FyXxGEMOmG6s2OzRyQd65EU+yeBFax2Pe9zjxic+8Yn6ESljBI9YleTE2nmBO1GwMXJRJy8+JT/Eq340EGuS+q6pmOnQ58Z0+8dvG3JPrIwhMnJAt7pSHlxQbbq15UOOOh8u9PThQ09SNwjU9RvdNuQ2+2T5D9DlCo+6cdM6xZ2kDivml7x6GwBfkhqnYmo9fOOH/scjBj6JATjQsU8/GSW+kwUHFLbZk1+6k9RXQbT1Fzo8+/xgU7tLPOTlySHI+DUn0E9vOLr3ctSAO0kdOORD/4Ek40Q+9LacMZCknjLJvXEo70nqxpA3Nu63PBH2yiy6fm1ZekC3lcnRfRIDXqAuFnqMZ3PQ+OWDNbH72zi3LpqL1lt+GA/GK/meI+YxvcY7fUlucfhPpo/iYReIG6jTp84PNoC6uQ1vPhm7bJvbbPJTLs8555zx+Mc/fjzykY+sQ7K11NjmC1lrvZjH8mGfHL1sONBaw10rHF6U5gYZ9vHzTS7YWlRUv7UOJRsOMOaLm5a+4+9tLTc59aXX/P24nz6VY3mjx7oitw4P/EtSeWNLm26QpJ5oioe8+H/8x398eKpLhzism/rIIcwhSvwOWW4WeKtAu9c2+QZiA8nsG3HIL5w6SOYew3pAR6/RxgL6WD58pW+p1lqYpOaNfMldMvWP5ZOkeJbqIf+SiU9muSbS3baSFAlOhe1k4rQBGhBHQ5Kym+yWeBrcTHf91X9kjHs2jRPjWhxyD9gkh28NeNg3VvEBOvS3ur4ybtX1hZIu/U2PvjbmlOT0q3GIJu9Jas+EZizQR4c2u3j4QJ5+dXPGIZsN/PoQsKttvpPVV3DJzI86eZCkXn/nRzL3S+ziMV7Ea6zbw4qVb/Ind0oxy5cxY4zyhfxTn/rUwTdj2Zg2dv3GBb23W24m8s/cJMM2OTS6tPlNj/jZQlM3h+VOTOhuApifcmlvRW/HnaTGKp1J6hpPhzb5JPUWrJwmGT7ilVc2tYF8GydK8bJlXSUH7FkAf/DJm/7CZ98hz2htM5m2klmysYVtBvZrBg6c6oFZcJI5GS00SeqCYrGw6JnkeExssagrLVrKo4FNAB56LCwWIG3ydLqos2uB0UbD44JhsYOHU1fyy6Lq1V5tvJsAP702FfgtTNpsJqlF0uJkYbZY+SEivpKjdywf/HBLddj4WOh6Uet80IeuJKvOpotSEs3aYMmBRpLhqQY9Fswk9dqWBVzb4omXD3SSaT9diODksPFygk4fHH/5Td6iTiaZfsgBukM2XnEr2ZVnPvAbjjyd7Kl3vGh0wqkDdXnkh7anOZ6Ge5sAjT/w8sO+epd8EA9b8A2+LuBNCRfUJPXdPnlp+smWrZee9q99YUe8m0DOyPKdXOuQBxdMZeeDPrxiVscrF0B+0Ix3+e88kJd7NDzkXKiV7JknaOp4yZPV1j/8Qu+yfYED+JV8oNfNFq/zs8keGh5jng7y/JYTJTof8Bo72vjbB+2TBb7QyXYyxzB/2ecH/WKXN5sg6xZfyOHhSzI3e2IUCz76yJ7WcJzOy5fcKYEcNexVlcxc78Vvast3042/JOMXfuEXxqte9arh9Vh5d6A0fh0SjVPAh+T47bWtZFfWnLQeWkONBf1vbCSp30ax8TY+8OA1H7WNBz6JQY7IyZHxom6M4wFJdm7A4W0gS58Sjrz5wU4y13g4a7DNu4O6g7lNtDx4QugGMB3w8uINgEc84hH19plDryeNnrTznwweeaC3Qdzy7ODnLR1vw3h67npLr0MLnxwqPJH0NQCHbX6gKeWJjDdnvH3jSbLrrjUZ8IkvciMncmceOiDQJX5rBjr/9DmbYpMfgBedHmMDTW7wJqm3/uTPWPLU/7zzzhu+RuUmEt0gSR0g9Q87ckA3+/TAAbaBurwp5c6r23wXs/7A07rooE8bJKn9EVl4AA/gGrTB3jYcaLm1fjiA3nLJrr3GKfEA/HsBvcE4AHIqJ/IrZpCk9j/yL4/6sPFJho/1Eo6f9hFJ6mYOfOeqZflDFz18Igcnn+YX22P56E9zs3Hk8bKhbq1PUg8wyMMp9Zn9pFj0qz0KXuMGXh+K0VjpOcsXuhez9U+dHoDGT7qTVC60+SU288IbZ+yZl/YK7BrbY/kY695CgGPXG318wusrLvZ/xqlrqjfQvMEiF27kmfvmljHHPn/Ypkse5JGvaNrk3OBXLqbrgQPb5ij/rAu938DPH3zkk9QNALhkrlvJfANKn7ANxN39gpceIP9syDUbePjNP2sFH4wHttgUB13WGXHIM150NDzqyi1sM7CfM3DgdAjO5OenxcfEtLBpw/fktQjAoSuBSa3cBBZ7MngtHhYUbTJJ6ikemoUIziJj0VBn04LHj2ReEOBtkCx+dCepC3Jy+JIsGa+sk1EHYuRHMg8GdPHj5ptvLn0th0cO+GTxsqDzib9iAfQlUZRsVZb/vKWwFLVYK+lkgwyw+aIHjQ11faBtcyd+9rX5p7QwJ6kND/5k+u8i3zR8ycxXkp2NKh769IN4bKbYZTNJ3YBAt3jTRY+Sz+p8ljelWPCpo/FViZ+vLoR+BMpFkA16XZjxkHWBhuOHvIqFrDpAS2ZOfTXgFa94RV2gbUJc8OnBozwZcGGjRxxiYBskqQ1IkurT5PAl/8nzQR2IQ6wujnKhjd58SnmUF7lIpm54Y0s/yQcaef6QV5Khmx1tetDwi4E8Pepk9S26kh/46cAHjy+Z9vWJHHi1tvF48OprOtiEY4MefGSSuaGAw8+f5sV/MkAPe3TwwXiUG2US6HqSI2940eSIDH/EjQmeX+r6hu/qpzOciO/yInbQOUxS4/x49dFFJkltMrX/P3v39mz7chV0/PfdTzzmzTwenrQsFVAuUUECigFBOVgYQFKAUhSIXIJYpWABRhC8AGJBWZFrkEAMMZiQBIgInAjiXbT0D8D/xPnp3mOteXb2Wfvc1j57rzNn7bG7e/Tocevu0Zffb87Fzw503jJyeecJtqdoP/3TP314HRaNsebwh3ZgdMEPoJPeBENTLTJlY0T/G//Kxrx1pfYru3TxVFwsMXbJFQekDhHmlnbGjRQNHeWNJ/nacdV4A3yJfkAZni7mgzIdxF7tybNx9iTQZnrml4O9V4j5znqljh10cJDwOzS+O+83QDwBxAvQnQOkgGw8zQk8HDjYC5T5XoqOjmjNCYcb/nFx4NDi62rofG//m77pm47v/u7vPr78y798faefL8YnUrzJg2enlLSCu0UAABAASURBVD/IAOSYf7XHikPD0JDhwMBW/td/6owjvByavGkA4Kq1d0CLjg+kyvJ8UK2nnLXHhn4AtWM7ndBa0x3a6Mcv7KAbn+g3dAPs5GcpnPQcpg5u6h+GUw8exh9+QFtQ2wZ5dVJAxgD8gLrqcGh1OHTJUR1s4iPjyRhkP78NKAP+A/yAp35EL1+tixkHwcHBs6VacQQ9HD34FZ+pNwa0A3SnC/noyQTawan/hNNTc/yU7Yv0D17Kxob2aMxd7UB1te9RxltarQsMbQfYW/tyEG8XZ96c8PUyNro8dPHFl/znib5xbiwdp499nnHDRnOabt6utPexVzW2TmTrxy/FPXlvnriMQ88/9GOrvPZ0ArX1IosuaLRHxxfmrDljTvADm/iKj9Hiix4oS/V/tfalI4vP8dQn+OExgIcLEe3FJyk/0Q8/efOXb5Txx5duaPCGx0fbyUsvcPHAXfbAvSfduNoHyJmk9BXIlAWA2ot17dTknklcIb8R0Ffr8HacPgKCQHDKroWiWime1VqwBS/1AlK1npyPPoKcVyPRC/ro6CnFF15+eMAJihZ5PKqli2AFP/W17fMd9cGro8Nx+pChvafZgtsJ9bx/5GqHTgU9LQLw8ngBNFLB3OtlFfJ1gJFRhz9Z2krhxlbl2m2GHg6Ncm074JSBjafUYinFlwybKYsInPZwk9cG3eirXl+q14egWr48Tp9pO/b7e8++11lbV4sKHhayE/nq89p1Fh28q4VXr3+kQB8MP2ULS7UuQZRfCYxc9rCX38Dka+tEbzbWLk8ebXWlAl35jI58OBXDnw+MB+2nrnZ79LXz+KKpXR5a7eWlaKTK5/pOH8CDkU0vZW3oIK+ddHiZN57s8Qu62vLVo6MTfkC9dOps2ocfvHptXingTx++Hb2HZ13HB3XGDR2rNZboU635VRuHD1+/WvqNLg9La8ush6cPa3OOq4e3q4U/J31o/oVshOcb83L8YQPtSZp+1H8PZfgAEh+oScUYr766RHLw9zsT73jHO44f/dEfPXzdBm9jTD+RZePqQk/f1bapurpMwPsmqFYMMubZA47Tx6bUJtu8Ne5txNEou3gFDrvqyLahF4e0MdboRldjj23oqnXwqdZ3n8nCkz1AuVoHDO2qQxyQt6ay3++okO3povivvXbGIzhOH3Id2vzYJv+gcTjGg38dRvzmxd/7e3/v8LqxHz5zSNGenviZA/joX5cdDjMut9moTp/rA7TWAHZrb11ymJGng7eB3vrWt67f0BEX9C3fVIdNP3o20o1sBxz6klOtNy74Bo5c8vizWn6igz7hI2scOrbiaQziyV4XHy5Gxs6hPW+Pnixy5MkBbJWySd8qA7zBcfo43HnTgmxv5qFFc6pa/8jB21jB33hBU3vM4g/PPrZUa31SVifVnn3K1eI7/2kjT6Z6ZbRwA9WKaeoG6M9/o1+1yNnPRw7+Hn74XQny+Y/u8tXaW7EJPR3xwkA/Gjv6WN/SybhQRy91cGTQWVs6aY8eHX+gIU+KzrjgN3roC+NJqh5f9qCr7T96OnzSwxill3kLj9ZYhKOH9uZHtfyEJ52kaAGd6EoHbVyyqccPrYsyv4fjaT57XbSZhy6g1BkbQ2esaMs+9fDmNtvZZP9nTJlH7HTZ5/do8IEz78hhG7/pB/pVK/7RjY705hN9zEYPV/ifD13Wsd/4Nd/Hv9rhRQ9t6cRm9fipG5vJpju+cHMpgQYfequnt3lJnpjNbvOfn/iBjNpzXpmO9EUrHtODjXRSj/4CFw/cZQ888RcAT7rzq6XiBAzB283qBBF4ixeiagV+eUFOql6KxmKoLJjB4TUAL+81K3XK6IDygKAtKCqjkQKBTsCUH3AzjKdyJVmBXTuvXC7Ea/RfbX1cAlDh3E76AfhHAfv42iLCx9X6JXkbU35SZyGwaMhbhCwaNgnw+Gs3KX50sZCjU8bH4uYSQN30vVS72wR64k8H+ssDeYulPNvpqf9HJ+MEXv2TDPQ1dulYrb9yYaNt0YZ7rcHY4Fe+tHkYXaXGQrUuDfWPMYt2nlIYX3B4SG1A2KWM32tt2yuX/8o5GKf8YWNoI2fT6TvWXrMWv4xzfh5J1TpwawNv/JjT6I7TRx+ZC1539Sfg/ICojeOpal3C2MSay55m+96q+aUvzCXt9FN1Fce1uwmmDX3Q1W4Lz7baT3vppWyzzU6HCDGY3SOfPcpsMp7YZTwBvNkIam/Q6Qqq5RPtq2M+6ow3TxS9SixFY/3yA7u+EuGvU3iSrw056smnLx1cOHudGKDVJzbq6tA4SDik++0OT+ldjrs0oLsNOn3pwWav8vsRzF/+5V8+/JCrp/tirE29fiDXQcL891U3Bx9jQV+xQ51DmLnHj+aXfuN7MmzyyeR7c80Bafir42c2okUD2MBm9gM6sI8NDlVe+/c2hDw8+modrvHCA+BZXY0buHOYerLoS9bUV6v/+JR9xqiDHh/SmxxjVj27tLM+sQff4/SpTv8//586bdEPwA3A0QcNn7Jdf/GZOSNfLZtqpyNBW8D/2gPlSUcGn5nTDsrs0V4dWjKnDFd7rox/8ELDZrbSb8r8oS/g+cX6jj8cm+hFxvCq1oVPdfigpZdDLF/iTd6MKW3RKdONDsD4Mla1AeSSTy4efEbmQLX6dsqT0rH2JZa2yi7k/FUL8wRf49984juyzSHx4bj/oQf7ySSbPviYT/yEr4O/CyzzyPzxY9Jsx8elJJt9tQZLtpKDn/km5YdqxU557ao1JsimU3XQkZ8qrNb80B5/eG3lz1O6gsFPHRzAiI38i4ZPlNmmrJ4+5ot+0eds1hbwNZ7asE07ZaDtBS4euOseuFwAvMIeruuAVjsQ+m55dXWYrlbAE+iIE2CqVV+7vYBkM6G+Ng6d8qTynpIIaLVpBDH42mULqk0YfvCgdt3Ir112865++FfrtSs8/daAutcSquOLv/iLlwq1daYbxNgifxPU9jMaPtHOrbmNq4APb3GUWtwsBnxoA2HxeNe73rVeC7YIWkDId+OPHt0sNMpf+qVfetgIyoPzOuXbAHpaZOlOHp2nP0eehZbtdGe/V/scQqf+SU/ZA0ZPG25PLqb8Wqb0AjYW9DBGpHytP+RtTGya0SnrK3n9MjT6pfYrsPDoZlzKP5XwKijtgMMfNqXYeb3Vd1P5WZzzFMsm2GYdHT/y7fgVnfzgHFzMX3Nm4qiNMbCRtAk2tswPtDaOYgI+eOBPjxcL6IHxIDUP9Wvti0gxSB37bJLpZTNKnrxxY7ywAQ19pMYUfbUdXeTxR6sN3urgpk4Z0IU9fOCJmjY2/A487HUZ4OmdJ4YOHg7j3hDwZoDLCTqS70Dq6a2Y+sf+2B87XBaIQZ5S/tIv/dKhv8h2uW3eugRwqesNDAd5fhfD6EgXNvM7HvRXx1/qzTFvgegjry2Trd+NAzh0/FatAwg7jBU85QGe+OBnbJEJHFa05RPAR2jw5G96OPQ4+JPnjT020YcNbMQbH7459z9e51CtIjm11yd5SHxAbbx+Asa2vrG+oNUXUjqqpzsaOLLl6aIO32odNGvzRTeg7yc/qXYAf/V4Hvc/1g/jAA4NdLV8Xps/PF7aylfIFlSLFm/j2FzjR74+p5fXYPig13fo4NlMB/7Wh/oITtnarL/Uk6GP+MSYleorfPka0BEO1PWPKut7MsnGG2hXUWFd7ta+5OVvF0/G7thEJzLpjMdqdPqvdvtTdvmiel5KH/aThZ99n9/J8ACIr+wVvVljvuEvTqhDS1/yjHdl9lUHn6A1v+ha+2Bu3oqj3og0J/z4s7b8p423c8QItuNFZzKMR3qyCz/1Yitc7csL7fjevGEL2mrth8/7QR3fn6fqATzQl9LhUa09tP4lW0oPulfrKzja8CMcvdhfrTdLlLUTU/mJ7AE2kiO9wMUDd9UD9+6qYa+FXdUSKzivzOm/CSICzam4grwgNvlqBUNlgVgqMEkfBLwsvgJ4tYIfHH4TmC04bnXPeaAZXvLAAmHjLC/oTb12cDZ8g3stU78DIGgL4vSkG33kpY8CftGWX6bN/Ljg9AkaC5/FBh36b//2b19vCnzzN3/z8eyzzx76xmWEBd7Gk5/I5keLizYWRa+C4is/8tDdFtgY+KVrf5bLWw3Ad3C/4Au+YOntNWevxvqThfLw3lTwBOm2dLoNvtPvfKu/2HQbcl4uT09r/Xm/D3zgA+tvhFfrqYgNibFlE2WM2Bj+/M///OHPIj733HPrFWQy1RlLfpTSfIZ72uHV0p8PAX42977/ajPsgApnzpqTDmYOseLFjBf1/InGxtlTdmMIXl+Yp3h66v31X//1x1d91Vett0zwN7fItYl82FyuHe/xehSIF3gYuw4VdKSPfqcbPfS/DTTd1dvUk1+t3z+hO3obam3Q2/Six3tk0Fc7dsJVa90ZHeHwQWeDbvOLFx08HXRodwHgoO8Abb1RTy6+LkN/93d/9/D2hFeGxRI+ZI+niQ4mUodVMdXh3NNKcdSf5PODi/5U34/92I8dfoPhO77jO45v/MZvPPj/277t247v+q7vOnwt43u+53vWXxkQ28QuBxQXB5/8yZ+8/vSgdU4f8gV72EseH9PdJYSDqgsA9WxgY7XmHZ3Hb3wizz6HSak2Yjv/8Iv+kCenWgdqPMmsDh99QYb+o5d6OHVkSEG1+kQ9fSvoBdWqQ6+tfkJj3PCxMQ6nj8hBQz/24Ge8y1drb4HPYnz6T/4mOJFc/atWvra/yMTbgcnbE+IanwE8EVdLd3lANzrxCT8pD1SHduxihzzfStFUWKw4qi9qzwN8yKQPvDby5gL94FymgWodBGvHY23Jwx+MbmSyR//C00cdfvhLq/W9/elXymmHnj7o9AP5Drz6Cg99hxYNPuiAPBweQLsB9hh72ooJ5qGySzRv07ikpAe+xqt9ofGAhh/U4aUsNZ7Z7dBO5vBXV/u3GPA1d71hYI6jM4f19//5P/9nfb1IDNBGe/Godh/hTxYdjD1tXUiwEw9jVp6v2MTeah3EqzVO8YWXAn2FVp48dkrR8F21fgeJLPL5gr/14+TRyeOBl3rlyWunz/Gtnjd20V3g4oG77IF7d9m4x2GbYEROtRYzAcYriYOTAoGvkl1Ba2Xu/yeA4eMWFkqwqk2rHRyQR2dTo4xOOqBO3mZ28soPgjpPTiyQwxMNPSzU8r4Lqk7+NoEuAyOnWoG4Op555pkFU4dWflL5m2B8NClaf6JJ2SIp+MNZzNhrkfLU35+UsgBZ/Grf8Hs99Z/9s3+2+nkWFm31OVpt8YazgZDeNljUHSR/4zd+Y/1Zwl/7tV87/C1sKX39iSWb9Y997GMHGq8QfuhDH1qbKovgbev3avPnd352kfFq8345/KafHepdvrztbW87PEExPvUN+MhHPnI4tOJv4/z2t799/VCZA0+13rox9tS/613vWk+V5NkpfUrhVVHb3BpGtTd8yjabNr02xnxGbIuOAAAQAElEQVTtUPhlX/Zlh8stfeCSz+WhmOppsTY2e8a8p1rinydc2ukPB38H35/6qZ86vAZbrYODOIG/9qB2nJc/xys/DMiDN26rdWg0Jsi3ma4Om3J22jjb7FfrO/wO3trb0AN6ayNWoTdm4GvHJ+NFDKeztDp86AnoANSj5cPxCZ3QaEeGp9u+AuEvJLg8dIDnR/XGsDWI7x2K6eyyxJrhMkBMReutgDe/+c2HtvrBgZ3uZDoosdeBxqWpH1L91m/91sOFqzepXLg6QNHB1wjAM6e1wCWPw5W+G53FaLawi14uJsQ9BxC+NUfFenn+cCEwFx/WOyB+s43u/M4uPNXxM3+pI8thAR99U9vHyujggHy1Doz6qq7HTbXWNzTkoq9drw8AftV6LX3kHacPWn7gX29nAH1aHQ4+fFCtwxr+yuw6h8GRA05slz51rZe2oPacq9aaUR3GB3+Siy8eAJ+B2rzoy4f6iq3qh1ZKF3KmDj802sGjIYf/4eGqdWCEn7KUnOGnz/U3uXg6POpP/PQHWjKkbNHeeORrbQBeyoBsdpu3xjAeeKGrVC//oCXbgRd97Tq0+NF5QBleY6nyABr6mCt4kqfP9b3LTnpPG+PSHHTpxc6xq7raq8Djw1Z6aWssk+GhBn3x9VaOB1jmsnmO1lsGviI0Y40u9KzWuJGnrz7Ciz7K5qI+8KYpuer5mX7kA7ZXqz/1U3Wlc+08Gm2NbzaQx57hxY7h5UIQH23oIAW1x7E8+fa+dMMXT/gZg/LV0kn+AhcP3FUP3Lurhj0uuybwVCtwedphkZggRA+BSNAUbAUcgUsQA+rxqA6bHYuHMjyoJM8DTxMhhq6uach1O6x+AG7yUu0sJBYRZfpI6SNPR0/X6pqv+tcC6Oj7pSObLwXwKT8qZSufCvLss2G2SNS2zQKHB77s1k8OzhYvuNoLB7+gc0DACx1+YBYOsrwOi84iKL1toIsFkBz604F/6CSdMWcM2Kzwp7Rat+/aPcnAntpzS95GQurgZp691rrbVDqY0YPPbdI8SanWQZ7ff+RHfmQd8o1DfYLOeHLwMR7l9YknL8899xxW66C4Mk/tf6+O4sY0f/Gdfj+fk7V/Nd/XlT74wQ8e73nPe9YllwOcJ1kuBL7v+77v8GN0X/mVX3kYMw62LmjFaTxtKn/hF37h+M7v/M7DpZ9Nb7U28zbfrKjWRrdSvIJ6fvmq4iEZurNDvNDfNtX63PgwJ40LtqlH55CBjTp0cPLnB1/15gMeM8+rdWhEr13tucOPYsXIYJsYBSeWoaeXeGg88w28dtqgtbmnp8O8t4yeffbZdTlrHqJzIeDyC/hhP+2qwxxx4HeoxkNKPl5kac8uZXyO08fh3xql/g1veMOBZg4pDiro2YeX+KffvBbvoOKAj2b6W3u+0wf8pM/ZrT0+bOZH9p5Er7cD6AfopC+MF5cPnmZaP9DzF33ZqQ+0hdMGyOM5+boeL3TRBshrC+TPccrw5NBZyh5fQWCLtxwczMhR5g99qQ0wngCeYPL41rU+aKurcV7Xefrz39jDt+Kc2FVpuvY+eJKxEGf/aQ9qj0U09AB0VScFZNTmKT+0fIx+ZMiroxfQl9XqO/z0nfbq+MX45Tt8qEaWlN8AOjyMe6Bc1/qi4XfjUH21fGUc4Fut9ZR+aIwrepAB4MHkpaA2H3n1oFJcPqVvdRiD/I4vuxDQUZ59Yh6Qx0M9QCOFd+llDDn4opE3L8UicwitOWb9Mr5csKJxcSf1VSCXpOxHy6fVWtvowV59wvdSb8Xh52s/1TpQk0sf9fqwWmudMsAHDZ8qA3z5QeyQqqN3bT/BGYv6dPqIfvjrN4AH3nQ7Th9xBQ4Nedqqx0tZ/kR2+XfxwJ32wOUC4BV2b+0gNGw8fRekq7VADF7q6QiQBwKNFFSHRVUAUx4QoKpVFPgEKgcFCAEMj9r11ZLpAkAdmmotJJXiCsLVeoUSrwmwKgU/qc2UTQXeyq8l0MHTXgG5tg1sg69dfpR+6IfGZo/d+LHXwqYOTmqhnK8/WHTJ4Xd+snC6af/93/99pGvhUr8Kp//I8XTqlF2bAeltA5kWO4sym8ijE9uADQrb5C1+7JVHUy/Of3i+VmD8W8DprA/oUfsJqVeClV9roCMd6OjQ4fBCVxtKT5O9Tq7eOEIrRespNbw+lP7kT/7keoqnH7WXwj+V8CopXXtjbV4OS+Pd+AUzn9U7dDp8vv/97z9++Id/eP1JuH/wD/7B8TM/8zPrR+UcEM1dqc0scHlgY8zfw19/kPEw/5MJhvZRqf42ftHhOfNPnDAvRy6ZwHw1NtCTT5ayuWvDbUzhqSy18a3WhYU2eJ7D8CBXmxl7yp6i8Rsd4NXLw9tsK6MT94xpvNCjBfSx1omTDsWe0tvsu3zxFFEeXlt21Y43/KFMd/zYyC4xjI/USwGb2EkXwBdkO8SLxfR1GNCv+l8bcoEDE570ZoeLCO3h6GW9ZZsymVI60YVccvhBW3zRznijE37nvsZDW4BemW140UH/AmXt8eVrcuBqr9VsUi+lL378hF6ZH/icfcauvwxkzSaLL7TDT4rPgwCPFo30QYAH1dpPoKf32KPv7FPoxX51tXXHizxtgHK11srj9FEGp+z6N235By8gX602eLAZ4CsF8PjQAdCJH/mpOvTb5B1u+Y6s4XGcPsMHTn8ZEw7vdKjWV4HIUQ+n/8kaHH9oZx7AkVH7tz3QaUdHcBJ39a+2XyG0Owc49tNVSkcpfsYnkIfD3xhkq8O//LTHk/1o4ejm1/K9FUMfvpoUL+OQD40rqR/ZdHhXZ8y7+PJ6vwsAOtEPT3Kk9DJ30MJpZ0w6aHsoMm3IlKc7qKi34teU0eBJR7T8LDXnpepcdJGhjb4B7IXXj8rVugydNvjxEX5opLVp5OmNx3H64H1KLv8uHrjTHrhcALyK3Vv7EC941F4QsVcWXLwGPBcAcECwQwMEXwG0dlCEOwe02tjsCHzy+Nb1BhBOsBYAta2P54XGkzD1gqMU4CW1oIApw90WsOmFeNf2oVdJLTBjE/1vavcgPwu0xRveImXTKl+tVzT50gJoEbAAWCTUaycduTYS+LgcgQfq0PEVnWwg6DeA5jah9hM2m0I6kEW21OYEnn3KA3SWHzr5JxXObeJferJH/vzNEPjXCoyL8aXLKuOIfvR55zvfud4EkKe3PpG3gfrcz/3c9fTExsQY8iQaftqie1rh1dK7dgzAj1/5ecY0X5q3E8OqdWg4Th9z2BMsb0t5SurJsA0pvEOSPpuxxf/y+NeOpTaZcPoCnFiui1TpQH18bJ2681Sf1o41dCVPDGILqP2WkXkJxF5AR3qISfI2wHRhPzvwERfxJ682nymjrdalr7FHtpRd8njjYd2xZngzwmHdJtrlCCC7tk/40yEbzuHZa/o20tpr5w02F2BeI3bBoX88ScQXvUMju9GKk/IOsQ4JDips1wdSurOTXfTUz+YI2YAv9KfLWm9rsZlMtL/3e793+G0ChxX2sVWKX+2nqeSTW9f+qdZvLZDPR+j1D13wJV8/4IXGWoIOf/X6hF7850DmTQT12ldrbOJ3nD76AR9ttEVXrQM3emWAN9+g1UYd/lI+5Xt/qs3hDm90+A0tugH8Bk4qXMmaerhzgFfGU4o/fUAFtQ5Y8LXL+GsnBfIIz2mqJbtStcYnWjT6sVr1ytoD9QNsk9fYeAHGGj0BenPcOEGrH+HQaUf/SdGrJ8t44E981Ztb6vGAo5t0/IufdiMH32p9pQetdgAv8rV9ENSfA9rqaqwYH3jZF7IRHzqRaawZY4C92hor9JIfu7Qhw/x1iIfHo/bXOTxQ8oaLMa09mWw3l8lll/0iHuYAgKs9d+Tp5uLA/ohP6GzO4meOa4v/6EI/cJw+cPLgVFxxFk+gHV5o2IwGHu9qfdWldioemAfs127aiKV8pT08Hdkr/lRXY1gd3xynT3X6//Lv4oG77YF7d8G8ai0YY4uJP/kXm563qVaz2ukqvMB/ApIqqUDlR4oEEmV4UK2A7odVPHE67n8ESlkBS0AWLP3JJLqAagWn2npUKzja3JAlEEqH9jh94PwAkwB+Kq7FlRw0aOHQkCMvcEvJF+wFQLfEcK8WkP0gr9o20Y2/qvXU3AardkDXRr1NJr/SEY5v2TDtqof2/7lci9a0xROP8Yd0/KUP1A2tlCyLl7zF1gKCN/lw2ijjo6w9mDLcbQI55I8MsuXpLX9eB6+PpaO//IM0FfQjoZ5PV88vD4PqeX0E/6BMuAfB+NTvbATq9ZXF3GF7cOyUZ1u1xj3a2wZ9Twb5xsXnf/7nr6cZdDGP/NifOnag43Pz3V8KsdmUN7be+973HsYWWnQAD+lTCK+ayuf+MA7Oyzbi52NI/rxe2RwYZdSBKUvrelwObW1cXafntJXiisUr84j/9D1dbKxtktkhphmrDooOkvAO0MaTS2IbVmzR2sCi8UqtOOaprw3w2G8MqTdezAuyjClt2eTAiJ8NL1oHY4cB4408B3OHZ4cD35//9V//9fVVCofraU8Hrwr78U2/4u+wpM5cZB9d6UQ3T+blxdnREc3oSC/zAK5aaxx9j9Nn+octcNITes0ptvEX/W30ATlsogu/+e6yNYRd2tKB39WTD/AdnlPHDrz4Thv+oR+Z9NVX8vRWLyXHwUufqAPKDiJwZOA/NtEBH23Jgecf7QYPN/X0lEdjvLCJTDi86OFNC/3C7/pZezTa4IuW/kOPZ3U1dvGgC13lAR4ATgqHD55w/AqPp7bqABza2ms5m6oVi9WjVQ9qzyG66T8Ajzc6vJWrtW6oJ1sf4YsOwEn5G14ZT+3pQ2dtxGY8zDO6oEXHZ/oMDh8x2Twhe9qMz4wHtNrij8ac4W9ldPhoL4XTZuyRkqGdPKjW3vA4feir3aT0Iwt/+OpgJ3vwhjcH7CnpUR0u19hs7XHIpZO8vR256NmsLVuMT34RW+TRs5ueZDu8e4KPr0sAvLSjOzniijlVHew2j8g6mXPQ05jFk2z0bANsI2P40EE9+4zlaj2cwRMf9pODj7mpTF+8+BiODWMXvaoVW/gKb7T0wVOb0QueDL6pDh/00gtcPHCXPXDvLhv3uG0TzDzxqK6COpwAI/W9eiA/uNoBp3bqe4/H2UegOyuu77gJVmDwtdsqC5CCnE2BMoCTkikVoG346KEMavNAS0cBGv5xgIWAHKnFR95CLQWCtT/bJ4+GT+AEcLjbBHrwycgki9+qqx9zpAe9+FeqjfRx+pBedxH4dDYH/D428rHvJpov/A+vj2xA5PWZ9LbBJsl8Iserz16b1PfKP/7jP77mq3zt8UJX48Kvnpun1eGNEj8uiY7+aKqrtvBPF1y0PffAjNsZkw4Zxoixo84GFb3Yp84YUCfG24hOvdThWp0NrgOeOAjMkeGPJ35Ae+XqcDC1ybVZdqA3txwstfM1FRfLeNLD02Vv2Nj8++67r7a5WHZZZkTKugAAEABJREFUQD7dpPTA18Hc/HNQ0NYmm1xj3HgG5qz2nr6rZyfZtdce+g7QTXvtABvNM+0cBODUk+vtDocg/qGvN8bMRV+FI08bssdHZA6MftU6aA6eHnxBD3aRBcxdtvMrWnVwQL1+BcoOI3yED9AGP3TVOpw8TL72eB+nz/Bn26l49YYCHvjpPz+yxjZvQugPtOShRzcy5cHg5YHyOVSr+GCdcu26avmLrOG/Gt3/D+3gz/NwA/D3yR+aqOeHgfGL8jTgX3TGAxwaPjWPjONq7cXg+cg4kipX6yLEQRIMH7wGjDVjBz1byZPWjucOrMfpY0zA441efvqOvdXq73Pdj9NHHbnVlZ7VujTBA9/j9NFOGf2peDiEexPUWzreyqEv2S4C0PpxTXqIF+rYRx88XACww3iRx48ccwkPc4YcF4TaaG9fKw7wKdnGGTAGyXMhqC1/mKf8hq926vFhJ4Aff5JjruCjDm2FZPlDO3GCLUAenTZswcdY155sdcr4aouRMvv0vTYuNcQEbdADeT7CVxt8pRe4eOAue+ByAfAKe7eug5Xg5QeSauOwrlbgrw6bFFDXuOP+p3Ybr1VWa3G9X3WVCFQKAp2nHeTBVdBrMYMT6GzWJojVdT1CmzSBWVsAp52AKdh7pRAeTt1tQ7V0F5wFbsGaTGVpdXhdmj2AnrXbqL9NsCjQiT+kZJEvDzc6KltU0YPaPkd/gVfmgfHnjEd+x9Em4zM/8zPX/Jo6mz/9oP5xgc0DWTPnjAk/iPazP/uz6ymGOjrBS5V9R9kGy0HMk1YAz1abEPawBe6pg4vCVx6o1tc8BmHsunwVx8S5an1FpDoc5jy1swE3VowrKVpj3Xhw2MbDGIEHtZ+4oocXn4C2NulS48l480vh6LRzWWVDjafNP9kOz+aUH/nztN86YbNsTdHOocObbPg44LpMgKcfvR285B0UHAqqq6f3dKMHOxwW5PHWBr2DA9BeasNPLl2rqzWRbeaRjT0dPDE0b1w8fNInfdLhQMyX5OCLnzw+ZEqtc1Iy1NU+0MEP4ElPdHB0qW2PeK8Ob3h8gTyfotdPfIOPvqYzHBp68Rf76aAtu4CxolxbJ23w0Y/kArzwhDee+MJFiP7gZ4AOr9prpTJecEAZDK5ah67j9BncKbvW5ilXi6Z2f2gPpl4KjtOnWgdZ5ReC2nxO5Ovf0A3P8cP0Ab8OrlpPmfkMvloXJPrEJZMxAK+fzgFueEj5kr9GBhyo1l8CwU8fVestRTrW1tterPaTeXn9qv/1lb7Bm3744V9d2SmDl7Ra41tZW+30r35Vj4fy4F0a+9N8fs/EgZy/yKAru809NqGnh3GBhu3mOl4O/3hI1ZlLgDxzgs2eqrtUME5dAnqwJI5Yt/AFfEumNuRJ8TC+zcXafqvr8cAXaNmFB121YUO11nR+VKaHOYMv/c0ncJw+ZA8fNqGX8uOpevFhG5/iAyfu0a22PtrrO+3oU60xflw+Fw/ccQ/cu+P2PTbzqvWnm7zGKYgQPEFIXgDyZB3Iww2gE7iUBUzBEU55oJrsWoS86qiN4KaidpCVBw4jo4cULVAn+FkgpwxXm391+N4s3OOAsZMdgrDfSRDsyab31Ps+2hvf+MarzfR5HdrbBItMtRaF2v3Md3SzIB2nj7LFd3Q/odbiI73Ay/eAueJwbHzgwuf6Hl7ZK/cWcHhlaV2PZbjbBpsXY8R3+I1RBxpPT10COICRr974mPFCb09pfD/6i7/4i5Gs8WWjpcBGdsk/bXDR99oDxqMNLox8dXiSJsYbw8aDzWx1iMu+i2/zXq3xYGyJKcaFejHSWLKZVcZDe4cAG3l5Ywfe4YFssoDxZB4Zhw7YxqmngJ4g2sA7/EuBdQgdPsDm2OHfBbbDPxx++OLjEOrJmgOQjTqgI/tqb7S1AeMHMXN0pecAm/EG6sHg2McuPPiFHWR7E8hlBd+pQwO0VT5On2rFZP4DdMdjdJTC053tfCU/eAcSQG91+JLHfvjacQdf7eDozXf6BugnduHBP/oVoD1OH/4BeNc+0Nb2H17a8gFgn8sPfiNDXt/I0wEfKVnV8w7y+I9v5E+i1wF00rqmV89edQA/UF21GZqhU89vlSZXdNXKVx+HxwNSOlAt+uHHntq6oWUrv6gnW3/qOw859I3xoS/ogn74ygN4PLVDB8cveA2g0T/GBlpl8tDhJ8/X+tccUMZH/+gvdehq2yI/MLTK+KHVhl0O49W6RMELwDvM20cC8aA69Lu2HiD5MU7y6So1v+2rtGWnseMAzx68tDWGgLwxyofii8vBmfPK1iv6uQTAh858Yyzznzyd8BdDvKVHr2rNPfT6i73kAfXK1Rqj/M7H+o6+7FAvL50LDDTgOH3IVccmep1QK37WnkPK5Iht5hs6fOnDz9Zp7YcfHbS5wMUDd9kDlwuAV6l3BRKbN4FQHttqPf2QF0gt0EAeTkCSgmoFek8xbCgGJwWCk1SAsmi4AFAePJwygHO4kK/NV0DTFs4iJZjKD2iDB91tCuHhpLcJ1Qr6tW/R/8N/+A9Xr9bTp1oLh02eX6Y9Th/Bm27qT8Vb/ac/R57Filz+sZjqPzgLCLDoWUAtXLO43KpyrwPm+tgvu3sKwVzjmG+NZfn5SwD6Ba3NyYNjW7vbAmMDb5sa40Gq7AkNfeRtjOBnzBhTNlDGzOA8lWCPzVftjeK0x+MpgouqD3jA2ByUsWkTbfwaB2KFjb0xbZzYoOp3YwHOuKnWmyTWBWNMPTqXuBN/jCfxBy+yyNQWTzLg8DRea791YC0Sy2ye6ePrAS7b8FK2kcZTW/yMTTytH9YpvK159GAL28gC2tMNzmHCppv+6NSxobYedCZrQHnAHJGnw7SR4uOQxw/8SQ980YsB7KQHf9G9WgcCNOr4Fp5PqsNHHTy7HB7pTla12mqnTnqcPuw7JWu9gtdeGV9ptdrRwQHD69ieqPKz1FrBn+jJrdblPnvZwffiA3vQ4E8fOlunJ+U3OvGvPpr+O04ffKfdqbj+VetQjedCvMB/1apBN0D+QLXsI6P2Ok4ntHDjP/S1aeXPoVq6HPc/2gJ8QLVq4KpFCw/g+I9/lIF+INeYM671o3y19mL6TBv+0x6g5zs+VK+/qtUXaJcCp//wB2zj0xNqPfRRZhM9jMNqjQltAX4D5OIxoB0+8OeAXlt1dMJbG2PDnPUGqH5Wb6w4dHs679Btr8RmOjrg+5qA9ch8xwPe2MLfuiMPyHS4dpFR2348jVNvChiL5hr+9DCeyWcDvvyIH3r8fG2T/8khk5/4mz1kSfFUr70UX2ntmIc3v6hnk7K5hEYeXioekCGPLzzdyCFTqo0fKBWL+AsffjVnzCHtjR/0ZOKFxwUuHrirHrh3Vw17LezygzwPyp0g4hZWAALy6KZOsFEGFiJPiOQFotoLqzKwSMEL6sqV5Hkg2M0tcF3X185PnUa1cZN30LKw0I0c+NuGam0k+OG5555bFyFks1Ughz9Onze/+c2n/4+1CVCv7rjlj4XBIlWtv8VL3Pd8z/ccLiPcbvuuqSdnFjt/P9d3uy0u+hntBV6ZByzKLsx8PxknY6Gux6wNlz5Qh/Zx+508mw/ygTFpAzL56uq7/DZA1fq76PLaokfLRikwttVPHdzTAxdNzz1Q12O1Wn9azFsiaDxR88TceLF5hnNoFT9sTI0DeLEYjTEhD28Tbq1AJ0bZzNrIilUzrqwD1WHjjA5/cwQN+jkUkOE3AH7lV35lvVJt/TGm8QFkG58OEOTb5Dv020g7ZOEvrdYbWtrQkb429MaxWI6nVBmenXREP2B+qx+AH71tzvHEWz08ufQA7GAfOYCuymQOKANtyaKHFE+84dXjx65qvVZONv7kwUvR8Q055Ok7eHTq4PUvvPZk6KPzHzGciwAHJgc5gMbBzT4BLb/rM/zIAfiRQ2c20Ml6hEa/8i2bq7Vesot8KRogP6AOTLl2O7gBdbXx9fGpeoBeWq11nayBum4HV7t83P9oOzB9LD0H/QXg8NAHxol2/M/3/IKlOQJXrThsHqDVFj3f8aN+qtb4147vhq8xqh2foldPrpTfyas9z1yOTf+gIWPa44GnMvkPA/RAHRvJM7/JBsaCJ/9+jA8dW/D1er79hwO3sYLWZR5wUEcDT35tO81pOqqDx8/YMybtAfnQWzVsdOHgLQK2+p0N84NebKEj4EcXci4Q+MC6zI/s0I6/gDbkgdGJDsY+vdWj004e0EU/ysNPnlx6s0MbPKVw6IA25ItZ3oylE58AcZAOaPAA2oNKcoGLB+6sBy4XAK9i13pNHTvBRlqtBVAQEjwFdSAPN8FG/jh9lAU2Qar2wV8gA6fqq3/KeEzQUgFXO2CR4ZXIWdTUA/RS3z+uTasd3IDXli0CD+Kn/tVOR45UkLcRtdgojyz+YdNnf/Znrw20IM9XcENzW6mNFln0sViQ4zbcBYwFRD/4TqzvXwJPq9HwvUVQ/gKvzAM20B/5yEfWBk4/AByn/+cVenhjSB2YevnbhHOZdCDLpqn2HKZHtWLB0Jrnx+mD3sZJarN6Qq1/M1dX4Wn676Lr8zygX8UPSHlrg3624ZWKL/JS40TMsAkW84wV40jext9GFQ/0NuB42jTD24yLTw6SAB5OrLThRYOPti55PemTqncQcNAk2xMyT/fR4kGew4DDKL3INXbVj87VOmQaszbkZGjHVvlzcGABcGgH6ApHH/V4Seleex7hWVtW7VRsoDc/8ae4Sy++oaO5BfDRD6BSvS6a+YUsvofUhhz82KlOWzzZoz08OWSjhVNHzuiivTwahzIHQ4cjeG3Inf6yjugLKZ/zAV/Ie5p6XqctXfAGZNLHpYzfHyJHX1mX8KA/mwa0p6+xJa3tC7arA/Kgnl8HB6Zd7afEfFet+Fa7DRyZx/1PbXy1xkq1aqrnlSHpcA7Da9KxSZn95MBpyxf00x5OWd9Uq7/RaqcevTGGB1/KG4faa2O86wO4Gad4aouPPhxabc0b48JBc8ZMbR/pCzzQaUsHMHk8gTIaMskmQ94c9BUcewx9a49GlvHkQO7hkzdizH37J6/t/+f//J8PexNyydfnxpbx4ZA+wFYyyWOfywXtjE/6eOpPV/seb56KAWzkN7zFEu3GZn71BqpLSryV+QmNVJk8gD/Ahzxp7TFBV3WVJutyRqxSYCud0PAb+/CT1qZXz2Z9Ow8Kav8YqrmGnr+GDi/t8a/db/IXuHjgrnrgcgHwKvRstRYxh+4JJudsBRWvbQlUQB5uaLSZvIDpCYxgOrjzdGgFsPPgiO85nQ2BDRHcBN2h96QAXlkKKskh+AvUD/JblbfwH1nY0oXtNjxuuGvrQ3dBXDqLHHoLO7z8bYJ+qtYrfeRY9KYPam8q4G306Dh1FmgLt7oLvHwPWJQt4L4aYqwYI9VhfOp/i/i8GcL35o06EieVvy2gj41Ttb6qYhwfp4+NzMink7FBV/XGrs0l3DO6kQQAABAASURBVIl0PTWtDhugaj1xhH8a4aLzx3ugdiwzftUaM+KKWGIMGBfGiPFibKCDV2+MoxXvbbTlZ5wYQ8BYg5e3oQXij8MD3nipBzb91h9x1lNmf9qLPp7WfcVXfMXhchgfPOlkvA4vB1hvj1lXzEu2iHtk0M08wMvBhExl9sizCZ05quwQq87clg4oO9QMoKUD3bVXRuNQ7RDiLQq0dFWH/9DRg//g6cq/QL52n7ADf3ggjwc7AD8o1z4Q4I1Onf7BW5l9QJ4uY8+U+Wz0pf/ohZZMvgJ44MsmQL4+c/DhY2X6a0cGPzhoOeDoG2+XuCxygHNoxA+QwQ76VOuwTvfj/gd+AKpaexp5eCmoJFd1+KqvFs/asRme3OP+B8397Irdk39YivYc6A3wlILJ8xVauGp9VaaudWAjOJdT1zZoy5f6k77GQ+32+gPwOXl4DC906rSvVgx3+YKXPtG/xni1Lh7wNnakdNVOiqf8pOQY63ibd9qQpe/ti/Sryzp4B3H9/Rmf8RkHmQ7+DvfAJcGMG/zk2WhP4hLBeIKnp/GoXoyhMx3JAfAuAMx9fP/n//yfBxw/sBUPerIBr2r9cKI3EtTDoa3WBX61xgk7Qe2+IBMvPqGnNmw8Th95eD4Qs8hib+05qcxHeABjQpvab1yhfeaZZw5fj2C3Nxz41/ySVmvtxgNUV/u94/K5eOAOe+DeXbBtAgVbBBVBR9AWBOBugmq9kiuIgLoOKoLOTW3VaTPgDQAy6aBuUoHGk2F6CW7/43/8j/VaJhogUOIhr40fchGIlEFdByRBsjoEYwFbvTbkVmtxFcRtOFwCsAGQgRYdPeGqq4V85P+X//JfHusBhF5s5Rc6sO+jH/3o8/SqqL5wX/iFX7jybK6NX4hb+k+fYU23ai30fAjHh/KAPsrw+rtuXzey+M9Yt+jJw40e9FJWJwWTnzo4UFvf2il74V9rMC7oavPjr1OMPuZ8tcaqr1/Y7KuDtwmgf21bxh9SgG5S+VcCZGlPnjEgD87502nq0OmvB2ng4aTo5Z8EqNa8q4enD+j4ccV6eLva+I9r8ACiNl09PH2A/OOK9fB2tfHToHa5djp4/QGUa9fVdQp/E4gf015c1rf63/iYjTQcMNa9gWUem6c25uK4g57Xuh3cbeDFfjJtXh324Hyv3AZZLHXwt1F2UWBe2PQaf/ioowedXAR/2qd92mE9+JzP+ZxjnqqRrZ2xjT+eDpdAHTygA9l41/YJvoB9aBwOXEg4jFqv6EIHfrExRzt20gtP/LQH8uj5jF/EVn7SXjs07JLHC7262us6fkAMgZfW1lUZT/V41v5NgrkAwZMNfEA+OvLI0V940VmqDj985IfOBYmyOrL43FsW7OBLfMnhe30tj+4Nb3jD4SmqwxdafjReyLVGshNvtjuc6S94Dw/sH/B1gENf+yBEB/aMPvJ0B7X3DnDa4M9OKXowNqEH6tmLhmwpPDmAHcNLHd7Ser4sfLQjY/K1aeDI0Fa/4IcG1H7tnt/Ir64O296aMG605Wf0dIIznmfc8i1fKxun9ENLHzBl9ex3yKeL9Ui9NuYaGfrOobxaFxFka88GPOloztIBXj2cOnbJ042d+hod29ST44APtPMnLo0Pc9fbiC7I6YRvdTjkohUXAL3Y4ACvjhzjx7jhFzyNGbbgYVx7GATob0zRwxuav/mbv7n2mfaX7DF26Upv7XwlcniTaYya++KTMnlSOvCltnypTUXcOoCrg4cw/unnzQa+wkMqntABDTm157C+UjYGzTeXZC5OzGX2ufjEj3+V+Zs+/MBOvPG8wMUDd9kD9+6CcdXVJtXEZ5OJb9J/3dd93XET+DVugdukn7a1FxJBBq8XAwKJQIi2kiyd8BTYBV2BRllegJFHKMjVbkMPmwSBSF21gq22ymiB4GhDCFe7LXztvAXJ5kE9mPYWAoEWLfzA6CJI4j34x5HyBTn8LQj/7u/+7jFBHX50tbi47YYD007+toDfAN30DTnS6qp/+Y4uxhzfWtDQ6AP0twkWLos4v9GBr4znav3oEdn602ZbHp2UPUD+SQfzh47/6T/9p+VzeXbyu7yF/k1vetOqM0bMndr9o/4Cj8sDd09OtZ5Y1R5PtdPjRX7EDuNUbBiwCbWhdUA3N8UMdViKe+alMaxsTk8cmTZ4mhPaijUOBxXyw6ZWvQ23v+ai3pwQI8QArynPoUeZXPzNJ/MIE/LJBdrRz3eBrR3qvT1ANjp6oKuuDj1ijMMAYA8ZeNMLLVnyNu/446kNP6mrvebB1+arPXnVelqHDj1b6H+cPnjiA+TFYH4E6EG1+hMveHzpV/syUezE1wGlWk8zj9OH3mzGUz04oa/WZnVkwlUrFqFlP1p86cpf5Frj7Rf4lg4D9MJLXHeIVX7jG9948D8ebMOPLP6llzI6/O15HA61IduYUV/bFvsU/I09flNHzwH6y8OTMT6DVyZPe/nBkS1vrNFJWzh84EElWX6prlI0A4vg/n91TVMt7Dkd/vqNHvShF98Y/3w8OqhjA1pM0AG88DD+5PW3tujR8Q1fTTu0Llrg2YiOf7UjDx1eUrRS/SyPH33OdaUDQKOODvSUp4e8N0akg0NPhrc96KLuF3/xFw8PTBzyjSVzVN8aO/oeL2OC3t4KsL9Dg9bh3m/ruFykp3iAbnQRN9honvKtp+j4OYS7CKAP3cgxfo1PbY1rMtDSxYUln/GJSwBy1WmLBzuq9aOL1YojZONJH7LRu5yQ8reYhzd78CYX4EUP7avDX+USb9GgNUZdnLDXHMMbP3zpol/1F8BLeoGLB+6qB+7dNcMEFTaZ4G75fvzHf/y4CeaJsuChHdBWsJZ/sWBBF2jxETik1dpsWCQEaPjqkBeIlI/Tp64XOPr7Lp/F/FS1FkopflK6TTsbvMGrO4fqcPM59fhqawNoEUFb13KHzt+VnTyaxwEWBnKqdfNrcRGsBycVqKV+B0CAp+P4Af62wAL97LPPHj/3cz93/Lt/9++OD33oQ8cHPvCB433ve99h8f21X/u14/3vf//xb//tv124H/iBH1i/U/A4dGOzBe67v/u7j3/+z//58UM/9EPHD/7gDx7f+73fe/zwD//wKv/Ij/zI8U//6T89/HChTaQFVTuL3Usd49o9buBHfU2ujY68saBf4IxrefPY4l3XhwdlNBd4TB54CsUYT9Se9DwPZ/xVKw5Xql8WzIZUDHZxa00w/4xlBw316mxWyVW2ATZPxTsxcjaq2tmYK9sImwPWH3xsdIfW2wSeAsI5TIB5gkkuGWSxkRzypdW6SMBfHXDgsCapH5nmFxpAJ+05B406ZU8JHQisOeyBq9a6aN7SvVqHenXK2tJL/XH60JMP1MPT54RerxTjqx5OHagWP3jxDh9tj9OnWn2JHk49utprDxvxsD5XB/7VkgWvzYnNOvhXsuupM73VQ9TGk8E33n5waaIeHfv4U385dDmMkSuli3b6x2HJeOBPdfyoDZ3R4CfPPmVt4BwQfS+cDHJnrOkj+gF02tEHwNXWWx4OfbX6qnZcpQtQX61L5tp1fOZQpr6uedXO106P06d2nh4AP+mpavVP7fpqleEBmmr1L/3JcngDfM23eOknY6ZaB0p+Ok4f9OziL+35Wxu6S6vVn9rztYOs+aTsTQFtHRyVtTEPydZ//I2fukmnLb3ppT059JBW6+Arf1JvyZbX3iWO34NiBznq7d/IMa/f/e53H96Kqw6vt9vvGi9e8Tfm6PsX/sJfWG+SkI+PvaXX86vDwZ3PtHG4JoNf2FKtV/3NdfbS55M+6ZMO8YPdv//7v7/+9CA8GjrTT5keeBi/ZGhfe34ZH+Twg7ikTjt+AtoBPgT6yPjlYxcH2vGdcU1vD9Pg8eFfbao1ZvFjH33oh4+3mI7Tx6WHOUL30eeEXmONDyrFC1w8cKc9cO+uWWfyChLsErwFhZtAQEMrcAB5IGBKXywIqgKOQKPNeXvByRMZeCAPJw/oJ63WxsICbmMA9yDgC+DdxEqrtRDLg7HfkwDl2sGsOtziCtJ41JaHht8Ewv/3//6f4mMDeszibANjkyjY+5qEQD+KjF8deP0WgPJ5fw3dq52SQ+Zf+kt/6fi8z/u8w0ETPHu6FPjLf/kvH295y1uOv/gX/+ICP0ZnwWWTPmXPq63Pg/wskF/7tV97fMu3fMvxt/7W3zq+7du+7fiGb/iG4+1vf/sqf+u3fuvxN//m3zzQvPH0JIlew0OfT/5JTs0ruv73//7fD08j2Pygvm9+85vXoq+/+F/9ua3KF7hdDzyt3Ge8SAE7HkwHBz/wYsbXjNXah2rj0wWA8exwKdaJx7U3yMa3uGGz7sBOlvGPVtmhBE+xulpvSqG1sVVnU62N2Ggd8Bq4J3DWQrEV2BTbONPfppgO+JGrvXZwwMEAjVhcHTbM2imjnTye2rOPfDo5qNAJP2Bjz1YHCAcBPpXSlX21X9vHi39mXZAC9PjgX63DEnv4h0+k+MM5MOOJN17aakdfqXJtHtqhg5fHSx4tXtMejXqp9gBdtWIPvDLf0LNafyaO/1ysW/PppQ4NXZXxZB9ZcPxEd2WHKJfhUmUXKnxbe7xU69BCNt/zLf0dFL0BSBb56sjk7+ogV//S9zh9avMZW+EBH5yqlwx11dqjwAE0eAO05M04GHp0D4PavLQbQFdJFsCTUS0dqoX3X+2LGTYbv+wjkz/5kb+kfMsn2uAlRcdnyvxAZ2UwMrVziNYfg9cP6M0ntpoDeJibHgDpG7R0mJSs6kp/9CODXHrznxReW/1PBjwc/dmC3tN9B1ixojoczD/rsz7roAM/mHPelLQv8fU4fx3g2WefPb75m7/5eNvb3rb2gGQYIw7BdGaXue7ATr/ac9Eh2wHbvDcvjRtt0bt84GN4fqArHQA90KjTZnSvPW7Ri0FjAx34mb/l8eIPuuhfPqcDn1br93KU6Wt8T5/Ko+dzDzzooo7f7H3pjre9sbb24ujR4M3P8uTyu/wFLh64qx64MxcAM1lN8PPOEghuArSCCxr5AcFgeA7uptRrReotClIBZFIbMEEHP/WCok2gMho4KaBHdbgEoMPwgVePFi95t8DSam2GhraCXoF+Ze7/p17AVxRcpaBaN+oCvU3KcfrU5nHK3uo/OhEgQLONnXAf/vCH1/e71QG+YLcA/ef+3J87+BD+toE8+pBDP31GF3ryoXJt/6OxeLFF+uBYVP9qA59YNPElV0q2dPSl42wm0KsDY5f8kwp052+ppxq/93u/tzbb9GWffpC3oHsKyqbB6Tt1F3gsHriTQownY29gytKXYrCxKl6Yfzbw1Xq9XBzDW71xbgOLzibegaJ2bDF/XURaF2yU0ZjncyCki/GOhw0tPjbe+NrEi0V0dqhx6S2Pp5hh/Zs2+NJxwDqFhzL+Nsza2uBrIz/6o5M3/2z4ydcOoNPegYEOaEZnZW1tyB0Mah8Spo16bZXRTTuGRx8eAAAQAElEQVS82KVOqsw3Um0AWu3ope2DQDdtAbpq/T4P32qr3eD5lt7VOgQPL/WDx48/9as8HVyEyDsQ8QscGnqSW62Yhn+13iDztN/hZWK7w47DknboAPn6jyw64I0n/vjyhfb6TOykIz30ce0DXnV1MFVfu3zc/6DnA3Vk8rW0tg+Q0QEdmWTTa2Sor+fzhMMT0BtMXt0APL7q4CrJle/VQfCJcaNMNzBt+QPN6AivfJ5qR2d4IK9+7OFXeTL0AxvNHX4H/Gyu6i+0fAWq5Vs88atdlieDXHpNGS94/MmTZ7s9mbnBLhcDwOHdD3Z+4zd+4/HlX/7lxx//4398PZ33GxCf+qmfejj0qxcz0GorDhgHdETnoZUxySYyxCW/8u+yCh392OwCyoWDp/76n8708YaRfsaPvuY7P2iHlzq28A/bxCS0Ul9HsC+Wx1N76cw7fcp+INbQk0xltvApPdDhqR25ZJJnP+4NWA890JGPRry0TyDPX0lgHx+Tja++UMb/AhcP3HUP3LsLBgq2Ju7YojyTWPooqFZTwUUAEUgEBHxWxSP+q/0KFrLavOhTrQXAj7SoG8BXoK0WqnaqQC59PeWu60VWG/X4StEJwAKgsvrafOTh3IAKhrXx2gqK6siQwkkBPdlem374qLstGBnVelqiD8j62Mc+ti41Rk9BHl69J/EWFoEd7jaBP4wJGwkLBCCvWhcU9NcXUnTo+dTCpoz2NoFs/MkF8nSRKtfWU3l0n3p6wj/JQEd61x6Tzz333FKXbWO7MWJx/5N/8k+u+bYITv+Nnafs5d+te+DpFmCcjQUP5pXPYeheTGqcoptU/JqNLJwYBgfQGbNijcOE2A0nxot3NrPnuOrwI2A23Q6HNrkOm+aD+IOPg4rYCUeGOeN1YYCfGKUd+9STY75J6eKQj492+NCX3jbleFbra1s21OirdZl8nD5443nKrh/adShwsEDrDTd8pfjN4QRPcxkNWWSSXXv+q8dP2ze84Q1LtnqAdvRGRza75IEyWedAZ/y0Zzd6efzl2a9ttdajaTu81MlL0UvZrc+A9vrHxQ2f6Xu2oQVkazN6aKtMvgOVPgJ04j+HsanXFl11OMjoc/bDoZcny+HNoQ4NOaOXfLViZoXdxwFZQAV6fMdP7K7tF/Xk6YOph6trvuwF+A1U60APD7QB8mjIkJ6X+WiATvJsMl7QK/P7ub18D4+PPsSTLef6qsOP/gPntPxLhn5B61CKp8uaP/AH/sD6uggfaKu+tu1ksQnvao0jfMw7dWD0lmorVS+vrUu7P/Nn/szxNV/zNcff+Bt/Y73R99Vf/dWH37AyttjKZn0vdqCnk3jBdmPHAx7jx4Mj+6uf+ZmfOX71V3/1+PVf//XDYdhXL/2pP18ttT/9v//3/64fE3QJ6JV7OrOVT1wY0I9M89DBGhhvYhE8XcQf9tGBLezylumMx2rto6o1Dqr1Q8vsYTdZ2hrDeJLJx2IE3+OHL7zUVyb4xJsPaPAxNp555pn1OxrmIv1+5Vd+Zb09pU/018giTx4YH9ILXDxwVz1wZy4ATGQBQEfVDiby8DdB7QCEVnuT/jwIwD8KBFkbKoFOAESPlxQIqoJMtW76yRBca+s5bbSv/Tq/X1JVPu5/zvlBVesvAViElNkoPQfBzmIwdfjRUxmc06oT+Gvr9KC8c9rbyPMBGN9bsPxi7bms2gvqp3zKpxy+1/WgDee0r1Zev1lw8KPbLEL8BTebAgsRfWwo2KGdMprbBAsf/saUcSiv7+hKl2ptyOHAcfrU9iMdT8Un+h8d+VpaHTYuNgRsqeeP1T//5//8+r4ng2wOatupfIFb9sAdYG9MgRcypbrxsPRC7Yxd4xFvccLchKsd6+Fr581hMdsGHh2eYo68tg7KNrBSh2m0Lno9xbNRRyPukGeT7sBp0w5vHil7u8A6MBtk/Cui1p8Tg3cwp4u2+Nn842FNsbFHLObIOxBNrKnWoZx96NHZgNPPWuUVdDGLLtX6bj17AFpPNyfeVlfzGS/AD9qicfCgA1nnQF+8+BXtpPIAH4AX/dkGL27DT1me7njhrzy6kwHgtcULHX0Amfig1xd0rf0Vitpxy9qhTnt8tMMHDi/8+VVbFzv6RZ34Ry/t1MMrGxN4VutQpZ/1oUMY/3uCSye66XP2kqMM8BtQBnRAA68sD5TpIk9vIM8OPtU//AUHpq12Aw/WD83QKw+g5Rv6A7KV0eInD9TxAb8rq+MbOHn0eNV+4MB/dKe3vPHHb3B4kS+t1luHyuwzjo1nMswR85A/tcOLHCn/Afmpw0O70VFf0BGejvBkaqdvfZXDE23tHcz9SLJUnzq0+8tN9kr2TNX6egc7zGG6mZ/GEPsc/n/nd37n0M4r+A7WvibkQK49P/Et29DCe4PE5QG8fsWTD1w8GF/8pcxG85heaNRVB/v4g9+NQQ+a0LAV1J4P1dqrsN8YR08fvnZxgT8fsIdf8GAT+d5mcEHyBV/wBettCPrQm854iFv08dcSHP593YG/a8smiy7H/U+1fpvhfvGSXDxwJz1w72m3yiRmQ+2JLA9qb2jkb4Jqberwqeu8NnDSR4Fg5EBarQP+cfpMW6lAKrjISwGcMjiRr3+C1cqc/hPw0Z2y6995fiFO/9ngCYLDY1LBTF5gtAhYSE7k65/XwWQGh07ZguSVrMHDVZJbBcGebELkLXwCNb1+67d+63n+5INq/bkq/rYYaHfbYHEmg050s+jUXiD0vUXR4oRGH7JHH9AX7jaBLvQi81we+eTCyfMtPeGmj+GVn2RgG/+zQ97Fmc0JP9O7WgcOeX/SzOagnh8L1F3gdj1w17lXa52onZpD4FF21x6fxq4xbJ5qZ4MKzMFqxTl1cDbrDm02rtX6fRdx0UbYpt3m1WHPht2TuaG1sbZRNtfNGRcC/jSYmHWcPtX64S58bNDReUIG6Ff7R+/ENGuHdp7qkW2toY+4Sx49xV/zDb3DDx4AXqwREx1ElNF94id+4mGjDodOPTsAGWTiXa3Nt9hWrSemfHMO40NpXfcJnnBAnhxwMn/9kwf6AtCTH8QT9PqDnYNTPudFB+3RArZhjFe1vtZBb3Vw+ItXaPgJrlJclx/shsMHqFAmQ15KvgsAry7zD3763sFK3/E9YAN+dMaDDg5pLsztA4wNbdCyA93IQH8O5AI8avcB+nMaZTT40V2dMvvZrb62rSNHPUAL6rr+nGby1XoyjJbObAR4n/OZPBqgTHd0Q1+tOTx1xne15h799Q8/GYd8zlfw+OFjTNDjOH0cUM0xeGNb22odYLU9Th/ytR8YP1VrTGuLNzl4VadWx7poUIeneaaPfd/eDw3/0i/90vrhPzY51BoXLgvt61wEPnN60m1uO/z6qzme8Hu6LxaQY+65/PPmkPnockFbPID5DlxojB+kMyfYpv0f/aN/9PDGHVp28Q09xSa6efuA/fykLR+Q7wcKXTroA3TasbVal1bGDh/zh3qp9i4u+QOwgUx7X74XU77oi77o+Jqv+ZrDbx+Q4+1Y88R88PsILjJ+4id+4nD54Q0E8jmbLPKnjC9QBmgucPHAXfXAvafdsNqbBRNZcJIKKvICgOBxEwhatW93BSy0gozAXDsgP8pHgpZAKmAIJujxoou821pBRR6og6vWggSHFp/JC7CV4gK8V+b+f4KjrB8CrNYiJtgdpw9aUB3+fuvgbQYEbDoKyFJwarKetPiRNbop03fqlF8J1LUd+FRrUacjm/UV+8m2KAvgFmKLHXpQLRvZDf76X//ra2OMx8Bx/1NbXu30PvplJXxgLGjMJ1LypPSWKo/+0tpya6doXi7gDbQ/Tyc/8vhu9KxruXylr20kbMrwGZz8OdR1u3P8q5GnLzjnVY+WZ+za9LJTW/PVWwAzTsZmeL9v4VeObRrGVm2mn6TgHCd/gVfsgSeWgTF3E1QrBtfNKQMfxgf+JtDGGEZjDhrHNsUO1J6WGbc23sarg7nXva0/nrjZ6JrX4o42Yr25bP7iCax1NsfmiMsBTwJtcNWRod1syqedcrUOq9raSItz9NOODKlNPBy+9LQ2mnegdgynG3rzqrYP2cpuAI+HSw0xXZ1LC08dvXFGR3qpY4P5XPsiAl9l9fSjk7ldrfUKf2U+4Fe8pXxJpja19wdo8VPPJ9rRXZ6PtWUfeei0pRsgFw4P9qCHkyeLfvjy5dA4hFnb4PSr9tV6vRmttuzlS3RkwxsLcHjC04s8Bx3rosMYX5KvT9hOBhpgz2Nc0YMNgJ0Oew5uxhYbycebH8hVBtoBdcraqwfneLLwhUNTrd8uoDPakVF7nMDhCdBrh7+ylH/wVEYL5NWh5w8pvDy76c4P1XqdG5592uDHZ3ga3/pZXxkXFdbrsI4OXhtjkF6A/uYfnurHp2xWx8946UP15Kqjk/bqlpDTf/BoyCAPLT+hYwcd5clCq/+lcMaOwzy7zUevuL/pTW86pHRgGx5845DvrxX50d+v//qvP/7+3//7h7cFzHeyjRsXeL7/7wGTA/yzzz57+PFil+f2h+qso35TwKv0ZPmBUT806IKBT4H2LglqP+E3Bs1rOvMJfxuv4zcXVt6EdTBnE51d/NUeH/zGR3yhjr21+1Xc408XHvbZ5ggaOn/lV37l8da3vvXwyj//+fFovxOkj/jIftdfb/IwiR+0O3XJmodo5KurNQAO1Mapv8DFA3fVA/fugmGChgDHFqlgKO8pu9vBm+D7vu/71vfnBBhttJcKQNJHAXo383So66BROy8A2kQITsNLXuBWJ2DCkzd5gZA+Ap26m8ArVVNPF/lqHZbxs/DTTZ0AavFRPk4fOAvNKbte06IT3ZS1ld42TF/RhWx+INMi4dbWIjc4els46WxRspiivU2gl/5zc2wx/chHPrJ+gbZ2/96m7BfDm35u+C2SNuo21RZAT8r/9//+3+s7fFLfnde/w7O6enI+uCcx1d82B3TT78aCP72obKPEfnnzxXhwASCFs5BLL3DbHrjwv8kDxmi1LiyNSePZZl1c0c54FfONbxtU9HDGtPE/MXLmL7w47umfjTawuXVp4LDgMAlsfh0avBkgRoivDpAOOuSR5a0vXyVQBwfo6GAlVba5x8+Gnl540EEbupqT7KC/FB2whqChPx3pIY7apIvv1jdz2IGCnXiDar0BQL62ZOA7OqEB6q0J/EkePdCyizw4utMBWG9djngSjoYN6NHqi+FHJln4VevJJPl8gZ4v1KEjmy61D/fa0WkArb4hu1oxV1u+0R6/BwE/wJ/TV8oOVtOGvsOHLWyly6RwQDs+prsDlwMYe/ncGJq+pC89Jq2YvA5GK3P6j84j81Rc/7QB1RVt7Xztw512iKu1L3kY/XH/U9dta7dHP3rhpZ/YxtfsZQ/7pMqzz6Gr8n3W640LeXYbb+orqNXH5Iyv8CNr5OhH/I0jOCnfArzQ669JMdVX1ZVf4EB15Yexi2zy8AVscFHK2AAAEABJREFU05946nepA7cfuz1OH2/2sM0YNoc/+MEPHu985zuP97znPYcHOWKBse+Vd/sCejngeyD02Z/92evAbG+o/5955pnDYdqhnwztANsc+u1vpfxq3NB1+sAllIM/er4Tc8iiPzv42tj31N+8M+/50oUAQIsHX+F7Mm3tx7WFt//D18WFw78fNvycz/mc48/+2T+7nvbTXxv7nl/+5V9eX21w0SHumSP/9b/+18OYJ5MMPq40+bh+WcjLfxcPvI488NRfAAjiJvWAvhMsBSgbG4vvTWAzIohqNwFXXjDCU/4mqNafYalWQKnW613aV4dALBDhVZuGznACIPzwF6DktaWTAK18E7hVxUNb7dBOSo5b/6kTxAVcNNqor9bTeEHaBgGtenXS2wZyRt+RTab+oxP74AH8gAsANkz5tlL6ve997zssmn/6T//p40u/9EsPB2r63ZbMl8LXkzSvv1kYXXRJ/Qqw19685sdP0i/5ki9Zeg9v/nxSbBidXii1GVBnQyL9jd/4jfWapLyxY7NhI6Xs6UUle4HH5YGLnBf0gPEpThm75pu88ezi1oHCuFUHxHybesyUbWJtZh04tLPJtqGeQ6HNungOb42zuRYzbZzhPIX2Y7IOCH7oS3wnz5NNhxagDT2sR/SydtZeE8QI8U8dO0Z/Oth4a1/7sK4t3cmw2acPvg4f5NuEWwvR0d/lBR50AXiyBdCRvdVaS/lDmT7yQ4MXPL0G2G1ddRHCD+rFB3aqQ8dG9jgUwOGLJzz+QJ5O+sEBBA4Nfi5iyMb3fM8wZTLktZGnC79U66AJjy+5/Itn7ZhFL/arlxoTdEFDH/y0qdaP5tKpWodbdWymk77gf3sgutb++sd/+2//ba0D+sfhig7qgfbk0AFUV3saOqsD5CtX6yn60B73P9XVARetNsfpU13h2Tbt6lpO7bw6cJw+Uv6Q0nHsYyN7zQ9zQb28OWNMaaMsrdYPUbLXIZYvRzf6KWuvTko/PiFDqj8nbz6Qy/fGBtBHJ1WXv6R4S2vbUymu+uFPL3R0Ugk/KX7Kxq0LfX1l/2ZOm3fmENpf+IVfOBx8f/u3f/twwabP1Rs37OIrh2Pf+ac/+9jqUP+Wt7xl/bUAT/ddLAB4Fw7a8p32fF6tvqYXu0cGHfmebi4I1PMVYJv55W1XD3NcvpkLbDIu1fMB28gAZI4NdDhOH5f6ft+HvnPwFz/w8BWHd7/73cd73/veg5+Ma5cjHtaIeWKReX5is/QnEyhPKn+Biwdejx546i8AdFrtjcIEHUFIYAGCyE0gaAn2gqNALKDhqW3toK38QqCNW9Wpr9aTnil70mMBUR495OlqYyQPRu4EJWWvMKm7CQT9acMOMs7pvaqlTE/52jZpM7TyNmeCNdra/qSD8m0CnYc/PeT5Hsh/9KMfXU9N5IFFQgrO88q3BfxEt+qwIFpc6Tf9eltyXwxft/r6rXa/akNX/S0/YNPK1xb/2v07dU9yyg6+pqPNgdQhx8WHvlA2TqePlCc/7eAucHseuHB+YQ/MWERhLNc+BBrD5qnNtDp08mIKMFfFaxty7dACG18HHG3Qy4vdNtYOIto6nFjP0HtyZn7YhHtSZ20UA9Rp75VfhwltbLzpgTdAgw/5DuvaKpt35pbDhDptbLIdvG2+XW542qeMJ95itcOLCwkXlC63xVG6OKzRhc0OFuTQmQwpPeijjo3wykCdtoBu5PKHQwa9AB35pfZXC+iBns70Gr7kA3bRqzY922vHVzHIAVAK8Af4SPmGzWIymXjRlw61ebAPfui1ZQd7QG26acPm2jEbLb/ynbyULfQGdMIL2GPQlV/wMFbYbE9iLIyuUrzIBtqCkV+tg+vU0Rso65+6rq+gF706dACyWnh6qpu0Nh4NqF2unQ4tPnxKX3ayT56efKpf+ZqNFVbr4Qb/sIcvtOczUPvipFp/+nHk8AX6kVF7zpKvzmWOQ6uyfnRgNoa0oQsaebpUy2bK1M6TA9iPDv3UK8sD8q1z7DTv9SG9xQU2eRvR9/z9ST3jXduRz07t6egC4Dd/8zcPh3Cy4NTh6+DuTRxjXBwQL7wRQF5tv5BJHpBnM1343JgSo7RjE77s5g/8PSzxkI2Oxp0Dun5A5+JAypf00pfmDv3oRIb9ja/Dihn+gpVLUfHEDx++//3vP7zhYI/oYsuYBt5+ZKtxX62vC9EbX3L4FlSSC1w88Lr1wL2n3XJBhw2CqbxJDuBeDAhA6AQsgU1e4JC+WD4O6gKvNqCuA4sNUV2X1QO6ntcps2FkCuZuZNHeBDYD9NUeHT2GR7V+Ld8GC87mCw1AL1DDV+s1qQmOtfVFg/Y2gfzhP/LowQ7+8P0tvpBHZ1GRPi6wMPKTxa62X/ib/NFJ/rUCC57Fni61nwrRhQ/500bWwg1XrSfnfI5+8OqeZOB/+s04YJfbfYu6caJeHWDblLW5wK174CLgBg8Yj6qNU6myuWcTO7HMXIU3rsUZ81nZ2zs2v9al2nPbIcfGGR1+aP2wlnXA67do8TUHpNVhM+1Q5HBMto21uaKeDGAjX60LTht0+tmQk0OmNUQsgVOnLb3l6YGvOht4dfKe0DlUOGR4M8crvHTHS1wFeAL64sMHtQ+7ytZlvoB30AJk0V8b+okD1Xp1WGyG5wdt6TK+l/KXFD/t2I0fW+ClbHKgwos8+tX2DRzb8AF0hNOmNo08f5PhIOUQg48yenGXD2o/LGALPKjWU3I204csNrJJuTrmUGj/oP44fdiAhr3401mqjcsm/aIfHaBO5Ic+Hr21gaNftQ7N2tGrWvpM3XH60O2UrINtteqrVT5On+r0//43tLt0LJpqtcET1DX9cfqct2E7GDp19DqRLR7K+oyNfMpGtsLpA7Ro9Amb2YofXwF0/GROwLMbDby89mSpR2+/6IJpDq3w+tZYqpZOtX1I5+P0If+ULL9KQXXlCzLQALL1qQskc9qTe3LNbQdzezjy/T6S19vJoDcb5PHCAxifeJHnAO7CwMG5WodiF3W+Jmusa0s+u40lc9PcNX7NEfMJ0MNhH/i9EmOb7XxrL+JBA34O+364UGwyXj3scknJLv1CTu23UrTlazj+ZYu+hGMbnNiFjzdCPd33xoNDv4M+W9Hh7YJB2dyHYxM+fCHlC8BGNstf4OKB16sH7j3thpvYY4MJb2Kb9HCCofQmECAFHu3QCTb4yKuT3gQClQ3OyJIK2HQAvo/1YKCp1kLhZlSdNsfpU3vhOGXXP8F+ZW74T8AVeKtFVdc88LY4zaI/Fwr0AhqwHZ3vkCuD2rzkHweMLhO0yYQD9LJ4wAG+ler36Sfl2wKLGR+Rp5/oCMiDl76WYMNjoaYLf1nkqvXqLH0tthZEOupnKUA3eOUnFcxLdtGvWpsoen/4wx+GunrbplpviuinVXH57zF54CLmUR6o1nxEZ3yae+aluO0gYc2p/TTSwQ2NeptwT8odmsU6sdxmW9mcR2ej7aDgMGej7o0280W9wwlZnvLL20A7CDgsiQ3mkZjgV8Bt6G3wyXXAGN2sHQ7v9KLPzEdtHbQcrNiFP/kuG4B1sVrf5VfnIEEn+tvgswcvqTKd2UNfqbVXKt7TEe20RYuuWq/1ji5SPnIocVARp+ksNlon6asteYDsul7rtHco8iqxAwd/sJv8av1ODhp84QDeLjr0ozpy6K6O7mznX75hQ7UOfurQAHhpdfhUa38A52mzvjBGjtOHzmQ47OgnssllF3/Baze6s189On3OL/qGL/DGCziE6Us8asdSOp5ELn3pCPCGexCqRVddVdGpWjFbnnwgX13ZiGftdlM/6dRVi78yvegC+JdP6K7MPrbLs0X/sN/84EN4cJw+UroYC3gCNHDG14lkrSny6pTJcZBFp8yXxqU25NAbXhugrA7ASwE8QIMXPeEBPJw+o6P56wf7vArvlXa/gePNT3MKz7GTjvxBHz7RFs7YM47tpfwJPL8HYpyg1e+ATca+CwHjip304Dd7IDTaiA90VkeuNg75DuLaiUV4uJxyGNfGfNCeTfqPXvQemejMH/yGvxiFh0uE//gf/+PhQZC3GFx6eKuAPDT05PcKyxVn+RAvAElfIA/IR3OOg7/AxQOvNw889RcAM5Gl03mCjLyJLn8TCOCCpPYCAlrBc9pLbwIbLjeh2qHDo1qBqDr8YMl3fMd3HN/5nd95/N2/+3cXyMOp02aCvzw9pHR6MRcAAqzvVgnI2tJDHg8g8HvyAu874mTRES1AA7wmJgVopeiktwn6qHbwpk/tPJnssAC57VUGFms2aKf8OMBCOePEImZBpCtdHof8m2Q4ANDFppRPLHrK1fqV79r+VGeh5FP8lJ8E/enyKJhxaFzSn302ATYOM1eHB7vk0aKTv8AteuDC+pEeEMsRGZPGsvhlLvp+vM2yw5h6sRytOpt/m2ZjWOwRx132VYfUYRqN79arM//ROvDZFFfrV9nxcChyiMffK8NAW5t1OtCJ3Gr9OrY2DoUOiHhbP2q/Dmz+iYE26jb2ZMKZhy4mHHZdANDPYdwmn30jAz/xFL12QN3wZPsAvHjGN+SQZz1Qz4fKbGKLmIwn3/ABe7Thc/Ro1dPLAbG2rfhV6yJRLHVJgh9/8lttutpP9/EkQ72DFj/wlQMMcHFAFvl0pD970ZMP4OgkVimjrdZlCZvZqw7Qz2EH72odmtnHXvLJYiNaef7Whp58y1aXOA6B6OX1J9vohQ49mwF74Kp14K4tc2RIq2M+aIFyXePJBvBAfuCcvlpy0MCDoZPyFeBLdeSD2nssa5g+ZQ+66nAwRqOOX7TD39jjOzj+x5OM2n2Mjv21+0KduYfvAF/xs/4cfni7pPGgwpzB45w/PnijA/L6mXz8zA9tyIBTp+yAaz75cT77zH//7//98S//5b9cb2uyFx9jUT8aR+wii354kYUXvAs+Fwh0Nsa9Jq+/1YkXxg3dyZy4MAf6KYs1DvveSnBJ5i+OeMDlMsK4Hx7sIZteZMjTp/bFUrUu7tTZu+I7X1GiAz72o9Z4v/dj/0cOvdWJT+Y9vfUnm/mbP47Thw/h2Mq+2mPMPOMndOpPpJd/Fw+8rj1w72m3foK8QDeTWt4kB3A3wQSLagUlAQK9AIz38YiPxcZGR6BBSraUbOnb3va29edY/LWBf/gP/+Hx/d///Ye8P9GiDg15QH7a0cPNL9xNgN5B6NyOoa/WIVDwF4wtJhZGuoJqbSiO08fm55SsxbiSXTf3K/MY/mO/gG7xIq62DvJe9dIfFhFlNOyQfxzAtxY1KXkufPQzPZRfS5g+tYGm0+higwKnn+EmtQjW3uBYNNU9ycDnxjj9xz4bWZsArwMaB+wwfoZOG/gn2a67otvFjkd7YMaimI7aODVeHeocGhwC4B3q1BnPxrfNrk2y9sa8zW51ONQp26zbMDsMiO/iJ77aaS9eiuvWMb9TY62y4bZxh7ehtnY4wNpQi7Ezx7SlD8wOHh4AABAASURBVDxZynQUB+ktNc/YpA0Qc+hGHpBni7k7m3ExiRx6aquMRgrwxEt97UO3PByZ9EFHH37jA/ook0Eufuq0cTARpx0SHaL4SXs6qOfb6uAzhxt+851mb17UPmTix3Yy0OPFJ2ThRRbf8yN/wqEjlxxtgdjLZnzU1T4QodXvbFdHL/TwbHK4ZDucOod58qR4oqGL9nRQRy7gH/Voyaa3CxprmMsAef3Ex/RmKxl4KZNZrX0Cfaq1Rzjuf+h9P7uSaqX+U1fXZTLggHpQ1/XK6gbQ8xM9+EVZHbrREd4h3R4HnfHBF/DslZ8U3ezV1LN1ePLV2MxO/MH4Rp02oPZvQ+BnPKlzWPbEWmre0AWevoDOUjAypfihZScd9B0b9JvLOWPLfH3HO95xfO/3fu/hYEyGSyG86MgmX+Mxx30d1UUcm4GYQTab7BVcBOpz44m+xhZ55qjLBGNFHbzYQ46n/OaRiwB4Mcc40w5Pb9zwA90BeVJtvbHAtvHF2FutryOSwU6xCH/zkAwXo2IVHmIVHHn40LVa+1O+5gcyzQU2ywP+lKoH/D0AzyfSC1w88Hr1wL27YLjJbTLXXkyqtUhVjzRPOyAwIMarWr+wK2+REFimzoIgP+AX1icvRTttJlhNwCKntk6TJ8OijEb72oczeeDWFq38eWphG9zHPvax9Z0uPPAbW9QLvp/yKZ9y4GOxwAONOqk2grXXwwZHb/mRIf9KgJzz9srV6iN4ZXrxQwW1Nhwy8B/4wAfW5Qzfss3Ca9FUXy0+leIC/GQmrb1YDI7N+OIFZ6FQRg9q86rWjwPpT/W18VOmr/b8qp08wBf9OQ7+lQKeeFTLZnm6AHlAJjr9Lp2+HBplNGgBGv3MBnpP3aRoKslh0bfAVusNF/2hvcpq6aRsQy6Fx1dKbnX1K9hw5zKUHwZknOtFPtscNj70oQ+tX7+mP17VKk+b6mEsn4dDW5uOzvgjMEaA/DmQO2VyJ/86TZ94s6s1Luvh6W0bUHujS47Nr3FqTthoi7s2+ja75oeNtzEortgUu+DypA6tMV8dDvs2zdoZn+KgMfzpn/7ph0OdCwWbde3xlPfa/5ve9Kb1WwDiADkOFdo5sOLn8GvD7TChHT0dhm2+ybIxJ8tG37g3D5TRKFcHvuz8hE/4hPVbAjb0Dp7iK7kuIPDWxjpqXrPBxp4u8HyEB6hr3zkI0dPhR14sQksvbfHBm2xz2MFAHCKDLeSpI0tb/sRHPT3xkf9Df+gPrT+Jxg/4sI3/HWTYAU8WvPZ84PDigKI/HaLg0LMHDWDP9C1+ZKGjD/3qet1XVgfIcVBnK2CHQx5fTx3e+sXhTupgxyfkkjkyjA8+MCboyz5rqQsNh0Z5vPiGDnhV66BlzNIZP/aDyfM73bQF8nBoALpqvU5PLzi8jAl0gDwytEVDT7hqvZXC9+gBPwN6soGdxoY2ZOlfeqjHA41Dr74DcNV664NsctHjSbb2/Futfcfoa8yr4ydtHH75Td7+6bnnnju8rm7sAXh21vbhuSx5euMnr6/Zro14gJfX3f3I3b/+1//68N39oTeu0OpD45bt/GJsGCv0Mg71H91dAvDB2ORHBO0JjRd6ihmewuPLRm2NUTLwpRuf4YcXHzr0e0PV11/h+c64EnfYRCd26AM26Rf8jtNHHp7d1WGuGLOnqnURZ1wDMtmMVv/rX/1jvprblSZXgN/IGCTZk9cXD5bJuAmm7SW9eOAueuBOXADcZscIoALHyJgAIojBeZ1OOiBA1Q5M8oN/obT2xkmgQyNQD2+B1Wv7ApS6AeXRSd6mSKq+ujo8oxE0BWk/IDN8h/Y4fdBYRATPU/Fqsyw/tsq/VkBXGxgLrDwb6MxPL1Yn7dBW640I/JTxsWBY7CwyylJ9rl676Rdypz/R1PXmVN20kZ+2g1N+UoHNgH7GSu2xy3Y4dTYA8jZRNgTje2MGqENvvPCNDQQc344PpGiGvrYcdDcB+dppj05eql+8FkgXPKXwtflOP8DdBNoObbUuEJTJZY+2ZOMPzxc2QPB8IX39wsXyl+oB4xcYW+aHja0Ns02tDbj5I16jEfPgjXUbc22MSwcQ9TbvDnU2/NYhl7zmqM24mG4D7mDvIsFTO+0cEBwUbNTJt76QSYYfCfOE0QHBgcBYt6l3AaAsb+MvDjp80Mka5eKA7g4H9OITcwa9CwY2AnrBA2Vy5cUdMthKpjJQj45u7JZXr425p97a57BBD/OST+gyurEVLz7mC68r0wk/lxPo6UuGp8gONWIC37iwIEtbNA57Um1GvoOLA7S3BshUh56uZJBFT/EDL3l+YAde+hQ9QF/7twasUWjpIu5YoxyKAD/TXdtqrdn6BJ3+R6sfyIOT4s0m7cVnOLrRAT3/wSkPL/RkAO0H8AbKQ6OsrXTopcrwlWRdJmgHIOgnfRid9vjzNX8BuNq85PWbsWO863f+5zvt9HttWnbrH7LIVAcH0OLN11J8+QCokwL9UfswjxfAB95r8X6cztdrXAjhYY6oo3/tvQcf4zl4PNhuvBjL1rTf+q3fOrwSjwc6OmlDPzi+G4AznlzyuSTw/X5j3HznG3PDE3xj33ysDjHAGwPihT+rZ77rf4dqdC798ORX/qKjuWWcm0/KxjOgH9kuKuVdULLHXKaD9gPwk5+UbfJkkck/+occ/NjNVrKqQ/+iGz9oe4GLBy4eeHkeuPfymr1+WglIgs1YLCDJ115Y/A1VZYFMoJIXrAQvgV/QuwnQ25gJwPIWAimZeHrDQHsLkFQdUC+F85oUvciDo7N0QID3a9LVenILr13tsk3M8KvWhgLN4ORfK6CnBd0PwFgY6MFOeYuf8k3AF9Ui4UN9M+2GBzst5GgR2iBJLXTVegqgDV2O08eGqVpvXZyKV/6SH0CL/5Sf5JT9oyu9z3WFt0mCq+1HY02Zf/gNDZCHU2fs8me1Nn38bn4AePToXgxoU1u2ftBeO99DtMkYfeBq08mjlT4KRhd+QEvX8YONCDwZ9FBvbmuDTvl1CxfDX5YHjC3jaWK9TboNsw26g4yn0A6UDvDGt428seYJnjY24uYkPmKVw6BNvbXIRQDeaG3kHUY8lRQ/HfodED1BduBUNr4dVPB3UfCzP/uz69VchmmLj7XJeDff6OgAKgZaN8xz+tOTXHzopp5evsfrUsFTxurwGr747bAjXmgjLtPHIQAv85ZM8w4/OjjciS3sZbeyNuodCviIznjzkTWDrvxKx9pv9ZHPf2Q4SNBTPR1cvJAB52IFD3zNe37CH0+gjnx8+BRPcQnQmw7ihLWdncpsdsiiv3YO4H7kzBNQOmjLHr5WTz/02tKPXwEf0BVv9vKhNtpa611UaA/UV2uNmrz2Ljf4mAz6as8+tlbrIYI8XQeO+58pS/FEV61avJSBeqmKuq6nF7x6dUAeVFey0cEB9ICefKCfpMfpw8/GA9Avxgt/Vut3FbTTB/pVnp/5Dg94NvDhidW6ACZPHX+qk+d/40xbYGzzs/bGmD2YOeAAb66Zx9UxfYe3enONrNoPEODQ6AeXbH4Y2mFav/OlOvZpQ3d8AB2ldJECPNg+ftOe7sYuvznc/9zP/dzxzne+83BRUB3seMtb3nJ85md+5nq7CC176EAmO4YnnxrDvpL5b/7Nv1l8vJ0gzvAnX6A1P9jFZ/QCo6/8ABwZ/Ex3cw0PZfryAVvQ6zu26mMAd4GLBy4eeGUeuPfKmt/91rUXkbpewKp1kBaQbKZ4QV46IPhZoKq1+NbDU0F62sjXpsNPewd39YIlqF0vL0hWhwAseMKhBRYL9VK/JeD7YbX1hh9acua2WTt4IP8kgVvx0aea7CPTc1vZZaGxyExDC4tFdspo+JNfLHjw+kVqMapWf8JV0GssrMzpP4t1bTz6E+qJ/8dmSlpYbXjkz2HqbdAf9Cd7jTEw9lrUbTzQ4sNX/Dl84NBLHwV4aIfn0MLJ67ePfexj68fOhh9adaB2P8i/ENhsnPOu1gb0OH3ozL5T9vAERNmc5CP583ZoXm9wsffFe6Cux6IxauyI2Q7TDhZwDoQOyg7zn/u5n7suHkkw3swtB04bbGPWhtthVmo+VOvJnrbmnvXH/NDGocMrxQ74cGKe+UKezb5NPh0caFw6ePMAbwdETw/R4UuuSwGHAIdeOJt0hwY62vSTbW6InZ4GWnsc6v2Kt18gR08O+eINH4jJ5hn+dKFvbX/hgx87qvX7B8pswFcsR+MQrW21Xhkfu9DRz/z19sInfuInroMOn/Etf7DTgR+d+a3OQdJBxtsNbKoOFx4OemygN2Afni4AyJLSSRt5B2220mfs0ufs9aRWf4uP2vCh/q3W5bJ2cPqeTuyWVuuH7hze8AFo9Ln9CFvw1JZv8dFWSmc2s1MfotPW+EODv7K2cMoDtfuE39QBPJXB8IKrVhyVP06fal0EK6OTntBr7Twv15aBNz3ME3Rsq11HT/7ib2OJH/jbOOALbbUzZtjKFjbgQe60l8Kj1cb4g0PHP7X3fnirNybQKxvb+lYbF1z8qg2ZfrjOAVsbeDrIG1/mK3vgpm+UjV2XZfZibCCH3tqpH6jW/qNaKD6qlq+1qZ3Xjl3k8Mv4Cs7XCvwe1Vd91Vcd/+Jf/Iv1uwLeEP2yL/uy4+u+7uuOP/Wn/tRhrf/VX/3Vw9N9lxL+8oA/PSh1ySFOuEBER19+5Tc20sM4Nr+P04cup2T9m/yk2gFtzSs2s0nMARqpG77iFHnwtX0gf4GLBy4eeOkeuPfSm7y+WghOY7HANnkBzE26hQBOkIITbAUoZXi4m8CCg07wq9ZhRlkgrA6BWdkiKa1WsD9On2otBoKtTdmDMmsvYBZJT5VOTda/2u0UqsOGTx6MrvJPClSHxdFiQz8LMN3GXvkXgvGbvrOwWGj5XL/ipZ1Fmf/l9amF3OYN3dDAq4e3gdM/yqD25kZ+NsHy01b+SQf+seCyma6VZAG/Ad8Z5DebCXTjA/5A6BVa/rYpUrb54IOh1RYeTvpiQTtt6KiN8vT9Bz/4wTUH6KfuHIb+HPdgnr5wM6boSm84dQAfmz/5sdkGFM3rGC6mvwQPGL9gmhhL1grjTvx2CDW2xDhj+bM+67PWgd44R4dGqk5b7RzAHeLQWHPwF8usSQ5FNs3Gs/lqbtuQO4iKpWQ5FNvge9rngO6wgp+DqoOCrweY09qIm2IgvmKlslhoLpoL9K+uDnTq8SXfQQk/ByMHCIckMdY8Y4+DNhyb2Ek+XekjZZPDEhp1Yizd2esSQJ2npw4l+NFJ6hKDvuITHvjzId34WV6sIsMTdfa5/LWW4uWgg47ug8NXH2rDh3jyNx8r6wf9w/d01JaOZOkvh3M82CL9I3/kjxy+wiHGONzA84F21UF3vMhBwzZ01fo6Gxx55OLHBn1oTLANH3Vo+Lxar1GzS0zTb+wB+hHN2AFXrfhaKS6gA37k6QMgz0Zt1SGs3UY9gJOeA1qAJ/xlXyBBAAAQAElEQVTQwOFpDMCxRwqHTpmufMyn+lkbwA60xi1f0mv4V1f7J7TjG37EE8ijZ0u17DdW0R6nD/7Gvj7hY4d2fjYGTtWHsfLRj3708HWA6tD//I2nen1s/Jgb+la9OemgbXzTq/ZcQj9QTXZdpvADhBRvMPnatPjjRx457DBfXDx5++SHfuiHji/5ki85/s7f+TuHrzCw+au/+quPf/Wv/tX6y1UuuIwn48r4tQf41E/91MOfJfyMz/iMdVnAF+MbOog1YHSTArqdp5Mnk99dtpl/5re4BI9GXe2LvRkP1eoX9Re4eODigZfngXsvr9nrp5WgVa2AWy3D4WQczgU/QU+QrdaibIGwILz73e8+vCJ1Ewi0eFnALDzygvQsWjYH6uABWbX1UB5wiLegTHlSwRPeRg6urtviBefVMOkAfF3TDf61Si2yFnMbMn6mB/9KHwXjU35Aa6GywOhDfhk+Nlrq0bsJt1gqD9j0yv/hP/yHD5tFiz0ecNpIgY1oPTm+o9OLgeqwKRg/sWl8baMF/4Vf+IWLlfE5tkNYqNHYEKAbnA1StRZqm24bj2odEvBH92JgaI2D2pdaxqi2Ni02hfpSGS3d1EvhbgJ0dGcDOrykxoM+BjZRcOY1/vI24ZNXfv3BxeKX6oEZj9VaT4w1hzBjSVwyzoDDgkOz1/mNS3UOMsb/jFXj3dh0AJK3XuDjoOvgLkZZn3yVQL06Yx0/T7HNYesKnRw+gIOMeepQaN2x2XaI9n1hbR2KxU5z3IGC7ua4A416+pFDHhpvHLznPe85pA5p+NDT03oHBO3p4UmiNw3EXLaKtdYzhyHzEA1afNU5WKmv/Rq1Ntr7HrZ6PrQus09buuLFbmuItnD6j58dbhw8XFCwkW5+gM2BjH/RevpPDlo+dFjhC/rpB+sI0D94unTXv3QmR9mbAspksMd3sL2ZR1+81fEnnfkUDj99yp/41bZZv1XrTQFxiGy+pZv+0xfTTj/qFzxcVrAJPX9LyUODP131Jf74WgMAHJAHaMHQ40M2nLbw56m2ytU6gNeeA3gdp091+v9YawMe+AHt+IUf2EQndigD7dkJFoPTf+xHw8dsIxcdvniow5vN5lW1dCKrWusVW/i/9sHTGDjuf8jSZ3ii01f4kVctKm8F2PcZc/jQGw/js1o/QGgeGI/+vN/v/M7vrIsCjdHSuTYvOAA3oDyAHlTLDvbxGbDmasNu/mIjXav1Q9cO93zw/ve///j2b//241u+5VuOd73rXetHPD/v8z7v+K7v+q7jG77hGw55b5e4BHApYB/0aZ/2aetHfY1ZMuwfrMdsJ8O8OO5/1N/PXiVwdByEOMAnLlDEoaljGx/yH3+j1xbIX+DigYsHXp4H7r28Zq+vVgIqiwVP6cAf/IN/cAVAeIuvQDV1NhH/5J/8k+Ov/tW/eiO8/e1vP2ZR0NYiJaDaWOAnQNvMqVOW1l4YqrVgwvt+pjqgXNc0cBYsKf7Sam1CLZBuW+GAttLa7eVfa+BfC4qnR7X1gnsxetWmr9bCblFx8y3V3sLIB/rY4iL/1re+dX1X1QJv0UQHvEL6FV/xFeuSR1mfS4HFCFj8LFbVWoyPp+TDvw4Ao+6MA3h2wfs6iu8KOgjzP5/Bo/2iL/qiq7dV4AC8FNj02oSft4F/FOgD8wGdvBSMTjYMNur6E47Mavle+XjEhz42KmgdnBx4HB5qzw/zhVwHGP1KjjGDrTkqfV3CxeiX7QFjVGNzyDrhIOIA63DpkGzTblPuaZt4ZGyKNeaBuWc8zhiUGpPVoZ3DDx7Gq8P/J3/yJ681yji2zhjDDoMuGchGTw/6kOkC08EWD2uGmIBeHFTvoALn0KMd3Rx86O9g7aBMZ4dg30eX9zUdB2o6sJENNvP4mL8OouKD2ImvA8Bv//ZvX/0iuMvfan0Nhw/o7qDhcGX+8gG7rGN4iOPmsNjF1/RzYHcR4SsM1eEQY23Fi+0///M/f/heM/54fPjDHz7oyj/iFjqy2EAfQG8HezbyvcO1ixN0dNCv9MLToVFbPsePTPKl9FRXO+YMPzz0NR2qAz99zSZ4/XLeTl/wn1Tf0IMf5PU9P8DpG3rrh5FNFrnGmfYAjhztARx9a6+ltdNzHP30hxR9bZumPd3VVZqtPUi1vu5Sre/s0wGQX7tOG23xNhbZUa2DKrwYPnh2TZn+aOlCB3V4sJU/ydA/+JOJBi2/HqcP/xj3/Kct0G/8Wh0enqAfGXSR19665Dc1XFgZ5w645olxaz54e81fOFJvPpzErTdAtZenk/RRQGeAnnyyAdv5BJ4dbEWHv9SYddA2bvmAjnT5x//4Hx9f+7Vfe/zAD/zA4esC9DWOa8cYNthv+m0Rc9i8N7f+1//6X+trMvzBT3z8oO7q4CalB/3opj/oZI7oC3qiZZO6GdtwYHjIX+DigYsHXroHLhcAj/BZtQ4Tx+lzHnAsIp6qwwlUFukTyVqQBDV4mym4m8DCgl7gE7Dx0lYbQdFCZsERBGsvmupA7bIAauM17ap12MUXnWA6dRaGyddeQG1IznHaPClQrdty+vjxmUp22bcyj/jPwodkfMCPFi84/pYCvrJY8rc/mWUz6LBrE2yz6CsUf/tv/+3jm77pm9amBV+LHH9Oe3m34HwJyFL3JIPxVtunxpBFmy/obFyB2k9BbIh/8id/8vgrf+WvrA20Ta1LMJci8HzFL9rzJZ/jo2xzYRFXBvwjfRSgszlBx7/K8vSSkuFPmsnTXTowtFN+WIonHvzwYz/2Y+vHkRwkPE00f/Unv5BBJvsAXrNpk3+9wcXel++B6ip+2dQag8aa+eOpP84Oaw7wYpSxaSwbf5M3v+Ck5gfAx7rkybeyNckhXNmhz1pjc+3g6DDiMGxeojOWrTd4+DoAOq+nuxBz8eoXxsVBMsVPm3+HGG3ohZeDvsOCtvT0Owaf//mfv540Ohz4DQC/5eKCgX7s9OTd4cJBxLyjowsAbyRYE+nHF/Qnm64uRviNTmIKHzjEoDdvfaUAf3qJCeYrGjxcbLgUsXY72PHFP/pH/+jwFPZP/Ik/cdDN4Z8f2ave+ihGkE9PIKZVB1sdgqRk4skvnuyiYxMcG9nlIgEd/mSp4yugD+jONvytH7V/90A9HnQAbCVTaoygRcMf+hCtvmGzdQoePf/yu8tL48KY80aAdY9MvsJfyu/yQBsyAL8OTFlKPrv4Wn1dj3M8QLX2U+iP06e6KlfrAoD+5AM6sQ8ODA+penXH6UMmO8knm4/ZWK0LsNoXEejU8w0fnZquQzccfvjWpoXT73zMf3xk/Lk8cQFAlnWBDuSh156e5ODtAP1TP/VTx4/+6I8e3oZxIfCDP/iDx0//9E8f9jP6W3u8+IROdGM3PnXtQ/wGauPJ1Q5eGyAP8MRr8rXtoiMc0NZFFhvpbDzU/tN8vsZAV5djLuRcjLnw8NUeIA+MdZcCZNfeK/Ab/uBcnvI5sN24YTc6YI7QGw/6AXn85dGf87jkLx64eODleeCJvwColmUmf7X+liyEQCEFAqVUMJEKEugFZOWboPaiMzS1ywJibXkCknoBUlCVt1jYSNSmhwPkVoeAKGjB3QQWLbeuE8jZNXqTxTaHT3zZhV5wxBOtVJ0nHLV9BUe/2rrhoy28AC/VpjpsXmrbCV+bh3ptyGC3VL0Ub3mgXLsNXeEslhZIdWyRwtOjWr8yXbsNOer1nQV2fAZPvnYAH7fMnrzY1J3rpO3woFu1nigc9z82Avez61d+/bkrZYuOFG885Ad8B/e55547PJmy2LnN93qc+mptKsicxUhqw2fRHL3HH9q8XOCHB3XDa/xEdzRw8lJl+kiVbwI6otXWIu8gcq6/PPnq8XHg97UV48Zm3yb8J37iJ9bTMvL0sTZ8M220t4nQZ/pHfe3+J1s7vIH66uqApN5GVB3eeEjpDWdD9qEPfUh29TlZq3D6D19luuBrfMGdqhZ/fOTNp+pw+PKKo8OEtz0cfjxJVZZWyNeGsVob1+Mp//DNy4B1CabdSzVfm3OoVl/Uw9OXyv+l0p/r8rD8S+V3E/2Me2PXODQ/xDIbcPFbnPIEWew0bo31yasTrxwaycADbmjMAwcTeG2MVyk+6Bwq0ZAHbx0x123q0TgMamvds3Y5tDj4aivmOvBL0VlD5B2U3/e+960n9S4a8MVPTGCPePjpn/7px1/7a3/t8BcK8Hd54Kmn2OFwLb66YKM7fcRZ851+Lhj5xiGZ7fzFXr7zOj1/ulRwqHVZAcRF/Bx2rUN0xcvry1639xaTOMBmvnzve9+71kCXmGjYoz3/4Y+OH1xgAAd6h2p6scfFB5z121sJ73jHO9bX/n7xF3/x+P7v//6Dfi4l2AvQOxT6pXj2ugDhB/0jDrGNDXTHVx0bqkP/0QkdneiGTmwzdvlJylfVerOQHxzw6VwdfIu/2KevpWIsv/ILGWwB/IZ3tfZdZBt7oJIsfO28+mqtsWRoSxc2IZbSWb72YRSOzmj5kx70kYdTV3sfY+yy3Tggiwx9yCa26DPxG08x25gyXtmhjfGpDk8pG9lLJ3yrFdPxrm0HvmToA/rgiw+++sZFGl54VOuNzOP0oWu1+JkrxsZcpGmjno3ViqXy9KqeFw+P+596OJ7e004KatPiWS2d5LGqXR46KVCHRn9J9YG+4CNj3Rh2sWUvZG6zweUc26plJ12O+5/heb+4bISrFkqezxS0Mw750Vyu1ldb6KD+/7N3Z9GWXVXdwNe/Xr488owOCYpCAEMgIowgXehBIUDAII04REFQGYAgPQFCI30A6fsECNIECE0CCImhFQgMwAgjiskDDH3z1Se+/Zu75q1TlUpVkqokt+5dd9Ss1c1uzbX2Oeu/9tr7mOP4jYuUf+onzQjMCBxZBPYcmfgNL+1DwYc32rz45ZPUB4sPBtQfGLzSfm0+KHzw0E2GLTL09Ac+vb5Y8Pig8iXgg9HixJ0IZR9kiA5fKGz7gNSm7lDkA9cGA/kk9eEvT1bKlzve8Y517Fwdfj75YEZ042PPB6UvJXV8TFKgCP/Y+8c3tLc4fJj7MqJbHV1SlERSb1X2JaqwGS96xEzacWNLrNzNwE+fssVFsn6pKpPpvpAh74vcgrPb6Rbn1qNvFk90kU/2HYtMUn3lH73sjr1/5GTFUgq8On5njJW7Xh6RFQ9+uOttTOX5ox3J45G3eJPa4bdY0IafL+qPhPSVLjrYEyd59fLqzAPjzV7zalPGeziio/v82c9+ttj1SVzEmU6kgV7zhe5eDBk/bfptUeY6IUdevbsENrnU8xsfPeSkeOnD26kx1KaOjPnHTzqk6tWZ8+4WWuiS5Sc5PGKijJLUy6/UkW0eseMPfqmxltLFP7zKUrJ84RufkfrdR7PHRxIB8wbRIQXczDEA0dwy98xH16TPQ6l5L/W56jMGn+tLuzls3vqsclpMHgF+9CP6yCBzGB9dAI7r2fWQpL5/fA5b8NtYAXMoigAAEABJREFUA1hd095Y73OTTn7YCPQZYTPw7W9/+8BLH3/4Cvz73AWa6X7Ywx42Tj/99Hq0CohwygCIZVu/Xb98U+ea9p3HjtjoL7DMHv1JBlv6naSOKbubahPCqQPXKWBNPsnwHaJPbAH3vm/dufWZROfTnva04bTF+9///uFuJhuufTLu0AI5Un44QWDc+EWPNp+DPoP0SR/I6jP/xDlJbZI4IWFDQDxtMJIVK3xtU5s68vwHaAEw4+T7ik82aNgnp6/mjr6RM9YoSW1U0mPs8Ro7vvGRHfXiSN6c8HkqT48+mkPmGJkkBSTp1qbO56oUdV4bHiSvLYnsFmljR6pSqq9dR8Y1wB96u12qrB2/fiibO+Ybv/VXLMna9NAHefqS1HqRHsS2/tEhjs1Ht/jQh7Qj8TeXxIodc5LPSQoA82vs/aMf7S1u24SPqB1MstUX/TFHxEDapO9iJB1H6Y8PYtnUatU3dd1MZwRmBI5OBLb9BoBu+vD1wSCfrLvRSWqx4kNJPfKh5MNC/tqSL1ZyPuwQuf5gY9MXpAVJ83S7D0V3DH2x+PJQ9qXR7Xbv+a18OHLMWD/YwMs+X3w5WaAcf/zx9cWlDfGLLb5b9KmzGOFrEsUiPDJiQoZeNpTVI89vSZu0JasOMhYO2vgjJU+PvP6hJLVJQLbrpeKiD2TEB+ERsyT1RTP2/rGTrGOLXzU+i0h57b6g3WFX1nf++YJXJmOc5JEva/LttxRpo9MRPDosrtTjpU+7PvG7+6mNfak6/SCjf3S5G2A33BFyOtTzJ1njSOf1JQu9Hkd62RdD+swZvjRZELErTtr5KD0U6ZP25n3Tm95UPwukT+wkax/YpVtcLID4Qk7M+SGvTZy00Se+6h0jFCd5C1XxpbtjxQf6mx+fMn30o7ahjQ2p/sqTA1DYVC9lR16blC7+8419JE5ipx3hkbYtPpDhH1+NgzIedckaG+VdRbOzRy0C5qr57Xq48sor60Vg6pLU42Q+381Dc92cdowc8ABGyZmHnHEduDMJ9Lg+1SNzHEClnw6p7wltjsGb0/T2nGfbNcEXgJU9RBZQB64ASYD3gQ98YP1SgY0Bd849NmUjwB1+7woAcG0AqHcqgG7H6l1DNgGAav0D3tz5o9vnBP/cjQfincKyuW2j2uMDThi4TgExfdYPvjmh8IEPfKDeZK7/+uyzk6zPBqebAHSgn20nDwBH79fRr3/8x38cfPWdnqwbDDb++eW7nE6PhvVjAuIKnHuRHzDPDnCufM973nM84AEPqBen2QAQL/3i793udreBxzj4LCKrv2LhM4bfxlBcbnnLWw4xVK9sXGxg6K/TSXwwD9g1huZJsn4mibXvRjbJs+UznUySukuvbzZcrDHMAz4lqXWVOUWOHqSMmkedz9BOjYl880iT7PcdP5Y/8vQejMwL9UnqhB1f6V3EavMhSW3yJ6v/+mze6oPvcWQdJIbmEjJPxEH/+TuWPz4sSfVTHrHTfOIoxnRLyakz18STX+JlY5vPSeokBB0HxoCdY4HEoEmfmsRA35E64yNF8i2jj/LS60LJOt/Its7WS4961HnppBmBGYGjE4FjYgPAB0N/CPgA9oGs7AvRh7KycPSHlLw6bfKHIh/meMni8yHuQ0+eLV/e/aG++SVi4eDLHR+yQMAvz64FB7+VD0fuam/qpodP5HxpO9qoTpluaRJJHfOTsdixENMfsVFHRj5JfRHTqX9SfUoy3OEZy5+6Jal/SeqLliway5/F5pLU8/jJeiSvy1Jfnt3f1mV8fJhr7zb5Jn2mlw3xJ2eh1O3qO0/eF76jdL6UfbHrQ/OQpQ+/flvcGMdux6usHXnjs0WfY4LKdAKL+NkRT7Fil5wvfP3ZtKPeIkP6hje8oR77YAfRiV96JKQviF/0GF++yJtz4mBO4FGHOg7Np+5wpF/J+kzra1/72rrDlqzjbAz1iQ/GSRnJG3d5xIYYWtAq89Wi3DHbZL0jhYceKZ10iJ84b/ZBn/DQj/AqI7xSpI/subNmDNnF67rVzgcpotO4kkf4+dLxkicvFvildMkbS+1S/vAZr7bdRrO/1y8C5g8iLUXmpNS8QgCe+ey6VnZNmGvmqmsLWAZcAR3gz/w3D81husj5XFA2x9W5m+77Cq/PNHXI/KZfHVJOUp/9ZPnh8xawch0B/QD4gx70oPo+sRHh58CAej7aKAC23UUnh/RBnc8Ap4uAetc8nd/+9rfLFv+BUMCXD665JMPjADYhbFID6TYXPENtM0EMEH1sj+VP7Jzsete73jXOP//8+vUBNmxGePTA96yY8dv3Ax/46M6/jQHfBUC9TQCPCvCFfrF66EMfOk477bR6ER/A6S3ogDweGwvsGB9x851g86DHwfcJe2Ktjz6D2Pa4hz7oe7KCSLHAz0888v15Iw6+r8V06W6dKiArnuTUSzt+Ser9C3jVS7X13LC5oC82L5DvXv3hJ52tW5/Im6fJuu6gC6mTJilAnawpO3Ql0bwf0Uc/ncZOWZ4uhDlJzbEkpbf1SfGQJ4vMazpcE+JpzdR9MK+NH5Inn6y65elBY/nDw2e66JWiZN2Mw9d+io0bN9rpEdOWX1SVz9LtTnxPUm52XM0jnzfmnv6iYtj7X5L9+kcOae5U/tpQkmIjJ5Yd47Yp1YaKcfkvSdlPspTmvxmBGYHrG4FtvwHgA2rz4vfB7ANfh31YJ6ndYeVNPh8cPsjUH4ro0O5L2U66vA/z/iCigz0f7j4UfUjR7fi/L3z++KCUkpUmGRYZ7kKrOxTh8Ww7m83HJhv08sPiC5/27iN/xEaddvI2AHzJAdVIG39bRrmJfv1xd0NdkvrCHXv/kvXDVXzYQuywaYGjnp/6Sw8xvkrZxM8n/PJkyJPTjvhlcZOkTjjgoUMf6JGno7/M1VlkOp4qb8HCB6RMjj/JClzZS1KPT7Q9fHwwdu52O7ZvEYTX4jlZF018aV7+84EvyRoXbWJo3jz3uc8dZ599tqqai+Jh8VcVR/ifPiWpExY9pnwRG6r117xVVq+OT9JrQ+T1XV+S1BywyH7Oc55Td5/G8mcMEV+QPFqayi95pGw83Yk0JjbBnve859Uinx1xcSeLLfFJUmNDTplu/VBOMsx/46bfUuOmrXn4rUwOKNBuTrHNhjZ1Urabn62+noxp1+uDa50+elCSWvSTwYvoQy0nv4todvUoRMDcQuZakuGadf36bANkzU9zzTzG19eP+elaQPLmNXfIJutz4q4/ZD5rB/49i29TTNldZ3fYbSb4bHONkDefySSpzwHXmU0AdexLgXjH5/3qh89NvtLp+iBPH399TntmGEgCdMm6Y+qoPlCtX1dddVXdsXed0yVNMvjrM80deXU2FMjS6U6/EwVOgrmT30DMHXSx1EdAEKC3ycs+38fyx09xo9OmhM0Fevhz/PHHD481SB/84AePu9zlLnUiwHeMl8G68w+Q88WvhdiUFxv+eBeCE2D0Au7iSr81ABnjZBOGziR1d9umiRjw2Xj47qH7U5/61BA3sdEnYwOc649NELHVB/PFZ63PU/OEHf1QbwzIGT+2ySzdr89qMWBXmR59sDkh5T9eY6XN5y5S7zNVHSJPt7gqN5FNUnOHfXqS9budzFj+pM0vpUe6NG39ax5tSQrs0SdWSeo7li369RWfMgXJ2s5v/nU9+SZyTWzhkfID0ddEho0k1a+x/Fk7OCFjzrKxVG2dAEhWf5Oo3vak7wdzUr2YIHmEL9m/X12vbTOvfG0oWfWx02QM6EJ0SDdJ3aQZgRmBI4/AniNXccNq6A8FX3I+jH04sKhs0SHvw1xqAeJLQh5t5pUPRr741Ns1tuiSZ4csvXQq9we9dnS7291u4PflgPCrx+fL0heyLwp1hyI8dq2lPuT0lz629Y9eizkLDvW+mJLUnXi8dPuSZ9MdE2V+WdDxhXyyfsgma4qHLe0WGsr0qpOnN1l5ffknqSODFg9k2MPXY9ByYkUPX/BJleUtpMgriyeigy7EJj71SQoY0keHNn3HL2+BJA+k66dYKSPyUrFrvfxD/NUmL7Wg9DONXnhlwZmkQKfFA1/Zxof4JhZSPsiTefazn13gXx2+pk3Zrrs+KRt066d40JGkFkXyFo7G2HWB1OEXh46ZukORPpElh/C6i2YToBeV6rSJjb6LIbtiyg55epIVzLz5zW8e973vfWsTgRx5JK7SJPXGZ7qUm4dec4ReY6gf7ODRZqy1KdOVpK4FYMF44teOjx58iI9JZGuMXW8KxkmM5fnAprz+0CHf9tnDLwbqlaW7i2Zvr0sEknXOHUzGfG4y38xRQNJdXnMMmHXNm8/mprmHX14KAJrjSFmK1+c/YOh7g7zvON9XjrCb03QfvwBeoJZO1yD7ZPmAh7/s8ME8R3QC3F5u5ySAu9lAeH9/sQOA8oNO1yMQrI5+1xYbrj368LkDzx+En12PJgDRgC9f1LtGybsW5X2/+nwH8NnSD3X8YwsfWzYfbCjwjZ/8BdycZpAXN3f9vT/Apsid7nSneh8A/+i5853vXBsSNj1sKPDhfve7X33muOvvVAEf2RB3n8fkjKPPQ+CeD/1d5ZSBDQQnCHyn2wiwWWAjGomH72SbGPrkexNAFzP9MR76ZlzJOu6OzyMNNgjERrvvC2Mprsr8VhZf/PLizHd66cNnzI1Lsn4HizF+fVGvb9ImZW1Inn46k9SmvvjS2aSMj7w6eXXkkvVaUdaGfJ4na32SAuH0q9cH/TT+/DTf9UmsjDc+hFeKktR3Z7Lq6ja2jDmS5wMfxUV8jKvxFSPjYaOOHXb1IcnY/Gtbm3XbMa+fiG9JKjZ8b1K/SXiRGCH5pk2+a5tv2U5bpxQdTE/zSg/WPutmBGYErl0E9lw7tpueK8mWEz6UFSyU3BnwYSzvDriyO+rKjrjhOxTR5XighYovbbLuirdObRY+rcOXDhkf+mw4lueLl7wvYbKOBOJrmcOlvlzI0OWOCl30WGRZHAA3FhC+iFpXkrqzOpY/H4RJ6oV+wDHQZmFET+sQG31TlpciX2bJvtgu6q72T38R+75g2eBrEx/13a44GzZTLE4pSta7UvLqLBRsVOAnb1GG+KufYoHHF6svY3LKvpDkfdl7FtTdZTLGQD/4gOjlny9rcSFjrKQoSd1BsCCiU7+e//znD0c+/e6tOzja1OuvLyHyvvjVWzDwHzi2WHzHO95RQLbniAUJO2Tolz8SEkuLT2NpboivuWF+muv66lEU/rHDb6m+i5v8oYi/fMWTrPPAIlX5nHPOqbg84xnPqLtSdBpD/WoZqRiJi0WrUxWAhlMRdBsHY0knH42fa6PHlh191Cd9s+h3PSHjisxRNtlpUiZrjKT66vivhT1Zi2g6zQcpMt96nMggY8ofi3Tx7LiaV64TMlJtAA9+/ZAnv+todvioRMC1RJE0yegj4z7ngV+fpccdd9wwL3vOuo4AOp+XPqfMW9eBetcTwKLONVysBHYAABAASURBVEEG+ARqXZv0ezbdM+iuQTb80olnybXT4RriD530qAco6dXGLgAKEDol5O45f7SRYde1IU+GTnU+F+jxWeFaR8rALVlAiow68vzzeZesR699jvCHTvEB2AFfL+TTH+02CWw08FkK5NPrOD87rmN31OV9xlgb8I0vQP5JJ51U3wtkbSLg8/ku/k4tuAOfZIinGPlM9pnCH6crAHqbAHzjA90+K93V9/mhP/Sq55fPE581PrPe+MY3Do9IsEneZ5zxYaf5+WXMfQcAt+aGdnERQ+PPrnpxVuezSp3Ymmt08Ukc2TAnzBFzwLhqT9bvAONAnn751sEmSlJgkV662KNXOUmBf35okyJyXZYidWQOpCQF9tkfyx/dePnCT/X6JpbIPFRvfUJv+yMe6sklq1/0LCrLf/1K1k1kOszZZD2loY2stPWQNTbGjw/izjc2Ufez9UuPBUpSbiZrWoUb+T+xReKI5G9kF6a5GYFdFYFtvwHgA9iI+ED34Srvg98ixG/3+nkh5A4H8kXs535OOeWUccYZZ2A/JHl5kecY7co7AkiWHjr9/J67mAC1LxCK+OFDH/DDj9fiwR0ERNfDH/7wYYHhC4LMoUhffLk/8pGPHL/3e79XCwwLGwsNdwj44AiiZxp90fkyIiMWiG514iQe97jHPernzPTHM4p08BHpG6DrOCJbfKWj+0YPfWjzw9fCTJ/F3ALk0Y9+dAHD1gnw6buXFjnmePHFF9exaf2nhw06fcFaOFow4XcHytuXkUcqPGdpIZekTgDoU/uWrF9Mvhgck/QCKnLGwALOYk2sjL+FrYUXm0i8pPznj7xFJl3GU9lmwgtf+MKKP9/48tSnPnW85CUvKZK/973vXXeD6PfCPxtGZIFcIDVJLSK7jn75I6Evf/nL4173utcwnvpnDMVNf43taaedNsTM2FmI6CN7HTf5Q5EFj8UNHqmYu5Nm8afOnPPCRH12x0kMbAiceeaZ4wUveMGQP2O5zoyDxZeyjRhxNt7k+UaneFisi7l827Mw9hOL+mbOGkPzwXVlvvqdbn1rn8wn8vzjv1S/6TC3yCK6XEeInsc+9rH1zowktbhM1hMf/BHDJz7xiYNN9l0j5F0nPgvEGpBhjy/yYxf+zS4fvQi4RpBrFXj0OeIaM799HmkD0NzZTDLMPZ/FPneAWfPWNYTfnEz2fW4CdMCrue/atCHAxiMe8Yi6w+3uN8BpXttA1CvXEKIvSW0wu3Ztyo7lL1nfZu8zAh/7rkPXOOIfP8j7zOWDev272c1uNoByn5M+J9jULnX904N8Puib71x2fYc0aNV3dn1f+j6ix7XZ17xYsMe+vruGxRD4B56BddczP+kRV+sEPpDzGUB3sgJAYwHo25zXZ/r46PvNZiU94kPWZoBNG5vDfuJPu9MB+uI7E6/PDD8F57tJn/H4FQVgEhj3ucMnvpkLPovE0TsM/KwgP+i3ASCe+iO2eM0T6wZ9Id/9EBNjYqz53mU+Jxn6aG7oX5Iac3lxT1K/JKDMjr4iPiF1Y/mjV8yl4r1UDak66aEoWb/XySC8ScoP+vkxlj+66GdfnTZ5MdVfJMZiwV885oj+mlP8XdTU9zM9bUeKzGXyYkU3GXrk8ZPlAx7xtxnGFjn1eJA8Xjql252S1EZI+6kPm6Q+WXmSNVV3tEic0NHSN/XMCMwIXPsI7Ln2rDcNpw92ln0oSZEvL6kvOR/A8j64N3ksNNRfG/Khjq/TtumDCWmjX9oEQHYef/MBPc3bvjXfwdLNLwxfWAfjobPr9bH1b9a1751qwytlo/P8ZGfTt87jw48OtKGuiXzrI7Nps3Xh7fxmu/qWPbDeeGrnozZxbT/Y1Na0GRN2uoyfHB3Nq9z5A1P+dx2/2LVg88IpP2911llnjVe84hXDho+FnwUdnpaR9nxkky+bdfJHSq2/fbUQppO/PQ+7j+q0dVn+cNSxpavl5MnpE53qbWqJgbiIiaPAb3nLW4ZNNHfM8ZExBtKmrpduxo5devG1PXXKiB72u6551GnfpI576+u0ebudjDq+SJWbzL+ua/m2iR9fp/K7kK7WZfE6FB0okKyLyGRND2y/ruVk1ZMcPD2cvuTgcslafzj5w7WbL8mqS5yaHyABYFzT5iawYZOvAYfPIPNRu40oPMCM6wfoATZtqskDO/h8BpIBrOkDEoGU448/fgD6QCLAZ7PZiRyAUhlo5Bd/2Dfn2ek6uuXp5IN2Nl2XPpuAVnJ4EGDq2sVv006eDnw2AcjzQdl1xq44AV3Avs+3JLWRzc8kA69+6R9e6ec///k6maTNZjR5MWATAb1f/OIXB3BOjzi6e+sznI/AvzHB58SQmDsxlKQ2em0IOOYvhk5PiPVHPvKR4d0BNlDI6K8Y8Md4GBcEIJIH7ul0tN/pJHbdcWfTpoQNiSc/+cnjKU95yrCBTs543ec+9xk+b52oslHAB32y6aGv8uIqFmJvo6fHUZ/EhD/8wiPG/NRGl7FjX2pMUY+XPtFtA4YcSlKbpp2nx5iO5S9Z5zc75NRr7zkurx4t7KVHii9JbRbgIW8+8Jmv8lI2+YZfv/HRbS7ZKNN/fddfcx5ANxeMub7ixSM1r+mUIrr13Zxkz/zDx5ZrTnyMAz468Th9yI5NHHzqzFljmqyx0B995CvqsjqkjOS3EyWr/8ma8o2fm6SuKVn5kmuXttxmmuyT7fpkrevyTGcEZgSOfgS2/QbA0e/y1DgjMCMwIzAjcN0jMCWubwSS7CdqQQ0YANLACUAJIDmy7g5/sv4iR5IB+AIfAAsiC7wBrMoACLAiRUnqBBU+cuwAQgCmU1NOwzj9RS8dwJO7zR5rAXjIAVz84R/ww3k2kHyy9idZTybgVY+XPUf06WOfrtYpj08/na7jP8AFhPENwGPDaQU8wK56d8jV8RXoAtjYctrIyTfAHggGfAF1/QLU3DFnExgE2J0GUKaTTX4DckCheLDDH/KO/eNxZx2Qt9HJng0E8dc/AB4YJAO46huQL47GFfEVP/sec/PYljHmhxN7jv17keC55547gG6bNfz0YlmPDoiHvp122mnjIQ95SP2MINtiyq52fWCTD+aAjRD1YqWP0mQ92WBM+EVWv/HzG+GTahdflKxjbVy1I3kkjx8fklenjX9N6puS1F1n/ChZNwFaBp96pI4+deYin5N1zgHc+iyOALjxk7JpTIw5fvL0yNNjzomNPpKlQ4zIG2863EDCY9zMSWPqGrKZJNbiRh/diE26m5RRl2c6IzAjMCOw3SKwZ7s5NP2ZEZgRmBGYEdiGEZguHVEEkmzJAySAA5ADfLiT6e4v0NJ3IQFHIMJxdnd+ASCgBD/AC4hKgT16ADv8jAAtwA1ACahoB2Lk6Tv11FMH0A/0qAesgWKnBOhhh39J6o4tsEQ22dcHOtXhHctflwEq/SCD+K1PABSAxX82PLoFyDqCDgTbmLjZzW5Wb1T3GJbHeABsmwBAuOP+Hn+yEUAP/+jyuIANFMDMBgAdfBIbmwj4xAqo46O4AI/AHL/IiAnwn2R4RwCw7o4y/8kD/vTpr3iLm0cCxE5fxY1efbX5wQd38uXZ4p/HCZCTAE4JAJFOYThR5X0KxsopEADUu0/wiI04eeTNmNHrZAFZwN1mh3eeOGHAhg0DbUAuX5PUsXd9WIaogLe5px2fvtBj3qjHJ0b6kaTGQpksHu1I3KVIG1tInh6Ev1P1Scp+kppT+Fs3viZ12sSeDjSWPz6xy3cx0nd9WJrqFw7MIXPPOBgfY6ONj3QnqdMG3V9ziB36k9U38nT3RgpZ40In205jsEkH3eYZHqS8SfRulmd+RmBGYEZgO0VgbgBsp9GYvswIzAjMCGzTCEy3jiwCSbYUACQABQABTAAj7grLe7Ed8APsJRnApef4AU0giAyAIgUGHXmmD8DWDiAlqZ+bA0KAFykebeSAfUfggUsnAxqIA01AUZICf4ANQKaefrrYoE9npEienHZ8wC9wrQ3ZwGADSANqgTftQD3gDdQDv9ockUfqAHgbAfI2AbxjRnxsELCHxAXItokCcHuXCF4bB+LKPh56gDl3ddV55t6ddY8GsM0fmwSOluuPTQEbKcZE/22Y8AOvd6Hoo40F7WLLF31H4sAnGwn6mmQYT8DUGADq3gXgMQYbCx7F8JgB/eo8usCe+Ej5ZhPCLxF4KSE/6Qf8vSPAowo2LgB6cyfJ1nP0yQp89RkZUz7zw9iah5ukjg59SlJgXV2SAvDq6TCP5JN1rpBJ9tkay5/2JdnvX5LSKV5j+eMTPrQUq80cE0N21SWrbX1G+qkP/AbIzRubWGJvrMjRq49SOvDym582oOgH+LUjG0jGk36+aDNnm89GE6KLvP4jevHTkax+yuObNCMwIzAjsF0jMDcAtuvITL9mBGYEZgS2TwSmJ0chAkm2tAAJ7vIDQoAm0KLREfAkA5gBGN2hBoTlAVhywI87lVJABSAERAAnKeADnNCvLkltCAChSequsE0A5C67O+vAOd0IwAGe+YOU+Yk6Ty9edQgf/7yslD6Amw4ACmgG9AFuBGTzGVAH2PgF5MoD1uT0WxmPDQTxsDEA4Hvxn00AQBCgI8sXAI8P4mXTBIAD9G100CEu4iPfPgLfYstP9vipHaAUH/JOJ+iDzRIbEO7+A4zGzEkBpwn4azOBTfXei6KNb/pkI8c4A4vGxfipZ1NMjNf73//+4VduxBMYRTYK3vOe94zXvOY14wtf+EK99NXGgncReNGgjY+2wW/9F5MmupLU3W/xYYcPfCQnbuaRuGhPUiBcfix/SaqMP1nnrzb8ZMfypw0la/tSVf+0oyS1eZCk6vHySxtfkLz69luapOS0I3PGmFNiPpgnALt+y9sIEE99RMY7CfZ6iSafjQHZZH2UAI96qTGxucYWX+g0VjYZvMtBnp/mPj/EAalrKmPzvxmBGYEZgW0egbkBsM0HaLo3IzAjMCNw00dgenB9IwAYABTSA3UAKQA14AEEA2/4ENAB0ACm7mwnqWfEASOADSCRJ48XcMELnLCHB4ihix3gBS8CdtgCfAFXQNTddb/oAvTSa2OBProApNZHDohCbAFy+sWOOsAfqHY326YC0M5/wBhoVwZs/TweGf7QIQ+8kUnWDQttdJHhCz53822SeI+BO/H6AMiKFTAmjn4lBRjXJ8BduxiIB1/oo0tf8AP9wD0gLnX3H5/NBycJgHckPtqdIrCJAXy6m28zAK9NB+AS0U0fcKof4g80Jhn6Inb0iLW7+970750F/DSeToT4qcDvfOc74xvf+Mbw/gDyxsNRdL8Q4/QH/50SEHcxME7JuoGk32zrK734nUiQ9viqNx/EH9Hf49lp12tDygcS3iQF2OW7XT7ZV5+s+SSatihJnVowRsnalqQ2q8w/Y+s64avYmStip80cHsufOrHFuxRr04MfyuKiTnvHg7z6ZN+1RT8+4+eaMkbiZc7S1fFqPrw+cjm9AAAQAElEQVSbhCdZ/d+sn/kZgRmBGYHtFIE928mZ6cuMwIzAjMCMwDaMwHTpiCMAGKBNRcqABGADkDUgAVDUSYEdIBIwAl6SFMjyjDhQog4BJnQnKeAjj+ilBwAFaPAqSwEnPiQZgDJA7Si6PPDIH3qBJMAPKAKeAS1+8Qm40uZuKTAOPKtjg37Anw5A1Z15Prkz7sV6jr8D2kAqefxs4qET4AXw+AhUoyTDRgPQzl/H5G0SICAYYLfRIGZ0kOUr+zYlbB64qy/PX/V85pvNBX3ig7w2NpE8X4F+voslkA6s08cuv/Rb7FqfviUpcCvmYgOEu4uvf+7g00lOnPhLxqYCPWT452QF38Ve3PDzyXjYwDE2+mm8k3WOKCN9Ekc+m1fGk7w6PrCrPJY/dXwQA6kYakfkuj1Z55n+qEN4FxU1/8jKJ6svSRS3iE9Jtk4XsN919NCrLHWN0C/W8u1Hxw2P+SNe7CarLeNBFxn19HVZnLouWU8D0Ic3WeXZc+rAdSbmfEgyxIzsOOBvsy5ZdRzAMoszAjMCMwLbIgJzA2BbDMN0YkZgRmBGYPtGYHp29CKQpAA8jUmGu4uAg2e4gXTgD/gCaoARAA4ABATJADDqgDkviwPMAB9tQA1wAiDRCcCoAxTx4CXLhnY63TWW8oNdd5PdXXenO8kAevhCjh5H4+lijx0+0gVMA80Af9fxtXUDqPpBLln7DeQCsPQBtnjYw8NXoAv4smHAZxsE2vmq/16Ap86pAamNC2AdqAbO+aWeTwiAfsADHjAc4eebTQD8+NjUT3rFTR0SE/1W59SCcWoeOm06eDu/xwTYclJAX/SJz+IG3OqPu8meI9cftowV+2yLmVjh0z+xpENZu/iKFR6+O6nR+oFffrKrLskA9NnQhyRU1LzjDz7jyKb5QR8fMZGRKif7QL6x5ov21ikla0ykyoi8svRglKz+AOSILWmy1pOlU508u8r85Ye4AeviqN/qzR1xYJ8+qTJ5MklqE4Ye15k6Y5pk6JP3afSmDFn62Rcfc9BcJSu+2pNUPMf8mxGYEZgROAYjMDcAjsFBmy7PCBxLEbCIan8tPjsvtZiSbpK7Nl1u/k7VyyeRrReVyVgEStlKMiz8lFHbSFJ3m8byZwG8JPUPrwWjAt1SpJ4+pNxtykn2W/wlwVJ3JmWaVx6/tG20r+qa2Op8p3Qkq94kW32lr3U1b6fqySnjQ/JiYIEsjwAa6SYBL13u+Oz1a7++4uk+tP5k9ZNtAAVPsoIHPBbMnR6Y57M6QEiK6JDScyxTkopdsi/t/iRrfIwLwOcoOcCbrPMX8BAHQEVcHS8H6tyFBkTUOYbu7e/JKoMXaExSwJ0tY+WOMxDFljrzAZ8YA5bApjZ15gEgbRPA2LCD31wAlIBecgCRtHkASj9rh9f8wY/I89tGA1CVrD9tSBdAyy4QzU88Unr10VF3R+ABbvb8hJ7j8gAcvQgfkOe4PUBP1lzih1hJlb07wIkBd+b5rB8AoHkpJmzwE7gUe/6JpzFQB2SKj2vH3fi73/3uw+mDBz3oQcPxf7z6ou/06QtZjyKwZ3wBSf6qT1KfR3zXH+PDVzFL1vGzYWA86Oc3P5A7/jYa9EHsWo4O8vrCF7EQIyk7/DfeyuKJT3/4Kg5ij/iIyOh3x4Ocenbkux/qEB3q9Hcsf13mE73KS3Ud66cjWa8BddpREsWKDRvmDN38MI7Ghd82Yoyfvpu/ro8kg6/49BuxKeUXWePENll6xdjGjnllA4Dv2vXdJotrzDse6KDLHJHyDSXZ7xov5/f+l6xte4tbSXLw+i2Go5Th36HoKJm5RjWHsn1t2q5R8WyYEZgROOIIzA2AIw7hVDAjMCNwTRFIsl+TBddmRZeBfgs0bRbD0iTDQkxeamEmjyz6LMLIq5daBFq0WVhYBOKz8LRwtHhTjzfJsKi0SKQDr4WhxWfbkVevnU668JBX1k6feqQsbd/pIcsuH7SRT9aFvTJdUsSWdJOfDnUoWeVaZ+uiI0k9UyyvHgEh7Sd5uiya5QEDi395+qTiCYTKG4f2R5qs4JJ+/UxWX/CyIRULbex0nXrUZX7hEffOJ/t0tX98MmZ8Ir/TCSARI0Ckn+t3nB3QAD6SNUaOvAO0AKGxEBcgCKh0TNk1JK7GQto8+JIUoBrLn/YlqTJd5hxe4wIMIuDSsXYvzwMY+Wgem1fmBPBkLPnNFmAJgOPlpxRvsl7D8myQM7/0A6Bl3917QJYf9PEPyP3v//7vAXjZFHG9usYBVaAMkfesP78cv3digR2bAOaOeNCpPzYapGzzQ728+consZbqJzt8MA9dK/jp8/mib/rJHlBOr77yQSqu5q5+2RDhk2vN4xr6kKyfh2ywRS8fxJA9sUVs0mcM9Ed86dY//Ub80X8pm+6G8ztJvfBRLOlkR6q/fPH4gnmmz+rEwljiSVb/6CHfxPZmuzIe/eC7snaU7NOBR1sTfeqQuk6TbIFo9UgbH8WDnDpxkRdLfWFPfMxX+SRDrMQVPz4+6h995pXPGTFPMnxeOy3iRYtO0+ATEzpsrPjJRicD+EAG0ZtEMmlGYEZgRuCYjcCeY9bz6fiMwIzAto9AkrrbY3GGLMI4LS+1mOvUQjVZF1YWengtgjd5LdAswizIyCap45t0WBBKETBDDp8Frrx6epG8BT8d2vBbKAINFrTybPHBYlI9Pm3kLRDpsFi0+OeTsjySx6/eolMZqeuULmV9VIfY47M8m8rJ+oIqdfy12Jdnmw48YqdNvdTCl271/Fff1PLq8epnt0nV8Vsez69+9ataKLMlLurpJie2/FSnXYq08Uuen1JEd8ejeehghx51gBre9lN+p1KSYYzMKePeQNHz6+aYDQDtYgt4erbdMXqgT3yNs7fNAynms1gbIzEVsyQFrIwXG0m2ns9OVqBINyJjHMxfAN0d1fvd737D0XZg1jx1nfCHDXOEDL2AOVCqXb71sMsPAI1vAB1wDMDTzw5QTQYvvfoltSGFF8jWbl6QEwOgjz28dDixYNMEPzuIL9rNK76rM//0VT2/9ME8kyapUzb8SFLHxcVZ2bykz5jYrOCzPNJ/MRnLn/EAMMULsQls//znP6/NTLzJamdhr7HXVza08UNMjXX/0gEd2vXdyQMbJmLicQYnAcg54eHutb7Qy195/tgcole/+eKFgjYB+Ck2xgo/PUmIb80RMmKWpDaM+CF26qStVz5JzbUkY/MvSckm69wjO5a/JPXdQHYp7ierDulD+yBlX2qzw+e92JgPxp5eMsZEf8QVLxmkbJykeJEY+AlF8WDLPBF/RL/TJ64tvHRJ+YqS/fupbtKMwIzAjMCxEoG5AXCsjNT0c0bgGI5Asm+xlOzL/8Ef/ME47bTThudy3d2ygNNNIETqDs1DH/rQ4cVk2ize1FvQWejJo9NPP33c5z73GY973OOGI7nuXAIMAIFFqsUdPgte7Y9//OOLT/7hD3/48NNejgezYVFpQame3T/6oz8a2izI3RG0EARO+Ige/OAHl//SU089daAHPvCBQ/kJT3hC3Y1jG/FbaiGpv/e9730HkPWoRz1qPPrRjx76yp48vy1EARzHjU866aRaSOuDnzC7//3vP9hRppPv+vuHf/iHQ//JWtTrO3vuJv7lX/7lOOOMM8ZjHvOYWnBb/DfPIx7xiEEn+dOWMcGnrF5ejNgBPsRNTPiPxzPQePRZfIyTo8/qHZPmC1nxVKfP/GIbL3BFlzumFvd4jYN0J1PPB32UB9gcFTdeQK7YdDyOP/74YQxtDgCCZMw/mwbAH6AiZmTUmw90blKSAl30I7z4ktR8UKdM3vUD/J9yyimj7zQnKSCbpB4xwGs+AOh0kWOPb0CY8TUngTRtxhw/8K4fAHbPX/KIrHnJvp8oBHTFAui2+UGf+USfDQV8QC5ftJl/6thuX1xLNlgAwCR1HeFLVjDOB+DPNck2/UieT3TTRY883a1Lu3HzmeC0gs8sevD9z//8zzA2eOgby596uoxV+8C++qV5GGePX/i8weMzR7xcR04eiIG42QhwagT4N0e880A8+MVPbeyLjTptNoucqhAL15z+sWGs+ISSdS7whX89J7SpU+76ZB8v/7UhfMnaRi5Z8+pRkhoDMmP5S9Z2ZfJI3me8uMmbO1J90199MGbioS/qF1W1caO/iCz74m9c8CTBVvMYyPfLC3jF3fwRC3b8xKJrqzcs1ZXg8p88WrLz34zAjMCMwDEZgbkBcEwO23R6RuDYiICFcnvaC6ZkBSEW8O9617vG+eefPz760Y8OQNOCDb+7mVLA4+Mf//h461vfOix61fUCzcKMTgvYN73pTeNjH/vYOOecc8anP/3p8dWvfnVYGL/iFa+o9wEkqYWhnwX7xCc+Mfyutt/UZlv5oosuKhmLSotEwPq9733v+Od//ufi/fznP1+/wW3xbLNh7P0D3Pl34YUXjs985jMDH/rc5z5X5de//vXDQh27WPBXHlnUf/KTnxzve9/7ynf+y3/2s5+tsjt+fPFcNR9f/epX11F/C9knPelJA98FF1ww9Ik+BPh85CMfGX5P3ILZQt0i+rGPfey47LLLxhve8IbxoQ99aODx7DhAiQ/I8Dvj+sEWX9797nezMfhofGxKAAw2WvTvS1/6UsXkU5/61OAHnW984xuHBTlf/viP/3jgs6GhH8aNDbzib6w7JoAem3//938/LObJb8ZKeSeS8dEvY2A+KwPyAI7rQ8wchRcLYAeQFl/AHMhMUi8RNC/dzQREW1/HN0mB+2RN6WIHyMLr+gFAm1+qTsqmTRkbDu5okwNyASaygJW77zap2MZvrPHRbyyBd3OZTv2xAWDDgE2ACy/Z1plkmMf6Sg6/sutfag7qA/10ALU2TcwlZTrx0st+sj4XLsb6ZK67JvgDHPJJfZI6TUS3eu1s0EO38cAn1U96kvWzzDUJaBsD+sgbQ2Rc1ZEVr46b/rLBFzb5x3cgX0zZTDLE33F0fSNPD3vuWjtZ0Pq1iSMfAFsbAlK8xsTnoUdGkgwbnOYRXW2HX0kKmCcZ/vglBlIkzw6SJ6uvSerUgDpEVj1KVl3qkpR+9YjOsfdPnqx4S5E+8zFZxwar7wZzkA8+Q8WMLMJLTiyl+k1GmzqxoJ/tJMO8ET/jaZ6Zl9psnPgJRrEkn6z9OzCvPGlGYEZgRuBYjMDcADgWR236PCNwjETAApGrFlUWYUnqDqQ6d/Qcp7WQswi2mLNgw2vBjCxgpeotpsnhp0seWUgDBgAR0ArkvvOd7xwWik972tMGsAw0WPgB+Bbd7sq98pWvHPhf9KIXDXlEH93ADn2OywLTL37xi4dnRYH5N7/5zcNikS5HRNkje9555xEfFqdvectbxute97ra3LCYtDDVyPeOSbIe7dd29tlnlw8f/OAHB/10erabjDuLfBYHNtVZqErVuVvIV+WrrrqqXoJl4ZysC2+xAbjF49xzz60TAMqekqr1wQAAEABJREFUYdY37RbLb3vb2wY/bFrYHABwLrroonHmmWcOwN6dMotoY8EW4PXa1752APVSMbB5oP/aLcylfBF/cTUGbBlrd/xblzZ87lLyUx4v+Z1O5r7+A2/6bIzFwHwHWMREzMTBXXPADTC2eWM+kQEEXQceGXD9AKPmhjxZfOSVk2yBNbLkjKs8GWPV8y1JbR406E0yAEu+msfGiR+uB3LmId/p44PrCJA3F5IMKVDOF0SvOaCfYtD2zW93ZPszwgaDecqG60U/2NFvm30AHKDcfaCTfvz0KpNhj8/6x3/8YkOXeP/v//5vnWzgBzvJekIAP13GCrUe4NH4kJeyKQbs0aVOLPggztpbr3yynqjQf3qdmkHsA+t85SPfrrzyygGUOrL+rW99a/jswSc2PpfEzNxh12cOGbbp5oeNJOMmpsbE9U1eXPiC+NmknKxzhQ9IrPRDio9sE3510iQF9JPU5z1Z8zDZVz+WvyTL/+s/7fjoRvLiKE1WPvX65TPGmNiYEm8axNUYydNlfPFLtalX5mP77Bl/c9SGER4xEb9vfvOb9XnPNjky8snqh7L6STMCMwIzAsdqBOYGwLE6ctPvGYFjIAIWXJtuWnh12eLN4guwVOdxAAtSRA55dlibRaxFt8WeBZ06upJ1QWZRanELjD7vec8bf/VXfzX+5m/+phbzjrRbGJNBFpXA/Ate8ILxjGc8Y5x11lnjVa961VAGUPAAL/gstt2V1u40wiWXXFJ39J1WwAcEs0cW4Lc4tXB/znOeM5Aj9/Qk++5gtf/6ZCFrYc4POv7u7/5uPP3pTx/PetazqK87/jIWnBbz8kh/gQ95d+b1XR54ALDoJSNej3zkI0vPl7/85fGUpzyl7uj/9V//dZ0IwA880GXT4fnPf37F4etf/zp148ILLxwvfelLxzOf+cyS47uFN98vv/zy4rU5wneEt/sLjFKizHcLaGOG1HvcgY/yxlaK10LcAh6p28kkFmIg1U9A0p1a42EuieFmPGyY2QAwrk6GGDtyxhsYFmMxND/MeTF0HamTZ8cYJut1Y1zMP9eDjSa6tCNgyljzj16ySeoFmvQrA958wA+IsuWuabLedXf3H7GvDYinr3nUIXX6ae7qGz6AVn/lAWEg1gYXcCsu5p+NKvr9rB85fdYP1wPf+Y34B2CbZ2zxR4of0Q346RcefvCn44G39Yij8UHqpdrk2eCrzw9+8FNftdPls41f8uKr79r4rg8e9bGZwh99YMt88NOBxsib6oFWesXHexRsfIi9WPGfLNv6zA49+Olh3+kCMaMbj3HEx/8mbfxK1nnSZf6KnTa8nSapE1atj040lj88ZMguxdpQkqqXJtnakMKDtLFpfion6+dn98V1Yt7ZyDA/xNK4sU+nVF/VJ6l3LYhNsm7oGHPzyGYWOb4aJycCvAzQr0/Qg5I1BvJIv6VsSCfNCMwIzAgcixGYGwDH4qhNn2cEjpEIWLxxtRdNybqYsuiycLUocxTfws4zrhZt6shYKHuO1ULQIs8iDZ/FoQW6+tYrr97ilyxyRFYKMJGVt2izsLfYs1DnX5KhrM3COUktZvG1XPN5LlRdsvLwVZvFONt8dnfbgrd9A5LwJesbquXH8gcsiINF6lIcFvHklMUByMbLL6R/bCN5sk4JeDeAPuoP/y1s3cnii3hZJJPxuIM6tiysL7300lqMe1+AOsSm/tAlBULJKlt0s9vlJPUcLZ+TDDz8ZYP//FOmd7NsrABWjwYYV+1AlHgZVyn/6NO2k0ksxFwfxc34AXrmEpBi/otJsl43xhXQMwYAo1Mc4oUXcAEk5c0hY0+/cUTySWpuk09SG2TAoU0r/GP5S1I84o+MY5ICUWP5MxddGz3u5gS/2XYdsSVvfpvTNtX0Ub2+kDOX+KCeX+YHnWzpI1lluvED58CvnwEE+m28eXM7vic/+cl1TN5GBn5zKUm9e0M5ST0GRK8Yq+NLx80cZUO9uLle8eqnNrxiak6S4a8y3133ZPSLL9IlRHUKyBjymzy7+iZlhz36ETknOjzK4zNQXGwgJBl0kOMTGWPEN48JOPlj/G0Y0Gus8PCL3/jEkN/0dJ1TJMZFP9hnL1lBePdPGz+Tdd51vTqkXZ2+ySepObOpbyx/eLTjI6ecrDrVJ2t+Yd3aBFCP8LaMPP/NLzHV7iSDfoi5MdBXfHSZT/oldmIinmKgjY/mq8dmlNXT6Tpw4qu/N8RUOz1IfpPo2SzP/IzAjMCMwLEUgbkBcCyN1vR1RmCbRcCii0tSi65kXdBZfKrvhZOFnHIv0KR3vetd63joxRdfXM/rW8g5EYCPPgs+izA65JG2JHW8X55N7fRbBLZdbRZ+2i3w8KjbTC2U1fFFPR0WdcoW01L22aWbPotpMhb+2pO1vxaQFpvkLS7xNLGfrAtswEF9kgLP7NIvBfa0sZGsepNUjNTjsfBlV6rua1/7WoE4IEh/1APVeOjlj1TfAIXOk/UM/5lnnjkAR+UmfceXpJ7Hp5NuscSjTV2y+sgvsREr7Wx2mYwyAKDvdNPlPQk2LZxAELdk1UW+CV/nd3JqbomnmCH9vuKKK4Z54DownwBA8dXuGhFHQNe7KvAYA8AFqJHHa8zFXTlJAXhjl6Q2fuSNDQAqvuYwna5D15F288iGAz51QDad6snw291pPOQBe/rIAmg2AtTxRT/01YYAn80NgJZudeYHfajbAD5x8PZ6wF9cnMJxh9ajBzaR2NNHcmyZT4gNPoqZvHY2kvWa0o8kdR3yg2+uEbGlL0mBWr7zAY9rVKpODPhpbPTBMXLXnn7aOLPJ5a47X7TTiciSG8ufcRI7L8e0EcdXbYC92LlbL474+C9OTk6deOKJwy8FsK1eioxd65Dqo/jwn13P/tOrD3TyJ8niyag5MZa/ZC0v2fqXrPGiA9FJl5Tt1tH2uq/ak5TeJAcF+PpKvgzt/U9cEd3mUbLqsLFpjtmsElMnYFwLxIyvOroQ2+T5RAd98vz3eazd9475wockwzw238wROpPVLj3kk6je6g99VbGN/0uy5W9y9fw2dn26NiMwI3ADR2BuANzAAZ7qZwR2cgR6EWSBZFEl1V8LKWmTegtDC0cL7STD8VWL5QYuFt7uapKh10JO/lDEpgUc4IIs3pTJsCNlE5/FsYU5gMUXC8ZkvVNokdy8UgtFCz95pGyBjU9eutmO5/oQHfyRbsrr/2b5mvJeUmiBC0Don36RFW8y+g60qfciQIv/bnPywmMLnivGCxBIyUv37NlTmwvySAyl4mtspIjvyfoyOu36I7W4xtf2kvWOM37PbScZXqJozNqmtrZDlp6dTt33JNVV8xh4VABWjK85ZyzFBLnzKbUR5U6wGBpnj9PgF3tjTrf4yycpsLupC3ACKm3GAL/mEL1k2JeqY8f1RK96+qTsuo60k2NbPb3mBp+Np7wNBCk+MlJ62EDyxp8OevmJxMIdXM/A2wBwwsbGh5TvdJlz+gqAuzbJI/Hjj7mdrPFV5hfd7OHhFx8QealrRbs8mST1XLs68vynQzvfpeLjMwbw57O+4BM7McHHljKf+Oszz/sOyHe7z0IA37iIG14bDOpsAKjHQ4+Uz50aL/Vj+aNPXhsdfFmq6x97+iKtir3/KavXR/2TV4f4Toc2ZUQsScVGW5It0Dn2/iXZr31s/NGPVCWpFzEaSzbELFnnrTobMOrFy/jrkz7yi7w2PqhPUj9fakzMQb76DDdXPNplQ4EM0k+bC5vfW+xpmzQjMCMwI7ATIzA3AHbiqM4+zQjcSBHohZcFVpu0AEtWYL25sNOOX12ybgA47myBD7hYyDkGiw/RIz0U4UEWyRbBjrfyBTDwU3UWdP08uwUdoGIxbGEJIFgUqsfHDh+0A2HyeNSzASjQS9bxY3XajoTY4HfraJ186Hy3HSz96U9/OhyNdvcQKNB38SXLzyT1iwL48HjHgDGgC1AAUCyalcnyR0yUf/WrX9ULBelC6lpWXPCrQ0kkdceUDgtwpJL+JAUAxvKXZPi1AQtu7wEAUOhP1sV/ktKjH2OH/yXZOuEh7sl6usWz7uagOJt35icyXknqJZTGL8nw7gzzH78Xw7me5MW0x8iYJKkNHTrVaxdec9qdYdcOgNS8Uu10A5+ANl/UtSxd/LB5YM4aa3LmiXFVBq7MRdceHeYFcE0H6n7j5xff9RVQM0foYheodjfcG/GlfOYvfUkGeb6yKQY2RGwwssFukroLnayAsm3Qm2SwQ5f+0KEffMCH+EaXMQDy6Xc3Gih1Rx0PfwF//oqNWOk73eSROHl+3bF/J2CchNIf/PSzj7Q7HSCPyAC+nt+3cUBv91k88YiHOPtMSVLXkb5rk9I/lj8xR66xTeo6/fe5yCd1/EZJCtzLk9OGFpVVL2ZJFKu82cZ2kqpP1lQ7W3QlqWuBXfqTdUzoVFZvXPXD+1jER//FFg+jdCkbR/zGRaqdffZcW47665sYJhnmnHFTl6Q+q/g05t+MwIzAjMAOjcCeHdqv2a0ZgRmBGyECFmZJ6vlvizGLLAsnd6T9TrwX8AHiD3vYw+rOjnYLMr/tbRHbx89tAFicWdxz2yKObvlDEVsW5BZyFm9eyOdn6SzwXvjCF9bP+L3jHe8ocIAPD7IgfuITnzj+9E//dDzhCU+oN+MnKR/ZZZ9dei0e2fG73F6oZ+H/3e9+twADniMh4MiC9jGPecx4/OMfX/7IAwlsHk433/RXf8RcfI2DhbB+KHvRlRf16beYuOuvX+IBMBkHdtjTb7LGgmyS/RbDyRoj8jYcTj/99PG4xz1uOF2AyCK6kxTgUqaXfjrlLeQ9zw3EeYeBfozlDy/deJbirvmnv2KerPEFLB1JFguxAmQQoCIo6gE9dzcBQ+/TMGe8E8KGkLE3BnjpRZ03DspJCnCZf+aAjQA66DYefJIigIq8+UoWGUt1+PhCHvAkn6RePInH9c6mOUoPfnk6+KmNDbbxstG+q8OHgF/XYL8YlE0bD2TZSTKAcdcn4A+Mm09tkw7+SgF78QTakbjiY48uPAAhHcA8Xn6pF3PXlJcuGiNj5acb2TVWZOjXF7rodU0i15vrxns53Mn385fGDy8/6BdDfPjJKuurUx8APp349BvhMYZ8F1ebAfLNJ8VDX48N+WQfCDcOfJCKGTIuXTYePj/waEPa6ZGiJMJb17x6BfVSPiQp8K+MknX+NY869thIUu9tIMdn9sXdWBh/70rQV+3kULJuGOgrncbBPNCGL8nwKInNW+MlHkhfjBcbzYtfftKMwIzAjMBOjcCendqx2a8ZgRmBGz4CFkrIAsoC2cILqPvwhz88LrroovGZz3ymfgv+1a9+dYFwiy1eObaM32LMAs+brdVbGAMI8teGyLJJl+dBH/KQh4yHP/zhw/PBFvV0WVBqTzIsoC2WTznllOGn8PzsnZ/e8zN3gGjzW1jrE3DrlIKFvrurFqFAr0V/LxivjZ/XxDH0RVsAABAASURBVGNxDwC8973vHR/4wAfG+973viHfd7euSa7r9d3v9Cv/yZ/8yaCP7+otwsUbIPj4xz8+/vzP/7yeA3/KU55Sv9svDkCHhTL57rv8nj17JKWvMnv/E0u62XAc2Tifc845FcuXvexlg9/0YsfDB3lzRD5JAQR1fjLQAtwvKtCrLkmBUn4r73QSE7ERK31NUndtAU4vutMG1AI+YgQgqTO3jStS75oD+uQvu+yyOrlBhl42xFNKVp0UuX6MAQKczAGEJ1kBlXnu+qGPDsQPPHjZlNoAsJFAT7cnqVMHdOBn0/yRknM9aUtSnw/kxvLXfgG+jmrz73d/93eHO+L0O5GQpOYzUIdcpzY/8CerXTEhu6gsP/gOyAKG5j3b6tzRl+Jz3fPVS+HEnk/JaoucemSMXD9kAUqfCTYBlNXTk6TG0zUhNu70u4OPjJlNDXz0ss+fJMMGQLLGhKyyWBhvsU7WsSGDkrUsNvorxSfW4iztmIp9ktrYS9brTR/xSfHSOZa/JPXYCL/4abzwiM/SXNcyfkQGySN5hA8lkZRMktoMwJekfJGnmwxffZbpg7JTGja3jJ33Izj+z1/zelNO35PUS12NA5+181sfPG7mNJT40JukHhPAl6TGCj8/xGnMvxmBGYEZgR0agT07tF+zWzMCMwI3QgQslizCLAgtVC2a3B0DCv0knLvNb37zmwvcAhF4ueW5V4uwH/zgB7UgdDfNgtwGgEWyBRi+w5FFYJJaQFpEO+bOD0dEgVMbAn7ebuz9A2IsBr1Q7KlPferws3dPe9rTxstf/vKhTn+wWkg2eOCnflkk2mRw187dJ33GeyTEf34/97nPHU960pPGX/zFXww/OwhIiNfhdJMHejwb7fEJsQM+xCBJ3YUFVPh/3nnnDTz68YAHPKA2Z9xVZMOCW9+R8v/7f/+vFv7Gq8eCDtRldzuf/vSnjz/7sz8bz3rWs8Y//MM/DCDMIl3MLLiT1NjQM5Y/i24+a//iF79YL7pzSkSstYkp/YhPi8iO/6fPHffNzjqqbG6YrwCmmIgjXjEGjrwkLskADs1ZMfTzeDaszHX6yJCVZ2uTgCyxNx7GNlmBWZK6LukzXuzxgQ51dMqTsRmBhz98oN/c5SdePFL18trMDTKIrm6X5wvC6zowD2zc8RMQphfIR1/5yleGF2E6keMdAXwhh8e8x88vehF7gKG+uMOvTj/4hFwb0iT1c4diyL44iSFZ8941xo6xoYcvfAVU+cA+uz4n9E381NFjI8B15/QCHWzwQxteeXFEYqYuWX9BxAaAa5scvxG9KElda80vhvL6xD5/2JCqp4Nck7qmsfzJ4yErbvqvb+qNBd+SffNEPWp9i4qtOdR5bXiUk9RmHxvK9GsTb6QOGUdj63rgu+8I/eATIk8WyRs/46TfYsim8dIPY6ed/+agOsRuss59eXYnzQjMCMwI7OQI7NnJnZt9mxGYEbhhI2DBZVFm0WqhJc/ia17zmuEN88DsM57xjGEjQBsiA7hYpAH+Fm7ohz/8Yd35cveejmtDSernvshbuFnYs0GX593dNTrjjDOGO0YWxBaWFuUW6+9+97vrbvvb3va2gSwmLa7ZtXjUp/e///31tm1HjwF07S960YvqJIEFMN4jIXYscG2SsOXu/1ve8pYB+F0bvfoj7v/0T/9Ub+wH7PVDvf5a5PIZD/Dg7elOOtjsuPe97z30RTzEDw+bZMeSoYf8kq3HHbpevy2aAc13vetdtbnz1re+dcgbA3bpQsm6qKafnmRd9IutjaJ/+Zd/qZdBOtKbrLybfPI7ncRMrMVVX8XGNQK0APLa3bkENM0LgNFYqDemNqWQO8p0mNs21owRXcYBL6If0e86QXShJPsBtmS9+5us9caLPvKIXn6zY54AVsZZvbw6fOYXwAW0AWR4yCXZenQIH//o5wsd+ulOuxMyiCxAT54v7s67647fHGdDDJxE4FOSOlWQpB7tYYNfPiPE1YYjPtcgH9nnM31SPqp32gBobxv8oIusMUKuYf7aECBHB1/x0qs/+g/026Sj06YGHcbCNYPYMIbiQI4usvSRp49tdVK8+JSTqNrqK17t+syOsRYjKcZkjQtZOpLUBgJ/lPmQpE6TdF5ctJt39NCfrHaTNSU7lr9kLS/ZmlfsIO0oSZ0C0E6/vtLNR3ptNhgb8xn4N17mgcdd8Lec2NDHN3PDOODln3iq06bOOOF1HUnZkNLFN7zySFk6aUZgRmBGYCdGYM9O7NTs04zAjMCNEwGLJAtX1iyykIUncN/1Ser4rcUV0g7ku2tmUUbWgs97AOQd8WxZ5UORBSOb+C0cpRa7ZCwEAQh5+i2ELQiVLSyl6shp12ZBSKc67YiPFqEf+chHxoc+9KEBbLlrza72IyFAALBrexaj+sAP6eF0W+Ti8aiF9NGPfnQd27eY1jd9aT8tfvXTYtpjAGLgvQNADrv6TwdZsgBH+2Cc1Un5itdY0k0+CdGtzRhtQIJKuqVsN1nAJ6nHQ9TZYMHTvPTjUbeTKUndBdVHQEaK5MXCHUtj7Ii7vOsKeDE2SQbAaT4CljbVyJn/NgzoEUNjJp+stros7tq7TaoNJanj0OYCPvOIbfxJCijiM/541JtPSL2y+mS9c22O8Nm46hfiKxBsPtGvjtxY/uh1XbhTrl4fPfvtusCjnoyTPt4x4kV6Hj9xtJ4tPpBJ9u8zn/TD5gFd4odsGpjryeqvGLLjeX16+GkTwIsSkc8w1xM7/EPmPL/ZWLpQm2auGXrI+1y73e1uNwBY5SQF1vVfjOngO93kxJIu44/f9YRPHZ3ip40tJB5SbXRpw88vpJ1udfiS1OeyPiSpMdWGj3zr0aex/GnDK22f5fEn6/WfrOnCvgXu6dokOro9WfnZQvTxUbtxQU5V+AxOMmye2ATgE7v4xEEqLoiM2NHDLl426TGnjLuxY4tNeuTpQMpiJz9pRmBGYEZgp0ZgbgDs1JGd/ZoRuJEiYEG1acriVdnC67jjjqu7P0nqbpx6Rzgt4C3kvKzPT9l5U7+X8Vm8+YmvlrWIs5jrBVqyT4+FWi/+LPQs5pSl7CB5fHxyR06dPH3qlaXkLPqBAIvFXiAm+xao2pxYIAMYSNmVoiS1iCZrgTyWP3aWpP6xU5nlP3mLVZsUNgH0camuu/jq5ZuAAncZ9QUIYJNe/WgeR6DdFfVcvuekbXyIvb44mu+Fe3wGBMjgd5fY0XEgSp3+JxXfAgbq+CmlRx4Zb2U+aDNmfNLGd21si0PXG0ft+pusMSX/pS99qe4wAnHsk6NTPDqvvJNJjJLU4xBil6SebddnG0/iCwAaO8DVHWx8HSOxNbbufgPJ9HksxEaPMVCHV72Y4+/YmvfqzS3joyxVx775lqTALHCtnjx+IEnZKRt5AB9QMwfkAWXzi+/8A7JbTrvrSRt+Os1zBKSpw6Md6OMvWdeVPFn1QD+fgWqfK91Gj88XfSGj33xzjdBPN59dV/zkm88c9thx/dBPL/3yri0xIGMcxNR8Nm99trDl2qC740bWi009inSPe9yjHtXgCz/Z40OSeuEdHWJOh/7jI6+eTm3GnYw2PMr87TZzRDs5nw94xEJ/tCmLnX6yj098+EMHGSSvjYw8YitZPx/YUNbOF2Vzgay6JPVZqE1ckvWaH3v/yPLbuOsveX3knzYktvQZN/4bI3HkN//Fnwz9/KfLtWJ86NNPvOQ9muTdGP/1X/9V7wcg49pIUt9P7CWpTQv94FuSvd5u34SvR0JH2rPD2T5S/VN+RmBG4IaLwJ4bTvXUPCMwI7DbI2BxbLElDhZzUot2qUWbhbXn9r3gy0LNYhWA1U7WQszCzoLOwtKCQ712izZ57eTIu7un3DYtYvEBRxaGQJF29XRboFo08o0NC0Yp4EIOJetCkG122MZHD3llbfSpsyi1kFXflKwLTXzqktQdVkCB/bH80SWPpxev8mwBAXy2aF1Ya6Fq4Y5fX8XSywDFSNkGCzn1AP7JJ59cJxfoQPyzKUAXPfyQZ+///u//yjdlsZAibeKhf2zwUX2yxmeTVzz1J1nblNkUP0SOr4CqjQg+8JV+euk3tvh2OwEtQCtAJEbmgHkupmJjbriOvFDuxBNPrI02se7NKmBVTI0fIiO+nVdu2qyTx2cczQ/XpTFO1jE1VsrmAx/kATPj6245wCZvbNmni51k3VBwrZiLZFw7+kOOjLFnX16/9VneSQfXJpv0mUPk+acMFNLFH/JtG8gUQ8QXfeE/GTHVR7zJuvnCd9cQ3fzEg/jhsQN3k+Xp4Cvf9YWP4pCsoN5PNNrcMi58wsNnfuoDu/jFhR71/MbHT+18TNaY40N4EPvKSeqapQuRS9bPHHMBb5I6oaOdTjxj+aNDzKT4lqoCxeqU8Wvjd8tok6cnSX0ekWvCj7pMz4Gk3bjwT/zo1G+pWKjXLs5se/eKMTEOSWqe46endZPzuaeOPPKZ79dmPPbh87Lb27eZzgjMCMwI7MYI7NmNnZ59nhGYEbhxImDxmGTLmEWvO/zuYnr5ns0Ai2yLY78MAMQDrLe+9a1LxgKwF3f4LPg0WKxLkcWjhR8Q4Fn/JHWs2iLf3TePGiCLc3ciLQrJJakjuPL0WWRa7EstFC1uLRaleMhps7i0KFW2WLUQ7nZl/uAjx3dtSB7JJ6lFM787Rr3g197y+ivPJt3amp8sGW1Jhp8DxMMvPqgn6yVpfPHTi9oQEHX3u9+9+u9ouf7QXX2R2UtsyKpH8nTSAQQpi5lUrKSIj3gQOfbVy/NN3lwQj8997nNbgIMf9Os3nt1O4gjAm4/uYtrEEh9AUWyRmDpFYu57lwIQjd8va4gnGaBJTOlD8uSuKb7GpdvwufZcO/LmWLJeO3S57gBmcxFAM658cE3Lmx/k6KPXXFDneuQHHnPCtU7GtchnvgNvXgBnrukrebrEwGeIuauvHotQl6zA27VvPvKDPvNYmR1z3518uhD7fCcjr3/yjv7zRx8Rv20gsKkveBEd7S8b+mQs/NLI/e53v2FM9BUfftelDRz9lcdPvzxS5rMYyWtjO0ldJ/Swj/hKRh6P2DSRS9aTJdrV00unvDRJfVaKHV34kpQddWzhkxe71qmf8oiuJESL+IPIkFcpRerZ2ST68dBjnmozv/EaV+Osbx7zMA/ZpFssjRtZxL+OKx4yNmu87+RHP/rR8B3Ah2T1lT1yk2YEZgRmBHZjBOYGwG4c9dnnGYEbKQIWahZ0FnYWZBa9FnLu5F1yySVbR80txizgHPW00Lfw5qIFH7kk4253u9sgK73nPe857nWve9UxU+1sWDA6SeA5W79J75l9i0t3mC3aAQU61blb6u6cI6U2JGw6OKJrYUsfHywWLTKVyTUpAwjsdZ3U4lo/yCgn60LzwLwyop8dAOq+973v8MsI+iXvZX4Wt2ywhyxqycmT1Y+OkwWzF/wBKOoRXnzqxfZVr3rV8I4Amy5/+7eNsBj6AAAQAElEQVR/O5wK8Ky4RTLeJHVXTZ5dqf5IxRfJ043EGcARN/4+7GEPG2KJR7/4j48OfqjXh87zCcjxCAgAhU8M2TZvlMnsZhILcRBPPwtoLNUpi5/UNWVOAOGOs9v0Uu/kgDuf2owdPfLIGCC6kDzqWONJVpCv3lia89qNjXZ5bUnqEQHXuI0IvPJJ6lcojDnetsMP7UAxXvX8pVcer77Z+LABAASqd/36fLBJKAXqkD56R4JrgD9k2aDb/KOXfteKa1Oc5NXRaw4in0k2DMji4SNZPHSaozYibCZoR3iT1E/J2bAQF6eN3K12LRgPsSdLD5v4jJnPGm108FVKXp7fyRo/eW3J+nmij0ic6NwkdXSIecuxIa9en+hPUp+dyaqzdSSpjUn6u45tceBv61FmQxu9ScbmH1l21dHVpH6TktSLIDd1iI2xJO/zzGMwNp/ElT1jlaw/lUgvX/hmXtgAEGM25D1i5pqhQ32yzlV+Jfv7rG7SjMCMwIzAbonAnt3S0dnPGYEZgRs/Asm6yLKYsyjjgcW3Y73J2mZRqd0C37F07cBwkro7ZcF9wgknjM9+9rPDW+O9L8BL7z72sY9VO3mLagtyoP973/veOPfccwdw6plfz8BbVLKNLBbd3aPL2/P9HN2ll146Lr744rrzhcdCOVkX9snqp8WnRSZ/3EW0AE5WH8nwA0BgC7jRJ/UHI7EAKvSVL/pmsXrRRReNL3/5y0PfLHrpsDim00KXLotegEJZqg5ZLHumXp5u/rJzwQUXjE9/+tPDM9Ef+MAHhjuqL3nJS4YxeNOb3jQARTJJ9Ve24ipDXr/k2ZXySepFjuydd955QwydQDjrrLPKTpKBX6wt5uXJ6AefbXrQw0936BxXV0b6y66UzG4m8UtSzy0DMe7q28xCrhft5j5wY/PEfAI+bZyZD+a1mIq5+dKxxK8szsamSXuyzvckW/NAvTmNjz5zK1mPywPo5hJgxr75AmQaP4BbvvnVySN51xkfyOKlmy0yrjNA3x1gqblDt+vcXHYXX9/d2fUeAn6IidjorzmmbCNBX21gqGOXnHlJH+KP+PHDdS3PD7LmKN6WUc8/MWRHGzv0ehGj+Ls2XL/ixba+0ctXMuKkzG6yxtlYIvxIXnzYwpukrik6m/giL4Zih5IV5Ha/khVkJ2s9P1tGno5NStbxb5146ZW2Tm1J9ttEGBt/ePFIkSZpkzZELx+k4mmMzaWO+ZVXXlmfUzZ2xQGveWicEBm84i9eeNSbDxcvn+ff+c53huuG3fZBbOXZlE6aEZgRmBHYjRGYGwC7cdRnn2cEbqQIWLBZNFqcMemIMHDr5wEbeGq3wNX+nve8Z7hT7c60egtA5Wc/+9njhS984Xj+858/zjzzzKI3vvGNROrlaX4+z2/Ra8f7nOc8Z5xxxhnD2+UB/V4YXnHFFePss88er3/968dLX/rS4efr8J+56GSHQgtTpwae+cxnFrDlO//UA+j4bEJYSFpY6iM5z5i+9rWvrZ8UtCBV14Sv81KLT4vd5z3veYMdOoHyF7zgBeXX29/+9jqyCiDw+dWvfvX4+Mc/TrSe9XWs/5WvfOWwwVGVy39Jhp8TpEMc2Wi7T3ziE+v3+r0nwGaDnz102sCvGiyi9Wyw/v3qV7+qO4AWz+LjxVkW2Xj4kmRYVL/4xS8e7L/85S8ffLPJonz++ecPoIndr371q0O7kx5k6fjgBz843vCGNwx9V5ek3mRvLM9cxuALX/hC2TdebZfcbiZxMJ/E1F1N14RTG+Zlg1Ig1DwEfjw+44V1ALTNFY8O0IHwmMvSjv+BsWWnSRt+c8n1KJ+kgJ88PmDrqquuGv6Uk9RJEiAaWJO2rJRdc43/8tqdHHD33bjjAdSVydt0o18f1eEF/h2xv8td7jLcuQf+XX/8BK71lS/iJmZ8o0u/2QUK27Y6fSELTCYr0KbD5oM6bfjpBsrp4482Y8DHJMMGAPDPR3b0h5zPCsAW+OcHPcr6KhZ0uSaMGZ3ssUEeDx3K+oTkm5TpQOqSbI3PWP70T4zpbB6p/pFdWLb+KTepxKcfZOnhB0pSm0PJullABv8mbdbJo812efrVd8oWEi+fI+avOW0+4+eDsRIXfHxRj1+djVn9IveVr3xl9NjTkezva7KWyU+aEZgRmBHYbRHYs9s6PPs7IzAjcONFwMKRtWRdbFnUveIVrxjve9/7VBdZ+FrAKQDWgKS74RZ4FuBALQIygU3AFGCWt5gm97rXva6ApTvawCSA6+4+e8AEXRaPwJDNAXeqAU4bEWTpApzdqaPvm9/85gDCgVhlshaqNiaAfHfV1W+Su//sv/Od76zqZO2zAlkpPUgeGLAZoW8ve9nLBp9e85rXjDMXIMwvC1lyNgAA6XPOOYdYvTXfc/Nk3O1UmaRAvI0L8duMrwUzXR/96EeHn/171KMeNbx/wdFY9QAGHnrG8h+bTgzwwwbAUlWbDknqqDd/+MonGwHiYSPjRS96UY1Bj7kxxOdEQ9e94x3vqA2DLluY029jgJ5NXvW7nZJ1DgFIrhGpTZ++ZgBcYwdAGkvxBIJs7gCZ5uQll1xSYQRUySuQAZ6azMkkdYfZ2CD2zAW8dOMxV6Ta6ZF3jZoTrjE2AFj1fCGbrH1Qpyylm8+Iv+7q43etStlx5NsLQr27wh1/IJa/rpsG3B5DAbqBchsjNgLo4hsbALUYKbPlVAQe141rPVn7zKa+6gNecuzoS/uM38kKeumgF0/3WbsNTn6KFx3k2bSBISXPV+CfbNtkN8nWxgkdxk8c2n6yxpHMJiUpwC82SHyb+IoXOGaDX8YOyZsP2sfyJ1UmI1XGpw/y7Qfd7GhTv0lJagMvWdNuW9Tv9y9Z25PURgJdyfrICdvG6j/+4z+GjRqPtHjJpTFKMvgthvziB2KHDjH+4Q9/OJwCkxc/hrUnka3PMH1I1nJVzv9mBGYEZgR2WQT27LL+zu7OCMwI3IgRsGizYOsFmIWbhajFmoUbV3qRZlGGgJsk9fwwHott/HjJb6Z4lS22yVo44lVWbzGpLK+NLTrxqlO2sLWYlNLHZ3J0SG0y8Bm/PD3K7UvrJ0ePMr7uMzl5aduVb178yt0GJCiLG/v0KvMPyfNtM6WfT/qjXlmK1Ev1W0qvtAmvPimTBxbk2xZggwcw6DrlzmvHTz89ybqw1q/m0Td69QcvkKZdP+TVoWSV5XPLqt+tlKQAlfgBjeIC2CT7Xu5mromreBoL8+Wud73rAJrE10aMsXMdKdNh/NQZM5SkQqy+ddEnn6ygSxtejOaQdrb4ZROAbnkpObxsILzkk1R/5OkAovlPjzrAV1/JA9Pu7ruj7lSDeaKNfbzy7NlAwCcugDZAro90usb4w5a7wY7giwNe8xEf/4477rja5GKXfvOYHiCcf/qCtNHj1IMUQAXkyduk4COd/GLTSQ02bTjw18kAesnRixfRa+yccEA+A2yGsEkuCZZrJDx4m5KVX986VvxB+qhOW49LK9bWpK75pK7HJDV+7OBrHmlTks4eNqWDT4gvUvEQPxsA7Dj+L65iooxPrPQZv7LUmNqg9diLd0Jox88J84AtefXy5JQnzQjMCMwI7MYI7NmNnZ59nhGYEbhxImDh1ZYsIi3Gu9wLMIs3dRZlncdrIdg8nVqY4209+JQReSlqfnmgXoro19a8yhbC2jrd9Fk9kCJFm/n2QT3alGs+trQ1sdG2pZv+a8Nn8Sttar2bvnbbgSkedZ3KI34g+bbZ5bY7xqi7a+KOr+vFj6/qOv7y3X5gX1u/tHnIt16yQJg0ST3jm2R0e7ICiPYP324lcQMupWJgLABKL77brAd2k/VuKoDjeXcvyxR/p168aBFoosfcAOaMD16kLNVOxliYd8ZAG9keM3w2ipJ1zJQBLjJJCiC6Q0+XNvrImjvy6vju+gGGHd1Xx4YyHjbxA3CAtY0B/ddP/EA3cC2l5+Y3v3ndBfeOBLEBnsWKnu6nsv7gT1KnHdQB5Wzznx/4zWn9Zx/h45tHgGwc6B//6KJTTG95y1vW3WXXr3qPOHlx42ZsnMigF5jVF3JJBvvGzPtA+M4mvXzRB2W8ZNUlqTvnYiwuzdvjok6MbSbYIOG7Ml1kxFhfk9Q1r8xGkno8R9/Ywas/bCepU0ZsaLOB0TLJ2kY/2+Sk+OTbv2SdH8rinax3/fHxwXjyVZy8F8TLWh3/txGDn8/in6yPDvEFr7iI94c//OFhE0Bf2VWfrDaTNe2+JOHipJswAknq8yI5eHoTujZNzwjs+AjMDYAdP8SzgzMCMwIzAtcmApNnu0UgWQEagAT8SIFpmwDuugM6wGayAjDgyN1S4NLz8YCmO6PAFGAF/HQfG1Qr0ytN1oU4YAfMIWBQmSzgBlgl+4AbOT543AaAU8YHJAPOwLSX+LnrrR3QwwP08gnA7Hp9ZFOKhx6EF5ijT9/c6aeXXfz66b0A/HTn+Kc//WmBanr0U1zokPKfDrLAdpL6NRL1iH9NZMQbuPR4ErDpbr6YyIsbm0A2Xr7wVz1fjRMfANU+MaDNuIknUKuf/EJJamOiZbThp5NvSFn9JqlrUk8eAc76z34STbVRwmeUpACYBvL0I/bEQB/ESV47neSkyijZX4c6+pJIDkpJyi5esWBTjJO1/zZyjJFHQDwKIjb6gMwXY+KEiLltI+L73//+8AJYMaZPbA9qeFbOCMwIzAjMCFQE5gZAhWH+NyMwIzAjsMsjMLu/LSMAfHEMuASUADJ39S+//PJ6TAYYa4CUrG98B6xOOumk4eg8MAQQA+R00QFMA3L0blKSOgrPFrBFL5AKjOEnn6zgbez9S1I/gwfsAuX0swmMAcr8BZa7XVuSAXzTRwagkyrznS1Ajgn2lQE/wB+Pu+rAHz8BQLo8K+5RAJsNAKRNBUBWH8QIQEfy7vpr86Z+dpJ9Gyh0Iv1ny8aFdxx4qZxTB97BoF/06yv9Nh/4QE5s9dmGCBv6oM82O5A2PPJk+QSoS9lMQqTGQSzYQPIapEh+k/AgdfrIF3ptAMhrQ0lqE2Ac5I9epN/izkd95b/61islrk6arD7T3302Zslaj08bkieD8NhQ4aey8TW3jaFTHXe4wx2GR1nw8UG8jDc94i9eTllceOGFwyYX3XzngzY6J80IzAjMCMwIXD0CcwPg6jGZNTMCMwIzArsuArPD2z8CAA4vAeof/ehHw3H4ZB/IAn6AM+QkgJ+kkwdabQAk6x1Wd3YBKvoQnShJAU+AEYBC8scdd9xwxxXwUmYnydZd3AaL2ulD9KsH3vgAlI3lT1uybgC4c68NIOaTTQCAc2EbgCvAR44ePI5320iwYSAFBhEbHhX4rd/6rfpVAKDdSy7p5AewyGcbGfrkqL0+SdlIUi/gU4cHGKdXzGw0OG3hZAGwyjadbOovvlvc4hajQSz/2SNnDPhgMwQv290Xdhz7d0yfLNvaxUP/9ZtMp0lqbJJ1DLWNvX9iYblJaAAAEABJREFUitRJ6TBOSUpmLH/0iIF2JI/k8esPGak6ftqs0Fey6pKUPjxk1I3lL9nnk7oktcmQZPhTh/jXpMyeWPFD381rgJ69O93pTuPXfu3XhjzeZN1oSlKPWvDNix/9somxpostuqTkpJNmBGYEZgRmBK4egT1Xr5o1MwIzAjMCMwK7LAKzu9swAoAPoJWsx9SVuQmUAaR+rhFoAqIAZOAKOAM85W9zm9sMeaAViCWLyCP5piQF2thD9IzlDxgGztzlBlK1AVfSZB/wAxjx8VEb3q4DcpE6eoFfoNedePrVLabqeXSbAIgsfjr1BZ8+2PSg3wYAsNekziaAUw82D/wUHDDeAByYZ4N/2tmnXxkBkPxgTz1KUgCULH/ow4OfPX7pg9jwTz0SWylecsCqmKlLUmPinQEeHbCBwDZ9+BE/8SP9I6ceJdl6/j9JbcIkqUcH8JFNUmNJPlnz2lCS4Y/vrbtt8wNp14fN9mSVS1K6yYzlj05EnxQt1eWXfJP2Jn412QRxWkKMtRtf8h5hEVtzwSaN8XIiAYmpDRa/jOIXW+jiN3+TDHONLnomzQjMCMwIzAhcPQJzA+DqMZk1MwIzAjMCuywCs7vbOQLJPoAHoPLVXWU/d+bZaSDJBkCy8uFRBoiBKADUnVUAFjAC3oBJepqSFGjrMuAGUAFf+N0td2SePB7t0iQFSAFtdUnqZXFAPhBJFtB1PB9IVg/0IqBOmQ1tQDcwZ8MCKKQfHx4bGXzWhp8f+i0OAKE+and0/Pjjj6/HEvhDn3Zy/OEnXnr5lqz+0qkMSPJDDNklI27qtEv5JTZtT5zxskVO6pEAsjYb2MLPLjtArxMV8skaP/1JUnfYk3XjQR1dSF/G8idF2pZi/Uv2jZ02lUlqU4CPfOK7eqk+qldOItmiZC3Tz38NeMnRjdQlqY2AsfzxD7+2JFvzSHlpLj/k8eAVC7rFVTnJEBuPbtjY8eZ/P+9IRvycFJFPUictPCbghX9+4tI8T9Z3ZbCVpF5kKD9pRmBGYEZgRuDgEZgbAAePy6ydEZgRmBHYPRGYPd2WEUhS4Br4AcAaQEk57Ei6t94DtYCQOsAKMAbagEygXb7fA4BPmT56ySQraEuiWICNDYQPPxDrRAEZddJuZ9NJBIBOG2CrTUoWGLYJoIzoAkoBO2WAFNDDp9yAna/KCGi0CYCXzt/4jd8Y9LhzjB8vP2wkeB+ADQs2AHO6yScZ+MSLPw0+6aeXz/qVrHEHRhF77iqzpx2vQLHl7r9NFnV0qxcHGwVSOjsmNjzY1cZXuvAnKTDNDt6x/GlDfNQ/pA/KdCbrWCUpwJ1kkVr/kZOjT98QvZv1YqO96/mzqZ+N9l/fUJKaG/SgZC3jRWzSl6z1eJB6KeI/O+wB/Z73Fzeg/gc/+MHw0r/73//+9X4LOsU4SW0QkPc4y+c///nh6D8d+pCkYqCfZMSKv+xOmhGYEZgRmBG4egTmBsDVYzJrZgRmBGYEdlUEZme3ZwSSlGOAD6CjAOAAUYAWAOXOPkALRCWpDQP1wDVg6u40wOn4vOPT2uhD9CUp8JREsUgbYkMFMMW+O+vqgTL1fMED0DmSzQ9lvEAYPkCTfSBcPQLKk9SLALXTpR4fokMf+ZqsfnkJIB1Iez/vzw77+OmhzymAzQ0AwFsfEJ8BR5sJZFtOvRiyKQV+vfzvl7/85eCTeOqPNnrYUbbJImVbG19swCiLh5MMTh/Q4Zl2JyHI05+k7vjThfRrLH98EedkHU86+Szlr7aFrf4l2W/8NtvoY0tsMZOlO0nZ1YaHDN1sNA8+/VHGQ0eSrQ0A7erH8idPx5ItX6RIHZJH8ngRvWzKe6njpZdeWj6deuqp41a3ulU9emFDiE/mLfvST33qU+MTn/hE2UnWkxJ002U8k9Q7ApTVT5oRmBGYEZgRuHoE5gbA1WMya2YEZgRmBHZTBG6yvgIE14VuMkdvIsPAUZtucJOsgE/c3PH82c9+NgAjfEAlUKcNkJWefvrp9Wy90wIeFwBK6QLegM5kH6hLVt3AFqKTD3QB3kA38O6dA9rZB9DcGU8yvHwPaKQf4JXnD14gHK88v+gDAuWl7NAHmNPHP3r4a3OBL0C4PmoHDvHLs5usx8DJAOTk9ZmvUsDb3Xe25Nnljzv7Nhf4Sc5JBmXg31vp+UUXXr57K714qxML9vEA+nQD//wFap1OYJ9dJzEQ2+Le/WSXHrbpBFz1gZy+6y+f5LWzhdjCpx/qpeqTFJBWRy+f9VGsmh+v9iTDHx+kbBhruqVOP+gr/vaPX/TQRyZJnV6gQ7/oxa8fYoZPHRl6x/JHNz10i7VYiZkNplNOOaU2XPierACfbo96XHDBBQOJsX6xk6zzN0ltCizqa/MgiewxTfp3KEpSfU4Onh6u84fSre1w8odrTw7uV7LWH07+SNuT1U5y7dIjtTflZwSOpQjMDYBjabSmrzMCMwIzAkc9AlPhsRoBAAuY8osAwB+Apa7BmtRd59/+7d+uLjotAJgBalWx/Jesi+MlW3d3D0wBtyQFKgFJOgGyZAVn7LGbpI5t0w+guesNUJLnG0ABtI3lT14dWXkAMcnSMsoO8GcDgR79s5GADz9A7K67Mlvq8AGIgDJAqZ4Od++B2PYPr77bjGATH93AuHqgNFn7RU6bPiAy+uLIOt/YV+d5fu02GfTPm+npVUefTQunMPDZCFBmz+kM4Jif4slHcuIiEFJlfQCO2ea/ein/kxQAxI+Sq5fZMGY2TGxW6CdeevShSR1iEzC3ocFukvqFhGQF2uzq54HyrWczxUsf3/WPjBQPWz1uNkr45dl/j1Tg56+xlxqLD37wg+Pcc88dfLJ5JAZ0TJoRmBGYEZgRuO4R2HPdRabEjMCMwIzAjMCOicDsyDEbAUAKWPrOd74zADagCGgF0LQhR+FPPvnk6uP3v//94gPCAGnt1bD8Jw+gSZdibQbQDQziB+SAV0BNO1525JMUcAfM1AO/wBswzk7L49dOF8KnrD5ZwSswDGAjPPwBJPFJx/LnLro8Stbnw/UfWAbE2QO22VcvLuSVpUD3oqZ8VgYylQFS9snbwFDXeToAejz6qV9OAwD27HZ/+1EL7fznqzEg02TjwCYAP/STTX6gJPUYB/mf//znw4vxbGzQxZdkPemg7x03fiZr/OSbktSmjP6Jh9SGgHa2xBZt5o05kO1Ze5sqfOYrubbJX/6QRfRJm+hrMh/xJuvGijISL+OfZHzjG98Y3tvwwAc+sJ71FzObAuJz2WWXDW/7d+dfHIxDEiYnzQjMCMwIzAhczwjsuZ5yU2xGYEZgRmBGYAdEYHbh2I1AkroD7AVqgCJQBSABqgAYoAUk3vGOdxyAnEcA/HygdkAPMAPaklQQ5JvIa6dDI/BJB33a1AGEUsQuWaCObnVALHltUnV8tKkAYPODXjpRkgLlnbfZIA8IAu/KQCy/6FQGpoFoeugFXtnC5443Xn6pAyoBeP6pJ0+//qjHp0/yQK4ND8CXn2KsngzbY/m77W1vW2DdT9e5yw4080O/8QH+XlbIlyRbR+X5Sy9b7EubxvLHnk2F7373u8PLG9vXpakAfZLaoEnWlN/akn3jqKyeXvbEwvjplzaUrPz6j9TxXxzddTdWTn3YPKCDLH+l+PBfE7HNb7HGww9lsUFiicfP+BlDp1TYEUd22TGn3fn/6Ec/Wnf++UCXOSZ+8pNmBGYEZgRmBK57BOYGwHWP2ZSYEZgRmBHYKRGY/TiGIwBAAVbAGCDl7jeQBeg2oAN8/aQaMAp0/fCHP6xTAEAccEaWHkSmU/VAGD4APMnWz/sJGYCLB3/bBBwBe3q1JyvAxMc24KzdMXoAF9Cji41kH5ilD0gE+JIUcHZnXT1Aqp9ssQMw6ps78fjZcafYhgHACyiKEVtiwQcAkk/0aRMvGwfy9PItyQBI1ZFlnyxyqsD7EG5/+9sPmyr6xF9y9LJJFo9HMABcfiKx1C5uydrnjrs6eoBvd//pG8ufPusb3Xj4JEXqkPzCWhsD8ohepL7HMlnHRF2y2icvFniROIkDHpsXfG55tuWTfXrwJWuZ3U2im076xd2YKYvjT37yk/HjH/94nHDCCcPxf3LmjfTf//3fx9lnn12nA/CySY4tRJ900ozAjMCMwIzAdY/A3AC47jGbEjMCMwIzAjskArMbx3IEACJACID2MkB3ixuMqgfWgCcA1AvW8NsA8C4AQAywxQdwoY6FPOCWpJ7/pkcdeSBW2ryAmTzASB/wqAzIAa1SsoAtnQA6wA1E4+M7wsMXRAd9ADxb+gDQI4CUHvq8/A8vPhsAQDc9APRVV1018LiLzw931cnxR9/1iSwf6NUOoHqGH9kQ0MZf9XzgG9+ld77znTUPj1XgcbJC7OU934+89I99/jWIJ6tPfKOAT+qQOvptYLDvXQfujEv5i6d9J0uPOr7J67sUyeOhH8kn+0A6HrJIe5N6+vTZvOG7NvXGmt4ktSmjTvlAUk+Gz1L69E1s2ENi9a1vfatONOij0xTiZQ4B/6961avGt7/97YGvN0z0fSx/5gsbS3b+mxGYEZgRmBG4HhHYcz1kpsiMwIzAjMCMwE6IwOzDMR2BZH2uGqACjr73ve+NX/ziF9UnABowA56A3pNOOqnAFmDsaDWQDACTxbdJwBXgRhFZbckKHgFZ9dqT1E+uKQNuzZesfgHewJp2/O4k80cdMKncPNoBRf7wC1gEIAFRYJhugJ8uL9XDq699GkC9Y+785QvgCNQDlZ5hd+pAmV394wfbNjSS1V9H+G2OAOHiY5PC5gBd7ItxkuFEhZfV/eAHP6gTAPSS0R+22PR+AMCdDWQjQB/1BRjWx2S1232mx7jpizjf8pa3rJ/EEy+yfMcrLsk+WXXa9auJv/jokk9Sj1eoU8bPB3Ekj9RJ1fNRH3rDhUzbxzeWPylqm1LlTaJf3BDdyLsFgHyxNZb3uMc9RtfboHrlK19ZJwP4upipX7FgX77r5CfNCMwIzAjMCFy/CMwNgOsXtyk1IzAjMCNwzEdgduDYjgCwqwcAmzu1wCugCyQ1kHQXFzC93e1uN+Tx2gQAboEuoK3BFV1N6ukHXumTB5oBU4AUH6CHT0qvPF30Au7kktR7CpLUewj4AFQCxPyiEx8d5KQIYERAIl/ZswFAryP/gCUw7W45smGQpE4s8I9O/gCY7OFpIK8ejxMD/BG7JMORe6QP4ieW+kW31MYCv92txuMFdXzterEB2r3EziaAUwk2GJr4rD9S/tHBFzr0XX/l8ZN3ioA99fiMRZIC8knq/QP4kXb6NomNZI0/8K7P6vCQoVfastL2Q3/1Q+yS1B1/OvDzH+81ER5EP155NpMU0BfXyy+/vE5onHrqqTUvxVjdWWedNWwCGBe+juVPSn7JVp+lk2YEZgRmBGYErn8E9lx/0Sk5IzAjMCMwI3AMR2Dbu56s4CVZ023v8FF2MFn7nazpgeoBLHYlHQkAABAASURBVCAaOAKy3EH+2te+NoBkAAowBZ6ASMDUC+mAOI8LAHj4AT51dNAv1aZOmqxv2QceexMAEMWLWh4YtLHgDji/1CM8ynShm9/85gNQ5hMCwt1txiMFBAFyd9S9eI+PdLCtTwC0u/7urvMxycCr3gaBONhUAF6BaLJ845e+sWNTgC4AnV5EzgYBf8TNhgFfPItPTpzpucMd7jB+//d/v15K1/y3uMUt6i61vnnunw46+SFWTibQpf/APVtIf/WBTzYc2BFnqXrySJyMI3nt8uT5I4/EWru6ZJ0v8vqP5OnFSzc9wLlYs89O91F8teuX2OJPMsRYv+hIQu3gB9t0q2BHHTIP6dVP7fi8MNH7FGy03OY2txneo6B/X/rSl4Y7/96pQI++0JGsGx3kk9RmUtfj28mUrP1NDp5u974bsyOhw/UvOXhckrX+cPKzfUZgN0dgbgDs5tGffZ8RmBHYxRGYXd8JEbDA1g9gDlh2dB1obQAFfAF4QJZfA8AH4OID7Mgr45EH4JoHYAO2AD4pfsBZO171iAw7AKJUHaAIAPIjSd2ZBwYREEwPkMl38mzxAT8wTJc7//Jk3A0HVrXzF7C2CeAONVl9B8i10cM/cviV9R/ZGADI2SaH8PJDnZQOvtuA0Bf19Dv2/6hHPapAr2Ps+kA3X51KsMliowGQRnxMUvz0iEmSQYZ+sWKLj2Iqxuyzx3d+0iPu5FGSetGfmPH72hK9eFtOyo4U8Uks9EUcxco4NU/7Rg/+Lif7wJY6/UDyxguv1F1/42lDwcv/9OtBD3pQbZx8+tOfHuedd96wMaUe0cHWpBmBGYEZgRmBox+BPUdf5dQ4IzAjMCMwI7DtIzAdPOYjABg2UALegC53Vr1ZHbAE6tQBfgDlySefXMetgWrvCwDugNLmkd8EmXQjfPRLgW55OoG7ZB8gBZIRfWyzo4wXGEb8ACwBd/7TRY+ULSlZdQ2QyQHW/Os6OvhCD14gmhx5eboAdECbD+RtIvz6r//6AKyT1HFyfPxAdAGryQpq9YM9oJWM4+qAvncPePygY8yuzQEnLLp/7MnzjU/iqpxk8K/9krYe9pLUZon+8Uff+ZakjuGP5a91SpvEeGmqzQF5pE2aRNNWm3pEr/7L84mfNjaMm77os5jTgUdKkTxfpeqQsjjoC13y9KlXxit1h98JAHHU/rnPfW68+93vHl6iSA9/8IkXW5NmBGYEZgRmBI5+BPYcfZVT44zAjMCMwIzAdo/A9O/Yj0CSAnWAHPCkRwDlFVdcMRrIAVTAFyDriPqJJ55Yd6A9Z+1ub5IClnQgeoAvYF8eSFNPhzrH55XH8gfcJalj2WSU2QH+6JYC3w3o8CQpe2P5w8+/JEtp/Uc30AsgAsHJ2sYPtHKNAsnuFAOoZOTdtVbGR68NAEfv+QJ8A7Q2DfDoDz6+ySP22NaOlz59wAMQn3LKKaNfXgckizGQLiY2AMjzRZ3NBr7qI936jpTpbOKnOjziTb59tRkh5uo3CT/f1bGRpMYgWVN1aLOd7WSdL12Ph30pnfI2O5JsvXyQP01JatOEPOIDallxQvqmXuzpplNczYUf/ehH9R4A/T333HPHJz/5yeHli/jEjZy8GEgnzQjMCMwIzAgc/QjMDYCjH9OpcUZgRmBGYLtHYPq3AyKQZL9eAIsqACrHqYFxoAsoQ0AtEAu8eV4emAXSkhSABL7cwaUD6AMaATX8SD0ADVgn2QLyY/nDD0DSRwYlqfcR8EEbYEg/slHBHvAI7PE9yQC+6Qeo1ekDAO9YOh+Acjz0sylVtgEAiNPFb7JSQB3pvzqgmpw82/Rr4yP99PGLHnrVeWzA8/Dk8OLhE8Dvmf/f+Z3fGd4nsIShTheox5ukXtjHVpICvuTFgY2x/PERr7SJbYBZmX1+InbJdT5Zxy3ZP13U1j+yMvQ0Jfvz0qVN6lSDdx8A4mKZpMZYHBA+PqDOs6G8Seqa2l+nJr773e8Oj1WItU0qv0Yhr7/0yY/lL0k9NrFk578ZgRmBGYEZgRsgAnMD4AYI6lQ5IzAjMCOwvSMwvdsJEQCyuh/yQJQyEOeIP6ANcAJnABxg6g32wDKwhcfd2WQFhfgAQYAUP+BKH8BKPxAPHLq7rYwnWcEaWSDduwXwaUPsA9l8YRMYt0lgA4BueviD2CMDEHqRHl7HxekkCxR7gSAecsA8f5X13eYEwMl/bWyzI6VLPRt4tcuTR/Tja1+TdTNCPXAP6POFnM0TOsRSvZ/La102WfRfLNjTF23io54tvus7vxEeKX6EXxkfOSl+eUSHMkrWsUuiWCdC8DefvIYktcmTRLFIH5JUvTG2ceQFgPqjn3xB+KRJtvRToE7KBkpSGwZJRv+Zi2J4ySWXjK9//ev1s5HGn51k5dMf/tJBLkm9G0B+0ozAjMCMwIzA0Y/A3AA4+jGdGmcEZgRmBLZ3BKZ3OyICDXYbOAFROqb+3/7t38ZPf/rTAXgnK9AC6txZv9WtblXPoX//+98fgBhgSraBGGCXrACYPjqkADJw2hsA6hD7ZL3o7T//8z9LJ17AkS/0A5hAuDvn2tjTTh7YtQEA4CP2gWK8QCm99PPfJgYfpHjpJ0+PzQEAHi/dbPJNu40AqTJe9vjANzqAVP2UIjoAVW14bS7Q4di/tt/8zd8cd7rTnYbTAUA/n+mV8ptckjoBMJY/Zfb0Sz/4oh9SdUiZ34ieJAWo5VGyAvCx/CXrmHZ/lqotcM4O4qe0eaQIL0pWHXj03Rv6bVw47cAffrKrHW3K0MNPddqQPJJnWxyN37e+9a3xr//6r/UrAknqMYIkw/jhQ+zof8tLJ80IzAjMCMwI3DARmBsAN0xcp9YZgRmBGYFtG4Hp2M6JAODUvQG8gLIkBcK//e1vDyAMWANeASx3d/2UHTkvXgNogWYAEGAGVAEyebrIyneaZADfbOGV4uMD8AhEukPeJwvIIXyAP1v0k0Hk+NKAE9hWTlJH5oFpQBwfsCwl51EAKV3qyQDi+sFO+6ytgaY8fkSWL+JChg35TslfeeWVw4mHlmfDhskJJ5wwHPs//vjj68g/oCwm4quvZMmxo99SsUoy8PKTziS1QUAvf5LU3fgkBfzVIe1Inv6x/MkvSf1T18QeYhPJd9tmWoJ7/8NjI8Rc4LufTzQOfGSXHv5jTyIpEC9Dp/YDiR5j57ECP00pbmJiXuDlv/hLjb06NuTFh+5JMwIzAjMCMwI3TATmBsANE9epdUZgRmBGYLtG4JjxC7g4FG33jhzo+9H2N1mPSrOTZOsOMDsAlTv8F198cYFMANUdeGDv9re/PZYC2J7LBsqAY0A4WXUCwsCfFBAE5PB4uz1wR1/bxUehdj/15tECmwGO7gPF+Nn1bD/QR1eSepEfAKgO+AM6gT8pX/rIPZ2AoZMH+gWgStUlqbvwfADgb3Ob29RLDskCnXxPMjxS0HZsHtDPptSGRZJ6cSJf6XWSQZ/4Q5YMX52ecOzfCQD1TgYAtmJBn74p669+8JONLosbnWIhlvymV+yS1FixL27qpEkKcNM1Nv7IKdLNtnb5JrLywL20eZtPvNgSF+BfzNz95x/fW6Z9JK+f6lsH3WIm5QMeqbnm7v+FF144zAP6bEZp5xf5JDVnySapzQ95fiXBOukQETAWh6JDiO6IpkP1XdvhOolnkw7HP9tnBHZSBPbspM7MvswIzAjMCMwIHC4Cs323RAAYBca9ed1CFwgDiIE8JwGS1EvZAFRAXztACJwBYoAeECpewKayPOCLJ1kBHN3qpeptKADQ8sAl3fQlqTvbSQrsJalnwgFMvHjG8qecrLrJt11Ak4/q+u5yA2r17q7TY/OBL/oFjOMBSgFbb/O3kUAXP/E6MUBnp8AweX7wiRywLmZ+ncCjBvTSTw/Ct7hemxp8ETfx13f+A71ii7QpJ2scyImvetRtfEDaURJJxU5GG6Jfqg4l2eLpMv1IGa84sQOo6yfwr/9+KUK81CXBXiCdzIGkf/jo0cZ3cRBT8f7GN74xnKKQpyjZp0950ozAjMCMwIzATROBuQFw08R9Wp0RmBGYEbhpIjCt7poIAHzA/6WXXjqANaAPuYMO6AFml19++XBsH2gD5BqgSgFCdWSSFZDT6T0CAF+yArrNgAKjXvxGL4ANqAPBwDJ7SWoTgDywSJ+8u77uEONRN5Y/gJIs+3jpA04BbvzAKz/Rwl53ybWxBYTzHb92mwMAvGf2gVZ8+qff7PKTbXbcsdbefpCzAeDN+DYPgH/62WeLf+y3HXbpEXMbC9r0hQzCp9z6tcur184/dfSKDUpSoD6JpgLlYn0g4cWQrOOVpOTUoWStp5us/usDoC5GTjhI8SL68CF5dU02RsRNf20sOalBl7G56KKL6rl/Y4afLB3yk2YEZgRmBGYEbtoIzA2Amzb+0/qMwIzAjMCNGoFpbPdEACgDyJwCAMiBPaDX8XPPrwNljsn/+Mc/HoAq0AsYAqdAKF48UlEDUrU5QSBVh9RLEX4A0PFv7xhgE7BW12Aen7oG0HwEFAFmeT5oB0Tl6VRPF0BPHiXr4wr81u4oP1/J4dNPsshRfRsf9PYdfroBWHrZJ0uPDQw62fALAGLVwBzYRfQA+XjEQqyRNnr0RZs4qpOKk1SZTJLatOAH3q7HByzzG2lDSSRbhKcJH9pq3JtRh4e/bUeTemPCVz/N50WLHm2wMaQNr3STyPENJRk2LPCZO8a2N1L8vOT5559fL/0jk6Q2LOSbkv370vUznRGYEZgRmBG44SOw54Y3MS3MCMwIzAjMCGyTCEw3dlEEgFndveqqq8Zll102gFxl4PjEE0+sO8PAoVMCUvzAHGArrw4AVJYHXoG/viOuDQCkE8mrAzaBwZ/85Cd18kAdvYA2YE0X4GkDAHCU8g0YB0rxStkCMgF5ttkAxNXTqa3l+GvTga+e19eOXzlJvcyPLL/4wVd59tniA+Bvc4D/bNLvnQIeG6CLDb4D6vS7Aw70A/PqknVDAh+dTg30aYEkBfbJJSv4pQvxRcpGsq8NL1KPOt8pGaR8TaRdf8RdLJTxSvlJL8COR1/1mT/6ow0vkk9Sc0YeuePvcRDjZQPBuJhLF1xwQW0oJal3GtBF59j4a50bVTM7IzAjMCMwI3AjRWBuANxIgZ5mZgRmBGYEbvoITA92UwSALuAL2P7Zz342POcNCCYZt771rSsUygAg4IuPDKrG5T9AEalLstSM4Ri8u8VAOSAHPGroPF56bTwA1QAisClVj1/afPJN+IBn4JxOANOxfWAbsFfHH/zkbRoA9HRLk9Rz+MAu0n8gHLDFQ46f7AD/7Yu+85U+z/jb5HBqwC8msE0OD5AL9CP+AP/08aV18dEpBBsANhJsPCTZugve/FJ9OZDUoyQFuOU3iX7llpNXh+TV80faZb416Yv+IzH5xS9+MfTVCQlySeon+pLVPr1JJNUHeujAS0eybnzYZAL+f/7zn9eR0NtVAAAQAElEQVSvHWjnA36p2BkPPpWy+d+MwIzAjMCMwE0SgT03idVpdEZgRmBGYEbgxo/AtLjrIpCswM1z/oC+59sBY0e9gT4AztF5bcAvsAbcAa1SJGjqpcAbUH7yyScP4LbrktWOdsAPWKYbqHanWD5J3QVnHw+QDEA3MJSq7w0AoB0o9ew9fwBxgBUPv/grdQoA+Acy8dHjlAMgD/zbsFDmE91kyAKj8mJChzr9dOyfX9514Of+yCB29Zd+svL6Qod8kgLsfGgd9NgoQWSQGJGTkkPy/Efy6thJIlvAW32Tyk1eZaSdn+jAdm36ZyxssKBf/vKX5fNtb3vb+nnHJIPPdLX9JFv2+S2OxgGfO/9i53GPz3zmM0OaZLBBB5tIvvXxS3nSjMCMwIzAjMBNE4G5AXDTxH1anRGYEZgRuNEjMA3urggAXAAbMAiIezM/MC4KAGrfxQcKr7jiinpEALBzHB5oA/SQPB1SskD1CSecUBsAbKgDbIHcZAWsQLEykOl5eDYARrzydAH0wDKgj/4/e3catGlRnQ+8z/AXKWVnABkQWQSiRsQNiWhMiRo0mJiKWjGJqVimUkkq28cslU+pSlWqEpMPViomGpfgisSgqEQQg7gCEWRTWSJLWBy2ATGh1DD/59fP9DvPvLMw2zvzLtdTc97uPn36dPd1U6XX6XP3rZ/emo1H2gUpzGecuZzas9FG2NWtFwnVz09V9c/+HX300T313zx8DFv2/AhA2O94Bx7Jr6r+brs1yzwwP9/6EFc4WB9fSK7x9mOv5rYHexIcYUOqai4Vnl2b/IyZFP1f1RQztoSyqvpliVWb9o3+NvnN1quqE/mJupN1ayXaVRv76GBrP3AQ/JHJcNJJJ/U12oNnyaZq4zh+jLV/ffYu6ELvxN+lf/770vbcrI0feNAROj7UPStlJAgEgSAQBPY8Aqv2/JSZMQgEgSAQBILA8kegakqgqqblnt4xsiVVHWFDxryTf8UVV3Sih4wdf/zx/bQXyf/KV77SEELEF2FGbJFVRG+QRT74Q14R4/FuPF9skUNj7dPcCKLAQ1V1Miv4wAefSLQ5EEGy//77N5/Y48t6ZShIw5dtwAcybqy1Iu5K46zX+swvIIB4G8cXYov4I+TWzMa81qXPWORVMMC8iCsCDAfZAy94wQuafmPtR6mfLR/G01mH/jb5WRuZVDsRZ6vf3OrmZzv86EOSiTobUlWNb8Kev6rpf0fa9OwJ3/rpPQMlH+pEm6jDzdplPbgA0rOAtecKO+uqqgZrfvWPObwmYqy56PkUOLr44ovbf/7nf1L3/7bMo6G0zqqN6zamappRwCaydQQ8w23J1kemBwLbwk4fm0gQWKkIJACwUp989h0EgkAQCALLHgGEzyaVCLi7AAiid8YZZ/TTbmQP6b3mmms66Rwkjx4xZYtE+z/NSB09guzSOOSwakro2CHhSnMi8k6Y3T2ALBuPONIjhmzVzfHUpz61ZxQg5t6dJ8g/wmw+pFppHB/qTuYRSmLNVdXfPbc2ZB6B1WeMdSutS2ms1x7Mby7+6fULNrgjwdzG0ZnPOu1Xm6ibY/TpJ9r6qopZ44PYP7Gm0WZQVT1AYgypmo5jS9rMT5vMqHqgYbY96mMec9FpC3Z4Hk7rpf/zNYuX/RDrgLOAjv82PEdBAnuDnWfMx2c+85l22WWX9TV4duYxjp16JAgEgSAQBBYfAgkALL5nkhUFgSAQBIJAENhlBBA5BK+qOsF04o70Xn755f12/tNOO615FaCqevr/l7/85YYgInCIH5KH+CO16ggyUlxVDWl2QZ539GfnaJMf8kiHeCKbLgN0B4H5kX4n9l4NQNoRcMTygAMO6OTdvIgkAq+0Hv4mbpu5jeUHYbcu8whu8CMrgS9ivU60YaAPiTVW2xgn4E60rZHOGPYyBvixL/Pqg4H5iLp5EVxjCB0xJ721msN4pTkIAq6thKV6VfVnYx5iTNU0AMCOjZKotw0/9a0JW2IOe4ebuufqnf2bbrqpua3/u9/9bifuAgDWP+uPPR/wty7ieZne/mVGnHfeed0PnbGeg31qs1dGgkAQCAJBYPEhkADA4nsmWVEQCAJBIAgEgV1GAJnkBLkbxBTxvfTSSxuyj+D5HCDyhhzKDEAKkT865Bap5cd4RHIQSiTwuOOOay996Us7gTUPH2zZVVVPB0cKzelyOCnnAgDsZAQg8mz5Nk9VdV/abfIzFxtkUiloYKx1W5tgAcJpDuTdeuzVGvQZzy8xr3UgtObUVuqrqr7WQf7dHUC0Z8UcggCEfwEKgQpzWmPVNBMCdtY1q7Nm+rbhN9uuqr5v667a6IPNEGNHXak9X+gJ/Sitwz7h5uTeqb9gjE8m0tmfAIC1sq2aBh/UrYfNqPPpvw13JrjwT9o/33Bpk5/nMCn6ayX06pEgEASCQBBYfAgkALD4nklWFASCQBAIAkFglxFA2DhB2hA5hA45vOGGG9pFF13Urr766vb85z+/k092Tsm//vWvNyfjyHJVdWLcJj8Ekb+qmktpl6L/8pe/vLlBfhA+5Hhi3i+kq5qSSX4FFhBHBJwfp/EII5L+f//3f90nH1XVCSQbryxYM4JpD/xqE+OcSFdVv70eiUXG9SkR29FfVU0AwXz8KgUAEGK+EXjr4d/N/zIb3P7v6wEyHdjwyU7gQ6ltrwII5jR2Vqqq41o1xQDuQ9rkV7WR6FfVHF5srBHpHvVR0g8Z/RNX/RSfftZOfayLrT3DQ+AFdvbgrgSZDgIZVdXXK/jiWRPjBTo8M/jZs+yBj33sY+2LX/xit+cXdsbBRulZWU/LLwgEgSAQBBYlAgkALMrHkkUFgSAQBIJAENg1BKqqO0DIEMKq6pe7IW0uBLzkkkt6e5bEXnfddc0psXe+kWSkHIFEBquqf2NfnWPjXAT4spe9rPuhF2ioqrnP/bGjQ+YFABBJ/hBEpbX88Ic/bEipudhXVW8jq8i30372CDeSWTV9ZQGBR/wRWURV4IIP5Ja9IAD/TruRVKf6bNWtxXr5tCbZBV6HEBAR0OADMeZX3bzsq6oT39l22/Crqh4wQYIJzNuGn7o1ESq+lGS2Tz9cxjMb/fNt2M32jf5R6q+aPge+4ED025dAx3HHHdfcd2Ct5uSPGGt99MZ6BupXXnll++hHP9quuuqqHrARJOCPvfFVNRfI4CcSBIJAEAgCixOBVYtzWVlVEAgCQSAIBIEgsCsIVE0J2fCBrFVVJ6nI84033thvuUcI2+RXVc3J/2233dazABBnp8bI+aS7nzQjwwQhFABAzgdpZoMIIoTqSiQRKefDKwCINgJeVc1YRPPxxx/v7/cLFCCpbLyrro6gO4G2Xr745JsPfUTbegQs7FHdnPrYCWjwibTz4/11AQn7MMZXBnw14MUvfnHzOTwn3cbbnzH8mbuqOgbms+6q6sEAdcJGWTW1m8XCurSJPVRV86MndPoQbiXRT/QPGXb6h26+zdDDHKYCHOr09iyzQQDA6T9yP8ZbO7/2rm4uuMHIBZHnnntu87UIentlBxs48W0O4/UZz28kCASBIBAEFh8CCQAsvmeSFQWBIBAEgkAQ2GUEELRZJ4gbHbKGGCNr3gd38o206UcW6Zy+jywAxE4fYYf0IcZOx5E/n5FDnvVrmxO5V1ZNXxmoqn7BIDJPrAHRZl81tUH4rQtJNzcbPpB1Yu1s6IlXEBBcgYWq6oENBJdP60PsrR0ZtVen/lLXZTmw8WrCXXfd1fh8znOe06T+2xsMBEWqqp9oG2/fyqpqflXV56Mnxo1+OAwib51DrIFoV039tMlPmxg3K1Wb27AbMhna/2n3yuSP+hD7shcCu0l3f73Cc7M/rzcIklg7vGA39qAOWzg5+X/Pe97TXCDJhz0QfUoY80Gsf8zFNhIEgkAQCAKLD4EEABbfM8mKgkAQCAJBYDsQGERna+V2uFjWJlVTAllVnchWTUt4IWkIsE+5OQVGYpE5pPzzn/98zwz46le/2tzgj5AjhMZJs1cS4CHh0urdBYBUIv5IIPKojggjlebzRQCkVD+CTw466KD+RQJzWAOi78QZuTTO3QHmNJe1OrU2JxIrW8G6TjzxxP5VAoGMqmrmREarqqeqy2iQBeDuA0EBazfW/q3z9NNPb2eeeWb/CoF5jLUW81dtPM03rmojhvZRNX2tgn3VdD446rMO/om68cQcfCurpv7UjSNs9POhrk9J1PVZ4+in55/QKZF+JXsEnSD51kl86UDghk1V9cAAPNh7joI05vnUpz7V/vmf/7nBXlu/MZ6PZ6pdtXHfVdP9WJO+pSz2MCtLeS9ZexAIAkFgFoEEAGbRSD0IBIEgEASCwApBADFFiJFyhBDBo0MWv/nNbzZp+Iiz0i3+VdVT9ZFDECGCSCWi711yQQB6fhBEvrQJYssWGVdH3BHOBx98sBN2PgUEEFsE36sH1uZ0n73MAGnr+vkTJEBUBS/4rap+Im8tfFdNSal1I8XGKe3FutSJ9+Cf9axnNcEDa0aOkT57axt+VVNSWzUt7Y/wWTUNEBjDnL6qVLtU1VzwRR8lW3Nrk6qi7najXVVbfb2gamrvOSHh1sofv1XTcfZBp8++BEz0a8NoYOyehKrpHo488siOoVc/pP6/973vbZdddlkTuGmTX1X1NbXJj69JkX9BIAgEgSCwBBFIAGAJPrQsOQgEgSAQBILAriKAQCLaTt9dpocoIo3InUsCkf/bbrutBwIQafbIuDEIu8ABokkQyle+8pX9MkA+xtqGTzrCDzIv/ZyvtWvXtkHIrcMciDWdk38Et6oaoioAYB7j+BIAQGzNUTU9xdYWEODHeO/72w9/1m0OJJgO4X3Ri17UU/+tZ6yZb/3aVVOyXVVzBB1JJ1XFpGcZWJMxxPjZdlV14lxV3Ufb8KuqXjOG9MbkT9VUX1Xdvqom2tbvHxi++Z8Vej5IN578sUZ6eHpGnhkcZHnA8ZhjjumvP8CPzmsfVdNXNT7wgQ80p//uiRg++Zi47f88l17JnyAQBIJAEFhyCCQAsOQeWRYcBIJAEAgCQWD3IeCUHZl3MswrQojgScd3Ku+kHnkWEEA62SLXTuGRSmS7qvrnAE844QQu5mSQUApp6UimE2ZkElnnmw7JND9/0vO1zePCOu+pI6uIvboxxiKt2vRIrnWrWzufXl8QbLA+J//2Yh0E4Xdvgff+BQLMNwID6tbHjlTVHBGvmtbHvoyBCaI9xPyItnL0zfejTYxhQ9TNTUYf3RA25uPXnqyharoeY9gNG3b2UFU9QCHw4TnrF0yBHXuBAHM58dfnfoQPf/jD7cILL+wXQfLLD3z1G8M+EgSCQBAIAksXgQQAlu6zy8qDQBAIAkEgCOw0AshcVTWEGmGWOo9ED9KH4CPOhI3XApRINoKJVBqHkBqDTPokoGwCvhFUdlXV14i00l977bVNZsE+++zTibVgAl9eQ0DM+UT+zSMAgKAPn2yRWERDCgAAEABJREFUeqn/ggAEmR2BAPPxJW19EH7El/A7yKy0fwEAvo2xNuvVr6yartnC7U05K3SDEKuPPvsb/uBCtmQ37I01hqhX1Vy2QNvw08fHfGHPRDmE7RB9VdMTfVh4nsg/nAVbBCms1TO3zq997WvNZX+f/vSn+38T/AwfY+6q6uuDUcsvCASBIBAEliQCCQAsyceWRQeBIBAEgkAQ2DUEBvnjBbFXOulFhquqObGXBSCN3um/S/QQd+PYIYXIOKI4COhpp53WXMrHhk6JVCOZ/LP1GsAVV1zR7rvvvkZfVf0iQCTeST9yyreAAnJ/7LHHNsEJ5BW5V6cXLBgBAGP4l0EgSEDsw/wCGMguksvGpYUu/jv66KN7AEKwAaG1FkEH6zW/9Q+x7vnCV1V1Qlw1fY9+2LTJz9yzwufoV/KtHDIZ0tdjLdZQtTEIMWyUxrHlb1b0Ef1Kz08/TDxf+Nq7oAoMBQLsXcaFryO8613vaoIAMOCfH8KXkq5quqbRposEgSAQBILA0kIgAYCl9byy2iAQBIJAEAgCuw0BBBXhRJYRxaopwRukT2q4zwL6XB4SKUVcHbkUBDAeiVQim0j1z/zMz/Qb9ZFEvvkiSO0IGNx0003tmmuuaeZE5I0VbLAOBBRBpUfKkX0ZAMR7/07/6ZF+PgcYCL71Wht/o6+q+kWD7Izx3v9P/MRPzK3RPuj1E+OMt/5ZsQeij7Ct2oiX+Ykx9q0kbAmM9CuHaNuzko5/Y5T8K40doq1/VuiI8YQ/AgvPhsAU+T/88MP7RX98C4zIlPjQhz7U3vnOdzbP2bo9I3jAgR1RJ+Yh5qePBIEgEASCwNJDIAGApffMsuIgEASCQBAIAruMALKHWCLACB3CyCmyWLWR2CL+7gBAymUDeLfeSbzxiCbCiMAiiG7Tf9WrXtWk2OvnG2FETPWbB4k3l2CC1HQE35x33HFHkx0gKOC02lhj2Dq15g+JpbNOwq+5ibUgu/YkQMCeD4EEOusQPHj+85/fZBfwo99c7I0nVdPTfP6td1b4GKKfaJvf3Mabq6r6ab5+49nQE2tWGjMr9EP0E+OGjq360NtfVZmiDTvzWweR9aCtD8ZO/O2VH3pBGMTfO/9eD+CPLVyMVR8y9tAnm/xhMynyLwgEgSAQBJYgAgkALMGHliUHgSAQBILA8kMAyZqVhd4hcmcOZLCqeio74tgmPwQPIbQehNHpPOI/6eqfhUPUZQIg7sgiUmosQo2kn3XWWd0fP8Yg3myqqgkY/PjHP+6n/26ZR0T18WUeJ9Ps+UHUkVZBiOELWa+qJijhU4HGCBJYp72wpVO3Jn0CFvycc845/bJCev74GuMEOKxhrMX+q2qOyFeVrfTb+NkQfpDyqmmftnkZGk/Mow3vMdewM5YfOBM2dOzU9Sn1VdUcptZZtbHdJj/j+PU8iLHKSVcTdJFBYZzXOaT8//mf/3kThKFjYx6luay5qvp89tA2/Kqq4zFsN6h3qTDfrOySs904uGq616ppuRtdd1eze95SvRvlTxAIAkFgARBIAGABQI3LIBAEgkAQCAJLBYGqmlvqfCKCRCK00uoRbu+LSxX/7ne/2whijSAiz8Yi3+ou2HPDvnHSyZFw/QRRXbVqVaNzpwARXJBdQIdc+lIAco60I6PmZmNOBNalftoIrn7zWIsSCWbPB50x5n3Na17TP/nHBum17qrqhLaq5jAYFWNGXalNrI/ARkno2VRV96c+RD9b+ybqRH9VzZHsqtrkJN/eRiCgqnrqvr2Sqmr6PBv75XesgW96bfvXFlDRFrT5/Oc/3/76r/+6sTFOvzW2bfyM3UZ3uoJAEAgCQWAJIZAAwBJ6WFlqEAgCQSAIBIHdhUDVpmQVyRuCEA6iSYdsIudO3BFrpBoBR8Sd6LNBqJFrY71j/7rXva65Zd9Ya+ZPSfbZZ5+G4Er7R0r55U9wAaGVSfCtb32rvxIgS8ClgV//+tfbd77znf55Ojb8Cji43d9rA9pKAQJZBdbJJ4L7ghe8oPlCgVcJkF6vBVjvkKqyrH66by9DKKtqjtTT25+SX/UhdFXVCX3VdAwduyHDVlk1tYWLdbTJj9767EVpHB+Trr6GquprZEennx2hG234CNbwK4gimAKX9773ve2jH/3oXPDAPMbxNcR8ZLY96kp9RD0SBIJAEAgCSw+BBACW3jPLioNAEAgCQSAI7DICVVOSOusIsZuV0UeHZCL7CLc0fe+Nq0u3d+LuVJ2wQURdBvja1762f4deFgAyyl9VNf4QX+MRdYQV6RcIEATgw+k13/pvvfXWJlhgHoED9oir8cR8dGxlEghMOOEWXDj55JPbG97whh6MMNb78NZhPcR6tIdYG9/a+oZo61MSc7IbQscfMYatPnawU2ejj80Qbfphr6SDD5vRxw/Cbl+EHZ98a9s/UWdnnJN/QY9vfvOb7W/+5m/aV77ylWb/npP++WJeOr6HaA+hG/WUQSAIBIEgsDQRSABgaT63rDoIBIEgEASCwG5FALmbFYRT2yRKZBOBHqfuCDryTdSRVZ/lQ0hlCxxxxBFN2v2pp57agwDIKZJfVf1WfvZ8I+xO6p1SI6ZIO8JvHoRfoAGp9WqBQIJ1mM+JNhttAQOvEsgWcLGg9coGcNLv1n+vIzgJN97nBI0z93wxbggyPGS+Hf2wGyUbexp9SLh1E5hYJxv9ZNiq8wFv/fQDJ23jjOePqLOF52x76PXx51kY+5nPfKa9733v63c3wBdWbPg2NzEnoTOWqA/RJqOdMggEgSAQBJYuAgkALN1nl5UHgSAQBIJAENglBAapG+WsM4QQOSTq+tghnkgkAk6QcUQdqdbPzuk1G58FfOtb39pPnYd+/fr1qj0IMOxuuOGGdvPNNzevECD6yDp/2uZ3gZ1P2Dm9RuzNK/BgDvMLGEj7l/ZunPUIQrziFa9oL3/5yxuf9oAAI8qCDRZhvdsrSDNCbT18zZZ88Df02sj5EGPpjGFHtGeFb6KP3RhrvUP0jzF0/LKHo6CBPpjABh7/+I//2D71qU/NXbxoDAz4GWs1Fx9bEz631hd9EAgCQSAILD0EEgBYes8sKw4CQSAIBIEgsMsIDGI3yvkOkUokkagTNuwRT68BOHVHxtWdvCOeAgTGIOoI57Of/ex25pln9iBA71u18f96sEPOnfJ/4xvfaEirLAMEFdkfKeyD/AsIIPlS/RF8deTfnQTmp7M2a3UR4Stf+cp24okn9vfmrd1pvHXxbQ572ZroH2If/BL2SLO1D+Gb0BM22kSbnTUpCd3wxYYYQ2euWfJPp2++jbWxJerGPPjgg/2ehK9+9avt/e9/f4OJfrgbD2u+BAG0ifYQbWsjszr6SBAIAkEgCCwPBDb+r/Dy2E92EQSCQBAIAkEgCGwHAtsieAgg4oh8IpdDuB11RB3BvOeee5p37r2vj4Ai4QgnHwi3E/pXv/rV/R184wf5VCKt5nF67eQemXf5n3fV3QXAt6CCPkECJ/sIvDHm9uqA4IPAAD1bvrz3/6u/+qvt+OOP7xfemZfe2q2J/dj/bMlOW8mWwGCI9uhH5Il9zoqxbMy3JRmBgFlfxhA6mFijObWH79Fv72yIZ+DE395hIzBy9dVXty9/+cs964HeWmBtrezHeL6J/iHmIOZURoJAEAgCQWD5IZAAwPJ7ptlREAgCQSAILEEEkK5ZeaIt7IjtlnzNjp+ts0UIlfRKRFGpTZBTNkj5Lbfc0m/rR8gRdeRaMADhRMil87uIThbAk5/85H4arw8R5XP4QowRVmORWRkB5JprrmnXX399Exj49re/3U+4ZQrwTdwZIFBgLH+nnHJK+/Vf//X2zGc+s8kgsE4BCWuzD6fg7OiJ/RBroif0Q4yxRqJO9LGnQ9aRcXp+7APxtz9t5FvbGHb0bI03l7o+daLNhm+EXcl2Vm9OvvkzVgmjT37ykx0rexw27Phjp74tMT/ZEVv2uyLz17MrvhbTWBhuSxbTWrOWIBAEVhYCCQCsrOed3QaBIBAEgkAQ2C0IIKZIphN+N/Q7jXeL/+yJtHftkVcp9z4NeNJJJzWEGJlF/PRZDF9D+ER8EXan+y4JdEcAUafTJ/Dg9QPjtIn3/ZH/k046qSHi/I95kHBt8w1ipj5k6JTWh1QT9WGjTiegYF62+vidnc+c+oYMG2uwf7iozx9j3KzwCw+ZFUSdzjrU+YfJ+eef3y688MImeMK/NZozEgSCQBAIAkFgPgIJAMxHJO0gEASCQBAIAkHgCREYRNXJu9RzhFwpK8CJMz0yqo7sSst/3vOe1w488MDumw6RRWKRWkECQo9cD/+M2SHdSL5Tf4EGdXqkl733/d/85jc3dw6Ygx9++VG3FqW2OfkdQqdOzyd/RJ1OP2FDh2Dblz5zIPJEfdiNujbRHjLa/PExRHsIf9agz4m+tuwKwo81SPd36v+lL32pv4YBo7Gu4SdlEAgCQSAIBIFZBBIAmEUj9SAQBIJAEAgCQWC7EEBIEVkEFdmXiu8mfxfzIa6IKEIqQ0BWAHL/3Oc+t5166qntiCOOaPoQWafhyDliy8644VddNoB7BRB+/XzrN9YpOHLs9YJf/uVfbj/5kz/Z6IwZZJ+dtWqrWy8Sv7VN6idszTNEe1bY8EHHv1Kbnn/rsi99fAy9PSHvo20/RJuw5Qce6tbNHx2s2HhFwj0JF198cX81gk+vO1iDfuPYR4JAEAgCQSAIzEcgAYD5iKQdBIJAEAgCQSAIPCECSCthiHA6lfeOviCAdHVEFIlF3AUB1q1b10444YTmpP5lL3tZf0ffST3CLhjAHsHdb7/9mhLxRaLdIaDURoTZCgSwOeCAA9prX/va9pa3vKWtWbOm3y/AJyJMrMv6Rt34IeYbQjfqyi2NoeePr0HqR11pDJvhiw390NHDC1kn6kP0Gc+/ksBOmy38BDUEFGRAuOTvYx/7WHNRonlgo99cxg5/6pEgEASCQBAIArMIJAAwi0bqQSAIBIEgEASCwA4hgIAipk61XQTonXSf5UNgkXT9Xgu4++67G6Lq/Xyf6Hv961/fXvrSl7anP/3pnfDzgfCOgAB/6krE1liEf/Xq1e2oo45qp59+evuN3/iN9qY3vakHFmQYjPnYzm7CeGQbmSbaSDLRHsJG3xDt+X2zfkedPV9EnV7deKJOb3+CAkrtoVcnxinpneiPzAd1+LgI8bOf/Wy76KKLGnzZwXes0Xh7N4d6JAgEgSAQBILAfARWzVekHQSCQBAIAkEgCASBJ0JglmQireyRda8A3Hjjjc2lfYguQuoE+5577umX1CH1xxxzTHMnwNlnn93e/va3tze+8Y29jeTKADj88MObLwccfPDBDelX90k/AQOE/7d+67c68X/DG97QP/VnLQcddFAzFmm2nvmCJJtbqQ8xV7fmIdr0o1+dINr2N1/Y6WND1O0ZKR99dOr0s8KejDnVrUOGA3JvjJIIoLjl/zOf+Uy77En/aK4AABAASURBVLLLmlcAZDrwbU/WBTv++YMHXSQIBIEgEASCwHwEEgCYj0jaQSAIBIEgEASCwHYjgLgioQgrAoqsygK44oormjpCK20daVXSIetS+5UyAmQD/NEf/VH74z/+4x4QOOecc3pQ4Dd/8zfbn/zJn7S//Mu/bH/xF3/R/uAP/qDrzzrrrHbaaac1ZJ//ww47rCG+2l4XQMCRY2uyEaV1slHOtumG6DNuCDt7QqiHaNOzGaU6MZf+YavUpiez9TGnEvEncJTKj/S7UFFGA78u+fvwhz/cfBZRG9n3agWf9irIMtZOx6cyEgSCQBAIAkFgPgIJAMxHJO0gEASCQBAIAhMEkDsyqW7yj45sotwLDWsYshemb4jo7LyD3CKv9913X7v11lubz9O5pf/QQw/tKesCA97fFwRgj+Ai7ERqv0v83BEgAODd/jPOOKPfFeDSwIMPPrh/QYCtsUiuIII18Ek3iDBcEGJ99NbKng7RRrLptiXsjecT4UbmtQnSzS9/SLsgBL/afCrZK/Xro7cu45Xa/NiPtgAJUm8vAiXm9ErFF77whebkX2YFHXv++CH8mIcPaxqibyHFfGT+HHRkvn5Pt61hb8qe3m/mCwJBIAhsLwIJAGwvUrELAkEgCASBIBAE5hDYEtGcJVxO42+//fZ22223tdZaf9cfyRcguPvuu3sAAXlFggUCjNVH5513p/oE8X/qU5/aEF+kmhgzFmKcMYMEaxO6WWFvzcYSfgidviHaZNjM1+vjHwkXJDDvmEedHukXZNA2hyCCki864+wH4UfsYWU+BJ+N/muuuaY59b/gggsaO5gYK0Aw7NhGgkAQCAJBIAjsCAIJAOwIWrENAkEgCASBIBAE5hBAhsmcYlIZZBhJlsbu3fW7J4SfnXf0ndp7fx3pRWyRZQEAl/ghysgv8qxfn3H0g0DzO5mmIcOEPTuCfGsrR5860TaOv1lf/M2uWZ2OndI4ok7U+TMP0TZGqT1EVgC9uYix+ugFOu65554e1BDgoHNPgn3TS/l30Z+vKlgzP/qU2pEgEASCQBAIAjuLQAIAO4tcxgWBIBAEgkAQWMEIIMhj++oI7hBEVR3Rddp/yy239EyAtWvXNkTdxX4Is9NsOkLvVJxP6fCyB6TAe10A+dWPKPNpnPHmIQg5QbCJOj0bbaJOZ11EndDPytCxoefL3Ep+lNZhnWyGvZLQ6YMJ4q/khw/jhrj/wL7tER4CI9ddd1278MILm7R/uNEJEPBhbqVgiTWYIxIEgkAQCAJBYEcRSABgRxGLfRAIAkEgCASBINC/uT8LA3KqjQATRFf7Rz/6UXMngGwApP7mm29uTrad6hvj5FuAwP0ATv2NQXaNR5oJwquk59s4KfN8KAfRpid8jBIpny8IOaHnb4g2mW2zM681EOtQsiOjT6ltrPnHurTZG8eXPiKoMdaI7H/xi19sPvEnY0IfG8EOARB29ir13xza+iNBIAgEgSAQBHYUgQQAdhSx2AeBIBAEgkAQCAI9AIDczoeCjtAjqo899lh78MEHm4vtlAIBCL+gANLsRFup74EHHpi72d/rAkgvP4M4I8DuA3B6jvTrJ+pklnQjysYN0SajbU51OnMMsXY6ok6vzh6RH2PUyWiP0hj2xhF1Y5XaRN1e4eOSRKf+H/nIR/rFiXT2ZK/DF3vjRls9EgSCQBAIAkFgZxBIAGBnUMuYIBAEgkAQCAIrHAFklGwNBkSWPPbYY80pvwAA0qt0sn3HHXc0qf7S/g855JDmDgCE+gc/+EFz+m8s/8jzEKfoTse9AqDOfog2MZZ/dkSbnrBV0hH14RuBJ7NtxNsalMYao2SnpLd/wQekXaltDBvCRptoW5t9y3ZA/N/97nf3z/uNseawBv4FRwRC+Bw6uGhHgkAQCAJBIAjsDAIJAOwMahkTBIJAEAgCQSAIdAQQ217Z8Gc+QaVGfBFe77w7+UfgkfNB9p3cCwQgwUQd4SXGIsPGyBKQQXDrrbc2bWSaH+UQen619Q1B9ocg2UPozDMrQ4e8k7EG6yDa9PZu7U7riSDA2P+sDTv2/Lr4UCDk3HPPbZdffnmT/m+t+o21fyW/7K2fXzKw1KceCQJBIAgEgSCwowgkALCjiMU+CASBIBAElgQCSNes7OiikTAyfxwdma9faW0YDJm/d3pE9sc//nFTIq8CAOPk26fvEF6CKOu78847m1cDpMQbw4dAgJR/2QFs2bggD3n+l3/5l3bFFVc078jrQ+iRf6TZc0eckW2ij14d+TaHYAKbMVafTAUiS8Ft/GwFE9gNH+ytj1ijtuCBfcBh6NRd4qdtjdbGx4033tg++MEPtu985zuNb36slx9j1JXaxhK+iTpRZ7M3xTrI/DXQkfn6HW3DYVdkR+eLfRAIAkFgpSCQAMBKedLZZxAIAkEgCASBPYjAlLytn7srQBupRcSRYZcBItlIsD6kViDAibg+JJIg1/RO3g877LB2yimntFNPPbUdccQRTXo8PRu2Ag1DBA30I9jmRPARexkIAhDqyD5ybg1O4Yk6MQbxVze/0rrpEHnzmstpvDb/Snu0H+n75jEfO/P8x3/8R/vc5z7XXHjY8gsCQSAIBIEgsBcQSABgL4CeKYNAEAgCQSAILHcEkOA22aQSKUbQ1RFomQBO930V4Kabburv/Euhd+IuxX8QbqQZqXaS7lN5CL3P4h1//PHtxBNPbAceeGATOBAA4Ns82uoIOEG+J8vodkg7W6X1sOUf8UfuB8nXHgEAayH62BrLB+LPhk7dGgUbtNnbo/n13XDDDc0lfx//+Mfbbbfd1uzVmiJBIAgEgSAQBPY0AgkA7GnEM18QCAJBIAgEgRWAAII9u83RRpCdliPJTsKvvPLKds011zTE36m8ewK++93v9lNyJHqQemQdoXayL3ggIMAnso68j1KAgS1yLhAgACBwsP/++zeXDa5evboRwQN+2CD1xvFB1IcPdcLGWsxJkH16ok7UiTmRfNkMF110UfvQhz7Urrrqqg6HOfnqjfwJAkEgCASBILCHEUgAYA8DnumCQBAIAkEgCKwEBKpqbpsI8xDEGkn+1re+1ZBtp/zf+MY3mnfjnZYjzk7JXfQnUIDIS6P3zr4+xJ2dsU7liWACW8K3OQQFjEXw2QseuE9AIEDwgA0iThB7i1Uaw8co1QUtnPrzRdjxb098W4PgBZ1+vuzvk5/8ZPvEJz7RvApg/pB/yESCQBAIAkFgbyKQAMDeRD9zB4EgEASCQBBYpgisX7++Ichk/haRZIRan7qTfvcBINFO0g866KB+y78ggCyBYYtIs9NG4Pk1HkFH/vkZIiiAkAsUKIk6W8IecedLYEFmgUwBp/fWhfgTtoIE7Ig2PX8CAQIF5lI3XqDiS1/6UvvoRz/aMxusD/nXP+zMZe2RIBAEgkAQCAJ7GoEEAPY04pkvCASBIBAEgsAKQODxxx+f2yUSjABTINdKJ+dIuIv4kGqly/9uu+22ficAIn/99dc3rwjQyQJQCgi4xR95R+iRancH6KcnAgXGyy4gfGsj7cj8CB5YE7E+67ImIghAN0SfwIS2IIAAgJJPhN8c1uBm/8suu6xdeOGFzf0G7Iwzp3n4JfYLg0gQCAJBIAgEgT2NQAIAexrxzBcEgkAQCAJBYAUgYIsI83wZZBoJR46dvivp6RD4b3/72+2OO+5oSLVLAi+++OL2ta99rWcFIOj0d911V5MNMMTdAQg5Mo7wCwwMESxwUm8t5nNST/hCzhF1wQQlYs8OUZ8v7O3LOtkJYBCZC15jOO+88/ot/wIQfLBD/O1tdiw9P5EgEASCQBAIAnsagQQA9jTimS8IBIEgEAT2CAJI16zskUl3YBIEcVaeaOisrfoT2S90vzVsQ+bS/+c/gzHG+pBjxBwJR6gR4yFOyZFrJ+zIvpv0r7766nbnnXf2G/0ReQTd7fvuBdBG+JFxhN9YgQABAcTePHwSc427AKTjWxO9dVgTMZ4/46yVDT+CDEQ/nYDF5Zdf3i655JIetGBL+Bh7Z2dOe9NHTzeEbk/L1ubemn5H1zf87Gy5o/PFPggEgSAQBLYPgQQAtg+nWAWBIBAEgkAQCALbjcDOGc6SRSfyQ5D4e++9t0mx//rXv96+8IUvtEsvvbRJt3fy7rZ9BNt4pN9rAr4qICvAWH1ItxJ550uGARsBBen6xvj6gLZ+xN54daVxggSyFbzTry4r4YILLmgCEwIC/JvHZYM7h0BGBYEgEASCQBBYWAQSAFhYfOM9CASBIBAEgsCKQgABrqrt3nPV1BZ5N0hJnO471SfS552eO9mX/i/tHwH33r+ggM8IunVfH4LuEkEn8AIIAgL0MgPcAYCk82+8NmIvZV9AYFw66K4BQYVB/M2L4Gvfcsst7dprr+23+zv5FyAwp0wC6+efvXokCASBIBAEgsBiQyABgMX2RLKeIBAEgkAQCAJLFIGqKZnfnuVXVX9NYNYWMR+CwCPTUvCl3iPs6oQe+UfKkXh15N1rAu4MQOCRf6f/yP044XfiLxAwfBkrAOA1A0ECguQj9XzKAlAOHy4ldOovA8E85pANIDjBl70IBghYqEeCQBAIAkEgCCw2BBIAWGxPJOsJAkEgCASBILDEEKjahMxv1+qrpmOqaqv2ggDI9SiRf6TbCTsirxQMoNd2V4CMAETdp/h8QeC6665rxKsCXh9A4JXsXDboywPS/o1H4gUb+JU5IBDgxP+b3/xmT/OXZSBTgC2S/+QnP7nfR2B9NuE+ApcLWrN2JAgEgSAQBILAYkMgAYDF9kSyniAQBIJAEAgCSwiBqk0JfFVtdrK/M9upqoZkz74KoF5VnXQj2/qd5gsKIN3aTuAFBZB5fS72I4PYu9iPIPbe+ZcVIAOAvUACYSu7QAYBsi8TgGjz3SY/85kX+feawiD+/Ey68y8IBIEgEASCwKJEIAGARflYsqggEASCQBAIAosbgarNiX5Vtbadyx6p/sotDUGwCcKtRLTZKgnyjdjTIf1O4wUI2CP+xEn+IPAjtd+7/YP0I/ns+FHySUeMFQywthFYUCdV1YMTbcPP+gQNhr3gxIauFEEgCASBIBAEFhUCCQAsqseRxQSBIBAEgkAQWJoIVFVf+K78qaqePVBVzak64l1VDeEnyH5VNYSf6FfqQ+BJVTWBAKJPOYQdcu+9fqf5TuuRf4LAywzQr+QLodc3SuOrqq8N6W+Tnzmqqq+parp+gYSWXxAIAkEgCASBRYhAAgCL8KFkSUEgCASBILDrCCCL25Jdn2HXPFRNyWLVtHwib1VTu6pp+UT2Y+/sqqZjqqblrA6BnZWqqY3L7RBnfezn+3PKPXRuwN9g20/GEeVBzuePpUfuyRhPV7WR6Gsj3vrVxxqqqjnpP+CAAzoJt0YybKyhqposAASdqBO++CHWZI3mQPwRfP3G829tbNhWlWqXquoBCv6qpnV+iPHdaPKnqiZ/F/e/qup7mb+HUH1lAAAQAElEQVTKqi3r59vZ77Zkvn3aQSAIBIEgsDgQWLU4lpFVBIEgEASCQBAIAnsSAeRtzFc1JX1V03JWP1uvqtFsTs81qqqNdPn999+/PfvZz26veMUr2qmnntpOPPHEdvjhhzcBgkGqkWeEmxhP6JBodaKttMahr6p+so/wI+nHHXdc9/+sZz2rnXbaae30009vZ555Zvvpn/7pPv/znve89sxnPrMdeeSR7eCDD25PfepTm6CFtYwAwmGHHdb7DzzwwL5Gnw9kZ17zR4JAEAgCQSAILDcEEgBYbk80+wkCQSAIBIEgsAMIVFU/Ca6qLY6qqt4/OquqV526I9RV1dPfTzrppHb22We3X/iFX2hveMMb2tve9rYub37zm9tP/dRPdaLthH2MM9bFeVVTf/oQcHoEvGqqVxcEUJK24YfEn3DCCZ3wv/GNb2y/9mu/1n7lV36lveUtb+nyu7/7u+13fud3mvL3fu/3Ghnt3//9329/9md/1u1/8Rd/sdvRvepVr+rrHMGKDVOlCAJBIAgEgSCwbBBIAGDZPMpsJAgEgSAQBILAziFQVZ3kV225HKnwVTU3gfR678kj54ceemhz4v6CF7ygn8o//elPb0cffXTPAnjNa17T3vSmN7VzzjmnPf/5z29IvrR778nLAnCiXzVN23/44YebPsGAMdEg/Uop+8Z5R98n/3ymzyV/shH0VVU/6V+9enXbf//9m/IZz3hGkyXwnOc8p2cnyFAgshPOOOOMdtZZZ7WTTz65ueX/y1/+crvxxhubOcb8KYNAEAgCQSAILCcEEgBYTk8zewkCQSAIBIEgsAMIVG0k9FU1FwSYJfyz9eEaGVdH/hF4ZP+oo47q7+fTIfBO+qXyV1UTEHjlK1/ZfumXfqmdffbZPV1far6xggj8sTeuqpo2MUdVKbrQCRog/IIASLsggAv9GPDBn8/60QkmCAwYoxw25lGX7i/o8LnPfa6df/75zWcB6a1LGQkCQSAIBIEgsNwQSABguT3R7CcIBIEgEASCwHYggNgPM8SaVFVP5x99VbVZUKBt+CHPqsj00572tLZmzZp+uu8de+/oH3LIIf2de35lC9A7aX/1q1/dU+/f+ta3NkGBY489tknn9zqAeQUQ2PNtrJKeVJVmF7f1/9d//Ve7+uqr27XXXttuv/32tm7dun4fgQABH3wh/oIFAgN8CBLoo0P83/GOd7QPfehD7Xvf+16zBmsXMOiT5E8QCAJBIAgEgWWGQAIAy+yBZjtBIAgEgSAQBLYHgarq5J4tok3Uq6oHAaqqjV/VxvrQOd1Xl9J/zDHHtNWrVzeX6XmHH8F2Aq8fuRcsqJqm+SPYLt875ZRT2s/+7M82gYDXve51/cI+aftIuGBBVc2tj5+qabuqNHuqv4pP+n3lK19pn/3sZ9tll13W7rjjjp5BgOAj/dYpEID4Eyf+N910U7f/9Kc/3VP++fHev4wBYwQ16CJBIAgEgSAQBJYbAgkALLcnmv0EgSAQBIJAENgOBKpqjmAj/8SwquoBgDb5VU1tqjaWE3X/hygj7N7rd+O/E/+q6U39yLRAgBN3J/CkqvoJO3JP3Bvg9P+FL3xhfzXgD//wD9tv//Zvtxe/+MWdwCPhxpsMgRdUUI51+vJAVTXp+kj+d77znXbRRRe1Cy64oJN76fz33HNPe+CBB5psAQEBp/wyBgQLLrzwwp41wD8fykgQCAJBIAgEgeWOwKrlvsHsLwgEgSAQBFYmAlUbSWvV5vW9jUrVxjUtxFqqNvpHpBFnBJog6EgzYo7EI9d0SLe60pqkwtOPupKfqqlvJN6n9g444IAeNECkpd+z458tX3xUFXVTN6fMAEECY+h8LtBn/NwT4GZ+mQLW4tS+D5z8YcffpNqDF/ybx/7orFcGgMv8Lr744vbFL36xXX/99e3b3/52u/TSS9v73//+9vGPf7xdeeWVDQ5V1f3AgZ+qadu8fBN+Z4WOzOqWY90etyXLcc/ZUxAIAkFgJSCQAMBKeMrZYxAIAkEgCKxIBBA4G6+qhkhXVSfqbfIbRBrZnTT7N/arqtvpI8i5ss37VVXXuNzviCOOaE960pP6qT2lFP6q6gRb27xO/KX9I/leB7AueoR+BAHoEPk1a9a0F73oRe20005rxiHm9G3yG0TdODJRbfZPGr/sAF8JQP4Rf6f9l1xySQ8G+GrA8LfZ4CiCQBAIAkEgCCxzBBIAWOYPONsLAkEgCASBIFBVc8Qe8a6attvkh1RXVT+Zr6o5uzb5DdtJtZ+UV1Un+lXV3/f3aT0XAP6///f/ul4wQdDA6TqCro7Ye+/eu/pKNoIK5nViP9rmMo8AgkCBLwscfPDBVH1u/npj8odPYyfVHmjgS79gAjGvwIFsBITf5YDqdMaMudQjQSAIBIEgEARWEgIJAKykp529BoEgEASCwIpBoGp6Sj82XFWdSI/2KJFihBxpRqyrpiQfqdZHEHo24+RcKfX/pJNO6qf0Yxw7fdpEHTF3ki/lX+p/VfWb+p3SO6H3zv773ve+9p73vKen6J933nnN5Xze4ecPoRcksA7BAetW59unBGUM0Fvv//7v/zYiOGAMW/N7nYCo86lfXyQIBIEgEASCwEpDIAGAlfbEs98gEASCQBBYEQhUbUr4EXKCODsBR6IBQYfc0yHH2giyOhKNWLPTr62O0D/3uc9t7gB4/PHH++k/gi2IwA7R1mbv5B0pl5rvQj438HsH/9xzz20f+MAH2gc/+MH+Xv6//du/tU984hNdBAWuu+66/lm/qjJln8OardWXB17/+te3t73tbe3tb397U3cZoa8RCDSY2z7Mb/0uLLQnOuOtsTvNnyAQBIJAEAgCKwyBBABW2APPdoNAEAgCQWDlIFBV/dQf8UXoq6ap/k7V6QZhh4h+BJseWRYoqJpmA+gn+pH7448/vvmmv/GrVq3qN/Ej3fxWVX+NwM37SD8Cfv/997evfe1rnfD/3d/9Xfu7iSD8SL7PBc6ONbdxSLvSepzwW4/5fWrw9NNPb0QGggwAXyHwKcGzzjqreXWADz6R/apqflXTkh96ukgQCAJBIAgEgZWGQAIAK+2JZ79BIAgEgSCwIhBAnG20akp8taumn+JDohFhxBoZRv6RZmSd3sl5VfXgAR8E+VZ6P/8lL3lJc/kf2wMPPLC52E+fk3Wk3ak/nc/w+TTf3//937e//du/7Sf9MgAEEaxBJgEx1vzmFVQw1usC/Fk3e4ReW9q/TwW6gND66dRlAJxwwgnNOHr+7Msa2ZjDHugFF7QjQSAIBIEgEARWGgIJAKy0J579BoEgEASCwIpAAHGu2pTEI8MItpN6pHiQarbIsbKqOj7qREOJnKuvXr26OXFHsvmTjq9uPBvv9rvszyf3/uEf/qGf+l911VVNP3Ju/vFKgGABMq6PL36QffNpEz7ZKK3XfIIQVdVGWxDBJYNeLZBVwD8fAgDKIdZPqqZ7VI8EgSAQBIJAEFhJCKxaSZvNXoNAEAgCQWDlIDBI39bKvY3E7LoWYi3IM4KMXDvZR7wRaeT/9ttv76f71kBXVc3JOAIuI4A9Ei1IUFVNm17/Oeec0wQBfNbvkEMO6X3Gslm3bl1D9v/0T/+0feQjH2nIOP0g9earmr5WgNAP/0NvrdYDDz6tXx87pT15z/+QQw5p1kNnXz7555UCn/wb46tqbo/s+Kya6tSHVE11VdNy6Jd7CZNtSdUUj6otl0+ET9WWx1VN9U80Pv1BIAgEgSCwMAgkALAwuMZrEAgCQSAIBIG9ioDTb4LkWYg6QciRbyVBqhFtRLqqmr6q6qn0Uvmd0jthZ/vyl7+8ee+eLVK/zz779Fv3+V27dm1717ve1d7xjne0e++9t5/4I/RbE+syboj2EDrrUCL65qqqfuIvgEFvDfpuvfXWdv7557d///d/b9ZrL/T2HAkCQSAIBIEgEAQ2RWDVps20gkAQCAJBIAgEgeWCAEKN4DtBR5qrqjkhR66R+qpqo79qSv4RfQSaTZv8jEPijzrqqPZzP/dz7bjjjutEnM1jjz3W9Dv1/6u/+qtOwidDmqAB/ZbEmrYk8235Hzprsgb3BrgDQBDAqwY+F/jOd76zfelLXzJtv4ugqnrwoSvyJwgEgSAQBIJAENgEgQQANoEjjSAQBIJAEAgCywMBxL6q+o38Tsvb5CcQgExPqu1pT3ta22+//VR7Gj890q9k5xUA79szQL5//ud/vt/8z2aQc/WLL764ueTv5ptv7nMh5yO4ULVpunfVtG1t/FaVYosiSGBeJWFkXuu65ZZb+ucD//Vf/7Xddttt/SsE5hQUEHyQMcA+EgSCQBAIAkEgCGyKQAIAm+KRVhAIAkEgCASBZYMA4oxsI/RO09W9W2+DbtqvmhJwRJ7tsNNPEG7lC1/4wuYTe4g1gi3N/sc//nFPvX/3u9/dU/6dzrN1DwCbqqlvfulJVfWMg6ppaT2zUlX9vf2q6ncStMlP8AK5N6dPC7roz/0CAg8PPfRQD2LwIf1/Yt79a6tHgkAQCAJBIAgEgU0RSABgUzzSCgJBIAgEgSCwbBBA+m0GIUbyq6qf9tON03J9BPlHto1hq/3AAw/00/U3velNzc37dLIGkO3zzjuvXXDBBf29+wMOOKCXTuwFCfgYIgCgPlua35xV1Ql71UbiXzWt84P0G8cvH4888kiTaXDDDTf0QIE+wQbSJj9BDXvwmsOkmX9BIAgEgSAQBILAPAQSAJgHSJpBIAgEgSAQBJYDAgi2fVRVJ9nIMh0ijcg7qUeUxyk/fZv82KkT9meffXZ73vOe19+rr6p+Mu/b/v/0T//UBkl3Mo+kawsejGyAibvG3xDtIVVToq9dVYpNxBqtTcbCo48+2gMX1jvIvvUZUFX9TgL2AhNeYaCPBIEgEASCQBAIApsjsGpzVTRBIAgEgSAQBILAUkcAeR+CHNuPsqr6J/SQaSSaTolYD/JsHNLuwr83vvGNhnYCjozffffd7dxzz20yAWQIGOPknZE6f07qq6qf0ldtXvLPfoi5ZuvayLx1EW1jBBesk632EHvRVzXdm/5IEAgCQSAIBIEgsDkCCQBsjkk0QSAIBIEgEAT2OgJI76zMXxDyO/pdvKcu/R0xV6+aEm8678p7j54gyk7r2Tix9yqAi/WMq6o+DRJPXvGKV7TVq1f3m/6RfCfx73//+9v999/fvyZQVb0PWa+qnmmAsDu5r5q2rZNUVc8G0G/+NvlVVR8z+tvkp98arc98yom60VVN11dVfV597KuqBxu0BSmqypDtEmNmZbsGLQOjquqYVW25fKItVm15XNVUP4vplupP5D/9QSAIBIEgsDAIJACwMLjGaxAIAkEgCASBBUUAqTIBsj1ILx0yv//++3eCjNTTIdjIvjpib5zTeuQZGfeuvZIIGCD03vkXADDWGLrLLrusfetb32qrVm38vw/6CRslqZqSQPOQqmm7atNS3xBrm5Wht//MFQAAEABJREFUTxkEgkAQCAJBIAjsPgQ2/i/47vMZT0EgCASBIBAEgsBuRKCqNvOGLFdV//Qe4o7gOyVvk98g9E7t2SHlo1/AYGLST9TZE/ZKfmQJ6D/zzDPbM57xjP5+Pf19993XPvaxj/XT//Xr1zPpJ8h8DxEEqKqu7waTP1XTdlX10/6qadk2/KyPCEYQdbKhO0UQCAJBIAgEgSCwGxFIAGA3ghlXQSAIBIEgEAR2NwJVtYnLquoEG0kepJ4B8lxVzQV83pNHygexr6q5QAG9sVXTNHoBAeS/qpqfDILDDjusveY1r+k3+8sUEAC45JJL+uf+qqqx40NJ6Pgd9VHSb03YEH6sfZTqRF8kCASBIBAEgkAQ2L0IJACwe/GMtyAQBIJAEAgCuwWBQZyHs/lteqQbOXdqj8Qj/yeffHIn7u4FQKQJOyUbRNtYxF9dkGAEDOhdqPeSl7ykHXfccT3Q4PUCn947//zzG5/r16/vlwhaD/shfKkrif4h9POFjTXNCh2Zb5t2EAgCQSAIBIEgsHsQSABg9+AYL0EgCASBIBAEFgwBRHpLzgdZlurPZs2aNc27+wj/IYcc0hB7NlLzkX8+tNkKAGjP9mnTn3HGGf0OARkGMgA++MEPNpcFGrtq1areZw7Cl3Fbkvl9xs+XLQUA2GzJX3RBIAgEgSAQBILAriGQAMCu4ZfRQSAIBIEgEAQWFIH5JFqbIN+Iskv7kHhy5JFHtnXr1vWTerf3S+dnqw+RVzfGWHULH4EB/fTPfOYz20knndRkFiD9l19+efvGN77RZBkIKOy77779/gCBAn6NGb74U5+vozcvmSX86kOnJGz5UEaCQBAIAkEgCASB3YtAAgC7F894CwJBIAgEgSCw2xCYT4Rn207nTTRu+tcnE+DOO+9sggIHHHBAk76PjCPqyLYSyR6l8Yg/X/rZnnjiif0eATbf//732wc+8IFmDgEBdkp2+om6ubck/BNzzoq5ZttshvAz6imDQBAIAkEgCASB3YtAAgC7F894CwJBIAgEgSCwwwjMkuHZOqLMmRLZJk7sEXzEG3k/6KCD2iOPPNJJ/913390eeuih5vT/gQce6Cf1CLWTe8EARF6QgD9+Zv0Ncv+qV72qv/vP9j3veU+/T8B4c+277749M8BdAHxYm0wAYj3axJxjH+zU6WdlVs9+yKxN6hsRgOGsbOzZO7XZtWypvndWlVmDQBAIAkHgiRBIAOCJEEp/EAgCQSAIBIEFRgD53dIU9Mi1PiTL6TvSri69X1q+S/yQb4R+pP8ffPDB7eGHH+5Eng9k2zglH8YLCNBpS/VXHnPMMf30X/3KK69sAgrszM9PVfWvCZjPWGXb8ON7Vswx2tZGRlu5YViKIBAEgkAQCAJBYA8ikADAHgQ7UwWBIBAEgkAQ2BoCg2CPkh2CPQIA2oiz03+ltgAAsq5tnNN/AQHk+/777++39fOhf5SD0Bs/X57znOf0SwTZf/7zn29eJ+DfWP7Xr1/fgwrGzQYA2JuTqBP27GZ19NpEXyQIBIEgEASCQBDYswgkALBn8c5sQSAIBIEgEAS2CwEEGlEmBiDcSgQfkdYmTvrZCAz4hJ++e+65p8kQkKqPvDt9V0rjR+j5NlZqvwCDsXSnnHJK84rAXXfd1a699trugx0xxxirzt561IdoD73SnHSzsjX9rE3qQSAIBIEgEASCwMIgkADAwuAar0EgCASBIBAEtokA0jxrgBjPCvLMBmlH+hF1RNy7+vTaiD2if+CBB/Y7ALTJgw8+2IwXAOBzzMOXAAEdH2z5ROwFAZ71rGf1TwdecsklTQaBcebhq7XWP//HXtt4vog6n7NCN/rUCX9ktq4dCQJBIAgEgSAQBPYMAgkA7BmcM0sQCAJBIAgEgSdEYJZAqyPayLl3+meJtz6EHcFG0NesWdOQau0xCfKvj44fY/hSsh122my8/3/ssce2W265pV166aX9sj9zDrsnPelJ/f1/PokxQ9jwM+bRFmwwnyCD+ciwV2cTCQJBIAgEgSAQBPYsAgkA7Fm8M1sQCAJBIAgEgc0QQJ5nlaONaKu71R9pRqa9w49oH3744X3IqCPc7NkZI2sA4aaXNcBOW8mPwQj+qD/3uc9tjz76aLv44ov7BYL62SLx3d+Tn9zvFFCn0z8r9Nrm55OYjy4SBIJAEAgCQSAILA4EEgBYHM8hqwgCQSAIBIEVjsAg0KNEpBF0IsVfG6FG6OmOOOKIfiEfMo7sI9wjK4CNYIA+evbIPIj5pxNIULI17rjjjps7/Wc/a6vO3+xYOkJH1MlYp/oQ/eYn6kOfMggEgSAQBIJAENizCCQAsGfxzmxBIAgEgSCwSBBAVLcle2KZ8+cfcyLJSD/CLP3fe/5k//3376n5++23X0/5R+Kl/7v935hB3A844IB+mR+Cz5ZfFwTyh/Cbl7227AABAP4//OEPt2GnX8DBqwT77rtvn49/YhyfSqLOdgQctAkfRN2cRH3o1CPbhwDMZmX7Rm20gv2sbOxJLQgEgSAQBFYSAgkArKSnnb0GgSAQBILAokVgkLuxQER9EPh77723X8CHbCNxAgEPPPBANxUAQN6d0B9yyCHNOBkBiLwAAR/IuXEGmEdJ6JVsr7jiinbrrbc29gTR3yj79EsFzW/8EGP55WdW6PRFgkAQCAJBIAgEgcWFwKrFtZysJggEgSAQBILAykJglkzbubYSKVc6of/e977XT/S1yVOe8pQmAKDPXQBu7DdOYMApvE/5CQoIBiDzyPkg5ez4EDBQErrrr7++f/aPT7b6h6xataq/bjBs2auz45uMeegjQSAIBIEgEASCwOJEYNXiXFZWFQSCQBAIAkFg+SOASG9NEHlkHIl38u6Wfjqn8nSPPfZYk56vvO+++3qGANIPNRkAbBBzJJ2OmEs5q2NHJ1uAb3PqVyfmNo6OP6KO8M8KPT+RIBAEgkAQCAJBYPEikADA4n02WVkQCAJBIAgsYwSQ6q1tT5/Tdyf93//+95sL/wQAkHT6devW9bsAEP277rqrp/0j6gIBxgoEIOnqSLxSe1ZkGNBbA7/qyD89X9obpL//j+wLQBB1gQOiPZ/8G8dvJAgEgSAQBIJAEFhcCCQAsLieR1YTBIJAEAgCKwQBJHlrAgIX+Tnh/5//+Z8mzZ8O0UboBQUGmUf6pf7TP/LII8zagw8+2FP2EXkybJUMRimAYA1DJ5sAueePnrTWenYBoj8IvzqxnuGLD2IMUY8EgSAQBIJAEAgCiwuBBAAW1/PIaoJAEAgCQWAFITBLlNWJ7Std6Oe0H8FW3nnnnf0iPn2IN8KPhDu9FyxQsqWXAcCGL0KP2Cu1hxjPt7ZAgVJQgM48pFFOhD/Cj5IvMuna5B+d/k2UaQSBIBAEgkAQCAKLAoEEABbFY8gigkAQCAJBYKUigGSTsf9RR+rpEHpE/Y477mjqdAg6oo5o00nd/8EPftDotflAxIewUzd2iDH8EuRf23ivHXgNgA9Cxpjhhy/6+TLsUgaBIBAEgkAQCAKLE4EEABbnc8mqgkAQCAJBYIkjgBwjygQpJ2NL6vvtt18/0XeiTtgj40i4FPzjjjuurV27tiHmbvzXh/R7LWDYK538u/Vfn7EHHnhgv81/+NNvDdoIvDHa0vnHevTR7bvvvv1uAesz7/r165vXAryGIChgPDsyxs6W/AyZ1ae+9xEYz2WUnuGuyN7fUVYQBIJAEAgCO4NAAgA7g1rGBIEgEASCQBDYAQRmifN80oVoO4Gnd+qPoB999NHt0Ucfbcj7kUce2Qm9AIB+vpA4ZJ2NcU7/BQCIukDADiyvm/JJkH/jBQh+9KMf9YCANZnXXN04f4JAEAgCQSAIBIEliUACAEvysWXRQSAIBIEgsJQQQJwRaGtGsglSrUT+6RFvWQH0Rx11VHO5H70vACD6SLnMAEGBETQY7/o/9NBDzVh6p/VszUfMPYS/WTG/tnJWrMmJ/w9/+MP+hQHBBz7YRoJAEAgCQSAIBIGli0ACAEv32WXlQSAIBIEgsEQQGOQZyUfSEXREX1uJfEvjR95tyen7Pffc05z460P6DzvssH4bvzpbBN2Jv/EjQIDw88mHOWeFjvCnHILsDx17ZN/8RJ3/YZsyCASBIBAEgkAQWNoIJACwtJ9fVh8EgkAQCAKLFAFkHLEegpgj/0QAwLKV7LzXj9T7jJ9+F/451T/ooIOaEkn3KsD4/J9MAO/mr169un/uj49B3t0BoE3oRqluTmJNSqLOvzqyL7AgEPH444/3gAP9rMzaz+pTDwJBIAgEgSAQBBY/AgkALP5nlBUGgSAQBILAEkVgkGUlQbSJOvI/ggJPe9rT+oWAtimV/+677+7km50LAA8++OB+GaD3+5F/Y/mRIcCH+wCc2LNXR/bJlsi/OYawJ8PWiT8/ZP369cNsrmRL5hSpBIEgEASCQBAIAksKgQQAltTjymKDQBAIAkFgKSGALA8Z60a2nbQj+nRO7E844YR+275Tfmn9TuFlBDz44INd76R/3bp1zVivAiDosga8DsC/gID7AGQPOL3nl+2Q0VYOETgwlo1AgTUptdlUVc8uqNpY0usn6pEgEASCQBAIAkFgaSGQAMDSel5ZbRAIAkEgCCwhBKqm5HksGXFGtJ20j5N6p/hr1qzpN/3LBEDm9TnpFwBw0i9IoI60ywYQIBBA8EoA0s6/VwKM9RqBeQg9ma1rE76qqgcVrImwMx9hMyv6ZmW2L/UgEASCQBAIAkFgaSCQAMDSeE5ZZRAIAkEgCCwyBGbJ8KhbYlXNpfM7zXdarxwEu01+7E8++eR+w/4xxxzTrrrqqobUywQQEHCaLwMAuRcI0Nbv84C+DiCAMHHTP9HHFxE0ePjhh6m70BGNqk0DEXTWZU3m0K4qRQ8IrF+/vtdn/1TVJhkBs30rsQ5bMn/vdGS+fk+3rWFbsqfXk/mCQBAIAkFgcSCQAMDieA5ZRRAIAkEgCCxDBLyz76QdEZOyj6Qj3ki+9H19iP29997bDj300P4pPyReRoBUf6f8AgAI/yGHHNIOP/zwhrTzQTfIO+jUh2jvmmR0EAgCQSAIBIEgsBwRSABgOT7V7CkIBIEgEAQWHIGq6Yn4mKiqRrWX0vFVEH+kXamNuKvfddddTWaA9/aR/qc85Snt/vvv73LKKac0wQI6XwIQQBAQGFkBiL4AAr9V03np+KZjb66dlgwMAkEgCASBIBAEliUCCQAsy8eaTQWBIBAEgsBCI1A1Jd5V1VPjzVe1aR3Br6qe6l9V/UI/xB5Rl8pvjCyBqurBgP/+7//urwIICug33vv4ggmyBmQLGK9/BAAG2Uf8+RUIGDr+d0YyJggEgSAQBIJAEFieCKxantvKroJAEAgCQSAILDwCVTU3SVX1QEDVtETIXd6HtCPk0vaRdqn8buof6f+33357kxGA5LvoT9r/zTff3LwWUFU9I4AtG8ECgYCq6q8CmAPhn1BcXvAAAA1PSURBVBVzzS1q5yoZFQSCQBAIAkEgCCxTBBIAWKYPNtsKAkEgCASBhUUA0SZmqZqS/qpp6dS+qpqTesTfSb6yqhoCr47UO7F3wZ/P/CH3DzzwQE/9/973vtezBdjdc889neyzHTf9I/7mRvzViTodsaadl4wMAkEgCASBIBAElisCCQAs1yebfQWBIBAEgsAeRaBqI/kXAJgl+t7jR9C9068kggNV1VP/2boHAMkfBJ4PhJ/QywhYt25dWzeRsTG2s+S/arqG0b9TZQYFgSAQBIJAEAgCyxaBVct2Z9lYEAgCQSAIBIEFRAD5JrNTVE0JeFU1pF/Kv5R+BL+q+i3/TvyN8yqAsU75iTqd4ABhY7zsAfW77767PfTQQ02WgOCBAIEx+tirV03nV99ZybggEASCQBAIAkFg+SKQAMDyfbbZWRAIAkFgQRGompLNqi2XCzr5InEujR8BR8iRcKfx3vl3Wz8yj9gfddRR/ZTfSf4RRxzR1q5d2w4++ODmfgDbQPAR/e9///v9M39V1V8DOProo5t7AfQh/Wy9JvDoo482dwhom9ucxPyzon8nJEO2E4Gq6X/3882rtqyfb7erbc9+W7Kr/jM+CASBIBAElicCq5bntrKrIBAEgkAQCAILi4ATeMRbEADRR74FApz4I/iIOx3xeT/p/8YQ5B+Jl9pfVQ2pd8kfQeoEBYYM//zpq6qmHDK7y6pdJZ+z3lIPAkEgCASBIBAElhsCCQAstyea/QSBIBAEgsAeQQCRNxHSj+RXVaPbf//9+0V/0vWrpp8A9N6+E/2q6cWAiP7oN9bpv6CAT/y1yY+fEVyQBcBGm37S3QQD6IhAAF1VKbpUbax3xfb+iV0QCAJBIAgEgSCwrBFIAGBZP95sLggEgSAQBBYKgUG8nf4LAjixR8id9HvP3yf9EH0n/VXVjj322ObE330ACLxTf68KqCP3484AhN/rAvrZV1UPLCD/+trkZ05zWQOZqPq/quqfIuyNnfiTIUEgCASBIBAEgsDyRiABgOX9fLO7IBAEgkAQWCAEkHbp/kqkXh0Zl7LvM36mReqd7iP6IzBw2GGH9U/8IfM+/2eMrAHBAoEDgQRBA+OR/qppyr/2rIwAwKxOnT/lTkiGBIEgEASCQBAIAsscgQQAlvkDzvaCQBAIAkFg4RBA0HkXAKiqucv+pPwfeeSRDal3KSCCL+UfaT/00EOb8vDDD28CAwj/uDDQib/AABIvYDDqggxO/fWbr6oUWxXjt9q51Y50BIEgEASCQBAIAssdgVXLfYPZXxAIAkEgCASBhUAAOZe+7+SfOL1H5J34Cwx45x9pV/d+/1133dWQeoS/qpqvA+gXBBAocNO/VwmQfP6sWZ0IGCD16oIBVZsGAKqmbTbE2B2WDAgCQSAIBIEgEASWPQIJACz7R5wNBoEgEASCwEIgIACAkDv9l/bvvX1EXyAA0fclAKn8yDySLwOALYKO0Ov3nr9+69PPp4wBQQJjiSBDVfV7AIw1p/FtN//iLggEgSAQBIJAEFj+CCQAsPyfcXYYBIJAENgrCFRVv5CuasvlXlnUDkyKjCPcTvCVZOjc1j9IuFT+O++8s3nff+3atY2NPuQeqZf+70JAY5z433zzzc0YrwI88sgjDeF3+l9VDeE3H9JPLNeJvzqf2oSN9ahXlWJOqqrjPqfYvspmVvzPymYGC6yYnVt9gafb4+7taVdkjy84EwaBIBAEgsCyQCABgGXxGLOJIBAEgkAQ2N0IDMKNgA/fCBuC74Teqf84vWerD8FH6JF9FwEaKxtAVoA+JTIvI+D+++/vRF3mgDFs1Wd9qZubb+XCSTwHgSAQBIJAEAgCKwGBBABWwlPOHoNAEAgCQWCHEUC+nbQbWFU9BZ/Oib4AwKg7tUfe2SL4yDrSLxvAu/3sEfs2+bkfwDiBg3vvvbcp2RurLkhQVf1zgYIC0v0nwzb7Z8xmyl1RZGwQCAJBIAgEgSCwIhBIAGBFPOZsMggEgSAQBHYUASTbpXzGOfV34j90SgQd0Ze+r4+NAADCj9Aj/VL91fkQDBAsUOozTiaAseahFwBA+vXLFBBYMHahJf6DQBAIAkEgCASBlYFAAgAr4zlnl0EgCASBILALCCDpCD4yj/wj59xJ9XeqLyNAH50vASDw2i4F1M9OsMDpv3f/3QnADz0df8i/AIK6Pm3+9oDslSnscVuyVxa1Gyfd1t707cap4ioIBIEgEASCwHYjkADAdkMVwyAQBIJAEFhpCCDnyL99V1VD9BFz4tI/pb6hd8u/2/2d9A+dupN+AQFBADaCAsZXTdP9Ef8f/OAHbfgbc/I9ZJY0ztZH/86XGRkEgkAQCAJBIAisFARWrZSNZp9BIAgEgSAQBHYEAYRdOr6T/5GKL01fvaraUUcd1dzyj9CzQeKPP/74Nl4BQPoffvjh5pRfJoCsAMGB4VeAwBiknzj5r6qG3LMZa62qXqXvld39J/6CQBAIAkEgCASBFYNAAgAr5lFno0EgCASBILAjCCD1SDcyjvQbi8wPnVR/n/FD7vUh8Mccc0zPEnChnwCATwEKEKgLAAgOIPvs3SEggGCcTIMxh/awMXfVNABgzEJIfAaBIBAEgkAQCAIrB4EEAFbOs85Og0AQCAI7hEBV9c/UVW25RIR3RXZoMQtsXLVxj2Mqp//q9oiII/HaCDrSf8cdd8yd7rM54ogj+q3+LvdbvXp1Q/xlCaxZs6YJBCD1iP5dd93V9PtMIF/mERzQJ/WfmKdqmg3A92hXbb5OfbsgWx1atXGuqtqq3dY6rHtbUlXb/O+ratP+rc2zt/Tb2pu+vbWuzBsEgkAQCAJBYFsIJACwLXTSFwSCQBAIAisCgVnChuwTOin/VdWczju99+4+gq7fCb53+p32I/hu/EfkAXb00Uc3GQLGIP4u/ZNRYLxxPgEoe8D9AHwbYz6iXlWKPSCZIggEgSAQBIJAEFhJCCQAsJKedvYaBIJAEAgCW0UA+a6qhtwj+T7Nh8C3yc/7+oIBiL5MALYu7XPKX1UNqRcAWLt2bXOqT4/0I//r1q1r999/fw8i3Hfffd2Wjp1T/4n7fhKu1Cb8ay+4ZIIgEASCQBAIAkFgRSGQAMCKetzZbBAIAkEgCGwLgarqAQBBAORfIAAhP+ywwzpxb5Ofi/yQdyf3ggHe42c76Wp33nlnk9KP8N9+++09GIDsCwTIDnDqbyyf7KuqyQwwjzb9niT/5owEgSAQBIJAEAgCKweBBABWzrPOToNAEAgCQWAbCFRVP4mvmpZO/N3Sj5B7Z9/pPcIv5Z9eIMClgNL5BQic/gsGGOf9fhkEMgdkDagbw5dsAUS/qnqwoaqaH52SVE116gsou+TaXrYlu+R8EQze1t70LYIlZglBIAgEgSAQBHYYgQQAdhiyDAgCQSAIBIHlhkBVbULG2+SH5CHtCL2MAKf3TvoHgXfBnywANgIDSL+TfPcCOO13UaA+QQFj2Drtn7ju//inI7IGunLDH/NtqC5gEddBIAgEgSAQBILASkMgAYCV9sSz3yAQBIJAEJhDoKo68Ue4q6an7og5Qd6dyrvd3+V9bfJD7gUClN7zVxcUYMdeVoCL/aT5K70GoM8rAJPh/fWAquk82kS/cla2pJvt3y31OAkCQSAIBIEgEARWHAIJAKy4R54NB4EgEASCwHwEqmou/V+fAIBTeyf60v8FAGQCSOV3+R/SX1Xt4Ycf7rf9I/iCCDIBfAZQBoB3/0f6v5N/wvd8cl9VWwxCtAX+xX0QCAJBIAgEgSCw8hBIAGDlPfPsOAgEgSCwXQggwduS7XKyDaOqjaS7avP6Nob2rqrNx1Rt1CHkVdVt5/+pml6+Z3/e45eGT6qq0XnPX4n003u/3+m+AEBVtTVr1rQ77rijaR977LFNmr9Tf+TeBYCIP6mqfurPB6mqxqaqNgs4mM86q6Z96gsom7k2/47IZg52UDF/rh0cvsvm8+ef397lCeIgCASBIBAEgsAiRCABgEX4ULKkIBAEgkAQWHgEEL6q6p/nEywgZnXqrw9hd/rv3X59AgBO/wUMnPh7b1/daT+hkxGgRPL5WrySlQWBIBAEgkAQCAIrEYEEAFbiU8+eg0AQCAIrAAEkfkvbrKquRvCRfYQdwac0hk6fLIBDDz20ueVffQQAZAUIBHjHn63Tf3VjBAD4qZrOob4oJYsKAkEgCASBIBAEViQCCQCsyMeeTQeBIBAEVg4CVRvJeFVtkno/iP8oEXp1ZP7www/v2QHuAnCjP8QECJz6I/pS/AUPfB7QBYBV1dP92VWVYtFKFhYEgkAQCAJBIAisTAQSAFiZzz27DgJBIAisKASqao74V03rAKgqRRvE3+3+VdUv5XP7/0j/d7mfk34X+UnvV0f+pf67ILBNfu4DqKo+VgChLd7filiZYM22ZEWAkE0GgSAQBIJAEJiHQAIA8wBJMwgEgSAQBJY/AlUbLwFE6klVtYMOOqhfAuiUH+l3uq8uKwDpR/Kl+xM6AYBZtOgG6ZzVL656VhMEgkAQCAJBIAisVAT+PwAAAP//Dc5opwAAAAZJREFUAwA6AUnF4oPb7w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data:image/png;base64,iVBORw0KGgoAAAANSUhEUgAABAAAAAJGCAYAAADFzPfIAAAQAElEQVR4AezdCdRfVXU28F072cGazrS1bWy1oHVImUGQRAOYQAhzmIekiGkYxEjFYoWiLqGrFUqDVMSASCBAIRABiQFMgIAQDBRxALWm1NrBDnSey5ff/dxwvLzz+wZIstdyc6Z99vCcG9f/Oefc+74oIp4qKQzqGahnoJ6BegbqGdi0noHv+q7vempTlhe96EVPke/+7u9+qpXv+Z7veYoYSxkszxxvy7TV9o2l/r3f+71PEbGQtKtkT9kKnVb8ezL/+77v+55ep+///u9/6iUveclTL33pS5+2zQZ7RJ0N85REXyv6Uswhxs3hiw8l0UeXTgpdfX3R34r5JG3QN552tIk+JV1CX18rOaddR/hkuz9urJ0/UD3nbqxSDCWb1v8n1nrVetUzMKJn4CkbABuwqv8VAoVAIVAIFAKFQCHw3CHw1FNPBfm///u/aOV///d/g7SRbCB50Rfj5vclbemnM5CwNVB/22c+W8qBpNUdqL6BFHfdbPC3gRjHBoLc5fHf//3f3dh4/sOuuJTwSvmf//mfIPpzXNmKsZH6FjvZQNJjAxEPeRB9fZvsEv3D2WePjYHEGBtDyXD2a7wQKAQKgUJgIAQiagNgYFyqtxAoBAqBQqAQKASeAwQGI3mDuR6IMA6mm7ZzPOdq55hSm+S4MomscWJcSdSHE2SZDjvqG07muw0AfSPZAOCHiKUVfUQfWyn6Wslx5UCS85TmKVvRl5L9iLlccnNDPx052oBQaveF3kAyUFz6BtKtvkKgECgECoEJQGCDidoA2ABC/a8QKAQKgUKgECgEnlsEED2CVKZopwxGIrM/9QYrh8sm7fT10l6/XzvHlNojEbk5MSfmtX61B5K0a0xdSbKuZDcFKSeIeQr9/jid7GODiEeZot0KUt8X4+zwQbRzvlKfMsU4yXaW2ack+ttSfTChW1IIFAKFQCEwOgRo1wYAFEoKgUKgECgECoFC4HlHAHFMaYmfwNp2vz7QuL7xSMbRLxFfMpxtpJkOQo54i9nVfCfladP4QNKOq6dO1ttSnfAhLiXhj5hrPEWbGCPqRJ2ok9TPUp9xefVzoGOcZJ1uiv6+5NhgZV+/2oVAIVAIFALjRqAzUBsAHQz1n0KgECgECoFCoBB4LhFAJElLAFv/yGxK25/65raiv9VDRFOyn05Kf6yvk21l6iq1RyL80DOHiNXVf+RZXsaGEjrmsdOKPmP9ua2OOj+E34GknU+/bavzQ/hK0abLnpIe0Z+iTYynaPfFmL4s27q+tDdYSb+kECgECoFCYDQI/H/d2gD4/zjUfwuBQqAQKAQKgULgeUIAyUuSmaVTbJJtJb2UDFXbWIo5RH9K6iKWKTmmHGg89doy9UZSsmsuEt5KS57psKUkWc8y+9ghbX/m29dJX+nHPGJuv2z71Akdwk7a0E/0E/15m0HbWD8OfSmpk226rQzUn31VFgKFQCFQCEwQAt82UxsA3waiikKgECgECoFCoBB47hBIAtsvkfe8Nt+OtYRRnV4r5qTk+/b0+hkho6Tf32/TGUr6+v222M3vE2l9CHTqtzEOVjeHtHPkKn9+ch6dFH0pqZOlfrboKlPatriRfLHqT9FuJfuV7CiJ+lAihhRxkWyPpBzKdo0VAoVAIVAIPBuB7KkNgESiykKgECgECoFC4DlEYCQkZyidjR1q67v1hdylpE6OI6REPx1fvifqxBhRRyJ/4Ad+IH7hF34hXv3qV8drXvOap8vXv/71XftXfuVX4ud+7ufiJ37iJ+JnfuZnQvu1r31tN/ZLv/RLXd+P/diPxaRJkzr58R//8U7/Fa94RWy33Xax9dZbd+2tttoqfuqnfqqz85M/+ZPx0z/908E3Ei2OlIxLW11e4rWhQNQzN3PVEWX6dOm8+MUv7mwjtHLXTj269Ngm5imNs82mkvznf/5n9+cR1dllj27O+Y//+I/uz/0Z9+cF6ainffpZN4cPfXRIv26c6GdLXaltI8DrC/xrGyPqRD8f8tPOefykZCzKFPOIuUSdGNceSvgfStgZSvgYSoaybWyouTVWCBQChcALEIGnQ6oNgKehqEohUAgUAoVAIVAIjBQBBJoukpZEC1Ek+n74h384kFTyIz/yIx0pNjZpA1mfNm1aHHvssXHYYYeF+qte9apA0pHzl73sZYHAI/OIvz7lj/7oj8YP/dAPRZJLdtnjO+P493//93jyySfjb/7mb+KRRx6JL33pS/HEE0/E3/7t34YxxA0pZ4cfmw/EhoCNBHGSl770pfHiDUQesWYb+UXI/+u//qsj3fLT5h/BZfMHf/AHuzkZH1/IcIo4ibltyT5dZfYj0vBlO/XZ5Uef8YyPfTpibONjzxxxsZWbC3KSvza/bKWwo86O+YQOXbb4Mk6PiJeOmOgQfWLRT8zPUj3F/BRzWh1+Uq8t6YxU2nkD1Udqp/QKgUKgENg8EHgmi9oAeAaLqhUChUAhUAgUAoXAMAgkmUKoETjkDzlE/tSTvP3Lv/xLaDOn/qu/+qtxzjnnxKJFi+K4446LXXbZJX72Z382jK1fvz6++tWvdoT93nvvjZtvvjkeeOCBWLduXTz66KPx+OOPx1e+8pV47LHHOp0vfvGL8dd//dfxd3/3dx3h/8d//Mf4p3/6p07+4R/+oevnV6xKhPRf//Vfw5h53/jGN+Kb3/xmtzGgH6kVK2Jss8Ftg5e85CVhE0OpnySZRqgRaSQ8BQZsyJ8g68bMUdKHET11sRHkF45ErGwYN5++PhsNSHnGaUy/Ocb088mPeG1giJcdYzZL/u3f/i2IfAm//PNBT5zyVbIjTnP5hR/hiz4xlw0xEHWiLrbhxPyBRB76s1Qn7GWpztdQQqekECgECoFC4NsINEVtADRgVLUQKAQKgUKgECgEnkEgCdYzPc/UkEZCJ8mhUeQQeUOSkcnddtstzj333Hjf+94XNgGQdnLllVfGVVddFZ/85Cdj7dq1HSFHUG0sIPP//M//3G0OOGlHKpE/wjYf6oR/44R/4wRxzT56xlIXkWXfxoFNAfLkk0/GkxtE/e///u/DnCTj8kCOW3EjAdlGlukiy4mDuhjMH0jEr5+OueIiYjQGVxiwwz6/8NSfbTcXvNaA6LNlPv/wk5v5Sm0+6ImXDfnzw6Z+JcIvHjEkbvr4s+FgHj985Hw22jlioKOfT8IeMUbYlhc9QlfJTquv3vZps5PC1lCSelUWAoVAIVAIRLQY1AZAi0bVC4FCoBAoBAqBQqBDALnqKgP8BxlD2pBseggyoojY6UMWvcd/+umnxwc+8IHYaaedwqn76tWrA/E/66yzwim+jQAE0FzE0Mk0wsolWylIp42A3CBQNw9B5UssYsp5YjBXbPqMIZP0kdkU8+jwTU+dLzGwwY86v2JTOk0ndHOO+UixueZlmfPZUM8x4+aIK/PIWIzREyP75vEnfq9P/PzP/3z3ioRTfrjLydwUcbFtDK7GtdkRoz6vO7DNJv/mKs3x6oXXMdKOeMwVk/nmsKGfjnl8sEGsh3H1FHPkyidRN5eITUmMlRQChUAhUAhMOALfYbA2AL4DjmoUAoVAIVAIFAKFwGAIIG7EOFKr1Eb6EDl1xP/EE0+Ms88+O3bdddf4y7/8y7jllltiyZIlsXz58vjyl78cyLnTd6QakTQviSTiy552EkdEMuupi5Syo5++eYgnMkrHybYTb6fnxukhmUgsMqtNT2mOueYQRNgcfvmQq1hJbgK4JeCUPeNgm8CBqPNlnMiTLaKf0JEn/0p40kP4jdMVH7LvOwVeT6Arnj/90z/tNlW+9a1vdTcl9JkrJ7bEqfQ6w+TJkwOph4fTfjn66OI222wTL3/5y7uPKbJP12sZyl/7tV/rPsr48g3jxmAiPrmJT1184pQHv0rtxFfsBI5EPCnmEvaIuYRdop792Vam8DceSTtVFgKFQCGw+SPwnRnWBsB34lGtQqAQKAQKgUKgENiAAAJGNlQH/B/Cjcwhaa7Oa0+dOrX7uN/hhx8exu6777742Mc+FsuWLeve40eYkVSkEAlFCrURRnYQOj6RSHWOlfSIeUq2jWVd+8UvfnH3kcD8iB9yyZb5hK4Y+UWEkWqSGwT0kWbfJCA5l22bAYQNfsUqRnETOWjrT1/iSf20pS0HNugpzeFbaRxBF5M5XjPwlw+QdSf/5vzFX/xFfOELX+g+RigmOilO9v3VBH8hYY899ojtt98+kH+E3l9E2HvvvWP+/Plhc+a8887rXss488wz453vfGecfPLJMW/evDjooIOC3vTp0+PNb35z7Lnnnl3b2nqFA77ihiP/4pS/HNThABMlkRcRu9zlSGxkEHX9xs2nm6Kdwqe6ktAfSuiUFAKFQCFQCERED4TaAOgBUs1CoBAoBAqBQqAQGB4Bp9pJjl1Nf8tb3hJve9vbwqnyPffcE+9///vjkksuic985jPdl/iRf6f+yDXxfjrSiATyhnw7YUfqkEzEMAVBpEMfuSTIpZNodry370v/NiLYZgspJfSIuWykTX74tikgD2OIJ5JJhy129CG6CD19emzpyzb7fOkXK3vG2GGPmJfCpnExmAdLpXk2JZy4++sIO+ywQ/dnDJ3uf+1rX4uvf/3rQc/4L//yL4fbFrvvvntH0Pfdd9845JBDwgcWFyxYEPvss0/sv//+ccwxx8Rpp50WiP4pp5wSs2fP7v5EYl71t1kwZcqUYMemgY8zatskEXeumfxtRoiLjcmTJ4e/0AAHedGVu5y1ExPxwkXOdIzJ240Cmx3wTyyM0SV0+2K8pBAoBAqBQmB0CPS1awOgj0i1C4FCoBAoBAqBCUAAyRlKJsDFiEz0SVS2h5ucRI4+kqdE4pA8JbKKgL/2ta+NM844I44++ujuK/wXX3xxXHjhhd1X/J1WI4IILhLLBkzYzrqSjn4kk33EWx8/Sn6ItnG6SGPWxcIm4piEU37a5qubyy5ij9T6awD+XKDvENg0oCcWos4e+63AQYyIKz126fFP1FNfvv2YxWMeOxknX+b4qB8Svtdee8Ub3/jG7s8den3CnzP0FxLYQsqRf9f03Qh49atf3b1m4ZR+1qxZgfDPnDkznNY7xbcJ4BTfyf1WW20VNhfEL24YKvlWFw+MvGZgYyE3FNwIeMMb3tDdJHDDgA2Smw2HHnpoeAZgkvmxxy77bOpXaqt7Hmz22MhJXfqwoTMSYW8gMZdNtlrRP5EiXn4GsjlY/0C61VcIFAKFwEZG4FnmawPgWZBURyFQCBQChUAhUAggT1BAahEtpIboI/p23nnn7tT/da97Xdx1111x0UUXxapVq7p305FtNpz0ui5On+hDnhBG5BcZRJ6dBCOHSQr5omcM2Sf6Wh222GRHv7o+8SmJPmNEPaXVSb0s6fClzTZyrGQjhQ4bGaM4iXn66SH6xuVoPuJM2KWDjL/qVa+K/fbbLxB31/fdZkD4zXvZy17WfUDRhsB2223XffwP8U9xeu8mpkjuEAAAEABJREFUwC/+4i92BN37+jYH3KBwOv/kk0/G5z//+bCJ8Cd/8ifhTyzefffd8eCDD8add94ZK1eujNtuu62TT33qU3HjjTd232q49NJLw+sbTzzxRFgn62uTwaaCGwJiRuCN2SzI+LfZZpuwjvJLfOABF/noIzkOVxslnhUYGYMLoZNzc742O55JpXYr+swl5rfCdit0SgqBQqAQ2PwReHaGtQHwbEyqpxAoBAqBQqAQ2OIRQJYQKkQWUVNHqBBZpOsVr3hFeNffVXDE0p/ze/jhhwMxNAc5pI/c6UPaEGJz2UP8gGyDALk3h21z9NsIoEeyHxFEMBHn7BcnfWIu+2LlT6lNjBN1QjeFDSKGVsSAmDp9588YPcIWUc9+9vgkTsuV+mAhZvbk4LTfVfqpU6eGP5PoJJ/uN7/5ze6Dfv68H5JvAwChJ+rm6dfedtttg/g+AOLPH5xsHvhrC1dffXX3JxZtyHz2s5+Nhx56KHw40CsTYnCbAJaZgzyIGK0Xfetp4+BLX/pS9zFHGFgr6whfNyfo+gbBlClTwoaQjwfalPAdg7QvLhjxJU9zxaCtH0bq+tk3D2b6+ST06CjZM6bdij450LHGpB2fyDpfA9nbmD4H8ld9hUAhUAgMicAAg7UBMAAo1VUIFAKFQCFQCGzpCCAyJHFo68imq9/eCXeC7F1/76gjdykIPpKHzCmRNuSSHeTOrQBE14m4NoLrzwUikq6hEyfZyKYYEDuizgYCi2SaizQij8R46iFprehPoUdyPPuVCKSSiFubHn0+iBiMy8kGAUFU9cFAP3KsT/7miNMpP6KMJMuf3b/6q7/qCLbNEnYJn2z6awM2Bry2QH/GjBndB/ucyNuEMedzn/tc95cWnOI78fe9Bbi98pWvDO/1+6CfGwau7R988MHhNYM3velN4bsNBxxwQLeR41sBxKscRx55ZPdBwCOOOCL4c+rvBoKPCu64447h2wTW3ncE4CNPGxxuBnjlwKsIfFpPMfgIoRsJvhUhLhjJTwlT+cJIyZ5NF8+PtueEbXr09dk00lYn8Fbq68tg/X29sbZb++oDyVht17xCoBAoBMaLwEDzawNgIFSqrxAoBAqBQqAQ2MQRQCzJQIRE33Dp0UFak1whZuYgfcgggo5wLl26NLxLj9wiaPSSzCF5yJw+cxFA18QRSeTSh+l8L+Dss8/uvj6PXLru7r1zxNW758imK+iIpNNvJNgGhHfavQ+vLRYbCTYbxCtvvsXTiv4U8fQlx5Q5Bgf1vh05pQ/jRFs/8o+YiwcuTsptBIjTBoCNCxght+y7qo/sy8XGgBN+9rwOgPjbHIEJgg4LuuvXr4/bb789rr/++nj00Ue7v4DgXXyke+eddw6k3Q0BpJxNeMnBn2F09d/aeR3ACb8+f1lA3WbCunXr4qabborrrrsurC8f5thcsCEhZrl4BcEmhBsA4pWvWN1o8D0DmxQ2GGwWzZkzp9toOPbYY+PXf/3X46ijjgobBdbY2nquEH24sA83JRw9Q9ZV29roU+ezLbOun16KNjGeoj1Rkjb7ZdrXn/UqC4FCoBB4DhEY0FVtAAwIS3UWAoVAIVAIFAKbJwLICBkuO2SRIGSIFH2kzHVzhNIVcdfMfejPabwTWzpILQLMh9N5hBAZRV5PPfXU7psBTpgRx8ceeyw++tGPdn8t4Oabb45Vq1YFUurKuuvqf/7nfx7f+ta3wrV1JJA4bXbCjWiLj08bFeJ0uixGoo+o6yfq+pJMinEwYT/zVmrzT+SXfpFexFUphtSlj6iL0cYHHIjNCxsAeVXeGPyM2RyxQcDOF7/4xUCKndjPnTs3EGXY2hCAiff61a2F03YbJ07Z/TUEuMIQaUf03dK45ppr4g/+4A/iQx/60NN/mhG5/8hHPhLnnntuvOc974kzzjgjzjrrrPjABz4Qy5cvjxtuuKHbYLARsGTJkli8eHF8/OMfj2uvvTbWrl3bbTy4+WGdfLDQhxWJGw1whTc89NH/9Kc/3X13wBr/2Z/9WcDGKww2CE466aTwfJxwwgnd5oAPF9oIgSsb1szzROBjLrHpkqJtXQYTdlIG05mIfrmzoyRZV5YUAoVAIfDcITCwp9oAGBiX6i0ECoFCoBAoBDY7BJKMjDQxJNbJNX3kE1lzCu/E2okxIo6MJfmnl4LAuWbulNcGAAJ3//33x5VXXhmLFi2K8847ryOUSD+ybyMBcfWBOnpOm51MI4pIbfpAKpFCX+93Gi0WGwTItnjliORnKT5zcgNAXZ9xsSpTxJhijB3kHuk03zzChtcTEHnX0emIiajTR0bNgZcbE8TH+pycu7nAPvxsJni3300HZB5BRZjf/va3d3/Cb9dddw1+vvGNb4R38p3OI/9O9KdMmdJ9gV/+cHWj4oMf/GBH0lesWBH+BOOaNWsCnk73kXQxisNGjg0DOYoDaSdw1ba+Xj0w7gq/zQibH8j+448/3sXi2w/s2wyyYWHNxMgXPXmwZW3kaQ3Fas3o+tDgLbfc0m0oLFu2rPvwoBhhZ8PDxsCJJ54YNkHcEoANG9ZZXCTXS6lNrFGKNjGe66yE/0QKmyns9uv6SgqBQqAQeE4RGMRZbQAMAkx1FwKFQCFQCBQCmxMCCEnm09azr18iufqQLuQJSXVqjQh+5Stf6b4s7+SVDkKG+Nok0PaBO6fSyC8SiCgi+klEXVlHDPlAbhE+J/vsIc362dHPNlEXtzEklq5+xBLBJAiqtk0LY4SeuSnahH32BhL5igO5R/Sd0hNX3Z3gI/FKJ/f02GBPbDkHyYbB7NmzA1GnL24E1oaH03CkHrn2Pj2fTva9BoD4Tpo0qfuiPv0k5XxNnjy5+/gfouya/sKFC8OpuU0VxJsNY0g6QcgfeOCB8MoAUsyuOOEhZn3WTtxKccDHOhO5ErnSNS4O+sSasydGmwA+GGjjAMF3O8A6ez3DjQ8bHOrWxXrJzbh4bfbYEHBrwQcl3TpQN7b11lvH8ccf390QgKe/POC54bsVfeIksBYnEZ/Y240AuW8syedhY9kvu4VAIVAIjASBwXRqA2AwZKq/ECgECoFCYItCwI/2oaQPxlC6xhDnoaRvb2O1xSAexC0JUN8XHX30iHoSRHVE0EfkkGvk3+mucUQRmaNjHuLlKrsTXlf6ETkkzgmxOU5/+ULOCBvIesamzaY2woa4iZkP192RW+LkP8m+MfPYJeppQ5t9uvS02WNbvMgh0stPtuWKvCOZiCfy7l16RJ2++WyxicCKRV5i5lsJA++/e+0B8aXLhzG6iL8NFdf2fQ9BXOwg1DYKxCwHePKH5NpMMQdh9tHF3/u934tPfOIT3VV8myeItc0KMbk1ASf95iLe22yzTdhcEIN4rJFvDNAXGz03F5BoGGjzLS63AWwkfP3rXw9t3zQQh1z4sbbWh23v5yP+bilYd5sPbi0g8vIRh40ktyDEC1Pz4C9nucNXXLl55FUEf7aQbzdL/PWJBQsWhM0ANyfYU/r2gBzZtFmjZNezBlvrDmv+lJ5bOWZbHzFHmaJNj6ibl6KdQt8zII8UbWIs9UZSpv0qC4FCoBAYIwKDTqsNgEGhqYFCoBAoBAqBQmDzRQDpQWiUCAmCgqgQdQQGYaPja/EIFGJpAwA5Q9Kgg1QhWOzoT0LoOrk6oojUsYOQIZvqiLe56ZvPFDGYk2LjIev8Err8EzayVBcLG6Svl+NikCO75srP6TgCruQTSX7iiSfCn9bzioJc+DZXHgizjYEknUitj/T58J5NA0TbybvTccTYHBsLPoDo43h8sm0chmJDqgkSLi5rgIwj097f9+qE9/mRcQQepuJgw+m71yVc7beJ4Zo/YUssbh64heE2hhN6p+5eu3BTwIcc4WYjgchRvsg98i4m68snLMxx4p924GS9bQSYB1cCYzG6RQAf654bCPBl1xrZDIClbyAoM275i0XsbjzI3ccP3SCwQePjiG5M2EyBu00S3w7gA55si8lmCJxscFhDMRlTF6MxMVgHz421goc10KanZFM8+gkbWaoTevpaMa9tV70QKAQKgY2LwODWawNgcGxqpBAoBAqBQqAQmHAEEAEy4YZHYBA5STX1JCqDxaPf+/uIluvZTnbNQQTZQZCQIZL9CCISitghnfoRfcSPIF7IFf+IF6JN1OkqkS32Cb0s1Vuhn22xEjG1oq+dbw7Rr+SPDTmYJ2aEUQ5OoBFgV9rlQ5eOHOibL194eCcfabWBgNgj1F59cNrvZNomiu8AwABRRpxtDvCFzDrdRuKRUH8NwQk2QdLPP//8OOecc+Kyyy4LJ+r88mGcPURbTE76bUD4Or8bA0itHHzZf/Xq1eHDgIg0nzZy5KXOPzyQX1gg8PJHomFnvfjUL3aiLm/jSLVbD/JzKu8r//Pmzeu+YYCg+9OATujdpqDjrxTst99+MW3atBCv1xoQf8Qd+YdlYs2HzSTY6NO22XDrrbd2H4y0CWENYOE2hZsqYrDJYrPF5oc1sW70rKONCLnaXFDKAQZw1LYG1tdzS7KuZId+CtzU4Zairb8VfSWFQCFQCDxnCAzhqDYAhgCnhgqBQqAQKAQKgYlEACGYSHtD2RrMV5IUhI4gVewgN+0cpA8pQ968W4546qNjHqJkDnuIExKv1GaPHn0klK42X8R8+gTZN4ct+km4tJEtYi6bhC5hQ0n0p9AlrS1tenyLkV8lG8b4Mh+5RHydcCOcTo3pmkeHrjY9ZJINfrzDj+D7M3x02EUonXr7iB9CbvPE6xA2BdQRc3pIqBsHCDsyzJYTeLaR83vuuSduvPHGQIL1I/r0EV51eSkRZ6f+dGxi2Ljgx0m92wLyEjeRA/tiJPIj+s01hiQjz8i9HOUFA7cREGq5+sDj2Wef3f0lB39h4JRTTokZM2YEkm/TCAH3MT+n8+o2SGyG+BOPyL9NAK9JeL//wAMPjMQqbzDYVJArv8SzJF/Y24CwOeLVAN9TcLPB5oZNC88Q/7kRYBPL5giM4WZtbQTI00YKwm8jhW19MLA2coYtHeI59jx6VpSETivGSgqBQqAQeL4RGMp/bQAMhU6NFQKFQCFQCBQCE4BAEoQJMDUqE61f5KadbCzb6ggWQpN9iJ+TWlfXkSvX3BEy18GRotRHlJB4BNJc/QiYOnvadBBNhFpJVzz80kWsEDAl2/rMN56ibQ5bOV+7ldTRp56inaJPnQ118YlTnzyIMSIO/tX5RQ7lABN6ckEqvYOORIodgXfard/77ki02xMf/vCHw5/kQ+oRXEQdkSbIO2LstQF1do3fcccd4aQb5mKAEXvWIokxYurkXKzIvvf1kWN+XLEXrxzpwVeu7KvLX15K9hFfunxYf7pyRrzleOyxx8Z73/ve7i84+IsD/pyjd/LNcePBKyI2HmxuqHttwQaGTQ/iFoK/GuB7AnkDAhkXK1KvhKsNh4yPb5jAF7mXjz5YWzMxsyFvvvi0WSJuNwv8JQq3Avbee/kQrHYAABAASURBVO/uxoFbCF4TkCM/bNoM4Fe+sIAJYT9Fv2eBTpbqA4nxvpifwmbWqywECoFCYCMgMKTJ2gAYEp4aLAQKgUKgECgExocAItBa0CZt38aoD+UDAUHa6CAw6vqQQHUEy3VqpPK2224LfUgnUpT6dLXFro+o6yPsKekhY0SdDl1jWReHtnFETEmHXySNIHxKfcaIeYQdwmcKO4QtffTMMV9eac88sTkZR4zp0yN0tZFMekipE3CnyAi6PqfaBOkWn5NxBB+ZRYLvvvvujvi7Nm/Mn1Jkg21xuAHgpkASejbZMW/p0qWBTBtHfPlHYH1YEIlN4u8qf35LgF3kXX5ygGvmb0y/jQQ5GZeLtRWT/G0ayAWhd4r+jne8Iy699NLuTzfOnz+/+7ODYvS9AX9m8Oqrr+7+nKNy+fLl3YaFD0B6T9/mhTL/6gP/fMIbfuJQ59MrEOpwcGPCxoJcYaYtXxtQ4rRWOUeJwNtAsFECC7HLmz357bTTTuEmi40ZNt00ULoV4KYDn7DN58W6eF5y7fkjbkjAUh4woNMX+ZG2n25JIVAIFALPHQJDe6oNgKHxqdFCoBAoBAqBQmBMCCQBaCfra9vPRx2B4RdBQmQQQoQFWdLvpNg72AiXa/+IJZKKHCJYyCgbSZbMIXJLMY5EKdlFpOjwo9Q2XwzqdBBSPpAsY+aylzEiaCliZp8YJ2zTZ5+wzQbRTqFDzNHHP5/8E3Vx6GeD0HUCjUwqkVCbJK66uyVhAwCZVLod4MaEk3B4uXqPvCPrTvhd04cxEu9kG/lklyD+NgoQZq9dILJiEo+bAojr1KlTuz8DqE9syDo/8nfjwM0Dp9o2DsQCK+vHJ/va6nwj1k7JxaBfKQebFOeee2733QHX8/X5lgHCv2zZsvAhPt8jWLJkSSD9Tt69i+/VCfFYT7aQeNfvfZwPbmJG0G0euAFA1L2q4L1+30TwUUK5yw3OYhebE3txwfCVr3xl2GQxbr1sHsDZyb+bAG4a2Hxw08A62CQw37cVrJkND8+4NbEONgPESIdfZN9zQ7Q9C3Iink2SY0riWfJcZZl1bdJv6yspBAqBQmCjIDCM0doAGAagGi4ECoFCoBAoBCYCgRcCAUiiIh/ERonctrEhhwgSooZMOalFoOghlkileYQ9dpQECUXKETalPmQJgaJHEDYEK+cr9aeOWMylh3DpZ4deK+JJ4de8Vto+89ggfBFkFLkWn3E+EWQ2jGc/H8g+IqoUl9N9hNz77sgx4ilO9pB3H9hDSJFhPpFNxNU1etjyBUcn9U6gYS5X+si8q/w2ERBbp9vI+tve9rbwzr11cSsDaUbK2WLbNXe3NuSATItfLtqwEAddcYvZl/N9t8ArC9ZLbk7ITzrppPAnBnfbbbeOZHvPPgm/P+u4du3aQNp9V0B8/MAPnp4P+MBMzoi6DSObSGz4s4Xe2Tdf7Ag/sekBPxgj9jCBhU0M2Crh6jYB/678WyNxu0UgT2058u82APwuv/zy+MhHPhJewTCHD7cIvA6A8MPdsw1jm0vWBtb802WPbfkQdfkSYwMJLPQr6belekkhUAgUAhsbgeHs1wbAcAjVeCFQCBQChcAmiYAf36OR4ZLs2xpOHwlIybmIGCJBBpqfev2yr8tuv2+gdtoxZg5R148MIk2IqLj0I1R0kDAECiFLUof00tM2h575RJ09Qod9ffJEQJXZp9RGeBGpJFr8t2IeW+zTY499pM2mhDH6xtki9LQJfePpz1x+tfW34/q0iTrfsGCTLURdG7FEdBHFww47LJB1myTm0EXKnTqvW7cuklSa4zTch/DYQJzFbjPAqT+szbcpgvj7Yj8bjzzySNBD1J3GO6levHhxeC3AzQBxwcHH9XxMD2EXA2KNFPNlvpxsTMDZiff06dPDu/tuIiC/xnyo79RTT40zzjgj9tprrzDHu/oXXHBBeNefT5sa8mVfKV55+XChGGws6BODuGDtffzrr78+Vq1aFTYu+DKOpNMVn40HsfIpJ/PEL14bB26hwIJfNylsDDjVt/nAHuzYsabEPPY9CzYWbBjYfLAZ4GOBNhTcHPBtgDlz5oTNALcTYMq+eIz7AKb8PAviEh/7/Cn1pbRj4ves0UnJce22rj2Y8DOUDDav+guBQmCLR2BYAGoDYFiISqEQKAQKgUKgEBg7An7Em+2Hfyv6jA0mxgcTcwYbG2m/WNIOImMeIoX8IK+ILkKESNFFtgg9os98Yl72KVOQIeQOoXPCihilLmJF6BD9KeYjishc+skx/oybwx7hg/BB+COIO3InJ3psmcuW+STtwSCFX/02Gwg7STjZd9qOiOqDEVwQSOQd4URA5YaAwhJB5h8Rhqer/Ow4jUZIzUdwbSY46b7uuuu603fEHwFHgN/znvd0fwIQuRYnguqE3TvyiL2NGTbcPEDsxSVfsfDtOr534W1eIN/igJmNAPG4Hi8mmw833XRTfOhDH4oVK1Z0mxw2fGxkENjAw6YBEm2+PPmUj1cQ+F6/fn2Ix8m7GOApHn6JnD1jxuRDYJqkn2+xmG/MXPpEPGwo4auPfWtuveQhZyJe8cHWn0H0MUKbCtYOlm5B+LOFuYFiPfjzOgDx/LDnWSFsKom6dU7RJw7PmHiJeivGSdtX9UKgECgEJg6B4S3VBsDwGJVGIVAIFAKFQCEwagT8yCftRIQgpR1TJ61uWx9qrNUbTR3JYZcgU8gMYuzUE4lEnJAz44gN0khaH/SRH+P6Mzel+eYaR6CQM4J0pi/ztI0r2RAL8q9tLqHHpn4xIJji56Mv+glbbLjFQPgQLzvG1MWnnn3q+owR85Bd5B5hda0dkUa4s08uCKar8kgvQupkX8zIpK/7+z6Ad+TZR7RdixcbEsqP+f6EHX16TvR/93d/N5DpRYsWxcUXXxz8wwLpFQPyKk9xuHGAMOe7866wW0ebBF4L2HfffQPBlQvs2EHmxeVGgNsI8vZOvtcLbADIRXzWQ6xuKmyzzTbhmwf+jB+y71aAmyLyYotPtuEkL2sjRra14ayPvvUQD6yQbD6sr5smcnJjwHMoXvqeHetB5K6fTT7Z4NfzCic++TKutLEA3wcffDB8XNFGjLb8xAMvmzpz587tPnIod+vAlg0T68U+u8Qc62vtU/iSZ47zmyJ+YjxFu6QQKAQKgQlHYAQGawNgBCCVSiFQCBQChUAhMFoE8oe+MomAEkEg6oRdZYo2MU+Z0m9n/2Bl2huqTJtJaJAaJ6iIkbpxRA35QYYQLP7YVNJBgJTaKcYRR3mykUIvBeHjC4FDspBGREzbNWw+2TY37SGIRBxKPog60S/OFH1iQM7Y4ps9fWySjJmOcX7Fps2ONlIqVoQVoUYo2U7cEFUn1/oQY+/Ym4uYOl2n74R+1qxZ4UN2xrTFYYwvGwfqyP/hhx8eXif44Ac/GFdddVXYGECKEVFfs/eBRjE5HVc6AWcDfm4F8E9v99137z4YiGCzgfTLR84Iu80IJ/heS0D877rrrkB+kWun3zYQ2LPhIG7fC9DPlw/+sSVf780j5W5asC0m+RC24ARTcVhnPq2zPNxg8O0BGxTwOeGEE+Jd73pX/OEf/mH81m/9VrimD0Pv7NsQ4YdfcVhTGyI2hdRtDvBhnTxDNg2UnmFxuaWA+LtZ4HsGbgVYOzHCds8994yjjjoqDjrooDAX5l434E/MNn7458Oz4lnyDMnPc5iirT+Fb0I/RbukECgECoGJRmAk9moDYCQolU4hUAgUAoVAITBGBJCAdqp2K0ggyT51Yk6fLPTbdMYr6RepQ6L4Roi0ESdCB7nlS784lEgQ0Sb6lPSU2jkX6WUDOeIDcSPIG+JOny/kDcmil4Qq57HLpjjVU8zVLxZjRN18uSCifNDXT+inaBPzUthE0sWHbJrLHnKNzBpDvJF2RNEpPrKJ1CKP4kew6SKeTs1tHojFOFzoyBWRF59XBXzQz1fsL7zwwnBizafTdyTZKTUS7DUBeMJRvIg3Yu2L/kg7cs2vTQR/ilDssEVy3UhA6G0Q8O09/ZUrV4YNDJscCPm0adM6InzEEUfEgQce2P0JvSlTpoTc2Uf4xSon3zYwJrepU6eGOrvWEWGmx54PGCLX8+bNC1fu3/nOd8Zv/MZvxCGHHBI2KhB8mwmwNl/OsDj66KPjve99b9gMWbhwYUfObRbQmzRpUsgdQZej9bQJID65qsPauogHBtbTRwW9DuDWBKx9lJD4BoNNGxswJ598crdZ4/mx1vonT54cYrRhxZdnxBpYoxTrKpaSQqAQKASeBwRG5LI2AEYEUykVAoVAIVAIFAKjQwARIO2sfrs/ZjylHUM0hmq3Y6Op80UfmckSWUVqkFPkCcFEdBEcOmKhT5Bmfezo19avzzyi31yElSDzyC77NgCcwLru7UQZiXZ6jHSxYy7b4iHmKFsxTo8+fwQhRPrEgbyxqTSfnnEEuRXzxM8WoYcQi4We+cgzUilO7+WbYwPAqbI5W2+9dSCJCD0C65TdfKQZsRY33/rUzYGNq/dOlc3xp/Z8tV4d+faOOoI8e/bsQGB9Z8C6uKVhrbxn7yq+Uhum8rRJYN1sDNiU8Cf/kHObEq78i8EJuNcGYOhjfq73O2230YDQO/XmS6x0xCtnfcbgaz3FamPChwDlb3PhtNNOC98t+J3f+Z1497vfHfPnzw/E2kcG+aGPVMOZDTh4LmDnRoIP9n3qU58KryP4kKA6ks6/WwkHHHBA+KaBWw9ik7fnS4xwYhcOCD/72uI2Zg3k5NWJq6++Oq699trw1wng7hsOMOHDhsUxxxzTfY/BzQixmQc79viCAf9EXZ8x9ZJCoBAoBJ5bBEbmrTYARoZTaRUChUAhUAgUAqNCACFoxWTkIEW7LzmmHGis3zfedsaH+KojLkgOgiQGpFQdsUJ8jNPj1xw62sayT7+6fuNEnQ5RJ8g1Ys0mooakIYApbJhrnGibjyjSZSPFfGKMGM9S3Rgxnx0iToJQEnkqiX5tmwhKp/bIrVN4RNupsQ0L476IbxMA+XfiLWa+nHwjnPL0BX+5isXptqv48uTHtXtz5HLLLbeEd8/N2WeffcLGAeJOchNDPDYcbJrYBLCBgpDamEDEzZUDgm4DAdm3MWCemJxei9m7+3Iwz40A7/c7TRcXfOTp+rvTcvnBwMYHv8TNAX4RavYfe+yxYE+ecGAj85enHI2JD25iNJd/McnRawZO/bfbbrsgSLhxudussDliQwBhd3pvvr9o8I53vKP76wV0M1alTRsbAzYB5GVdxGKeZ0p8nm2x+zCgTR2bMW4H2BAQo9sLbjm4bQBrufs34lki1k1uKfLWp2z7tPUT9ZJCoBAoBCYcgREarA2AEQJVaoVAIVAIFAKFwHgQ6P/wT3IwVDlef3wOJmwbUyJDWUecEB9kDaFClhCn1EN6iDn6zCPq+jIfBNy8HNOPfKUgZkgZW8Zyrra5SBtyps62eeJqRZ95xnPSASjmAAAQAElEQVQemwRhNd8Y+3TVxcQmfe0cS7uIMpE/gov4mYsg63dC7HTdFXO2XLO3UYKwwi6vkbstwAayi2g67VYi1Eiwq+Q2EsToFBvpdPKN7LJnI4A88cQT3Z8URGYRdyQb8UfWxWM+jG0WiBFpRqadsiPmSLN83SSwEeGVAH7Yk5uNArFZD6fcSLAckX+EH9mlLz4f0HPbgE/Phg0NOHtG+HZrgA+bHOITl40EH91bsmRJ/NEf/VH3br8/L3j77bcHm3IUE1ysOYxsZIg//9KAbwN4hcBfHZAffKy7TQExicN7+zYCvJag7faD9bG+1tkzIUc+1K0//MQOH3mKFcbwtcY33nhj2BCwKeHGgdsUcLOu5rAvR/ZT2CXpN/vbsj+nHat6IVAIFAJjRWCk82oDYKRIlV4hUAgUAoXAJoWAH9mtjDb4dm7WB7KRY1mmDgJAsp2lvsEkdZTIBZJD1Ik6MsoXHXb0KbWJuj71lOxTEv0IL6KCACFMSB3ShLCaj6QiSkgT3wgPMRcBQoDZYkMfO+aKTYzEmDn62FSyqQ/5EgO9HDOubkyZwn5fjLX2jYvHXHGwq62fXTkQvuVLkEF6YkJo5YBcurqv33vjCC6bToGRRO/L02EbeWXf9X7EHYGEm80AscEUuXbCTY+OPoQf2WbDuG8IqMsJ8UY6XUdH9hFOMZiX8dMVE32n98i9D/RZF7G58u+WgPi8W3/cccd1twmSaCP27PnLBb4zgIjbjNBOf2LlFzZysVberefHpoFNBnm48o+Ueyeff3naOLERguT7k4Zs28iwQULcgHDFf/ny5eF6P3Gqv3jx4m6D4Pd///fj/PPPj2XLloUNB/5tVtjk4N9NBs+fPJXWlF9YHHbYYXHSSSd1X/M3Rz+8iOdAG25set7NhRnb1smY3K2JVwE+8YlPhM0Lc20yTJ06tfuLDObCRM7G2GPbc2Ntss0vm8S4fqJuXl/0m6MsKQQKgUJgFAiMWLU2AEYMVSkWAoVAIVAIbEkI+BHeitzbH+vaI5G+jZHMSR1zEQdEA7HQbmNo6+0cetrKlH5bvz42lOzzg7wgNYgRgozoIJ70CR0xITHEXG3zldrZrzSXD3PpsM0G+8aNmWNcqa2fLX3ZZsecVug4MUa6idgRe5sW5honaZcNdf7100dwlUgrEuu9cqU+BJiuPif2N9xwQzjd1i8OhNqmgc0D76eb50N5dMSAZKsj+YivmFyPR7KN88GO2JFihF08CKg8kFsn6XQJv66hm8+vU3ek1xrZOOAHOXfyj/z6boAr8t63t5ngqrvTfLo2CMSvj1+2xQofpBs+Xnvgn33YqctVab6NBKflsLPpYq1sXPiA4Uc/+tFA8p3sWyNjfLtd4PUD82HGV/6FArmxKX4fJbQ54a8TeP/fibw4YMaWdYGZ+cbk4PRezL6Z4AODb33rW+Pggw/u/nShmwk2LWwg2LCAm80L+VgD6wNXzx5s9aV4PeBjH/tY95cZfEPBdwxsDlkjc+iJC3bmq3vWrXf26Re3PqJ/MKE32Fj1FwKFQCEwMAIj760NgJFjVZqFQCFQCBQCWxACfqSTTLmtZ99IS3NTzFFXDiWpg4ghO4R+koMc126FjjH65hJ9reijo89cdcQ8iYs6wmIDAImll0KXID1IoX5thIdd9rKfDXpEn7Zxc5RE3Xyiro+wpU+ZtpUpiLK6mBExBJmu6+MILxKHlCKrBAkl+uVHtMWmT66ueDvNhx3fdBBE7+M7HUdK6elXysmpMdKKCDshdyptPkKJUCPi4qSrH3GEKZKL0IrbtXsEVrzip4fIi8+tA4QduXUqLV6bEa6l+xo+TPmXMz90nWb7k3bGbQp4b50g+UgzW0gz4u0U36k2QiwmJ/Xs8ENPbAgwco5Ey8ctCOQd7jY89NO95JJL4tJLL+1O7eEhV5sYcoeX/OSENPNljlcoXOXnw/cQ7rnnnu6vH7Cv34aB1xjWrFkTNhDExa51t/FgY8ONCRsFV155ZfdBP/ry8v0DHzeUm7pYrKtNGHGw4ZkTG1zgKG44eRZsxMCfHuxvvvnmgIfXO/bee+/uTwWaLx6ltaArRhh6HvV7no0ptcWgruyLcWPKoSTnDaVTY4VAIbAFITCKVGsDYBRglWohUAgUAoXAloNA/sBWDpR19mdJJ+ttqd4XusNJkgd6WUciiHZK2qZHjJO2H6FIoUPoKAlbSDDiqZ8u0oZkqyM19NSVbCN/iA59fcQ40cemPkKfqBtX8tWSJH2EXgodZBtZQ+KJ03KCmBsTg1jMJYg3EmyOnIi6OUo22WfLfDGYp0SWkXMkkI7T5F122aUjegimNuKKpPPrRBkhRqYRduPs0JG/cT4QSXHoMwZb5FWcSOfDDz8c2k6mYW1TwUYCcmvjQU6Ejk0G78fbqEDWEVSEVl7y8DFCHyvkG9ZOyBFnGw1wkh89sdog8MV+ZJl9tpQIOvLt3X03BBBorzUg5xdffHFHxMXovXivRsjf9X3v45vPL+JtI4I/p/1eeRA/fIh+cdgUgDtdeVgXY9bABgmsYGaDxF9AsJEBU/M8A0m+bWbkjQGvFNgMQOTFDnubN/JC9uUFF/jSsZawEbv1cGuBPVhbXzGIyyaBHL0y4faAZ8NGgbzM58dzoy63VvSTtk9dX4o27JQjFXNHqlt6hUAhsPkiMJrMagNgNGiVbiFQCBQChcAWicBgP7KzX0mAk6U60W5F30jEHEQaIVA3BxHRRiRbyXE6xnOeOsl+9RQ6+glbSV6QLgQMiVEaQ5zThzYChjSxISZ1+kr26eSYEuFjP4U9wg7iSl8cfBBt/YQOXWK+NpKMcHv3fcGCBXH88cd317wRWYTMNW8EkV9xycNmhljER9jih46cETx9rsUjieazx8e9994byLHY6BlDPJFo5J4NhFts2oikU3o65iCeSKIYjCOZSC1xss4esomMGmMX2URSxYaEsuNddafPTtzlJH6bEfrVbRrYGECMbQ4gy2JhQ8mfWN0WmDZtWveevDZdvpzGe3ffpoMTeCTeJgEdGwK+jI+Yexf+fe97X/B5wQUXdO/re1/eurBtEwLuNg9sbjjpR6ptFLAtT2sLS5h7bog6LPJZ0Of5IvAQm40Aa0TPxoHXLjwb5tCDr3xs2FxxxRWhbm3Yhi0ciHjkkjjK0XMhbutkXIxsWzsYWl9rKQ/fNYC1DRCxwIIPc9XzWbNubOtTFyc/6n0xNhZJO2OZW3MKgUJgs0BgVEnUBsCo4CrlQqAQKAQKgS0VgfyRneVwOKTeQOVwc40jCUkiEAiin7Q2EQtjSmOknauuL+eo6yP6lPqQHXWECIlBppR0EBzkjp4S0VFPQdToKsVh3HyiT8k2W/wgUvTE3Yq+FP3q5pgLi1YQVh+Zc9rrT9Ihk67FO6lGkJ34i4MNMWR87MkhbfEjPmSdH2TPXKR6ypQpoUSkkWpznFLL23VyZNPGgPfC5YQkJqG3AWDcHBsKSKuSiJ1NNvh2mm4+sor88+/EWsw2IcQgbgQfKUd8kVibHQiw3PXLX24ItzyccCPN/CG/cnTLgLBrLZBgNxHoIOdp12sPyK+r707eXau36XL66aeHD+1pL1q0qPuyv7idtCPDcpGbNXHyz75YUmBkPZz4u6ngy/5ilwPyLU9Y8+3WAnyRbjixsX79+li3bl3Axym9TQ3jnltYs28Ov7feemt8+MMf7j7a50OIPohoDtzl7tmw5inW1fNgLcTjo45igLN+tsWutEHidQBYwsMGDuzgT7e1ya68CJ9taYzQV45U2CCtfr/djlW9ECgENmcERpdbbQCMDq/SLgQKgUKgENhCEPCDnLTp+oHdijFtJcl6ltmnTbRHKggPQoMwICSktWFMfProIB1EnaSfHNeXoi+FHaJtDr/ssqWtH5Em6mzoN0700UdWkSN9CKz335G41GcXwSP0SPpFxhAnZeqzaQ67SDNR188nH2w5qXXS7Fq2E2rvkbsKLkYxI5OIL/z0ET6QRnV2EGwlsqcuFiTRZgJCb75xpHny5MnBrj7xIIduHMgF4Uc+kUFthJWOGNmRjzrCLQ9xsMWXErFHUvWzZTPACb8xpTEn7Mbl41Rc/6677ho2B+AtJ8SVPyQVNkgyfeScL2uUfU7jfbjPCT9/Nj2QWiTXjQDzbR7YVFm4cGG49n7RRRfFb//2b4c/k+d0/V3velcceuihIWcbHbBFhvnh1zoZc5OBf/nQk6Oc+fRag5sDdDwHcqFnreFmvtzEJTfk26aF2Ni3ZvTNI54vtm1qXHPNNUHHzQV+5EwfjmxaC8IHUacvdjaVsGFP3bMoN68DeL3Cxos1sBnDLpviVrKXos2n/IwTffwRdX1EfSTS19UmI5lbOoVAIbCZIDDKNGoDYJSAlXohUAgUAoVAITCWH9jmkJGil4QA0UA6EAvkwXxjSJFSWz+9FO12TDtFDOpKkuREnS1iHPFR14+wtP6Ro/RlnB7CxZZ+c52UI3sItfjpiZkeYUPbXHNS6IndGD0nuwSRZt+4WNh1yu4atg+8IaJIuXlsI/NsO8mlixRqG2MLSZUnYo/ciVGfjQs6yJz42RMPOwi0U3Bz9Nlc4D9jMh/xRcptBIiTL4Scbzki/2KDDxJsLpvi91V/tuUrdz7FLS+bDIi5OM0X+xve8IZAPtkSG7Lui/mItY0QbXMRbBsHiKvTeTcExGPcZglSbXMBAWfXKblr7jYA6CO37373u0Os5513XixdurSrH3PMMWFTAH4+1odY+yigjRJ/SjFxh4cYYSs/+og+XPxFAD6M23CRIz15ykk/HKyD9dev7RmDp5iIcfnJJfVswKi7jeDPEcL57W9/e9jMsC4whoN1Ypc9+saIfjnRszaeN+NysNb82jzxmgOMvC5hHgyJcc+JOYQv/fwY0yZ0iPpYpLU1lvk1pxAoBDZtBEYbfW0AjBax0i8ECoFCoBDYJBDwo7iV0QbtB/lgkj/mjasrW/ttO+tZZkx9fXZI6iEfdJBBJBCpQqj0ITtIuTpygrCam+QiCQZf7BlTEn2pxwY/7DtNZtdcdunwidB6BQB50m+cHp/qBBljBwFDgJAwNhE/NpBQBEsf/wisWPhQIlNIq375iJcYQ7KdsrOFlBMEkd0kiGJDFFs/YmDTCbHTbrYQNzHIg2+xsu3EHumVq3lsu9IuTyfjcIIBwm2ucVfYxcI3QgoP184RbXbZ0Yfk00PwkUnX8uXJZuImdtfhXYWnK1Z5G7fmxo2Jwak+nJFNfRknwu/9eKfjrufD0eaEmwGINtJvzCsBMFEXC0yQW75cryd06fCz7777hj+n51WA888/P5BdRP3kk08Of27PRoePA8IPLgg88m9TZr/99otTTjklTjvttJg1a1bk7QnPDPzlaY28KgAnbRsde+yxR3ejwWbC9ttvH9o2KKwv/D0b/l3QVxe7Z8Fzwbb1sHbanjfiGwUrVqzo7MoHLnTZ8OxaK5hZF7GxYDdVUwAAEABJREFUaQNBnxzhIjcfTeSbX3b1++sANkxe//rXh9cgcsx6sU9P3GLy74BNfghfhA7dFPqtZP9gZaurzt5QQqekECgENgsERp1EbQCMGrKaUAgUAoVAIVAIDI6AH9390f6P9v74QG0kQr8SmWxJQ5JY44SOcaIuBmJMiWAQhEdbPMgIUaeX48gQ8kOMIzFsIrZOks035gRXaa452k52xYZMIYziQWQRN34QY+OIIuJJL0kWMoQc8YVgGWefP33qyDoiiGghY4geP66CI7OINR+Itk0Fdsxnmw1j4mDLXHEh2DY/5E9fDMYmT54cbDsltzFgDnIufrlqK9nTxxY/cEKciXn6EHjYI9VO1a2nuOBlnpsGCOlrXvOakBfiqo0M2ziw2WCOd+1hDQPfHeBfjEgoAi5v62UOEaM+ZJ8eTGCkro9fGyviRPr5sCZIufjnzp0bM2fODFfdXfeHv/fdDzzwwGAL8XUbAHmn71q+1zD8WT64uR7PrjX2HMjPtwWOPvrosIGg9CcIYQYfWMLECb0NA+uM2Bu34eFP78ndM2c9xSBWGzzy1C9/a5kbMzBgm05+O8DmhI0NGz905Ww9rAV8xeFZYE8fGzYB5GNsypQp3Q0IWHpOjcHCGlgXeZorxrRHz7MlTv8ujBF6hP9W9JUUAoVAITA8AqPXqA2A0WNWMwqBQqAQKAQKgUAE+jD4Ad/vozeQ9HW1ifn0lQQJR6CQDeMIhRJxQWyItjkIhbo+4+brV2r3+42l0DGOpCC0SA97CLI6MurL8QgaHSRZvzlsp7BjHoKJWBpH4Hy9Hikz5j14Y3JDDBFe8+UoHn2IEsJOn01Emk9jysQEAUT+Xa1H8uiLj02kC17EfD6U5utD6OHFjzFkE+FDvuWNyDpxZ5e+uezL2zz6fNGFGULuGj3yiFTKhy6SrS5GxFjsbgvwJRYlO+KZvGHjAXlHIp3gwxtO9MWJAHsP3zw2kXnkm3/5wseGg9hsOMBarHRtIMALSbYm3mlHRo3xwb78+ET+3S6ALTtO+135h4336r1q4NTbXGssZwRYjnzy42q/WwmuyRO3KfTBM7HyTM2ePTsQcqfriL6bFuo+EIhQe/ZgYkPACftee+0Vbj+4ISBPeXtuYA0XOfAhH5tNbiR49mwY2KQQ74wZM4I9mGsTawwrz4L40o7c9MvVc8uXzQMl/OjL3esU7PjLEV4XsKGiLS74eo5Jttlng23CjpJOSSFQCBQCI0JgDEq1ATAG0GpKIVAIFAKFQCHQIuBHO2n71P24z1K9FfpEHx2iTdQJ8qBE8JBGZANpQGz0IwxIKaGbc5XGlOybozRHH92co884gqI0L4mQOcgVgopQI4RIqT6x0FNnC9lBsPQjOMaQsDyd1kY6EVgnvE6TzUWq5CYuxNRcMagjqAick2ox0KGPDLOr5I++GJBofrTZMca2OepypUeHLqJrnG3EUW788sm2a+Pmwlu//OCEEOqnx4a5+pBjZJ8OP2JAzOGIFLtpQGxuIOPygYFxRJ6OtjiQWxjZSKDPls0FY2Ixnz5Cyg7CaiPC2vKPaNuEgYX42IEBPRsE1kvMcjMfBvz5SB7y77UA5J99ZHnOnDnBjk0RrwHwRV+8yK9r/J5TeOiHMWGbwAPm1oBvOMBQvJ4tuCHzCLkY2UfcPXPGMn515N8z5CTerYBDDjkkfODPKwfTp08PryiwQ8RsjWHMrzWVg42SnXbaqXslAJ4EPuKEBWzEKj4YihWmhD15swE/49bHZofXIWBgE8DzwS+baY+eOPiyTv7N0eGrpBAoBAqB0SIwFv3aABgLajWnECgECoFCoBD4NgLITSvf7n668OM+RedgutlPh5iDWBBEAQFS6kcasm5ekhR148bMy3bqK/UjJIgIQmauOS0h4d9cZdpCUOkhTU43kT322GCLHfrEXARJv/mIqGviTpL1I7LInVNZZBFhQgKRPuNsKrWRf6QPKeMfCUceETYEkyCMYiLsiAFhE5+4xAM/xCsFMacnb7YQSsIv/2L17ry2+Un22Ef62BG3+Iwj6fJhj10Y28AQn40Q9ughpEi1PnbkpR+ecBKnjZK0KwdE1sYJUg5TV9GdsJsDC6fuyLpNC3bZt0EidifV1oAvmwrssCFn2OhX6kdafczOmiD1MHJF36aAq/xeBWAfzsi6nG1EyNnNBVfrfcuADa8JHHHEETF//vzwVwLOOeecOOuss2LBggXdnxF0i8FmBlvWGV5IMgzYzHwyf69GIP5ukrgN4EYCf/xaEzjCjV0bASeccEK3KSAe68COnFauXBmXXXZZIOs2bPgWv3WCvbVnSzzy9+9FXMYQf7jDF9bmmmcdYEjPDYM1a9aEtfK6g/zgzx4d9j0fxPMsLpJ1JTFeUggUAoXAMAiMabg2AMYEW00qBAqBQqAQKASeQQCBI8/0PLtmnCAURJ1W/tjXTtGPFCizjx5BIpA3pCJFP11iHkKjzg99pTZRR0YI8kLU9bND2NDPNyKNdLu67l17ZBwBYyv9m4ssIZbmIkrG2EVCkR52kEgbAQie+Qg3knTkkUd2f0bOlW8Eb6utturesRY7koVYuwau5B/xJoidEkGeNGlS0FVHupxyOz1GAF2n10bs5ITM8Y8QilEfcskGe+KVAz05wYI+XI3LUc7IvPlIsbYxpFgfMW4Osohos+V9fvP1I5L6zJWLObBGKJFahBJ+iCpya93Zh6VSjHLItbFh4X10YzYs6Mst7cMVRtpw5I8e8o9Mw5c+8g0LsVpXp+af/OQnA7kVm80POmJDuJ3AI/sHH3xw5HV+twasp4/4sW+tPTdswkkcfMOIHbFab5jDwIaT03YbArB3mm4+STzYdQvAib/NBDpsyI9tOcDN+nt+5G9t3Zy49957A/50+SPWxDrB3QaMOMWWNmEjd7h7vpViI+YYh88DDzwQ/iyluLyyYG35pcO+NTenFf/uUtr+qhcChUAhMDgCYxupDYCx4VazCoFCoBAoBAqBDgE/+lWURN0PeWVfjCMcCEV/TNu4MucrU5AT5IgOUqZMImnMPH1E3RhfiAfh0xhRN66O3LKHlKjrM98cJdsIJ8KHCCLwiBGChMSZI0aEqBVzxYv0sMEnP4geQZqRV6QVEUN4nVCzjWSxifw5yabjpBuxRbCQqIwzcxSHujwQLifUyJ+bBsgfEuidb3Wn4sivvOgjivrYyDjFLiYEFbHkG+Ezj55cYChG2NDhXx/SSLTl6dRYXczIq/jkxyY7cEPI9SOiiK84+EKY5aINS/b4YBMm/CvNkw98jLOlbkNAvGwo9Vkbtwasi9sYyL/NEfGIxbqyQdd1+VWrVoV1N9+YTRan/L4J4ER///337/4cIYxtpCDm4vaMeI6sp/hgygZsEHQ+4et50LZJg8j7DgDJzQMbE+L3bFgnmwB8WU++bBrJQd1Gg35rb16KmK0RH3DyyoJniz05WVu4eBbhAFexumEAI+sDE/iI1bpZD32eIetrTY2z4S8x2Jix3uZbS7p0xGI9iXn8Es9HinZJIVAIFAJDIjDGwdoAGCNwNa0QKAQKgUKgEPBjfaQo0E3xo1+9ndtv0zGOMCAVyBPiq444IBTmGCd0zTGmRDaMIzFIGH39+gjyZ55+40gMXfPZ0k/PHD6ROCf3rk6bh+AhVEiyOcaJOUgdm8boIFnIG+KH7CF+Tm4RfvrIpdsFckQgXR/3oTfXqMWEkBE5IV9IHJ9IJYKLiCFkclB3euyU140DJdyc/iKGiKJNALGxZY745CQW5E2+2gisuJFIpJEY40t+6Ys/9o3plz8RL8JuHtvyQ/6QSRhbg9SDCdEnBlgagxEyL560Jy/26NJTahsn1o5f/og44SVudszhS27WA9E3Dw76v/rVr3an4+K2+cIWwm1dvGt/6KGHdn8dwFqZ41mw0aLkR/zmWB++4S8OcfIjd1iJM5+JjAsR51fbPLGJlx0lYccYG+zxaR358DwQ+oi9tbNBYDPBbROvB3idwLgYbRrYUBCTtVOy43nz2oYcrJfn1fNoTcTHv40jc9gyz7NqrvjE5UOJNhLcSKEnRjr65C5u/76snfkp/Xb2V1kIFAKFQIvAWOu1ATBW5GpeIVAIFAKFwAsKAT+aB5IMEqHIelv25/hBTtr+Vr+t00ldP/iJPj/u9fvBT9RzTJ2N/PGvLjaibj5hQ5se0mA8BQFBYNlCgpJwIB/a9I2xo47UIXr0kkCxKyYEB+lCDo0hM4gRAkSHDf1iYRu5QtjZMh/Bd8qJ4PApLr7M5ReJJvrpIHSIlRNoNp2OIlfIuD6nsvJDOH0J3hfhkUy+zXOdHjZOeAlCJiabE+Yhy05tkTxxIbnIGtv0jHs1QCk+pFWdjjzlz4dYET/EVmzsyJcPmPAh/rvuuiv05TibxHw4Iolyhq9YCdLruaDj9J49eFs/6yU/to2bL3dxuTEhNnbhKy4x8W1jwRx+3A6ga8xczw2b1odfdbryFbv8bTTQE4+1EqN45H/44YeH6/2utDthp2vdxYZkmy8W9uUiBjaMp8BEbmKCdcagbQ7hz/MoP5scxLp63tStoe8f6JMjLOjDhm9E27rDQ0xssm8dbQIYsxFw/PHHh40Bz725vn0gN880zM2xTrDxZxsJXXbkDTv+jCthxZf58tInLhshXgXwHHqG2WQHPgQm5vCnbZ410OZjOKGbQlcMyuwbqqRXUggUAps0AmMOvjYAxgxdTSwECoFCoBDYlBDIH8dibuvaG0vyBzj7fGr7cU+yz49+ok3oaSuJvhTzU/TleF+ffWQLuUCUkDqkC7nJfnbMJ8YQFoQQYSQIqX6EBZExhiw5vUTAjOszH/lDjpBBxJR/pZPxxx9/vLs+bp442EKI064+MSJ/YkNQzUXuEE03AaZNm9b92Tcn/+b5c2tIIR2xwkIsCJm5yLBTfoQQ8bJRgGy5qu90my5iinQhijYo+GbLmBjlYCNDbkifE36xiVM/H/CFA1zhaVydwIUNNrWRP6IfjmLWb+3EDQMlO+zTk694xGau+N1oEIsr8XSVyLa5bBg3Rz//8IKJPNgRDxE7P8gy0gpLayEHhBX2TvjdmECWYSUmZFfu4mETruzKQz76PAfq+sxR8kFPPxEXQu8VA39O0GsP+mAjFzmYww8bNn88S/4so9sin/vc52Lt2rXdu/be5/dMeC7NEa+1t0mjtL7wsNnjOZWL2wxO9OVrfb16QFds+sTClpjZReT59mxYO9iK0bNsHejRb8f8+/FvwAaCmwba8PNvLed5Dq1PttXly05JIVAIFAKDIzD2kdoAGDt2NbMQKAQKgUJgE0TgufxxjSQgBwmTdpIv/WLxgx9BoqNPqc+Yel/osEPMS6FPjCN3iAzRh6ggVmkLidVvHBnST0c/e8YQILGypx9BQeKdxDpJJ0gjAkyHHSTIHP6RHD5zLj0ElQ1E1qsESJv3y32Z/fbbbw/vTfvSPELHtpNghMmpravbrkzHnKQAABAASURBVHDbDPBleiQTmUPwkVgx84k8ykdMSB9yh9AZlyP/TsfFKzb9cEDOjItf3GzBWC50+UG0teWJhNOTk1j4RKjp8sc/W/S1EWV6SKJ+a6yPf8RbXHyyo1/eiCtdOggwMpnj+sVMlw/ENNdOPvyIj2iLWV2O6uwnuZYD3/Jzwu/UH6YZL5z4EzP/bIhJroRf/caJOh/64ZA4eqbkiezbwFG3Xp4NmwEPPfRQrF69OjwPS5YsiT/+4z+Om2++uWvr93V9zwbx/InZfJse/jShK/fXXXddLF26NO6///6wsfCFL3yhq/vzfF/+8pfDcwwzGxVIv9sgXgHYY4894oADDgi3UeBlLeEqd7lo8+W5ZCNzgot8zbHOmb9x+YqTXxtNNhiMGzPPepg3adKkgJV+ttSVJYVAIVAIDIrAOAZqA2Ac4NXUQqAQKAQKgRcuAogH2VgRtrbVW+Ez2/mjPvu0U/QhUkr6+pXafWn1kAfEhA6ykGNK8xEXOsgZooPA0Ec4UpBHugiIcfra7KkjSebr01aKD/lDbAjSiZgiRezyy484EFClfn0IEHLpVFu/cWNInHE+ECxkmL1Pf/rTHQG88cYbwykxHaQUEWfDR+j23HPPmDNnTsydOzdcU/cnCpFaMSGYiL4NC22xIV/it7EgT75tRtBDrvWLCyZIsTjlifAhzDYUjCF6yDIM5eBEnC4cc367NvSzn191hBLG8pavWMRonjG5smku/06fxc+XmJBnMclH/Owg7GxaJ3nREy+hJz9jCKdcxCsHPrW9jgFfumIicCHioyd+a8E3u/yKj6gTNq0lDMWJ8Du993X8FStWhDVF1hH1888/P37zN3+z+/OA/lzgBRdcEMj/TTfdFMuWLYtbb701zFu/fn0g+k7/ncZfeeWVccstt8S6devCGPGc2EDKZ8c44m9jgY3bbrstrrrqqli8eHHokwe8POduA9gAOOqoo7pnyrNqDWBuvejC03pbE/8elDCAi7a6Pm3YwhEe8vfRQRtZdIyza5xNWLqdwA994yWFQCFQCAyFwHjGagNgPOjV3EKgECgECoEXPAJ+mBOBIlRtqT4eYZf0bejjC9kixrWV2saHE7qtjjYb2YeQqCNkSmKcHh+IBR3jSAdiQhAPOsgH0qaOeJjLBgKC5CAlCCUySpctpBdhQuy0CWKobQ6/bLDFNkLLnzZdflzNnzlzZjgNRdYRJZsDrp0j9vyygZCqe+fbSTDihuCx5eSfLXriFaNr366su2rNNn9OXl0TR4aTlMJFnHKRnzHkzEYBETPMzOeHjj5iM0XbXDbYFEcSRViKj8hbXHKAGX2xEuvBhvxhm8TcHDkp2WQPPjZa4Mu/+LXpiQ/+4jCmdJqOcNoUEDP//PEvLj7ZJmwYgx3hywaMufyY45lBkOkpxc2v2KxxbhIg+uo2W8x3+u5U3km8k3s3PRBzhN6pvpP6O+64oyPvYnIav+OOO4b18xz4YKP39hFxV/k9HzY/+BUjP9YO8bfZo279CP9uk3huiJsmcLFWcoSvTQhxeD6c0stFznA47rjj4tRTTw0fPPQsGYOlZ1L+nnfYwFbs6tZRbHzAVZ/nCObWywaOZ8cmi3nsGePTXBsvfLPhGVGWFAKFQCEwCALj6q4NgHHBV5MLgUKgECgEXsgI+CHej8+P7n7fxmjzwz8ioEwf+pMY6DdOjBtT6k9px4wTYwgqXW0lYRcB0YdEII1EH8LnOjwSg3DTpWMekofg0UOO2EewEFjXo+kjUGwhL/SQIrEhMk57xaOtpMeuMX180XGCi/Agq0n2xGWcTf0IlblIuZNndQTafKTSnyJ0XZwfxA2xciLsqjcyjGS5nu+UWy7iRojZgotc2YKD69/sIK76fPEeuTQHmXYFnx7SyDZc1OGCtNNBimGi37h4s9SPMIpFjnwRccHUXH75M5421PkQKx8wQ7oRRSfgcLVe8rGGfMBN7Ig4wmku+0q6YuFTLPA0Zm2MWwM2kWjxwM+zknbN0wcLccnP+hP+2Sdi5R+OiDjRTuzEwC5C7+OOvu8we/bs8HrH3nvvHT7Gd8ghh8Txxx/fkW/9u+++e9gEELd4nJTnJoHnBQaEbfHZKPDMOm2nKybv8PuTfOKSMyx9F8Kzc/nll8cNN9wQvg1hbTy7nhUx+k7AmWee2cWj7XmTi2eMHetkLeHBj/VRwoQtmMCVTfOsnY9bysN86+15yQ0F313ITQD9JYVAIVAIDIzA+HprA2B8+NXsQqAQKAQKgRcoAn6UDxYawjDY2Ej7W/tZVxI2kAP1lPSpNEbUjad+26c/xThdok4QCO2co45EpyQxoUdHP9KH7DnVTPJknK7xLNURQcQE8XI9GmlM0osAITV8mo8IaotXG+lxWovgIKPm8Y14aftyPtKNTCKX5tocQIQRJ/YQKUQfaWOXLoJlPoIlJ6emyKB31vnjAzbsiZc/hJMum0gyPfb0mYsAm6NEVpE8sclfHsbgYg5czNNPR4xyNKaEB10Y8EdXHDAXf+qwA39tesRcYq5xfvkxBhPiNoQ2HVjAjH22xS4eRFiO8kY05UXoKJFSJQyVxAaDfPhFmpFQZBpe9PnwHMAXtnTlzJ+2UlzWxhrqk5v57CDkiO8OO+wQCL2/7oD8z5o1K3zXwRf4PVPmI9/s86XP88G/+OHoBN2rHrvsskt4X9+NEvGK24YNXM3lk960adPChwyNwdS62ihh1w0Dz7a21wPcGrBpAV94yoNtGxFuBdigsBEAM2srb2sEN+tOHw7m82UMzur63EjRl7HQZ4eOtWTDxoTSnJJCoBAoBAZEYJydtQEwTgBreiFQCBQChcCWiwASlNn368hcjmWpj/jRT9p+bT/8jetnj2RdmWPqRNs8JTE/yYi52YdgIGYIvf4khkhJkhjEhBhnG0lxlRoRQkqcwiJ1iKdxfrX5MI8Pdf6JU3ckC4HSbxPAHKTOPGQL8XRiy75+cfGL6PGBTLHjijfihtjJwfvcrnUji8jYpEmTwlzzXB9H0hBGuSDENjzEwiZ9PtjRJ1bxIKty44fABSGFm/jZ4QMhlq/YlXJSwl6d8MuGfvbZFo/4tflTNwex50ts1oPQUfJhnD2n2K67i50++4iynGFvjG+EG/mXm5jlK2b2zaPLv/nIMnItb+NwgxXc+RezzQT4GoeFeepic2PAjQzv3a9atap7V1+cdJBqp94Zvxz4N48desi2OhzEwh9S7PaJzR9rJHa3D5yOE8+KjR8bAf6sn80fZJ8YlwPxXHmtwLcibDrstttuYcNAPvLlWyyeOznDS1s+Xg8QnzjEYK2mT58ep59+esybN6/bULBG8iFipANbaw4fuMvdmhB68HALgC/5woSu+Z5lmOWa6S8pBAqBQmAgBMbbVxsA40Ww5hcChUAhUAg8LwggZa2MJAg/uBEbP9T9KCf9ecb7Yl5f+DaXrjF1oq4PEWh1so18ETEo6dA3L+crCWIkRroIBBv6c44SEdFHhz6CgxRlvznGlAgtQu16vXH+kT3EhB/2kCPxmMMWYkK8k43M2xAQK6KCrCE5yA97fBDx6HOazieSigQ7zSfGEK9HHnkkXMPmR8x09CN2SB898diIELO56siZWwQ+BHfFFVeEPwknD3HRJwiWU2GCuLON7CKZYperOU6BYYuU6UPc6NNFZPmjJ0+xwZhtbfnLe9KGDQilvNlH6JBJp7owzjF22LZJwRY9c5B2toyL0xxkkC0bJz6gp53rIj+3AWAtDhsk6mkX+YWp9YIjHUSbPbGyI186MNO2Rp4BfsQrf88FTKyDfutJfHjP1fmrr766+0r/fffdF063kWpz8tnhQy5yEwObciVINxyNiY3vJPZuZvieAyIvLpiIgS2xWSN94rYJwq/SOsJTTvo8q54/RN5zLy4bCG4jwMpzwJZnxGaBZ9B8ePpegVdOYO/1EvPFYENhwYIFccQRR4Q84O6ZkJ8cYMyPvGCnz7g+tuGnn2jLx7pnzPKAiznm0uuLefSVKdrwUGZflYVAIbBZIjDupGoDYNwQloFCoBAoBAqBzRGB/o/ufnu4nPOHuHl0s1Q35se6PgQg+5AEom1ciQTQSdE2D0FAMpFBRMY48uDEEglBThAmxIQ+okMHYUFOkI60jzgRNukpzVOn/7Wvfa37AjtCiZzTNUaPTcQIIVPqV9LhB4km4kZ6kUDxIGDIsBwQe3GzZ542jMRvHhLs5BQRczKM1PHHHn0bCT4o5/SWPXgg1wiuk2G3F5ycs8WuMb7UkVQn5uwgoGJGOuWBmGrLEXG2NmwgaHKEsziM0+fXOD24mW9N2ODPmDkZizU2hw398tVmS4zIImINGwTUfHP8CUUbItZPvp4BMROvPSDXSn6MscMevMyRN8l1gQG/GbdS3J4hufGFRHtmEGJYe2eeDjtsW0t+PSNw5B9m7LJB+DeOgOfVfTHLSx7yVFoLNxqstVsGNmH4N26MT8+EeIg6fMwRq9g8s26J2BxiAwY2m2wciV8edMzzPLEp7re85S2xcOHCECPsrCFhx/Nnbeh5LcBfDbB5QA+Gnm3x0IEHm/4dKa0bOzCHl+fHM2HMmsCHHTnCP/uNmatNtOGlLCkECoEtEYHx51wbAOPHsCwUAoVAIVAIFALPQiB/rCO7frATdYrGiDoS4Me/sfaHvnGiP3XoqbOFhGobRyiQR/ac1Dp5podIEP3mKFMfQTXfXP30zEFe9CVxQUyNORVFxMxBbvhHXMWMtCkRPmPsIY9IkbjY4lc7+53EIozs56kxwur02uYAMsUefSQLSUcmkWnEE6FzwgsjOuw4FfdBQGTNrQUbCWJGrBAu8cpPDnLNOG0SGPc+uDHkVazInNj18SFHOIoj82eTHozYoEtHvggf/0gfX2zxi/TC3zy2cp45sJeTPK2jPJBeOYtdDIgrf3zzYR6MYA83WIiXrcQW+aZHn29xIL78mMOWuLU9Q2I1l46czHXy77q/flfw/RlGfzbv4IMPDifj1pQN8/N5QWg9H0oknlg7cSDu2k7riX5rxZfnBi7iyvjkpU/pdgCS7mOS2267bYiHf9jC1LPl+YEBfc+WPuJWhLxgagNArLC2HnCVO7u+WUAXdkrj/nygjQAxTp06tfvzhb414Fm0zp4ba8SGNU+xpnCXszV128CzLlY68hYPPLTpK/kh6kR/29ZXUggUAlsQAhOQam0ATACIZaIQKAQKgUKgEOgj4Ic60Y8U+dFO9BH9SmTBOMKDaOlvhQ7JPropyJF5CKISKeXDySmCo44wKRE7euxoI0YEqaTDNz9sayNMiBtSYh5iJFbztc1Fprx3jaAZMxexpMsG4kSQHCQMOco5SDYSZD7Sxh49JM5H4XbeeefuXWun93TlRo++6+FOkPlFJBFO5Mp8cSNr6vJB2pArMYldfLCSr3jZQMT4dbvB6S5M2KFDX27yUDdXm305iRt5ROzgyiYdY3widNYC/kgwTMUhLnUMxilkAAAQAElEQVQ2zRM/fcRRv80LRJEfc80RDz90bFqYSxc+Nkjo8G1cDvzpg4e5NiPY5Ju0eVhTBFYMBHlmQ5+NFbcrnKSLx5rA33oa90qGr+w7YXdTgz5CbKOAD5jIT+xiYEdO+uRg48Ia+KsMyLwv+PurAN67R7L9xQDPhA0a62MtxGGTQyyeB6+oeHWAHTc/PH8wsZnk34n89fEnZuvOL7w8P2KyCWEzAMF3e8BGi7Y1tM78sgVvtw3ow2H+/Plx5JFHhmdIvp47a8Cf58D66rcW8ra2+q2LHDzbMIK79VSaI1ZxE23zSdpSLykECoEtC4GJyLY2ACYCxbJRCBQChUAhUAgMgIAf7QMJVT/4/ZBHgrQRDITLj35tgkggA3SIuj42kavsQ2jUkRNkwtwkIIgSPwiefjYQUn7U9SEq/NMj6voJX2wj0YgI0oQIIX1i0EbqEUY2lU5jER1zxSQGdbGLzzVwc5A3pM5pLjvmIEDs6PP19iSAyB3S611tH3Tz9XhfZp8zZ04gjMaRR6QPyeRLHogWrGFks0DO+uSC/IlLPvwhYzYlkGMx61cmdubJBx7mw03bJglM+YQff+axLx/CJj1kUxxs0uVfqc0mnI3LwYm4HNTZsqZIJ59O/OmZK3Z6/PArLnnSt5EBWwTXmsHYutkcoAsvttkyP2NnV7xIuzhcrUfq6aYvRN978k7RzWMLfoi8NfKlfqfoyLu1JOo2d2zkEATamlo7RN58JB8W4ocr/3zDASF3fV8uiLQx6+G5sn7mIv1s29AhnjXjbMLGMwqfxBrBt3nh45I2MKyV3Hyo0q0HOS5btix86NCYNfPtCGtgrufVxwFPPPHE8Gzz41mBkzHYZAlXefHHlrWxEeBZM8czJC5zCFswJ/z6N0lHWVIIFAJbHAITknBtAEwIjGWkECgECoFCYHNDwI/toWQ8+bLrxz0ygIiwlQTBmDbxQ5/QQ3LotoLM6aeD4CKXdJE+9tlkR582wodQmIeEIJ3m80mXHvvm0FciHogJXeQTaUGwnP4iZd63Ribpm8sGsoUIIYTIlo0N8TkpVzp9RfQI8mojgDjhFw8yitixhWQhkjNmzOj+hBy7YuJL3GJDooiYkD0bEOIRPz125EeQXIQ1+8UjNzEih/zJEaZsImZiMo8O8s0/+/AUM8LGDj+JLV15ijGxpkOQWrr8ZYzi4cv89M8vLJBMdvSbb33lzS+sxYDU0+VXXOyzR2DpWwLm0hcP32yom8u+tjiQfoQf2bbmNg+sM3JszeGlzZ7TcOsId7bZlbcY1AnMYEnEQ08OTur10RWvDQd2H3744XAKr3QS79q9+JPwww+B9qoH0o6g560Xa+yZs35y49vz4C8A2Gyy2bDHHnuEZypjFoP85fv5z38+5GnMZgI8YWL9bQYsWbIkPv7xjwd84OBZgJ9/V16JsBHg9oKczMkxOXtmzGHPZoZ/N+KEkbVWJ+Km69nQFpu8+NBXUggUAlsqAhOTd20ATAyOZaUQKAQKgUKgEPgOBPxoJzr9iFcSfQTh0a+uHylAApTaxoh6ijl0EASEIOciC+a15DHHlHTZMJdNJ5OIiD5z2TU/64gLMm2eujGkDhlC+hAX17KRcfa0ER1jSD6ylvqIDyKFpPKT9mwOOLHVnyQSQUO8+EaK2EOUEFJtJ6WII3JlvrlOepE5twD4MdemghsBNhVcy9bPLn/wSJvitmmC1Loaj2CJmy9YIYYEDkgnHBA+/pFlY2JAzI0rifVhQyz0+IS1/NmVF1vG6FoLJXvq1hGu/IqLLfrmwVMebImXDcSff3V9bPFpnn6kGrnWlh9SnLrWw3zx8W1zBLlF/MVq7ooVKzrCC3ubP2JIjJ3gI/U2I8QnLnGzJwdxeG5g5rnTR5eIkz4/2uKw1gShR/iJurhshFgzfjxnrugj7D4CSWwK0JWzTQ/ryib/4naDxPMAv2nTpsUb3/jGcEPBpoBnz/MMF/OJfLXFZz4Rm48wXnjhhbFo0aK4//77w7NvneTjWwhuArDPJt/WDg6eHbjI1VrAm1gzpXWnCxP6SjaJeXCla0y7pBAoBLYwBCYo3doAmCAgy0whUAgUAoVAIdAi0P+Rjvi049lOPT/8kYDsz9I4Yk7MRwroEm3jdJELpIIe8qKNcCFeSAjbSBGygkSwY5yeOjGXLaTQFesk5voRW2QIgUSIkBgkHMlGgvlABJFDNpzKOlEVI5Lug20IFN+IDr/maMuBbf7oIPrIGPvIKht8IkBItVN6+cuNT3mLy3wkmj0xqLNnA0CMBPkzH5FD/hFEdQSTffGYZz77RKwwgaF+cYuLT3HDBuaIKR3x0oGF+WzCUFzG6CB1/MGC6DNHSfijL0Yn5fqsndjkrM0uXGxosCd/WLDHjz55IfNyECufTsjZMl98YkOsEWoCD/rqPqpo3NfxfeyOPrGhwg7/YqVv3eCrDidxwMXmgzzYVRLPojF5yFPc7Fkvz4tbBQRp58u60xGzeJLIwyPz8kzI23NNn38E/fLLLw8n93Lx7r7r/W4YiBse4iDW1LMBR3b8mzDu38KaNWuCfVf/xWGuPK655pp4//vfH6tXrw424MG37wIcdNBB4RUEcRgTl2dCvsRzw6YcYMpX+lUas4ZsikXe8k89OiWFQCGw5SAwUZnWBsBEIVl2CoFCoBAoBCYUAT+Qh5LhnPXn0u/3DdVGYIaSoeYa84PdfH6Juh/0xJg+JV1jfuir+5Gv37h6K378I4kIj346dM0nbCvZQbCMIWRIiI+jIRnIBPJuDPlSsonUpE0EDmlBLJE2Y8iRuYgj0ux0FaFh3xg7/CI/yBnSza6TUQSUbX3EyapY2UOkxCF/+SDVdOUhT6QQadLHB5vmI4X6YSJeQkdM+s0jSD9i6qTah+KcyiJ54hC3+Ph30uw6uRzkxAdiRhcBhwciyAef+hBxurBGtMXHPzItNzmwjbCZz5+6PmMIoE0DY2zBQD/CzAcbNkH0wR027IvLmLyU8LW27COa9PlgW5tPeNEXP3/WiX8n6YisHJye84MAsyEe7+z7yj/82EfQYWdt2KcDA7b59LqAeFzd92FA9tnkU6wwImyJmR11uRHPmtz1idH6ZckH3zAxz/rKS2yecWvGjxjkaY3oyl9uNgOIDQDi2RYLXbHDQU7WwlwCC/nJ87777gubCPLQ59UC3zoQt28EXHHFFWGDQQ6eQZsmp556asyePTvYYgOu8vOs+3fIp34bC9ZWv9yMqXvePZPy0ide88Wsn9ArKQQKgc0egQlLsDYAJgzKMlQIFAKFQCGwKSHghzjJmNVJtv2wHkr8AB9K2rlsst0KEoEEEz/qCb20iUAgBNp+8CNLSJG6OWkfudFHF/EgCIT57CHryA1yhCghLsiEOWzwKy5tNog6O0g1G3T4JOImCLNNAH18ISqIjLa5CI2PwSFs+pBN9thG+pXiQnaRcAQUUeSLHpEb/+KDA7vIL1KI/MlTP10kjLArDrnJHaGjBz/2EDEfo0MYnTAjiEiqnFwxR+DEIR95sYMQmo8w2gQQBz/GjYlJTvJA/s2VBx2xG1Pyrz/jE7fY2NPHL6zMY5tPa86eOG1GWEc2+IWfNRCj3JXGEEWxyt96Iu2ILP/yVNKzOUDETPjh01rQM8dVf760xWieEsmn55bArbfeGpdddllcf/314b18zwa/coCNHOQJe/a8niEmbf7kax3ZlpNnxbppi8l8+bHlebJu7MACruKwAWPDivDvhF+fuZ5F682GuDw/NsTgCVfCFl3PG//isBYw8LrLvvvu270uIA/PiQ8Ryt28ww8/PFz553flypXhLyZYc+vh1oSPVU6dOjXk4t+edefLMyx/PrXlJD7+rRFcjLEDHyJf+CuNEeN90V9SCBQCmxMCE5dLbQBMHJZlqRAoBAqBQmATQsAP6KFkuFSGmmus/UGetvQjNcSPeUIvx9X98EcQkDikyxg9ok7YUdLXjyiYQxAIglQiK+whI4geQoMEIS3maiM6pO9LjPqREWRMPNrIh5JfNpEvfYgMv/SdahpD8BAvxE0MSKbY6SGnhB4SizwhlfTEjCzJiz5/REzi5luuxvhjlx05yNuJsTpbSDV9fXLX9pE39vhA8ORHR4lAqpsvJ2Ie4QuppCcHBFc/Uio2mxlyNx/RE79c5Gm9rIf4xW2MDfOJeORgXA6EHXnSRVb5gaW10C9G2MMZqdVmxzixvnxm7uywrx9m9MXrPX/v/VsD6ylWdsXHD5tyl3eepN95552xdOnSWLx4cSC95iG0NpjEyAbsxEaMIbli4J99GLFpndTFJm94ONn3nMrLZoFXTRB/ZJ0d2BCx8W3dPEfEc4Sgew2FuBFgfaw3feP8ms+eDQIfCeTDZof1EYeSvrjk5HUEf8Fg5syZ3df+bQTce++9YSPA2thg4+uSSy6Jhx9+OKy7jRg2999//+7Dg/KGjbWWt+dR7nLcfffduz99CSOxenb4Fqc+bTHBT8kOodMX/SWFQCGwGSEwganUBsAEglmmCoFCoBAoBDY9BPyQJhm5+kgEoRhK+jbSvh/q6n7M+2FPtNNWzkMU9CFg5iBgCAWyYE6KMcIGMYcgd0r2kEGn08gJwoHc5Bw6SA67fOpH/DI+8+kQxIMuewikUj8dY2wgNcaQSnXXtr3/73QTqTHfHHGYhySKx1zkDSEVR+anFBNRlyNf5iJF8JErooWQwcg44ojcm4O0G5OXOeo+VOgbBeYjyPoRS3P1IYjy02cM2Re/Ont8sq0PWUXy5CAOa0XoIrN02ZQrfXWxmK9kWz78wcIcY+ZZB/MQVf304UeXfTk6zWYDbuaQjJtdmBO2zJcjES9C79YD3MQub2sGE6RXPPxZL+vj6jxS7Sq8NZaP1wR8WR+RNo8PMSH9YrGm5sLdJoMNGHY8k/yJW4kUE88NUi8mccuBHW02EHjxwxz2xMaDDQObDdZe/uKWm1c7fCCQXesiBq8n6PMcuNUhP3NsMsgHIbfpAgs2YSEv8Ykd4XeTgS8+fIyQbTFZ34suuii8MmBjQuw2F7wu4N+BXHN9YQMPHxaUMzzh5jkn+dzTVyfqxuCi7Mtg/X29ahcChcCmg8BERlobABOJZtkqBAqBQqAQ2GwQ8CN6KBkuUeQjJXX9eCd+wBvr29dH17iTW0IfQUKEkB5tRA75I3TNMRfRIPSRO6QLydJGXuggMIieufqQFTbp8CEmfYgMwokUIYH06fFFR50PthAztpBURBQ5RSyRRMIngoZIiZcfOSSxdbJKkFk5G+OPX/YQInORLXGZx5/YEDOCOLGLRCF4iBUb9PmEC9vIIjImX0QSKUQcYcsPO+Kni7zJEW58GqOL6CGixsTgmwdi0+8WgBjU+dVvHmFDTuISP7vw5EspRvaIufqMwUX+1gU21sUYG8bkzyaxLtZHH6JpfbSNmcOuWNhC4GHAH322EF8+6YvH2sETQUX8PU/G5OxqvD95h/jzy5+5s2866QAAEABJREFUPuDIjj72+bHZAjPrIiZ2rYF4lJ5VJ+mIOUGy4cimDRcn7cuXL4/bbrutew/fn+SzoQVD8dt4QNatra/6b7vttrHjjjuG7z7op2etYQE/6yMWufEnN5sBbNrAEhecPD82AtwQcPqPwMPlnnvu6f5UoTzY83zDEMZse5bo3H333d1fUGDTnwl861vfGsboiMdzx4YNBP9WbEbATT9hT1sp9oxLH8l+Y0SeSv0lhUAhsNkgMKGJ1AbAhMJZxgqBQqAQKAQ2NQT8iCYZtzrJ9mAlnaHEvPwhnqW+FHOROWQKkSPIIQKFKBK6yKj5SAaChjzQQ+DMRwiM++Gfom0ugoHkIFFJJvgz31w2+FU3FxFDopVIjj6S9ujRFxsCiPCLlz4yzB6yhYQhSmx5F9t74UgWAkhPzOwTc5ym+jgfIukL8NqIM7JNkF8Ez2aA2M2HH/uIFDv6EbDUQR4RR8RS/PKGgbnsOaHWRkaNsSEW+cCcf8TMJgA//JnLD8KJ2Nr4QBLZI2JB9HxTwIky3GFlDmFbKR6++ISdOpz5ga946LAtH+RSXb818AwgptaYTSV9unQIm+JjUy7wo8ePGKyFa/9ysVbWxThdYzYyrBni7cN5TqnZE4c1cV3dZornix1+YGrt4PrQQw+Fa/jGxcIP/PiBk3g9n9bIBgGBNezFby1hwZY+c8yFmbls0ZMLjIl/I7DyDCHsvvUgTpsU/lSk2MQBC7HThSM71op/ucjVRgexcZEbA3S96z9v3rxA5L3eIsfbb7+9y9W4jQd/XtC/DXY9D3KzYQFX3wQ488wzwwcE6YhH7NbF8wYTdTmSrCuJNfIMwJR9OOijS9RLCoFCYHNDYGLzqQ2AicWzrBUChUAhUAhsIgggdOORkaTJfur5cd6KH/F+wCM5KX7UpyA+dBAhp6lImpNI5I9+2qKHGBB9fBLEgC0lcoNcIJvmIh2IE0EgERBCnz1kqxWkhA0ETD7ipof0Iu42A5A0p6ni8C40EoQsIWGIGRtIMbuIJIKJHLErLvbEj2AiUkgm+/IXm7jFJx8xyJE+Qkj00bNJgtw5hZYfH8i6a9p5qswGEggHNtlS2iyQIzIrHvbEKe7cKBC7/MXNtnzMt/HBnjqiZ56NALHRFz97RKxiMMaPOvzY1ibGEHpYwMAc+cAHntYNbnzqF786W+awYb5nB47meZ5gJmbE1rMkbr7kqCRikZ+cbaSo88kW0ioHz5P1Ns6PZ0CMPoB30003dR/CMy4OvuGqbR0Qbdggxk6+EWx2xGcDgg916yBWefmg5Jve9KbwZX0n6f4ygQ/reb3EWpsjH7HBhh0E32aAZ9D1+1133TVc25ezf09K2LIvB/Nh5RmCQfp3m8V1/jvuuCPEa935fPOb3xz77LNP8GOT5Nprrw2vG4hZ/NbdJoJbBZ5/OXsuxLRw4cKYNWtWtxEgBusCI/9+zPW8wNN6wNC4MXXrbtya07XmdEsKgUJgM0VggtOqDYAJBrTMFQKFQCFQCGwaCCBqJKNVJ9n2o3oo8WN8KMm5rc38EW9e+lFq+2Hvx74f98Q8JNXVeCQb4UAU/OCnT7cVfeyzZy5JgqDfPETMHAQVoUthF/lBghAL+koEhj1ECAlEYpAbbTGygzSzg/QjiHScHCN5yJj4nZQSNwP4QnQRToSHHUQTMXTy6kSYDbFmDGIXiz7kjl2CrDnVtVlgTG7siVkuTqSdtBrnCxlDNPmHl7iNmcseomYc+VOyz554EDdEW6wwEJMctNlGGgkyyb6Tb/7oisdaZOyeDX1iIOpswJg/edCBFTLPJh2lONkxjy4dIgcYWTttz5MNI/iLW07GxS03bTcuxOXUm21Yem48dwg+m/oQZXiaL045u96O0MKYHc8CArxixYqAF+zMEbcNGLdAzEH2EWibMcR6i0WM9Pk3H25w4FPOxuQFY8+ZPOHPr3jYkLN+oi4PutbYppDXAbbffvtuE8Dznv0wkgcfbLqGD182rANs4CTufE5tZvDjewGHHXZYuGkAGyf9NgPo+3cCQ+XatWu7VxdgLy/PNmxf97rXda8p2MCQuzXl1zy+1QlfsFRnj33YWE/ziHHS1rVLCoFCYNNGYKKjrw2AiUa07BUChUAhUAhMCAJ+8LYyWqM51zw/iP2Y9mOZ+OFsPMdynI4xos84PaKuL+drt2LMfOMEgSDtXDrmZL+x/EGPwCA9SAQSgPQgRXSRHOTYdWOki465xvhEJsTMNt8ICzKDRBhjC2nkn20EAhFBnNhCJpAlJ5lIFr/msUm0zVcXo7mIEBKE0PmYGnLEHztOgwl/iDAfxthGepByxBbRQ4bSvpzkxy7yDBsnuUgcQf7kIm9x8CkHeuwhneJGpJFOJ7d0YIHEykEsxuEgPriLDWZssJe+4cknfbER8/mHGaJvbWCujw9xsmeM2CARkzjYQ/TEo24e+4RtZFg/TNgwDnN95mmry4M/WNBV9xywYVNDHubDQ1ue2uJQh7cTdfPMR4TFYO2MwYAfOdKBEbysl00SzyF91+zl6xnwqoB8YeA5EgtfsHzwwQeDjhjlDkO50LW55TSerlsJjzzySPiCvtsB2sg4f07ec8xmgk0LmzL8wEOeBCZy9XzYxPD8iYtPWCL+YnYKb1NAHsRmibbnjZ5nx0aW7xKYL2448SFW62ntjXmmZ8+eHUcffXTIx7MnZ7nT49s8WMvL9xTgqQ8mOc4HvOUkD3FYBwIvQp9YI/bkbr2V4qJrPh1toq+kECgENlkEJjzw2gCYcEjLYCFQCBQChcALFQE/jMWWpXqKPuIHeCv6iD5E049uP97N8yPbj3REiajr86M7S3qEjRRtpAqxJGz6cY+gsWGcD2NOJJV800k/fNDVR1/bmJJtvhAhREIs+hB/bYQl7SNIJEmIk3zvKbta7SNv3p12+4At/pAWRF6bL7EjI0g7Aov8IE3IEX/i1o+8IT76+UJOk7QoncDy6TQWoREfwolAEWSOwIJP4+p82zRw4wAZEyMSx6b5yKPvECDi+ggsxK4uD1jByCaANUAexc4WUoYYy4M9RNyYGOAuDkLXXCJ+OFsPzw19Punxt9VWWwV9OvzSQUrNkysSDmciRkKXmG/N07/Ys863cTbp8E/UxS8OvviWE3t8IOzWQ78Y2YOtZ48+HTGwiyzvsMMO4dnwHNGzIcQ2X+KxTrCSCyzNlTN9fjw/+ox5bjwXng/EH9G3WWA+gm9tlZ4ZsSjZ95xZc77FyS/cYCg3eCrhYV7a86zTZwcm1hA+1tlznh8Q9O/AJhZMPDueYc8XfMwVOzzYFg//NhWmTJkSNgHoiQ3hl5ebAZ5DGwtikDf//Fo3MXj+YAg3Y+riF6M1Ueoj/IkD/nJTNy7enKNdUggUAps6AhMff20ATDymZbEQKAQKgULgBYIAktcPxQ/n7FPvix/0hI75fuSnaKe+caLPj3c66jmebTrZp9QmfqT74a9EhpAxpR/wxhFGhANZQAj80EcKxEaQAPMJ/yl8IAMIiD42EQt65iM/iAn7KWzzwRdCTQcxQWj8ebeDDjoonHDuvPPOgSQhVki2U1OEx7Vq1/v9CTVXmol8CPJI5MQv4oNM8SP3rTaQYaRQjE5n2WRHXY7yQLbE50SViFOexLh4kUREjZ58kEwkELmVpxNjgqxZJ/HARoxw4ssccSBb4mNb7GKhw4541a2v+Nmhpy8FduxaS2vFHh3z6SDR5vJvPh0bIHKXi3niUdLnS6lP7GyZp842fKwtAkz0Kwk/2uZ4LuixRdg1jjTLE5502ISFOJFg6+HWRpJjG0T0xSBezyn74tMPL7jLTw7s5+m5OTYLrIN1VIrD8zR58uTgwwYDnG22iMHzwSZc2bdG9NX5FDeb1p09a+eGCrLtuZAPv3KjQ1e8+nKutdFnjA5/nmmvDYgLljkGb7ZsQNigYMO4kk1xwtW/Ofnzb+PLTRmvB7gt4d+BfnnQ5x+WsIC959xayZUtz4g2+0Sf3NWJedbUWmcc+ksKgUJgE0dgI4RfGwAbAdQyWQgUAoVAIfD8I+CHsCiy9KM4xY9pYyltf79Ohw0/sJWEjn4lW36Yp2gTeiT16Kr3RT99ZADBQCyINkKiToxppx+lPnr8EHX9SIcxRMUc5AShQjARU2QDeaBHzEGckBKvGjiB9TGzlStXxp133hn62ENokDrEC6FD/FzRRrLkhcy4Ru2kl9DTZ0PAB9tsFiA38iFOLpMEsi1GpE+M5purbkx+chG7WJA0+YqfjhzpsCsXhEv+yBUih1gicuKnI16EyTx9rbDHBiJp3a2RcfrmqZuHnPEPP/2Evvkk4xYXEbf42TGfPrH+NlVsArAtT32E7WzTFQs7/GrLxTrQQQoJHbGpi4de2mJPHfbmiIvoo8eueeK3xsSaWRsbQoixTRbkF0lFWj1LiLrnKzdd5CEO+fIjTvNs0tgIEhcd89j1jQgbDepugXgO4KFPKQ4Y2VjQtjGhLk9+PA+eQzcDPJNi89y6ir9mzZpAuv1lAq8VWFv5ylNuciKeFWvGnhg9P3CQl7j4lJ+2Z9s68OPfjc0GuYnHs+ZZt3Ehf3ZgBFs6PpQoHjcDjHs+bbDwz6b4rJPn2zgRk+fGGsFTHYZKtsWtLi826JUUAoXApo/AxsigNgA2BqplsxAoBAqBQuB5RwCpIW0gfkSnZL+2epZtXZ8f1P0+7bRt3A91P9jV2zH1wcSPeHPSR9pg1w96Y+ZqE3W6fvQb1845fvjT8cOfXW2ltpiQFeQXKfFnyhBy5MTJLOLAJn+EHX3ICILEDrJIJ0kgAiYGxAQRdLKJZH3mM5+JRx99NBBnY+ITJz/eOZ8+fXq4UeCjcewRMdoEQKQQWX1IFLJE+BEPwkyQRiUf9BFLMeuXp7lIG59siR9u7OgTu1NdubGvTPIHN3ra6kgl+/IXA33vwMuJT/aV7Geu7PEDX3a02TIXvuxZEzkozSd0klyy1Y6lPzGIj1/6+tmDNdvG0h8M6LAjPnXCl7Z5YjLHXDixL2axI8aegcSUXbaQeCSbb3PYou/KPBKrzgcSCz965hL++RQbgRM/sKAnJnPgTVdsxsTBrufPBlN7C8WmgDEbCcaRc0QdYbeJ4Hlg20aFZ8z6IezygJuczWfTXwjwb8SH/cSC1LvCb65YbUjRtz42JGxOKG04rF69Omww2ISAiWfM6zMEwZevOMyHMds2APx7EYfn0r8RebBPR/5swdOaKwlsYO/fDlG3NuwbV5YUAoXAZoHARkmiNgA2CqxltBAoBAqBQuCFhoAf0gNJxumHM9FW+sHth7Yf4UiLshXjhC4xj6iT9NX2qbdCj+ij70c8QciQAD/sU/TRFZN4kB0EB3lBohAdJIuOOWJDihEkpMJpqZK+PvpISQqixbY4+EIs6CFcSA7yg6Q4qUWWvAM+Y8aM7s+gIfXeezYfGXKDwMaAHNhyTdrJpzjp2QAQO8IrJjmbZyMBOUMCEbD99Y8AABAASURBVEhE0OkpgiQeeuwhZ+KVo366NhGU5hrnDw58ygFeyBd7dOUPL3aQOyRTHR5ylbP1ZoNfuMDdXBsP+vnRT9TFBnOkGXZssM0u39aGjvWGlfi1s1884lSmDj3jRDzGlPrFw66SLTr6jesTF/vGzBOH0rh5RJ0voi12mFkbJZGHvGArb+SULsw8V9ZSH1vp09qxCWd6/IrPODzhiIQrPSskcfXcqFtDz47NHnmwLz918bDNr2daDMi/jS6E2yaADQl/AtCf//NnAHfcccfuz+65XSJPeMBJbOyJUz5s+KCfV1749B2Ju+++O/wVA98rsAHiLxh4lvjhw7rZXKDj1oyNAzbZ8O/EvxHPPSz55B8+8nTbAK5s2EhR6oexjQwbA3L0jPEpbmLc2sITZko22VeWFAKFwKaOwMaJvzYANg6uZbUQKAQKgULgeUYA2eiHgHyk9MfoEz+oiR/+xI9pbWP9OdrGWtHHhx/jSm1zU7SJcT/aCT3Ehi91fXzTQwyIunH9SmQFmSDqCAIyglCLBzmgZx57iDICh0whVWwiUqlLX0yIB+KFiPuYn/fm6SMpTkL5csVZvElCkMVZs2bF3Llzwym/K9zyTWIlJzaQIqU2ciZ2MbKDyCmRQnriQPyRHnGri0/M+pA/wgd7CCcySWwEyIcef8ilubBBzMVmnG8CU4TMGByVdJF385T8InQIIizZ0Ac/ddiIQSz69cGKPSRarHyxZxz+YpeX9TGPDTqwgK8Y6agTY9pwIuJiX7xyEBcRE5t8WX/z6IvfBodYxKTfuDH5s02Ms0f4FZuY6YqJLlvitIZKevK3ftbOc4asyk/b8+MEPtdDrsaVTs1z3eg5HfcOv+v6Noa0kWvfjrCWbJjnuSDpl0/+rb945S92eYrT5pNNAKfynj8bBrCDifjpWzcYWDvP+cyZMwOBd6IPF/6d3Puo32c/+9kQnw0Fmwx5swZu/oKAv1ZATzzGfEeDbxtM8KOnhB9/4hCnDTbrBx86NrBsSlgna+DZEa8x6yE/cRsrKQQKgc0IgY2USm0AbCRgy2whUAgUAoXA849A/ihGAoaKJvWUKeYgBH6IE8QqxQ9wBIPO/2Pv3n52u8qygY9r0S8xMSYcNjExi2jUGEoKpUCRTVsouxYo0EBARRAkJKJR4wkn6okxEjcoIYiYCAIKhbIp0A2FSmmhLYVSS7Eiia0n/gOeEWi/+Rtz3e+a6+m7WhSli/e5n/Tu2N37MebKuMbcvPQCXEidTFGN6y+9Sm2bfQRMAXHAiDvsQDxAAdzZ8Nvo022jDyzoUwd2+MEWO/SUPDABHABHQBMgBXxpiwUBZgAGoocOtugGgNRLFqjyTj1A4yNm7n66m+ljcMA+8GYMAUSAN4DJB744IKCXnLv8dLEvFnEDNwC3+PABWnyUp8oXfypfSnNhDK9cKfmN6AW69LmbSicfAU35Ii9e8mWDHDCI5JIv5I3rU2qLly/4lWI0P3ILiIpLHRkXP//YBNSsG77LEb/wa/NHnrXJ0M8HJB68+tSRfnqtHQCSbjrJsyF/Sr7xEdFBVhxkyRgXrxj1s8FX/qjj4Z/4AVe2jJlTfooRD3/oB8wdHvGFHLLGtMnhpZddvrBND3/Y5bM8OAiQQ/Oljw5EBzlj2vSKWb36tAH1ukbYFBsbZMWiT0k3nUhdn1yp45UXANyrM89//vPnYYC7+XisY4/+f+pTnxrWtuvPBzE9JeP68FSCww+P+XtyQCzGX/WqVw28/HSNWTfWIp/k2OGEQwC5JMuO68PawyNWsZEzz3KpX0mPGJo6A52BzsDpMtAHAKfLTPd3BjoDnYHOwBmVARv0LT2SczbwyKa75LYy+reER1uJABfA2AYb0aW/AA+wc9ZZZw2bbnLFYwNuM64EEoAdMuT1ASHAE8AE8Cj1AwM2/EAMu+SAaAAPn02/O/M2/kAPPiAXwABu3an3J9Q8ngy4AFZADx8ABcDcnVQxABdADYCCTx//xYHEri02NtyRJ18+3HHHHcPH1RwqACUecwaU2Hbn1t1aTw/4CJsSIOQDO/R84hOfGB/60IdGgSL+8hW4FCvb8iUf4uMPosOYnOHnuzo/5cS4vKjzBy8dxvHJM73mB6886zM/8k2nnPPDnX7AVB99DiroNO8e+TaPwBpd9KuLg16+smu+tMXNBhl+mC9+Arp0GscnHnV+mwc8/JUT/vG1yLyyi+jV5ic7dCA6EBnjfKeHn8bZEyMeZK1Zm+zJgRK/HKiLVekutfVKB3l6+CyffHGIpV8OrDl37MUnLwgfHXxF6tYi3XyTE4dC1ql5YJ//7LMjb/LCB3qV9Iof4eETXWT4adz6NUaXuJT00GeuXFtyTge/5I0e8XgUv9b6K1/5yvGHf/iHQ8lHsj7q94UvfGGI1xoSgzVDTi7xuEbl2bcGfvM3f3O85CUvGfzw7QBPDPCTnHxYY9YU/4x7DcHrAZ5E4Jd/y8QiJj5bV65pssYqbjrNu7Z+JG5lU2egM7CfGegDgP2c9466M9AZ6Awc+QzYJD8cbRNgk2xjXqX6dly9dKkjgOI73/nOsEE3BjAggMy4TXfpAW58XMy7vDb8QIJNO4AEfLgzDSC46wkcFgG/wA09bCht+MkAPsYBdCXST4c7hkA4XoAMqAPu+Ac08Fms2u4s8gsoATjYMSYGoEGbXj7TC1QBQuIA7BwO4LvkkkvGr//6r4/LLrtseAebDXIAP+Djjiz/2XOHVOyADZJLIE9MZNhQFzuwiIAyOas4+UInkgN+0gF4KrXFIV7ybItJPwLsAE7zJA/mDTBiWz8gRZfY6BGv/OiXU8BUToE7bbzk6CNjTs0jf+WCbmN8EIuY9dPNPhk+aPMVvzYyTpYPSmPFRwd+erck7hrDi4yLnT45oUsf29aImIyxIw9KPOwhfPxBxvGWXuP68LNhPZtDPrBBxrx4uqXWh3wBvOzgNZeeVnGI5DAJ6PUI/a233jrfv3e33YcmAW0HUA68rD9rE78DKetf3mt9OHwqnfhcF+66mxdzwH8+sm/t6bfuzJH1ps9cOhyQUzHIE3rBC14wfud3fme84Q1vGK4fdu++++7hgIwMXeK21si6Drw+wG/5d628/vWvn98lIOvbGfyXI68q+MsZ6vyTE08DOFzwPQOAX16VYiCn9KqB/IqNbfPCFvvmhYy2sqkz0BnYzwz0AcB+zntH3RnoDHQGOgOHZMAGushmeUu77MDPWWedNZ8AIAOE2agjdQQgupMJJAIQwDBQAETgsxEHNhCwjgAPm3XgA+mzmcdPJxl9xoAWJX4+IDzawBWf8QBjwI+78UAIUESHGMTIJgDrMWcf9/P4MmBRgI8uwB34JSMWoJsef9IMQHM3n48OEwAjH1HzzrN3owESuaAHGJIPdzLpBNSAJsAMWAEggaGKWUxIXPSri0uMYpdP+QN2AEn+GRM3HXjpBU7Zl3t1flSMcoBPKWY+4OOn0hiddGuTlS91OrXxOiBAQJp46eGbww7zRjc5PHwyTl4f4hcbYhSPkl2krs84P8lXXbsIH3/lC2kr2ZcPpG7+1c09PwBa8WgbL5Jz+uhnX0knPnGZKyBZnHj5Si+d5sPhiMfdH//4x0+gC/DTjR9gdwB03XXXDQTsOwQwd0A64G5daFfu+OmOvPzKMzvs8cM650vFxp+KXZ91S7/rEKCmm5xYxMR368maxCs+cuxr6ydPzpwjaxjovvTSS+cdfQcBbOIFysVqXuln1+GApwVcM3wg75WAN77xjcPBmpywZS68anDxxRcP3y4Qi8MO43JHTuz8sxbMi2vbIYJ/cxw4WlPssy1/1ou5bOoMdAb2OwN9ALDf89/RdwY6A52Bvc0AMINsnNFuIvTt0pYHeLQBx2NzjozbjNvwu+tv0+1OIKDsbjlwAWwALHjJ8gHhJUtnER68Nvy1kcdrI680Toc2WaSO2AFgEAAAaAIV+OkDauikH5jHh8djxh7pf8UrXjGAd3eG+VP26AVQgBkgB+gCPIA3dzcBNzr5AvwBbAAvefHjlxM+eRLAgYG6u7108k1ccghAIvbFxHfgCtEvZ0XabABxQBHwpTQubmANiRHRS4Ze9s0fWTlB/DBOhj+AJbDo0AGfPn4gfvGRXrYQkOrARBx46ceHBwgukht8AC3Ahp9d+sRDjj9KeuhA+MSGRwxI3Zh4tGucj+aE7+bdXOMxD2JxeMGeMXNkPYjfXLNNnl6kro+cEh+in4984L+YXAMeg3cXW7zkAVgg1cGRb0Y4AACE6cVvveGljw1xmAM+yg8C/M2fuvxpi1Vc1p+DLu/ku+7YM3di4Zv806fOBhlj5OVUXvS5Xq1zOUPyYu1ao15tAcY9dYBXXOJ1cObacYeefnrFcPbZZ4/zzz9/WOvWpL8o8JGPfGRcc801wzUjf8Ze9rKXDQdwYrbW+ORVAB8ipNMcyR3bZNi01swDe9aHQxNPCjhMkEtzoV9+zY86f5VNnYHOwH5m4Nh+ht1RdwY6A52BzsCZngGb1IejH9R/G+YidtSVpVe9aNtX9e9+97vz8X9tG3YbbQDCwQCQYVMOeAAgABVdxvAasxm3KSfPNsIDgOjHZwwffkBCvz58wIESPx4E0BSv8SLAAegBrNw5BBwAp+rXB+B8/vOfn3digQzg3ri7ie7gig3YAYKAawAJ2AD+3RUFSPho3PvMnggAwIAnPhoDfoAicQB9ZI0DKt5fxgf44JOPbU75Yhx/8Yi5+ORLPio/SiARQFLiM46PXvqUlSNj/OKnPALDSjaqj19yYD7l2bh4kDZeOvipzhaQKu/yz5ZxpG2d8A9PtfmKjCnp4DtSp4Pf5S9d6voRHkQWiVMbHx/5rNQP4NIFeOuXV3zq8ofI0lN+Kq1jBxbWkbVjLYkBiVWf+XTA89M//dPDQZD15VqwTsg7IMHjgEBpDQD5cue6cWigj28APj/kWe75TZ86sibEJA/isVaNmyslfnzikiO5djDFL3rJ0mHOlXxkS4mM84t+ObEeHDJ4EkBMDgKU5lw8nqQB2j3lIify52Dtec973nBX3xMxcu2Dml5p8DSAgxB2PE3g45q+HcB/8+RgwZMAPiBoHYiBTnkSr7ngH9+0XXdekbCGPJEgXvPKf7LFi7+pM9AZ2L8M9AHA/s15R9wZ6Ax0BvYiAza7j0QSUTzbevXtllueBx54YD7+b4MO0AAdwARwADQAyEpjNuWABTBi3Ma8NuFs0Iv0ARGAAACCV1/xqOvbJf3kbe4BNICMDv7wT2lMP2DhkWKgHsgqEAeQ6QMW+M1XoIE8//kAfBgH8IAYoMYBAZvACFDk7qN3nIEiAAk5IHCggBwQOEBgF8BxiKDUBgTpB9SAMX7wgX05k2M+iF9+5EobyYG2UhsQK/AILOkTgzzQh8SG1PXjkUc66AL4+aFOBzLGL/OJ8PBFvsnShY8Me+p8tw7YQhUHXeJT4mW/5kqdT/Qp9SP9iH55UGpJ1LgrAAAQAElEQVTjQ3iV7LKD1PXjo0OdXfLGkPlGYuCLORAT/WTMsfUjp9YNsA54WgtKQFeM7CmBdnMpXnbZLB3Atza75Bwa0K3fmgKArQWkT/7kSN6BeWAbgPYEg7Z5ME4n4j//+EpH+cs3seAVF3+MIf4aI8tffvOPDD6HBeKRH2uCXQdlAPwNN9wwgHht4Jt/1p/XHpC1zS9PAgDyvhngLwrw4ytf+cr44he/OAlod33IiScCXGNiME/icXhAnzzIMT7ziNT5Zs747UkF15Y86Uf4kHpTZ6AzsL8Z6AOA/Z37jrwz0BnoDOx1BmyEbcCLJENdiQCBLenb0llnnTVs6hHgQNbmGyAEaIEwNoATAJEsfdWnjqpfHQEf9OEzpl1knD26q08bSAEAAA2AB3DwKLJH+N011AbUyADj3rkH1D3KrPQoNnDujqs7hgARUEcf0OJL54A+MCJOIIUsIGLcnV486ogPciEPQCW/2afDQQM9AJU2XmDMgYlcAVl4gR769ckpHnkBzIrkQfziYgOp6+M/G8CQNhmgSYlHHFuSa0RHER8QfrarpKPmhwwig4e9AoyAa/nIB3U+iJEu9uWpiC166VLioY8ecuzSw862pBdfjZNTR/qN49ePyAP4QCXd5kme+cEH9uVcP6CL1K1j8yBeJf/pLTt068eHH/h02OPuO14xWKv4AHsgGeAHaj0pwB9jpV+J+EUn4G2d1kETwA3k6nMY4LDJ2r7lllvmn+XzOoC1ivAgfA6r1K1NfslR+SY34pcP40gu9MmjUu74g0dufF/DHfwbb7xxfPaznx0OBa666qrhSRj5tZ7liZy2QzjfyfDIv+vmm9/85vjSl740XItkxMVH14brhYy84PUqAV/l9bzzzhvyJ89y7N8A+eIbe+LmG//5bsy6qrp2U2egM7B/GegDgP2b8464M9AZ6Ax0BpYM2Pjv0tI9/9Nvoz8bp/kfHmAHOLGxV9pckwMitPHYuNuMI/3aiGwRueK1OQeolGTw0skN8sAKgAkUKJE6AizrTiod/AICgB3ADigGugB8vHSxYcwde+/h4wUwADX9gLl3jj2uDzzRC7yxS78+AIM++ukDXowBSEr62K33kt1t1S9uPgDq9IkR6EfiES/d9CGgsuT4IUd4ELt0sUVW/vEq2TGOXy71iW2XzAdec6GOlwz9ePlljH7x8pk9vpgn/iNy8scfY1XSQy+ARm/JsKmfDXVEB56yxR5bpUu9bFQf/eT4UPEq9evje5G2gxgxmCc22VPyix55knNryPpwdxsBlWLgL31slA/k9ItHv/jZkjvzgQ8gth6sF3Eh8dAF5AO05psNvlsvwLCDLIdGDpmM8Qnw9lcBgH5A2nqlA4g2Box/8pOfHFdeeeVQes3F3XpxANvuuiOy9d0AY3R7TQWP9e+6EIdDCteP3PFfyS8HZ+riJOfOPp988O/ee+8d/JJLuZEjMVxwwQXDQcAzn/nMIQf4r7/++gHck1Gy6cDAdS2nDtsc7AH7bDmk8+SO3DmskF8yNY/mUttcKtG2rt3UGegM7FcG+gBgv+a7o+0MdAY6A2dsBmyKt/RIjtrwbmmXfzt2WL34jVWdfRtmoAN4UbeRtmm3+VbH/+CDD87H6gEmhJ8OPEXaeJXkirTxI7IAkrJs2ZwDSmziMa7kD8AHsAFLNv5AgQ0/wANgADC+Mn7ttdcO7xe7G+quKJBuDCjxsT4AhT126QImkDYQ4fFhwJtNQM3dWbbdbXWX0mEAkCZWPgAzZIE2fjsgAFSANYBJzOJikz2EX07wy7s49QNCZMSlj4x8AKnsyYUxdfLGEUDobmz5jY9eY2wpzQfSpkN8eJA6e8g4X8RMDx8Re0pATjzaxskUP1l9fOaj2BH7+o3jR8A9UmefT1XnE3l2kLo+OvDSw6b1QIdS7siLkX08YiArP/wgb9x8s6fPmLxVPProcjCD2DFmDorPmrJW3HmWDzYqRrLqZOTLGJ36ynd1xE8HDNYvPfjKb2Mep7fu3M2ny11wH8oDms8555wBhOMrHfQA7/QAyK6Nio/PgLzSIYZrA7h3AOCwgC3+OXAQN71AON2uGR8u9PSBPJgLry5Y+0oynqBxGGDtyxkZul17rhe2rVE2zKm58bX+l7zkJcMrAT/3cz838H3mM58ZrjGHEuzzxSEAObYdHHhFgC5z75UePhinV+xyr5Rj861exPeqH1Y+0vhhMt3XGegM/OhkoA8AfnTmqj3tDHQGOgOdgR9iBmz+AQ6bZ6AJKAGubLLPOuusYYNts41Pqc09m2dU9W25rduYFx8b5LdU43iqjo9P7AEKCAgAxAroGKeHv/iBKiAC4eOvca8CAEhAIMCG1IE1QN5BgQ/5AUvu2PoKuY+YAR5Ah0MBoIddwIl+4ARABAoBLGN4gU154zefAB99gD4CluSG7+I1XsQnscgBv+kA6MShZJMd/fjIKc0ZIkenUtsYMpdKxDdjePDyhS11/Xjw80WJSqZ45Q2RQ2LhEz+VxuinA1jnp3rpog+Vreqnnyx9Svnjl/yZM7krPVtZtvCSo4M+c4HIAJXkioduevHVOHAN1HoMHdAlY5w+dfzWlDVindHBB3odDFkfYtXHjvnCZ80istYgObrwkUUOkRw+sa0uN9Y7MO3uOBn6rUMfzvOhPAdO7sLzmy2+8t9j8oB56WHTupEjB2meLuCvXLEBqJPnOxljbNErf+YU0WO9I2tQbOr08Nv8eKrG6wBXX3318G0M14UDNjnGa/3zz8GGOPjpAMNhg6cYHCC4Dtn3qgR+uXNYwIacicO4ORGz+ZFPa1feikc/MhfGkXZTZ6AzsF8Z6AOA/ZrvjrYz0BnoDBzJDPxfbGQBDBtlm+vaSKuz9eCDD86/AADYAQHAANBnDG/xaSNJVyJ1VDzqZIvYRNt+dcQn9oANIBvgAFTIbvWRdycUmOEjQMJHYMDjy0C8x4jdOQRuAARjBR7oZA8QcmfU+8nACMACuAA2wBvgB/yzpV4+GcMH5MoHfXR5tNqdXHXjCA/Ax7442KCHDN/FLB7x4eEjKp/5Sc4Yv4A2dXa3pA+RI6+Oiod+RF+R+cLDP34idfL0kCWDtjLk8BjXL/8VizZ+YwivPuW2n63SoR/h18cHeSmSH/J8Igek4jfOrvyQkxs5Mq6uD99WL91I3PjcWXYABChbK4Amogexx3/zhdjiB39KN310sVnkAANgpQuoVbce+MS2nCnxs6NfnGy4BgB4eoFg6xgg9ooJII08Fs+GHPCPfnb45bqwnn37wiP6XglA/jyfD/KpexzfQYM1C5C71uij29141xHfxcovebZ2+adtjTswcLjAX0/j3HTTTQPR77oyLma6gftLLrlk+MsBPoLooMAhgCcBHCI4CJBr3wAQhzmjGzmkoEuf61y8fEDi1S9/Sm3j5kYdaW+J3Lbd9c5AZ+BoZaAPAI7WfHY0nYHOQGdg7zKwu4HVRj9oImyWa5NMF2ADTAAmqOr6ER78ShtoPmxJf5F+PLu0O84Gol9pcw9MID7o5ycQgQAmOugF1gq8PfGJTxyXX375uPTSSwcA4w4/8AOIACYACAAB1AAXgBXAoKQPPxAE7AP37OvjD1t4lHwB9OgAGNX10QWA8UmpH4BzkAE0iYPv8qefHQcKCFhzIIAXuBI3W/LBLhkgDFBkV8mmMWScbn1Iu/JvHGmjqivx0isHRdrFxwd1fPSLEakjvEo89OHfUvlhvEgfGbJ0ld0qAcCqA5zyj9QrL3TxCbErT+zSa40gOozhZct8mBe5Y5cfiA6kjooXENZvPgFtd+rJssUX9qwRvrHDb2vR+sILtNKBgHs+8Q8vGWvCmkTWg77ylS7+Wwvs6SerTxx0WgdKPvPD2sHLDtDOF7boZkPdGH5rzVr3egDwD4B77cUTMR7J10+GH2ToEo+nDzxtwLYxdQcS7u47pJAvoN71hryO49sFnsSRc/G4ZrwKcNlllw1k/TugwOOauOuuuwb/nva0pw0yYjfvnnpwAGIOXEviEJMxcZsPvPJkDktWXxH+ps5AZ2A/MtAHAPsxzx1lZ6Az0Bk4chnY3bjutn/QgGsTbUNtIw3YKL/3ve/Nx//1s8GuzT1St9nejunDt6XiwaeOjONlF2nrL8JrM6/EB2TYzBev/iKyfAUIAB6ACoipu5uAjPeaPbYPINHDjruW3nFGxsgBDWULT/lANwBkDPgC5AAYj4ojbTxKoAhQwk8HsAOUsQ3cabNVfXINZDls8LgzIIQcBjh4AIKMkRcz//kB2MiHPvEr5UK+9CvZ11+kz5j5EyuiT0xb0oePvBzwkQ59xthG5PXhMU4/3XiMIW08Sm1yaGuvxvUj8nTRybY2WXx80i9mdpXG6Deu1C4ZdXkhZ1zuzI2SLQRM6+MTfjrYL9LGb32ZdwdIDhHw46GjiC6A3LhSmyz91og+enYJD//oU/LZWjH3fFe3ZpC62OVBidcBBWAOoLOjj07+emXgcY973HD3nF984o/1yg8+iUXs5Kw9TwQ4CPAov48DOihgDwCnz9177/8D/9Y7XQ5I3LU3zjY9noJxDfpWh4/++VaAGKxtOfMqgO8CXHHFFfNJIx8yJIMcAuB90pOeNMTkdQLXqljZ4ru54TOyFqwXJV/1yaeyqTPQGdjPDPQBwH7Oe0fdGegMdAaOVAb+Lza0QASycUbqQEeSAYyoj+Wnjpbq0IfUkTpSR+pb0ofIo20cNvHbPnJ4gThgBbgAFvTzD/GRHKABHABF7mIC9MAD4AAEkFECC8ARQMQ2EK7UD5gD3QAGchcSQGEDMCofyHoP21MGQAkABBAB/UAUH/nhNYH6mBu9/AO42APo+AdQqZd/fBQzHrkQG0BWOSBPD9IH6IjBwQAdiA4lUi/a1clPcSH5UyJ1ZJxtPpDlF+KXfvaNaRvXJlOEx1j5oSx5/TVOVn+NaxvXJ/dic+fafCN9SFxkEF5y/GGfL3TUmHFj+tQRfm288mqcT+TNtblE6vIh5/TJNz+0HQJYO5U35ZboZoM9esggaxkIt2YAZ2CWHv3G2dXGwx92rSl5sKbNO910IjbFgw+JRUx0e50B6LfuPY3AJv+tSWtPzOLAi/B4xcC65gNbDqCsZ8C7DtJcL8Y9YeM9fjHicZBFhw/3+XihOjl39OnxSsAHP/jB4ZUAB3CI73S99rWvHb/2a782xPmxj31s8pDzOoC8nHvuucNTFT5k6DsB+tjnozwj8YtPnxKp698Sf5s6A52B/chAHwDsxzx3lJ2BzkBn4MhmwGZ5G5w22vb9T+pbUHWK/ImGzfOJ6nwiAD/SZ+OtLMK7S3j4qSzSJoNXHVW7AB6gAxhpF+HBSw8AAyQBEtrAOAKMACEgQVsJBCEyABAZ4ERJFgFOABHgBBABTAAaoOFPnwH97nC6++kgAC8AJhdAEYCGADb26QCC+AvYADTAP5vAEj4ABa9Y2Qf82KQbVR1IMiYW/OwhfiN5ZvpdrgAAEABJREFUkSOgB6nrY9s4Iid+xN6W5BGJB+hF6ohfSJ0MPfQhdf2IPN362WXf/CJt/dtxeeOrcbzG6UPqReKUJ0QGiY8cMq4sfmN49eOlG9W4On4+sYUHv1KfWABx84/kXdx4zBk+cvjkSUzaSF0ekDp9YiTLH4caRXTp4y/iEx/Jyre1zw/+Irr4YUy/NYHIWlvu2rtb7847Pn4b55c43DUH7j1CjzwV4A6+PmOuFeQ68Si/9SdGelxTYrB+HW4B9Py0xr3Hz451bUxM3vN3EAC043GtOVTj3/ve977x2c9+djhQAObFRebiiy8eb3rTm+bdfk/wAP++CeD1Abl0/fGTbTHyTT95+ZE/JVKXlyJtZGxLJbvt63pnoDNwdDLQBwBHZy47ks5AZ6AzsHcZ2N2o7rZ/0ITQtyX6bJiBHXWkbUOtT6kPuND/cEQvYIPUySE6tkTHto0fyLDhB6wBKfJsKvkBlLzwhS8cAAeQAkjoBwzYcNfWu8mAiLpHmgEL7zcXH32Atcf5vcsM3B8/fnyoe5yZfAEmwAt4944zsEOPdvnIf37gA1D4APzgBWY8pcBHwFFsYgbW8AJ2/EDq+ozJAz14xV11MQKJ/MdjXEyIH/j0k9lS9VVJHtGH2OQb+/zc+mMcbxEd7KGyaYwO8uJQL31KRA9ZPqLyj6xxdskievTRUzJsmXu5BKStDXrkQF0/wsM3Y3TTwba2frxs04e/dOnDxy5fzKmSHABvLZGnE1+RNuInHfj5RD9SR/rxIHr4wbZ1bj05MOI7XgDcepIL/pd+suwC7UC2fq+ReJffY/c+/ueJGGvTGvTUiYMCcZpTh0sOBjzZos0H9vlmzOEVEjsf8BgTO//o4aP+Jz/5yeM5z3nO4KdvbjiMcIDgL2qIm+/ilDs++GsBngbgr4MD/snvc5/73PGa17xmvq5Aj4OAm266afiOgHHf9mDLYYK4XKv0ssE3JO9IHckhUm/qDHQG9isDfQCwX/Pd0XYGOgOdgR9aBmw2/zv0/Ti21YffBnZLNrxF1Y9vS6UDUKh+IAGgQupk8dX4ppxVY+SVOpRFZIEGbfXtRpwM/Yiccf7iKSJnHJBQr3F9CBgBFugypg8IAHoACncpfeXfHX13EoEIYMgdfPEpPdLs7qR3j++4444BuPMZcKHTGL1ADDCk5Auf1elD9AEvAAsgRQ97dCDAB+DhH1nxAkr834J//WwC7ogMfjlhl039YtSH37g+/gGk+JRyABAidvEAakpt/fSQR3Qh/iqL2NGHBz9ZfogJ0SNH+PHKn7p5MaYkS4e5lCdgFp8+MvKtD+ExRqb00of0yxuASQ85Otjgl9gQUCp+feUjPkSPsoi9sqXkDx7EHhv62VBq85M8/8Ro/tlT6qODXuSuOKAN9FpnHq+nyxzJpzgQW+YOqYsTsWPerDMl29Y0gMsX68wj9kpj/BGztWONy4fDKnfifTTPY/nWGNt8daAgVrrroMC1xSc86vzhr3zKATv8pMfBGBvitwblXvxIvWJ1aPayl71s+BOaDrquueaawe9zzjlnHqbRwQ45Nm+77bbx7ne/e3jkH79rS/955503XvWqVw1P3YjZgcaNN944/6qAdfHMZz5zOCiQr8c+9rGDj3xGfBEr37WrVD+M8B7W332dgc7A0chAHwAcjXnsKDoDnYHOQGfgkAxsN7rqW7IpLiIKcNiEK7UPp5O9NslbOjmy1oyttZP/Z/9kawztorH8yCA+8E0d4QFw0MI2PwwGJNnkA/weWVYCPsDAt7/97eFOITDkEWGPNQMcL3rRi4Y//wcg+CjgfffdN4AJAAOooh94AXjc5QTsABB3I4EUYIlNfMCYu/cAi/eX6QGWgGQAClgCsvQD/HQUeBMb0AXMeC8auPGINVk62AXm+KItB+wjuaCfL8AXMEdfleJgFwhFZFDNrdyqi5G8kj126KUfVR0vUEinO6wesxa7+NiiDz8fzA1fS4ac+ZBfsuTkAQDUlg96jSuBZPmWM7oR3+mUc/mRf/PH5/JdifSJA+FX6kfG5Ii/dCr5qc4OUtdnDL8csG1MvEXyakz++GLdWWvmjF0yxukSj4MhhwEArTjliU/kd0k/2/JZ/uDx3r678vrlTizqfHUt0Cvf5sK6cbeeT64LH9VzEOCJFTL8kXty/HX9WIse+7cu+U+/Mf7IOx/0sWENmCt5kWP2+ExOjsy5GJG5xecVGQDeUznAuwMzuvnkjr2DAPL8cv368N9HPvKR4TqVR3HykQ53/PF5XcBa8USAmOgSs2tDyWcxkOWL3CjZUTZ1BjoD+5mBPgDYz3nvqDsDnYHOwJHPQG12Bap+GAEDCI9NdgGO026QMZ4gPN8PYS/b2zq7Wyqe0mnTziclPht5AIQO/UC9u5qAA5ABaAEl+IGfiy66aPiSuI/zARjuggLZHs/3zjFQDsywSzfwBjQgAIIuQAZ4YRfwBMCACnLu4PMDwPJEgTui2kCeJw+AGHW+kQHgHCrg984y3wEu3xJw19K4VxLYALj4IQ5+8U9e+ApYFtjiG8AlZjwAFUCGD79cKRHf8AOvZABGxD9xKrXFDWACecotAV148OrHSxaQlBNkDLHHL6RubbGNBz/fzKvc8l1c2vr5yw57Na/k6KDPuByIFZGlZ0t46EL62cBLDsmRMXz8Q3Tr4wediJwSv/GKQYzq+uXdmjFf5s0cWmvWhH5yDj98SNIBiLjIy13FxW75yaZ1zS6/xM0n64g+hw7abBuji36AWL60yfJPG4nTQYW16sCJDjbJuRbkW5ttfliD7MlV9YnD3FkbdPNNn3XFJh0VjzVGDz/xyI3DONchoG4ceKff4RxwzyZea8v15RDvuuuuG17R4QsdcuuafsELXjDE5TqTU9cc+651uTMPcmXOxYXkS9nUGegM7HcG+gBgv+e/o+8MdAY6A0c+Aza9SKDKIpt3oEC/0sYbqes7jP4nfWWvytIBGBTVWJXFow1EAAnIZh4BXHiAHG3AAbhxJ9Pj/5dccsm47LLLBsANbLgDChy44w80AObaYiVfuulV55c6feSBdcBDfoAld3MBHj7g1w+0ID4DKoC9R7DJ+2aAEvCnx2ECwK8OrIgDsUkfv+gHpgAlJVIH+BAAhswjm+JwJ5Y+hwYAE13Am3joJEcHEIfopAOAM7Yl+QFQjbMhRjqQuMnuUulUFp/545vY+MRHZJzOIm1Et3j4wld5cNAANCM5BkD5howr8fKTLJtiVi/SJxd82ZZbPvUiOeEPXv5aY/JpnM9iZJtvSvx4za216DDHIRVg63sR1pIcyKfcyh0dSF1/kVjY4Du/lWKTG6DWIRJ/5FM8xuWLH3JjjcoTn8pfNvmqDfy7Nhw8qdMlNroQP/EicvwjJzbr1sEGHnLWmvxYv3wUA//FVfbJ6ue/a8m16ZqUX69H8Nm1ANi7Zuijw+GEJ2xuuOGG4UBAv9yy7xsfnirgo/iV/hoAn/jBptwp2W3qDHQGOgOVgT4AqEx02RnoDHQGOgNHLgM2xrtB2XTrAxhslAENfUj/w9B/e4j9LZUCttg9HRWfzTtgAmwogRMbfI8pAwPqSsAEcHB30SP17jSSAcLYAkYADPYcAgA16nyjt4gMUEUnoAG0Ae1KNgA8vtEJiAE1/kQg4AGskAP8AT53IkuO3+QQoMQGclAAzABhxvgJxAFcdJsjtozxdRfQaNMnT3jwFp9YxMVnfPqNi1sJYLGBADW2irTJi0eOEX/FwR59xks3+/Qrjemngz629OvjDzm68JEpv5X62MDHNj51/catV/7y3UFOEbBrTuWPXXz0IPZKl3bpoZNfqPyQmyJ2+K9tHL8Y6OATvXIhPrx8QmWfHeDY+nEo5RDIGgWgrR1zruQbnfygizx9QLF42MVn/ZkHdtkH3t3l1m+cLYc/xsjQw19j+sVAn1whusi6luS5bPObDrGRVyJ9fKULqZN1kOCg4/jx4/MjffrFgqxj8yIeeulj03Xp44De25cHd/FdR645uXLduF75yK7xT33qU8PTO2zJoZxdccUVw9MDrj0+sumpArGKH5k//ewXGa96l52BzsD+ZaAPAPZvzjvizkBnoDOwFxnYbnJt7gWtRDbF2zZeoAGpG3soPXIP2dNRSbOPgCsb9CJtfhlD+LWRuk28TT6AAUQgtoAaOgAJ4MEdV6AHUCqgAkjQA6h7VNgdY+N0AT/qFbsS6FDyA7GrD4DRrwQ66NFmG6hB6vTxCQGjeNgyBrgBTUAM2/wSe8XHFn5j9KgXD30FqoBNwAqp8wWp0ydniP9F8kUfopNvVZIp0s8ffPzZktiRfCB143jVATOkD+kvXepFeJG2cYSfrLjly7wVsJUPY2SQOn5yYhC3wxPgFniuXBjDg5+/SvL6iuRFrvDKMV1ypi7fdFln8sPf0qGkE/GFHrkzJ+r6xACoA7Xu3Hs1wDoBnq1h8eHZktjJssc+X/RZ1/LAB3WySJ0u64texDe+8L10iJFvnqTwOoI1DKBr+y4DEO5Ou5L/dLCL2BUn2/QoK3/62ReXGB2C1bUnp/SbGzrlXulgxEf7XvGKVwx3/vl49913D08E0OdwTM7YJeva/fSnPz2//O/6YcvTBF71kV/zLl56HKrRIW9yWH5q811b2dQZ6AzsZwb6AGA/572j7gx0BjoDe5cBG/Et2cDbiCN1G3Ogw+a4NsqnJOlhGnRsiY5tu+pU0M0PJbJp1zaGyJY/SrJKoBDYKZADnAF6AII7/u7+u/PuLiIwBQR5FBpQIPs3f/M3A4BwZxE40ccWm+wDCsADvfrZoVsdIKTL0wMAig+YARz8Yg9QUQIiwAcQBOAAQu76IsCPT4AJnQg4A8I8vsy+WBGfjAFO7mh6x1mpDQwBo5U7/gJ1Sjq2pK9Iv1yTox+4K+KTfIgX2EP4ydKN1Mnzz1rhP5ID60ZfEb10IHrpN4aviB+IL0pkHlDZwUueX0p6EX3m0HpA6sb5w2/zJaeeEPBePJI7cdBJX+mhC/GPPH/4UP6Im74iOvQhfGTI0kGnOhvyYpycdUWfMTnhLx/4TE5Z/cA8sv7oEw95pdzrI8tPsuLHb83Tzx9knE0y9OMjC/B7BQagtqb5aMza5Lc8GXcI4JDAOhcDPezyCzjHKwf4i4fdioM/9IoVLx3WNJ/w0OcQzJ/ve/GLXzwuvPDC+ecCrXPxurbp17bm5dOf6vzoRz86XIeuY30OAVz79Pq4oHjkwzXJX/1s8UFZeVE2dQY6A/uZgT4A2M9576g7A52BzsCRz0BtdgVqE1ylOrJ5RjbtShtkpI13lx6pzV4R3qortYvYRvqLaoxtPgAy7igCEUCOjbxNPeBR5Gv+gLWvinvn3yEAgEM3kAIgAAbAwtvf/vbh7iK9ABCASTcgAhypI2CFLGDCrrwAIcCIr4wDRYClMU8beKzbR9W83++Rf8DfIQA97vTzlV5x0UMW4AdI6QKe2KAPsAT0jQE8iAjQRqwAABAASURBVK9kACI6ACq+OdTY5kdciC65BIKQOAFHtpE60k8/QIboZ98YOTksfeZInzFy6sb1s1fzJQb5R2S1lQgP3i2Zz10Sn3whNvCTL6IHafODD+yZR7L0KcnLg7jk24ENciAgTnL8M/fWFlLXRz+7YuWDvCMy+rZA1jhiC+HBSx6f+bN2kHlkm994y8+yLQ5xsY/o0S6f2DEHSvrpMU6PtcB/etk1p+p4+KykE6/14zCKr9YEH/HTK3/WrXVMhiyfjVurYsDvAKr8ooctvPItVgcHWx9dE64rNugjY7zss+svdLzuda87eBoAL3346HZdsO0vb/zlX/7l8CFPevnh9QOHbQ40+Gltu0asA3r4J59KVH3qTZ2BzsD+ZaAPAPZvzjvizkBnoDNwRmTgsE2ojfFhVA7blBdt+Wxukc1ykTYedoq0jQMONtX69dFpYw48ABllzxg9x44dO/iTfdp0KIvw7crQidih02ZfqQ+vOtCDtBFwAlT7QBjAQi8bdAAfSjzu9Bt3AOBDYMA3UMJ/G3+xAEQA35VXXjk+97nPDbGKm+/ACODFFwACMAIWyLpzT1abHsCDbSDL+8bPetazhkeXHS54dJkvZJBHkx08AKRs8dcdTHcmvcf8n//5n4NP9AE3RXLBJkDDNznhmxgdItAN4Iidrw4Y3LHlEyKjX0zsIvHSKy+AEwKMtNnFI7f4zA3ir7Z+udeWA2P8MUdKbXXj6vJOr1K7+tXJ84NeOulG6ogeJap+vOZF/Ma12VUidfNojC2kLiY5kB8kd3KmpAs4dJDj7jdQyzc2ycgfIIrU5dc8sMc3xI6Y2BKTtroxxC/j8mBMn3H5to48Zu9uObvkxWj+2OODNaBEfNYvTnr5zzdj2up8s5bknqx1UON80McP825NekpFXqxtRDd+ccoN8I6ffrlUpxuVz2LiN3+USB977CD8dKnrR3SRQfzGQ06M+vBY/77h8bznPW/wXZ+Sjw5wAHx+qL/3ve+d3wQQh+8COIRTd9DHLr/0mw/22Jdz8yFuZVNnoDOwnxnoA4D9nPeOujPQGegMPOoZADxsgE9HWwfxaCuLbGp3ycZ927crQ1YfHiVSR+pb4l9RknkAYBwvKl3VV6WxrR/68aKq06sNhAFHNuvu4nlsFzD413/91wE42+zjpQ8YsJmnA+n3uL27mYC1MXcvyfjzeurvf//7x4033jgACACALQBIGyAGogAQwAF4B8b0A+k+OAZ8OGC48MILxzOe8Yx5d9I3Bhw40A+kkQGu+AR4AD5Anj9h5s+X+YsBgIsxAETcAIiYEfAFAOlT6qMPcAXYgCLAjh2kjvAV0VF1sSExIfEicYq3qPr0q7MpXrr4oU3eOBmlvuLhLxKPOZdfc2RO5VC8SFuJ9AOswKZ+baQPyVuRO/dyqR+veZU/a4E9bWTe9bNfpTo+a4S/4hMLUEuWn4CiQxmg3JrDK3aEj7xSzPIpv8bETD9biH1+IG1jZOWFTvzyqTQuHocBSB70scM/xA5+supyz39ttujVJqdPfOUfeWvGYZE1Uj7xR17F7noBjPFYW2KiE698ewrF+iejz/xUvzF1fssZkkt8/KnY2TFnxl1zxhFefaj4XTdywwd1Mbuuzj333ME/coif+Nh2vXuy5z3vec/8d8mYmPx1gf/4j/+YfzGADWvWvxF0841+xLayqTPQGdjPDPQBwH7Oe0fdGegMdAbOmAzYnBZxalvXLrLZ35JNNjKuPIyM0Vdy6vrwKrekD237Duo7FXx00atE+hDggIhoKxGeIm2beQT82PQDN0ARAjoAYBt7oIGcNtBiUw9csE0WWFIWUNNP/9VXXz28Lwy0aNv0A0vGARyAAOinkyyQAXQCqoDHBRdcMIB/42w7nPDEgTaQBaSQo5sMQHLzzTePj3/84+NDH/rQYJcdAEge+Cke5Zb4Lg/80s9HAI8P7kIDgGIG7thTInzyRqcS6QMG8VWJlz466HKIgNSROjJOjp7yaau7+vkpZvMlp2LTRuZJWX3a+Cs+bWNI/pX6xM0Wn8tfMog8wmtdsck2ee0q1fEU0UuObr7LDWIHiR2vx9U9Vu4wwKGT2OVePoBo/tBDP118lCd9bNBhDKnr2xJ9ZOhhX36saYDcGmHfOiGLD5ERl1iV9LFHVk7oEZN5FYe2MTr089uTKGSQftcVm2SsX2vZYQA+/Igse+zSJya5tr75KD/0KOkCxl2rwLaYrHV1pVyxTYdrS5/rtohPbLGDV8mu+MTk2gTerU3zhb/8YFPevvzlL4/rr79+aDv0e+pTnzp8U6AO3cTqCR35kUM26Fc2dQY6A/ubgT4A2N+578g7A52BzsAZkQEbW1TOqKNqK2vzqtwl40XGql469G3JuLHDyFiRzbnNO77q25Y20jb4qPRvx3fr9CA6Ef2ADmBEHhjyeLZNvk0/wIAfGHC3HUABRvC5O+9xfUCGHvz8ACCACcD/j//4j4c7hTb/AIh+dfqBLI/vA3mADJ0ADgDko2LGvIrgbr/H7/nIZ0QPeYDHe8gOGjyOfNVVVw13/MXkuwAOCIArvgMyDhH0sUkeqOGPOkBZJVt4+GIcqeOnm32535LYtY0hfNs+snRsiV42Udk3jrfkzQuiS7klfWWTDH3kqwS+kFiKtMXHprkyd0herZfST3fx8o1eNtgzhk+c2lXq35IxfNYQ/er0WE/mAchXWjt85o8DIHeQvSLAL7r5ahzxhf9VV/ILH3tF2vQVlW2yRWStIU8gWKfurLPJR3bo1XYd8F+bDN1yhU8fm8YBb2sbwCYj564PccolH9jwNAq7dInfuHXqYKuebGFfLq0DNpTkxUOWLdeNa8YhAJuuMeN845M42eCvOTBOlm9InZy6cTJ42eO7eXJA4frjp3ngB6KXLTo+/OEPj9tuu22I3XX22te+drBlDvnp4I4+uss3ZVNnoDOwvxnoA4D9nfuOvDPQGegMPKoZsOl9OHok52zQd2krs9Vd/d9Pn40+Kpkkgx0b9CKbaTwPR+SNK8uuOqo2QG+zrg+gQWxoG7PZByTU77///vlor4MA7wj76J938oEX+vgEMN15553jb//2b4f37vWXTqVx+r0v7A6jAwevG+gHfnxM8PnPf/5wN5Fd9gEPwMIdU0AEgLr11lsH0H/dddcNH/MDMHwU8LzzzhsODoApvAWu+Kjujj7/gU71Lemjh102+YvUATKlNp/EILdF2/mRB1R96ogccFWkvSX99BexB2jpx6c0pp+PfC0CMLc+4tsSPdWmB+HXr84/c24eADtrQh2wReIUMz/oIadE+sgjPOJGVSeLtPGX7+r8NzdInW3za+3cv6w3B0P6yJhPc8c2/fyXC3r4QL/+ImuPrFgAVWtYjOKlw9zTR48xd9YRXjqNWTOIb/roLr2lG4BG2vSQB6zVHQA4gFI6MGPfF/4ddADM/OaPfjYAbnzqxorEJofs6xM3P8TmlQaHAO7Cs2mcvHEy5oXvZNgyTh9ZAB3hNU7OdYB8iNB16Frivzj4Zh6sN3rE7XsAn/jEJ8a1114rjPnUjn8bzB+SF/PHJga2lE2dgc7A/magDwD2d+478s5AZ6Az8KhmwEYUlRPqqNrbsvqVRTbXaMu32y7e3bJktv36tJX02OzbND/mMY8Zu6UxwAw/IoPI7ZJxZLwID1BALz2AAx5goXQDC8ABQAasAADew7/88svHFVdcMQByoAFQcrfQuA3/u971ruHun00/nXTTyw6bwATw8cUvfnEAXIC7P0MG/AMODgKALu8U0wmg0eNup0fFgf/Pf/7zA/DhK/B4/PjxeWhAhn5+0QGsADOADdDCpyIA0Jg2QIiAGjrlic/aSB3VmHE51JZDYwgvUherHCK6tZE2Kj68SFs/XjEri984Mq7PmDYZpE/M5MSJtn5VvUqyeJH4q9zW8YoPiRXpI8vmLuk3jsgot/7yWVu/cWuG3ZKjj9/mz+GQ+fWoO1K3juSdHvNGF5mSp5OPeJBY5ARP9SvZJ0vO+nCHmi/WOjBrvQPT9Bnni7WE36EIPxBd1iXCaxxZ54CxtY1Pn7g8gaI05gDAIUHpYBuvebRWrU25ESt/6WRbXHjEhse4fv56ugCps4GMkZcHel2rcideOvTLDx6lNrvyg8fdf4/wu77I8pcPdImFD2zccccd89Wbf/qnfxr6X/7yl8/Sk0JeFaC3ZMVJR1NnoDOwvxk4tr+hd+Sdgc5AZ6Az8GhmwIYU8UFZpH0Y2YRvycYf4VUeRjVWcniqr+qHtfUBFdOnnPoBQBvuXaKfPkQWJVGcQkmGjb4NPiABQAAoSeZTBjbqNvfAwVh+gI876sC5R3tf/epXD4/XA+N8ADbc4aPTO/gf+chHxk033TQ/DKafnUXNYEM85Z+7oICAL47/0i/90vAnyPw5QaBDLHwDYPCw4f1woN8HBYG0AokOIdDZZ589ABsgBakDXPxXB0oAG3Gpi1Gbf8BPkumzOuJr+cx/PolnS8lJGbyIbJG2vCB1VGOlX1s9WXXh4ZP4jW0JH1/kcEv6kHHy6DCbdNWYcbGYQ7HRVzrwIfmxHvhCTh8bRdWnRHTyvUpy2kX68SG62FSyY84c5JhXcwZYauMF/h0CIHe6+U33YVS2lDXX5lu9YrHm1cVBh7VgjfCDT+x58sBBgDXIb2P4+Ekfv8gr6TCun178SQZQz2dl8TlQYMuBmlgchMm/ebDWPT0gJ2JnCy/fxWN+8IlfydaW8PCfzw4X1OmsNj/I8pvP9CL5oBvxXZtevHQ6hPNajoMSvroe6cbHx4rBod8HP/jB+USOJ4Muvvjied37t8J1TTcbSIzKps5AZ2A/M9AHAPs57x11Z6Az0Bl41DOQrKAreWhpk7x10IZXW/lwZINc4w/HbwzhVR5GxhCi16bfphzZ2GsjYwhf0WH6kswnCYARG/ux/Ereht+dzgLTNvfuxgP8v/u7vzuAdB/kA2DkxqYfEAAg6HCnz4f3PApsow/I8BMw4hvAASABVt651n79618/XvOa1wzv+dMJYAF/wAGdPiQG8PuegLv+9PEPvxJ5RNndSYCJL2zQAfyLSRxsIXX+sAOQ6JOLZJ1/dXnBh8ShL8kQA5+Ucrykbv5ZQyVKMg9Qkoz6JWs9WcvqJ4/EjPRrK1GSqcsYkg+knmTa5Qdf+ad/LD/+WRdF+pPMg41kLfUh+uRLPsRKl3iNJSvvonL+V74lmX6xWbz0IH1IP11F+pLV57H88BozN+ybA31siClZD6j4ZB7xGF9Eh7isOe++A+n0kC8iQ68Slb5dvuLHK1629bGH+MyOtbq9U2/MY/EOm/jlGmCDf+zJpf4ifYC+dUtnkmHdOeQgR7c4xMUPfQXS6ah16hDAuhYHHoCef64xeTFGJ6DOR23xJJnv4gPg7sI7OBNTyZb/dFo7SjbYBezFVf64njwJwI54zAF++tgSV5LxL//yL/MAkL7nPOc5868IqNNJN53FViKVAAAQAElEQVR8rlK9qTPQGdi/DPQBwP7NeUfcGegMdAbOiAzY+BfZzKLdtj6kn9M26javNvT6ioyhZAVPySOX+BEdSSa4on8sPzbVH3zwwQl8gAQbabxoYTnlvyQPkadjLD++0pVk3pGrNrCmH6j36DwAY2MPcFx66aXDHX/v+gM9BSyAB4ACcAFAvH+v7a6/j/CRB3yAiyQDWABI+EKGDXf66XaHELDgBx+MOUi44YYb5jcE/AlBdxWNeRSZD4ivXhvwZIJ3koEPgAU4ceeYHuBOnHQDKAgASVZQBJjxVTzulioBMkDJdwl8iM4TDer63MlFHusu8ri12MVFHz0AkxKpy4MciL/mzfrhl/lE+s2DfuUyZfPAIVnXEB6Ez5iSzqobo5+smOlJVtniMV6kL4liEn2zsvwvycE6wp+sa4a/dLMxlh8Z48qlOf9TRxr48JOTd/lX14+Hz8i6RvqMWzt4ydJffcqKS27NibmRf/bMOWKLLF4lveaALX3G6eKHepH1Yt1bQ9YbAM4Xc2wtKOU8ydAPbCPy9Jt/4w6irFHriX2+JZkHb2ySNe5uOlvkxCAHgD1KMg9t+MGvsfzYsc7lRkxiWLrngYK+Wst4HFC45hAdfFLnn6cO8Mqh9cl2kvm4Ph+sZX4C7L5HwF/9bDogfNaznjUP7FwreMVCL1/ow/uZz3xmvp4jPk8O8dW/FZ4KMA9yK2dkmjoDnYH9zEAfAOznvHfUnYHOQGfgjM9Asm7Ekxz4aiNcdND5P6yUHqWNMQJ6bMBtmgGWZL17qh8xlWQCBPUt0YOqD2jQtiknC5AAC8Zt1oEAwNkm391B7Sc84QkDMAewgRTjfKHDhh8QAiDUAWQ2vJdv009HkkEPMGajD1TxAWAACF73uteN3/qt3xoXXnjhfBUBQMHnbv8//MM/jHe+852DLm0++B6AAwhgxMfIHAQAXuSAGgSsKIElMYpPLvmmzh93KgE5vt57773zTuXXvva14d3lr3zlK+OrX/3quPvuu4dXDRxCAPli5TcC/qs0hoBQX4/3OgMwirQ9Oo4fD7vaRfrooRsoAvj4Bwgq9QFU5gtIQmLZkjFx0Y3opJ9tPjiUQeLgIx72gD0AUKltnIwnMvDw2dwCr/wx79ai+eMT3/hjLWhvfap2+cY/faj46KHPHJkbZO1Z5+RKb/FZq8atJWR+yeBPMsRgzcm/HLBFBuFRInV+i01cyQp4jdFPL6q69QhI85O/9Mqb/CjFhgf4taZdI/iM8UeerFd2xeJaY5/v9LomlPLLB3xiJ4ePj2yp4+FbknkoxE6yHmKVDB4gH58YrS85p5d+1wdf8cgjvfSzJzbrDvEVWZPGyJEhW7lxLfozf89+9rMH3fpdi3yQF7qtQX8VwLg8uI7143MNs4m3qTPQGdjfDPQBwP7OfUfeGegMdAbO6AwkJ4F2kgNfbZIBloOO/6UKvVQBHjbWScZYOvRvKcm8Szs2v+0437RtupWAAFIHGtRt7t0tZwsB1d7ztcHXDygALsAEsACU0IuXWYDBAQHg6O7/17/+9QlQAHEgBTkkQEDJueeeO37/939//PIv//IAmhDgdM899wxf80f00OcOpm8DuGPoMX++4dfPpjZQAoQBPXwSm3j5XOQQAaD3VwaAfqUnCnyoEGgEcsQi12IGdpA6gAawIG3E3yIgTozJ+pQDXQWcABwAjE/K8guwBhIBcAR4A4yAOH8AJyVQrh94xwPcqxt36FJkTtg0p0jdvGxJLtg3zi91fPrLZ/x0IT4WyZNDEz7xwzySlTM5p49eOksXvfShJHOdylPRWH7WEVlySusROEbqeJXa5sZatK7Mt7o5128N4+Ov/MijtUovHUkmSCWHP1mBs3Hzog8BquKhC5Blw/wrjS8uzzva5oF+OUjWJyOsA8Q/Ompe2aALkdeWqySDP9YyG+TEWf5aM3Ip1+YjWZ84oId+/qjLITlx0E2ePutTv7yyZ4xOMRpnD68YzBEe+UP8xGuMPN3suQaQOnJNehLAtcgnvvCVbjnkvwMA174DAK8O0YnXYYC84mOvqTPQGdjPDBzbz7A76s5AZ6Az0Bk40zNgo5zk4G67zfGW/jf8Z8NmOMmBuiQTONmA21yzOU781JH+E10P8U9/suqj36YdACAHENjc6wdGbcyBaXf+3W3HA/QDB97nBarI2LzTy9fSx79//Md/nH/+i5xxABBAAQIAEYDIn/V761vfOmz+ARSHDACl7wW8733vG9dcc83gh28OXHTRRePpT3/6eOpTnzo8cgzsA/8FzNlmCz//ATLAGLi/6667hj9B6DDin//5n4d+YNqhAjAibj4BjgA9nfSzgwAatowVqANq8O8SMAXEeYWBHnHpA+4KoMo54nORNh/kSInU5Vdukxy847+dY7nVlnNxKOlkj132+Q2o8Ydf2vqN4+PX1h5f0Lav/OCLMb4lma+hAHnmUz6BYf4gvvDJnOMxL+7O41W3JoybN+uObnbI6ksy13uylsbZLV51xE8xA5DmpWIVIxm2+FXrly/sikMurHOy1jMefo/ll2TaZy/JfFyfvZpzNpPM9+mtI7FtnziQW7zyru7asb7Fxza/+QFkoyQDr7WGn34lYncsvySD/3zllzHzyH/8dMq3MXGI3TVReTHXyXo4xR9jcs0fY4hPi6n5mg5d9DgQUMeLyOFjl33ybKs7pPPnPD2Vw2/9SQb5b3zjG/OJGvPsNR3y8uZAwL8zeNlu6gx0BvYzA30AsJ/z3lF3BjoDnYHOwIkMJJkAJFnBX23Ev/vd7w71sfOzMUe6kxXoqxclmfqAEmCBDmDEZhxQAiqAM5twd/NsyI2766wfYHMHkg06gGSAAXjRT99Yfr74/+lPf3q4+4qPfmNsIG0fAvOhP3fz6QBY3Jn3fr+P+wEFgD++8847b3i/H7AG7oA24I5uwAMQAfg93v7v//7v8zF+j/RrA6X8Y19cABOAxXfg3qEDoAKAaAMleOgVJ9ACcAE8csF/JTJetIR98B9ZJMeIXTEn6zzKM3m6jIsDcHK4UCQ+wBQgROriNg408VFdn3jkhv/iMF4E+NGPl0786vrwsM+/In7zFXBTN46PPboQe4hf5oPv+MhJQpIJlrXpUSaZa9ZcAcnmBShXWlvAqFxaB3TxR928AZ/KZNUrb8aSk2s8yXx1hCx+PPzip9xVv3UKrCtrXVh/8sFXdvhjzvnDD+PkKw55kRMySJ09MgA+vUmGfuPyZG6UbIiVj8haYFNelOKSU7Jsyztimw22k0xwPpafMfPJRzxk+E+3Nr3y7RpmVxx4klUH+9YiXjrMLxuIr4uJecBB1vXvetCfZP41A7GSrYMluuT7+PHjw3XrY5zWHX1ykWTcfvvtw7yL0Yc75U0c/i2gi82mzkBnYD8z0AcA+znvHXVnoDPQGegMLBmwkQZA0NKcd39t5tcN+wO6HpGSHDwFgBm4ACLoTjJBmj42khWwAEze5QVCAHiPyruLCGTY5AMIPrJnHCAA4gAOOpXel//kJz857wyzBSDY3JMDIth62tOeNt74xjcOAB8P4PGFL3xh/Mmf/Mnw3j3w4FFi3wPwbjAgB6Q7lGBXHvjkTr47/O4qepTfY+n84QuQAni4e0/Ol8qRO5NiRAAZsCI2PmxzwS+gRT9SpxNAUUeAVJGxIuALmBvLj04y9KknmXnXh38rrw+f+OQpyfw44y6PfJZPAB0gpQ+p46cryXz9gq6x/JSIHyhZ14c6fnLiKj10qZctPMgaFB859s2PPMqpNYIH0WW89FgDyCGEPr4A48CgteapDCVwDhTKgxzRQVeSg3UlT0nmdWG+6Uoyc8tfvunjB+BpLdChj17rEjBGfKCDHbzWFvviTDJfF+AvvXSUT2KxdpA8sUnGOnQgxUd2xSsvDmm02bJG2GWHHD/JarODypYxc4PYZlefWMjiQ+pj+fGFLodWZPA6UKvcyq/4jZtHevhKB7vkyanrky/A3/XuGpczY2JxTTv0wCMPrs/Fhbluxex68+dBPUnkMEAuvELiuiUD9Ms5/Q5J2CXf1BnoDOxnBo7tZ9gddWegM9AZ6Ayc6RmwYT6dj0lON/R99yeZwB1QIJRkAhsb/CTjMY95zBwfm1+yymy6Jk+S2ZVk3v230QcOxvKz2QYo6AV+bMB9id9G3iP+HvUHEGzgva8LmLtzbuNu028TjwewAGYcFrjz791wOsmypbTBZ9s7/z7257F/YAAw+bu/+7v5vr94fUQM+H/iE5842HNHnl/F6wN9DgncRVT/1re+NfhCv1iAI4cG7uwDXOSAGD4AK8CdOltLCuZ/5lNbP2DGd7qAPmAI0cF/AkqEL1nzu9WR5CDX9CC5LgKe6APM6CCL+ID07xIdiA5+lTw+/UidPiV9cg/kyU0REKduzDyKGe9YfmQRG/Qjdbr1Jyvg1hZ/srbpkTd6kTFEBvGHLn6bH8DQYYFDA2vNGD+AXwDTfDoUAFTpW1w7+A+fHJXPSeY6ZwexC1CyxW4JGmNH7vlfY/JhDaKyZVxM1op+a1tbLvjvWqEfqSN6rROE3x13sSSZ165xaxFoFjc94gDE2UHq5kU/frrG8uO7PAHX1a9chuYrMnIiNsRPuuVBHQ+/xSRW4F1Mcm2cLTzySQYv3UmGOh/Iypdx15BDNusKH1LXJ2685pcP/HENOrxzvT/ucY8bcsCmj2s6JKHfQRx5cZDjT1NnoDOwnxk4tp9hd9Sdgc5AZ6Az8KOQARtmVL4mKxCp9g9S2mzb9CeZamy8bayRMW3jc/DE/5JMoGF8nOaXZAJTIAQfwGPTbRMOkNmIGwMOjAP7XgOojTt+wMbm3UfzbNqRR+21v/nNb847+PwDFJTAGF+BDwcJb3nLWwZA4K6xL+2/4x3vGP68H1DkyQP2ENuAhBJg8P7+1VdfPT7+8Y9PfocADin46S6/wwKPv5MRE3ADlAJUyrH88AIlS3XmgX9yqg+QQUCdHAAixumigw/k8ZBRR2JL1nmi15rQh5K1P8kpIJVOxEekTi7JgV8lr59tPEokt8g8yav49OMtws9vc4bUi7SRNr4iehCdQJ06vWP5yUVR+bZ0zzvwSqQfjzJZDwfI01/jcsZusn5x33w54HHQYw3KPeApL4Cq9eYwQKx0yT2/SmeSg3VvDPGdH9aY9adPXpLMu/n0m1/j5p4+hw3sAbFkxKDucMuBBHA+lp/5R0A/PfiW7jlv+ugVEx/I+aaAuUoygHjXmHGx0iPXriG8YuQ3f+gynmTqlhfXiGtVDsUkH2Tkky9iEafDBG2+0MV3+SJHxhhepI+MfjSWHx/wi40fyHWh1E8GeJcvORSL+ZIrsfBHe1E1/zQiX/F4Asc1Li4Hd3j5Sre6fMs9uabOQGdgPzNwbD/D7qg7A52BzkBn4EzMgE1ykY2yevmZpKqzNLal2Xma/yU5BRzadNuY22zbKCttuImz+8ADDwybZHfSAAqbeWPsvQsQ6wAAEABJREFUGa+NNx3k9BknU/z68NENYNuc46WDHF4loO6JAMAD0PB+/c033zz/JB6AAwAA/kCau/Gf+9zn5vvCQAcQQScwYJNP1yWXXDI/4Jdk3HjjjeNd73rX8Pg+EAG8AwjuGAJIwAs/fbTvPe95z/jABz4wPHHAD7Hzy9MCXiMAHsUiTgCFnDofxCGP8qQtRnkQI+BhHEDhKx368JS8MbJKPHQg42yhspdkgrUkw48eY8VTpTmmg15Eb7LKkCu+rbz5QjWWZN6hJU8f3hrDx26S+Sg2/fxH4jU/eMmwR74oyQTUY/mZO/k2fwiQBGb1b22IhQ0lPaVXG+lLMvUWn/5kjdk4v4BbawFIBnj18dU6AxAdBADUbOvnxzYOdsVtHuk0NpafHJlX+vRbD3LBF/3suQb45K49IFp6FvHhgMuhl/XPNv1JZjx8pk+//Lgu2NPHH21+OmAwjh8lGWK13tkVFwDNFtvyTCc99DkooK+uDX380OeuPt3adIuNTXpcK65fNhz6jOVHRpxkkvWgRl7oNEZOTuRG27VIp1gqh4ua+R0C80BWf7J+F0AM7ImBnWSdZzr4/5SnPGWuS/8G4GHH0w3ikA95STK/6cAOop+8elNnoDNwdDNw7OiG1pF1BjoDnYHOwL5kIFk3v+JNMsF+crLUj2y0i2zUbeCRDTYgAMzYmD/wwAPza9rG9JG12S4CamyUySH9gAFeYM6G20bephvoAbRs/G3i6TemDoy780/OnXZ3932kj48esQce3LXkB3DjT9BpG+eDkh6xAOgAu3eA+eSr/H/xF38xnxbgm4+F+YsA+Dy6zyaw//a3v3382Z/92QC8gHZ/jvClL33pOP/884d3i4GGJAf5SDJBMZ2AExInAoyKxMk/uUsyQTufkdwBG3KCtPUjuUTq+rekzxiiH21t6MdP51h+xsyr/CB5ETc5vEj+lKcj40kWbSf/o7f0qNOnRLiUu/HRz/+i8pOveLekj/4i+ulNcrC2q11lso5pF/EDaSfruHj4woY5AwStTwBUv7VprVmP9b0Ah0+AszvS1ja/5JJu+lCy6heXtSFONhC9fNDHHoCarKC4+vHQbf178sRhCD0OkfC4BvDQYS75wBb9/NA2ru4atC7JWr/AObCtbT046BAPwE+myByIRQ7o1SbjusCDnx1r3DhebcQXvPLIR3bI8Iccn5F+smTEhVcpPvrowccHpX68fJG70s8HcTi44Z94zZdXhMyXa9xf9XAoaK7Eb57Zd2Chzj9tJdvWGV51PjV1BjoDRzMDx45mWB1VZ6Az0BnoDBz1DCQr4EhOLR8ubpvxIhvdIptgm2wbYPTggw/O935twI3RaVNcZMNs416lzXmSeWeeHht8G2xg2qPXgA3wBHBpAyTAApBvQ+9Dez7s5yN77PkWgA07XdpKwB+fNj8AA3aAC6Ae8L/ssssGYOCbAW9729sGQMCG9/2VYmfX9wP8CcF3vvOdw2PCxhxEuNPvzqF4+QhY8A+p6wOoEHAm7irVEZ8QICNHRXLFb5RkfjhPrsWm5Bu7SRQT6OIlV6SdrOPqKMk8XFDHV/b4oq5/LD/6UZLJj9eYckv60DYG4/q2NE78ksw7reJF5FDlhQ8ln+TAtn6EF/FXWTrYSjLzkGS+BsB/JF+1dqu0LpC2tYEHLxonfnQi/uhS8tO6NMfK8oEueoBpaxeotP4cDKgDqHiSzLv09Carv+r0AKV0ik2s1a+PbW3EB+vL2mXTWrd2gVtxkCdDnzoixwY9ZFxjSutJSU4u6XQtOnTwGot6kuFpANd3kjkn9JWPdCRrv7xY92zjp1sd8SPJ/MsL5MXBJ7a1+UwnGSSXDlfkbiw/c4MfLc35KD//tNlybXtSQmz0yZHxssMvvnp1x78dYvRvgSeGPNVj3HcB9Lvr798IOaDfXwbwSg8f6aCfD4j/yqbOQGfgaGagDwCO5rx2VJ2BzkBn4MhnIFnBRpJDY01O7bfZxqhE6qcj/cANMKXEv0vGbO4BASCEDEAAuLv7ZsNt4w5s22D7Sr73823g9RsHQjzW744nIA4keF0AIHf330bcZh0/PfrY4Yt+QMKG3536N7zhDYMcncC9u4PlB5/opf+WW24Zf/AHfzA++9nPzsd/+eRjgA4JAAJAAGAA8gEOAAiIQuJL1oMO9hGQJQ/kyjf+qSfrHIgDySUfkLocIvnBTweSTzqVaFs3jspujelLcgCYjfNvS/roQ0kOgN9WVr0oyfCreNSRcWWSCX7p4wf9iE2l/uLd1aGNxvJLMv3Gm2TpGfM9evmmi25jBsgUyWlR9Smrb1vqJ5/kIbaSzDjYc0Bk3q0ZaxVAFAt56836cvfco+QOBgBaYHUsP3x8FTfbS9c8HAFYEf3Gk/XbBPrEp59N6846ZZtedjzezgd9SjasSXfDtcmzwwcA23piQyln+PFYv3TQ76kcMtYdP/mL9CWZubc+6Uwy5AGYpsvalQf8/Hf9s1eySVTn2qoxucOfrNcOvZjoYafG6BeXa49OvrnmHYT4N0CfOFDFJiZtoN+rQ657d/29yuEQhW7/1ogB+PfvEBtyou5bIHzhh3yoN3UGOgNHOwPHjnZ4HV1noDPQGegM7GsGbLor9qpXqd8GuihZN+3GH3zwwXl3Go+2TXiRDTLSTjIBtE05PTb7gAWgABgAI/5UGRAD4OjzWLPNv424u3t33nnncPcOqGLPxtyG3WPQePXbyNMBcOFhj1/qbAL5vvgPyNPpLwTcc889w5hNP3CvH/D3jr+7/kmGO4MXXHDBcMefP/TyUQx0AiGABX/YSjLBHD7EByQXSF6ArgJI4kdAjj5j+MggAATgoYsNZZF2kgmi5HaXknW+kkwwm5zkTU720cOG/CN1fUkm4N3q1b8lPiI+F2knq/6tr+ToGssPD35tlGTpHdPPsfnhq2bVq9TPV8QO/VWq07s7Zrz61Ok6jOhGePCXviTTxyQz78A1AratBeDc2nBAQA4odafewZQnAqxXIJI+JAfsj+XHlvVoPdGpTg/d1hx9eNT1uw6sD2vKGrJ+k/VPaJKhw2Ps6gg/HfgAZnLs04mXXvoQ2/qMuRatT3X98orUk8z378WEH9B2PdHrugTIxUc3okPcZB1mJFkiH1OH9c8nPHzAl2TQIT46MbtG2Bcbki/9+DwJwF9x0o9PW768SsQHB4n+1KfvA/j3IMlwIECvPLHPP08m0ZdkmFt9/BIPe/xTNnUGOgNHMwN9AHA057Wj6gx0BjoDe5kBG9jD6OGSUfw24Ss9MA8AbLDJ6SsepT4b6dqg2yzjtQG3iQZA7r///gH8k7WJBwDcyQQ2yNuQA+QepwaqPI7rLh1dgBRZm3vj3tN3AEAX2SI6vU7w+te/fr6rD5R459+rBHS6swe0/Nu//du49dZbx2233TYcOPDd9wB+8Rd/cfgoID5PEAAC7hx6TLjACn+QuCo+9tnmJxAhXiAGASpV4gGe+C0/pQOYkhNtviQrUJJbvGTkR/xIzoq06TVeJV/J8mtLSSaQZYMtBDxpi4lPW0pyAICTzAMCfGjLp43kw6EC2upNMvySTPtb2aqTV09O8o6dn5iQ7iRTFzkkhpLHI2/jxC/JjKPGk5wYObWQZ7lL1oOdioEcTiVb4gMyHWxZV9aUtQ80JiuI9SSAAypr0J17a4IcnXTQlWTmVJ8xfVWvudEWGyKn35y7DgBZ/fwAxOlA/HAAYE2Jx7p0aGZtWiP0GEP46aBX3hwYWK/kynaSmT88fDSGrFtx02Gdu57ZsjaTNTa68bmW+EWeHTz42eKT0pwhY2LExw4iK9diBfb5Qo5dfAXmzQt/+O5JIAd55sGHQr0CQI5PbCvlQOkw5xd+4RcGXeZOHkqPcT6M/nUGOgNHNgN9AHBkp7YD6wx0BjoD+5EBm9jvh2QjWTf3STTnBnhWlv8la99Y6v5LcjBOf5IJwmyqgT+lDXwBKRt5m2lgHRCyqU4y3+sFHDxu6xF9QOaqq66a794DC0C8DT2gQoYOwML71u6s4gdmktV+kvkRPjKXX375OPfcc+e7/sD/XXfdNYBjd/D5rO4vADhQAMoe+9jHjhe84AWDDLu+NQAUJBkOIQADfAAMIECHuPjDL/7Q5XFjffwCZvjNllyQQXK0JQBDzhDAIneABhmyCMhBABFiG9GvRPrx4CdLx64u48WnjhfhRcWvPB2N5ScO/IgtRI9SX8kurBM0AnzmsXJH3pj+LSWZYFhfsq4zvGgsvyTzEKr061dXooVl2lPXX75oG1PygS9soCRTxniSuU7EQhY/HjLmxhxpk9enROrm0bq1ph+7rCfrkIw8A/8AqDVrfZgDutlUlq0kuub1VHrpoFvJtrhQ6aXTUwf6rFlrC1BWkuMHn/huveAFfK0ZfpPBj/CyS5f1i1fJqWTNDR+QHFnnYhE3QE4HG65zfonbOF8RGTbwV47EXmP4yWrTo61ePPzir4MNBy51PToAEA+/KlaxuZYBerzJ+qTEl7/85eFJIIch4jMfcsP/JMMTAmefffaghw5r2hzJpTw0dQY6A0c3A8eObmgdWWegM9AZ6Awc5QzYrKKKcVuvvtOVyQpAkkxQlKyljXXRrmySCdpsooEO4MLG3abc5t0GG/ixQTdu808XAOADe4CNj/P50j+wYINvMw4I6FcCDnR4dxefjTswQL8N+lh+yerrk5/85PGMZzxj0PHhD394fPGLXxxAxznnnDMAFr6588+WDT4/yAAL7vorF3XDXUYHBvwmk2SwCzg4hPAEAiDhGwXuxNLNFwSw0CFONoAHsQNISF3cxsUhPnaAHu0tPdz81ViSCRrp01dED1/oFy8bDjL4isyNNjJfiP8PR6WHr8Ah2S3JFd3G2GObD1uf+FXt3XKc+FX/Lu+J4VkYQ+UvWwAskguUZOZGn7nQp47Uk3XdJGtpHeNjn990K8fyw8/eUp3/qbOJx5h5TjLflQdSrUHznWR+CFPO7r///vn4uTolSQ78YxvxLckpB218YMu6YY9tfPRYjw7Y8Fjr7oCzi1cdoHXn3LVHBxnzKEY68LHL/1qbxh1uWfPsjeXnemODnLr1Y57pYEe8xqwH1ytZ49r+XXAts8U3/rg7T8Y1zzd6XOP4rSH21dmylqzPZM0ve3JMX43zzWEd/XjNCUDvI56uZ7oA+9tvv33cdNNNg49IHGTwu7755Ukg/x7QLWfsyNGShv6vM9AZOKIZOHZE4+qwOgOdgc5AZ+CHnIFkBRbJWj6S+WTlS9bykfhtuB+OduWTVW+SObSVBSq0DdgMJysIeeCBBw7uvCaZgN84oGRTrCzAYKMOMNiMK+nDm6zvDgMYHqm3Efcn9r70pS/NP7Vno02GLqDaHUSP4gPo3qd2GOAbAHQCFWP50b0U0zfy+K+44orhYOETn/jE8NE/oAYoImOjD4CR0+fRYL4ACd75t/E3RoZeQIleYIQcv/jhT4oBDsn60TYAhg8/rNMAABAASURBVD4gA5BBAAU94gFsEBBBb5KZwyTTd3Ejts3BWH5yRkapX9x8Kb6FZQLHJAeHNXjLnnpycixZ68a3Y3SzCeSYQ+UusYuMA1FbklckV8j84yt+QMx4ydSYcXa28SQR1oyHj+JH6sk6Vm2M5TebZYM9NowlOdCVrHX9Yiav1OaDdpI5L+YJsTtO/JJVXtNcsMH/JFOGLjHRp05Wrunhc7LOtXHvontaRE7wJOsBwa4frq1dYnssP/3WGf18AZY9iSJ+9qxH4/Rbh643H/pLMth1feF1PSL63FEHzAuU0y2v9Lp28CWZ3/gQH3/FTI86OYcNbIvTYRBA7SCATX5aI/TS5XpDYpIz4N01hM+cbm0sIc8DEfbEJzZEDz76HcTxwzXt2i4dnuLxVA9b5szhgevXKwFeBRKb7zY4UAD6tR1EPOc5z5nfAmCbTbbVtyQWY9u+3XqSea3yc/SvM9AZOGMz0AcAZ+zUtGOdgc5AZ2B/MmBT/L8dbbICmeTUsuzY0CKbWuABPeYxj5kgR93GHuFPTurQRjbgxvmu1KYLKPAork22u4EAEGAPPNiUFx/AYINed+KBD+AmWR/hxccOOSVwowRc3PkH5gH1j33sY7rnn/9j2x17IIFu7/Y//vGPH97r9zHA888/f2703UUlBJDgdWf1jjvumE8R0Am8AFKAisMGIKNiYgMgEZ9SrpKT+ZEDAIDuLckRki/E/pZ2++gwrp8c0qbfvBWxfxg5mOCf8jCir4gNupMoJphmp4h+9SrV2a82IbrMb4G6KoEzc4iAzCqBLEQGyZU5pwdtfWKPLeDVOkDmCNFnDoE5ALSITnqSzDXNX3r0sUWWfXkuvcqx/IzjL2J76Z5/7o4MogeVz/xNMgEgO2P5GfPKiMMv6yrJ/DglOTrFAdiyww+kbW0Z04/Mn/VsTFzusIvTgZU2e8bwFTkEsFblB8gFhPmIDz99eLWV/BGXPLpu8ZZteeFz2SLrekAO7sjjoYOcua/86nMtOTAA+sW1pGaULPvs6Lde+caPIrz0i4UNOaXfvxdio9u/IXLGl+PHjw//NnjdCL/1Z33498YhgMNFeXOIgZecdtXp5wu7fFdPMl8ZMZasByNJ5nWCr0js8oSqr8vOQGfgzMvAsTPPpfaoM9AZ6Ax0BvYpAzaN23i10bbvf1JPTm5QkxyoSDI3rrXBVtpQ29x/73vfmyDHRteG24a8NsBAEV586vptkG3Y1W2kbcZtwsnaBAMBwAoC/vSJjR5y7qjrA1Bs6AEgAB84wF9OJ6vP2sC8x3Zt2t/73vcOrwrwlz53XPkE/AD8L37xi4cnBS666KL5oUD2+M4OH3wU8MorrxzXXnvtcFcR0HB3FDgQjzrSNlZEj9wALnxiH4mtKImheTdTJckBOOQrH4qSh/Ima5/88Ln0J6fqoatI7HxCpdtY1ZPMuU/Wu9R8HSd+SU7xDzArMr/qANWW2GGzbIzlR2f5zG95tr4AMWRNKIE3c4zUqx+vNYZHnTw9dC7qp//iYROpJ5l5xkeGLBCLrBN9dPKNDJ/Fo9RHN1LXV2NirdiV2kX0sI2SNa/6yMsLPtcCsCxGwNOTMGJlK8m81sTHLpuuG2uMDmuu1pgxbdeXurUgNnfeSx+bxoqsW/x04QOA+ZGsANb6RmWTPL/oc73yS2z8EYvcmiMlXmDedeZadT3gQezRA3TzUan/7LPPHl61cajGpj4x0aMtd0nmX9qg35yxZ97EJJfs8IkPnmxAcicOY2KupwLw850v/PDvi38fHEi61s2n75J4WoB+Tw/QY74cMNLHDj+sO8RHvvGJXZTEUFNnoDPwI5SBPgD4EZqsdrUz0BnoDBylDNg8om1Mu+3t2H+3ThciV2XVtW2kkxyAPm2bdxtzm2MbZ3zKoiTzsWAba5tm/OS0gQ0b+iQD0AA6bJhtqvHi0x7LzwYaIKDXZtwdebrcabcBJ+9OJPsL+wR9AAmw4K6+vo9//OPjuuuuG/Trd0cU/yWXXDJe/vKXjze/+c3DO/9iYR8gAEa8z+9jgf4c4A033DDY5hsQggeIUJKx2WcLEAC6kswPENLJFv/FUuPaqHjJ4kPq7MgBUt9SkhmnPuP4t0RH6aZfHelHyany+hCeom2bjSK535K4ax2IVS62pbFd2a0MfvqK57CSL0X8q3qVYpRXY6j6KycAGoBcpbp1iNg3LwAk8Af8ugNuTQK41lKy5otudhAb8o/U2SrfxSNudqxRdpC8iN34lteYNQX0OrTipydNvFbCJ36IkU7+kmUTsa+PTm0+qtNnbbrW9AOn1nTpIocPqbPp2lDisdbrOmFPP534kdj4I3f0Vp6MyYWDFTlV6sNPBxnjyfrvg7Zr2LXtiRzAm06+OzRwCCA/YpS7JPPfIXVEt/jY4rc6O+SV9OPzxJCY+DqWn3EHEsaW5jBP4uOLuVfyxfXv3xc54IOnBRwY+pAgGf+meL2o9PCHPpREcUB8O2h0pTPQGfiRyMCxHwkv28nOQGegM9AZONIZsIlE/5tB0le01ZtkAk1jO/2zH3CwMbZZtmnXBnJs9pENuE21MTrw0qNts45s3G3SkxUQOBhANtQ203SQs3GvjThQQwZAcbeUbgCH7iQTeNugAxC+8A284zdeYMLdfl/5f+ELXzgfMWbHBp8tINCj2F4Z+OhHPzrcEbTR94qAu39AiTYZ+siInR8AWJL5KLk+bYARgEvWfnEh48ma47H8Sl65NA/+SzJBT9lJTrZLjzE5E6eSbnrY5kORvrH8kkwfydGByB1GpXM7hh+RT9YY2ET6lLuUZMahHw95Oum3bpB8mgdlkbW0JeMIP1m0rdO5pa294iWP2AAG6cdnHXkSwJ1t68B74O4eW2vGxvLjd5Iht4Bv5XQZmk8XyLU++vhR64SP2uSNJWvetAFluvjiVRLry/XhiRevxVj/lTN28bMhBmuriA7EF/bYRsn6ZwjpIctH+vCwj+SCXb6JX9zAsGvUOFtJ5rpxDQLQdLv++eq6JivHdPNTP5vlE5/V5dJ4krkmHHR47N6f5LvvvvsGH+lmx8GIvCTr4/Xs8D9Z88cevfxESSagd0BHXonfHCI84uY/olvc4scnl3j82+IAgG/y4N8B4w5KHB4C/nz17wx5ftAxlh8dYtS3NB/yX7L6/pCB7ugMdAbOqAwcO6O8aWc6A52BzkBnYO8yYJP7fxE0vah0J+vm1GYe2fwXATD/7//9v/n4rU2+cRtsG2nAWAn0G7PBt5G3aSZn080GgAXM2yTb5NtQq9t020DTB5Dht7F2984GnD56lACKjTndbJFPMv+UoA05EGXcl71t+tlgF6AD+l/ykpeMn/mZn5lPKdio8xl57PcDH/jA8Lg/4OUw4tnPfvbwFwO8csAnfHwEiMQH0JR9+UDJChCNa/Mbv/gQPcBBlcbxIfEgdSRnW0oym8bwIfL0IXXzlZzkw4uSHBzeJJngCy8dSJ18UemrNp5k1ZFk+JkP8ZuLIuup6mTYrr7i1UZlky0kJ2XPGNI2VqSv9BrTRvoQeyhZH/nnJ1vKJBPEkqPPfFhv1iLSJgtoArDWjfVqDSJta9W4GJNVX9kfy29rSz9bSnSYf8aTFeDisb6sffodRHglwMcmPRlgvfGTz/xczM3rkVyS+RFJcklmnPjo55O1LibrUluurWd6zEuyHsQZEyfb+I3xmw05Y9+1AWCTZa945A/hLz0OCfg9TvzU+aAUJ0oy/xoCUM0ufa4ZAN1TQK5pdf4A4w4W+I4HJRnio1O85Z/4+ZOsTxx5wkNs+v0b4K4+Pcm6nuWEm/gQO+I29w4G/RUR/9ZdfPHF4wlPeMJ8PcM1wK5ciIU80peserW3lGRef6N/nYHOwBmbgT4AOGOnph3rDHQGOgNHOwM20ej/MsokB8DQJtbmHdn42tAWeez1x3/8x+cHymyUgQGbZ5tpvDbtNuG1ubcxBhZs0I0nqx26ydJhk6xkgx76AAt9gIMNOJ2VAzrJyAe9/FUn6wDCAQDQ7+4/oMAWfqDKl78vv/zyYQMPIABy3u0t4P+e97xn2OTz4YILLhjPetazJohig/+ILwCKR4oBBDoKDPJNXclfcsCIWPmq5E+SuflXR0mGHxlgSonUkXpRtfEnq5w6SjLnMVlL9vlcNpIc3KWmp4hu8kVJpn9JDuJPMvzwkhMjUjfvSmPFoyzSbxwfUteXZNrhJx+RenKqn3hRkhnfWH7apWdpzri2fcZQ6aQXX7Lq0EZ49MuTNWTurUWlNvBozLxajw6WrC+AEJBU6rfG6EpW/UlmbMna5oe1gKwDZI3zgS021UuP9eLa0ecAwiPpPhTItrzrTzKvRbx8FH/ld5z4be0a5yufAWn+kuMHf/AqxUxcfPTxiax+lGSuC34D5frIJpkxq5d//i1gi8/89G8IG2zLqXwA+O7063dtOehw8EeWff45gPPqD5uuQf8u8Is8nWgsPzJ0k8FrDh0AGmePXgeB/PHvgEMA3wMQB7/lHL+88NtTGP6t8O/EvffeOz71qU+NG2+8cQJ/r2zQwbfF9HyliV3yYpUD/tGljgfJJVJv6gx0Bs7cDPQBwJk7N+1ZZ6Az0BnoDPwAGUhWgJJkbt5tVG2Ei2y2i4Bdm2Kbb+AAkLBhB7RtlJU22DbmQIGNsE04nTbcNr36bbL10UfG5hwA0G/DbMOtBLLxIZtom3kbdToBAz4ox/IDoIB8PB4nvvvuu+edUTbZ9iGv3/7t354fGAM0bNDxOyh4//vfP/9EoHeRPebvz315jYCsO4Q29UAY8Cd+IAOYSDKBAD6ggx2xq5PhE9/lUrm4Ofnx8RsfPWQqx0r6i/AgNnaJPmN0oa1eY4jdJKoTJBc/XjQHNv9LMkF2krkexvJLciBLnlzRMnwKf5Ipxy7iM5ltmWQCSHOa5BT+ZLVV8ZAby4+uZPVNvSjJMjoOfEhyaH0sP7r4siV6kpMy5sraM3/WapXWpjWTZFi3Dn88JWL9ugZcC/rNJ/1socXs9Icduq09OulSyoFYEbvGyWjjd20AmA639LPnMMA1yD/8yfr0APvWp/VEnn2+0EN3kvl4PV/JW2vmkS/WqpI//MJPR7Lqpoc9PPrJse2wzvWIn3/4jCvLvpyok2VHLtnBz2dtB3f0882/JV5BcL0lmX+m0MGFa9tX+B0E0O96Tda/BsIHOtlCSeb1798LuZNH9sQsdtcX/4H/n/3Zn53/LohB7PLNV9e8Qxdz588B8s9c+67IJz/5yeHfDt8E8A0RPrFrnG7/hnlNgE/yTwf7RfKBqt1lZ6AzcOZloA8Azrw5aY86A52BzsCRyEByEnwk31/dZtKmElUSbCZRtZOH6qqxbZlkPjZs005eaQOL1NnCr/6d73xnAggAAy/7gIDNuLqNvA23zbbNNTmbdiBBHx5ks26DTY+NPyAOGJDxeL878gCADbcNNNv4HRK442ajbXNOP//I0c9nj0sjm3n593fzAAAQAElEQVTgwob+SU960vzgnzt2NvcAAV538/7oj/5oeFWA/qc+9anjKU95ynyHWFz49NOP1PlEJ/1i4YNcaPMB6WcbgBGHQxH+Ah9ioZt9QASw0S+H9KCqJyfnhpwx8dLPrj75STIBuj5tvvJHXV/JkFNPVn7y7PODf0UOVvQDk3xDco6/fKCbjSRMTPvlt44kE9jjR8a2pA+N5UevtSAnbGknK4Bjg98L21ynpaNk9SerD1VPMm2T2/InmWA8ydj+8G1zJkdIvziV2ur4rANr3Zrlq7vy7lojd5fNtxyKx1zzgT166KiYtF0f1hO9+tkRW5L5iorxJAOP9ciudeUgAFhO1jG+WHt0yKW5swbZR2xZu0p+mXPjyQqgySE2XK/qbIqNPP+Q2F2/xvQr9fMZaYuRDWuIPfFrI3kQU/krf/ocFgLRSqD7+uuvn68E+PeAn9YfPWzjA7CtFTmgN8kE/HTxSw7IaPMJeY1AjswR3/gpVv8GOfA7fvz4XMd46SZ7//33z++K6POkghj5c9ttt41bbrllvPe9753r0qtFXhUSr3F+OyC68MILh8PHyj2dRXir3mVnoDNw5mXg2JnnUnvUGegMdAY6A/uQARvOXbIRtnFGNbabi8P6k1OBT8kkmcCIjD4gBLEDSNgMs3XWWWcNG3CbZgS4e6zeXXObcptrG3sbam0lfTbiNun0KOnUZwPu7htd+t3xt/l3Zw9A4YONPNDDLlBlQ47PJj/J/BibgwEbdBt7gAV4sbkGEmy+fbTr0ksvnTHanLvD+Od//ufj3e9+9zzQKD4AAADSRg4z+Eg3H8SH+ALE2NQDP3jkTkz08x0wAdT0F8mnupwkmSB1bH5JZivJ9FVD3skpkbi3pI9OhB8vOl0bT7Lql1++y5W6MbJ0siGeZOVN1hJPEsWkJNPX5PCSbjbMiVwhdX3IOFIv0i6aRk78L3mojfKXz4dR8lCZ5GQf1cnaLpv84COiv3KZrCDTejD/1oT1rk5Wvqxt8789TLGGjSP26KODrJId+TcuP0C2Uts4PmuOX/r10e+7AA4CXDtk8PBJnax8lP9J5lMXZat8NY6XTrr5oaTHWhcPW649+ozRj6z/ceInJqRJHzv8pZ+cHLj+2cVDj7xpu2bIAP+uZf9uuHY+97nPDdeq+PhlTdLDV//2uFb5Jd90s8UHOtX5QI4tsSjZ5DubdLErv8C9vxzigJB/YiMrD564wOduP3n6kwy2jV111VXzEPH8888fL3rRi+a3SPgh/muuuWbQ+cxnPnOWdPODPvEk69pLTpZ4mjoDnYFHPwPHHn0X2oPOQGegM9AZ6Az84BlITm40k8y7VzaryEZdaePLko2uTTSy6f6Jn/iJ+dV84N7dNGSTa9Puo1i/8iu/Ml772tcOdZt44MHmHEixoafDhpp+d/K9Z2/TDyz7M2C+vI0/Wf2y8U8yN9T8AfAdALi7xtckugcdNvM25IBAknkwYFPvzpyNO0DAp69//evj937v98YXvvCF+YV/QACYcBDhAIAugMABABIfMABA6EeAFiAASIgJj5jkDrHFP4THhl8ObfrxIXWUZB4E6EvWerLGNZZfcrK+q5t+IIK9ZOXDo38RnXq1t5SsfEkmcOc73w4jfieh6oCStZ1kyidryf8tJWu/GBH99CF1dvEnmX6q49uSvq3v45AfnmS1lTy0PETk0C562OYX//hpbpG6PuP4irStEWRdWBPk+ezasf4BWI+FA9HmigweTmjTq60fscWmfjzmssbpNV4HU64DAFSJz1qzNl1j5PFbG4iu0m8Mv2vNNWacXiQ242KhL8kQh4M1d83JbXWVDf2oxuigz7UjHjEYQ8bod02JhQ7XL9uuRUDctes1C/8ueKLCuGubv3SQF6s861MmMTTwym2SubbYN0dKMmTF498L178+7/j7N8C/S/xiX17owsd//87J7Vh+FSt5efVv04c//OFp+1d/9VeHf0vkiy0fDvRtEQcB7NBJN51i36VFff/XGegMnAEZ6AOAM2AS2oXOQGegM3AUM7C7+dttny7mJHNzO5ZfklPAWLK2l6Hv6z8bb5tYJbJBR/psVNVtoG1g3a3XD7R75Blov/POO4dN7s033zzuuOOO8e1vf3u+t2tjDQQA1cA3kAQQKBGAAdB75B+QsZlmiwzHbeLxK4EcgAAY4VPRT/7kT853sj1qTy7JfM/eRt1Xuj3Wzxbw8Pd///fjT//0T4fvAwBkZG3Ivd/rY2A2/+Rs2oGFJPPxX37q4wsbxor4W1R8AARgI1dygIyRtemXP3kuSjLncrffOH5krEg/StaDkrH8tNFSPVgL1dZXtLu+ABmkP8nBXeKKL1nXUrKWY+eXZPqerCWbyVpPMvySTJ7yX5msY+yisfkl69ima1bxodk48b8kU3fZTXIQf5L5SDeZ01GyyierHD38Q+qVe/UiY0X6zK05d41Ya9YQOWt0LD9rzUGAgzBgUj+yJpfhg5zTmax+JDE0D7KsfwAXkbOO2AGW6QY+EX3WorlT4qu4yVGoj7/8M0YeUFXXh0cdsScudX47xCt+16pxZP0UsSMndInHNePaKZtJ5nwZwycGJT38H8vPwaI/u+n9fHE5QHFYIQ/sANDq5FxbbPExydTNh+IZy884PnlR8kcc/k1xuJBkfkzREwXyah6B/UV0voYghmQ9CKFLDtlTxyMW+ZFHB4sOGZ/73OeOpz3tafPwhE3+f+Mb35h/qcC/hUnm3JI/jJLMdXzYWPd1BjoDP5wMHPvhmGkrnYHOQGegM9AZODUDNrlJTu1cWjagaKkegBx1pB9VXVmUZG4sk7W0ebWRRQUaqrRptyHmw3/9138Nm3Eg3GZdv406oMuWO2oe3QfmfS0boLfpdWjg/dqf//mfn08PaPs4lk00Pnf4bMTZZM/GnpzSRj3J/Lq2Dbs+/lYs/LJp55MDCW0gAgDzLr9NOP/IeUz3r/7qr4YPBNIrXuDGY7teY/CxP7zGyPOFHW0beH18Jle+AgYIL3ChLH66EX+TNddJqDygJHMu+I3w0l+kzVZR9SuNIXJF2qjaSSYgSlY7Y/mZKwQkAVPyBSwhedJnDA9KVtnk1HJRdcp/ZbPK7WCS6QffEJ4kw48NJUoy86FelKx9yclyO0b+4Sg5KZc8tF6+JOsY3aVPvfKhzndroObZmtBPhzlBxpE503b4hd9daodUDgKsVwCaHTknTwaRYUeprY6PHeTacwim7oDJenO9OFxwDfK39Fl/6njNKdK2Vq1bJT9cO0p8CB+/9CWZB2r8B3C3xC5/+EdvsuYwOVnSlWTOf7IeyPDReqNfLOrJykOXuF3XDufEh8/hAz7jfGGX/65Z5TjxKz/YsLZ16zMf5kFOXM/J+u9KxZNkPqJvnAweQF0e8NBnLsyLOp4kMy7+yedYfvz62te+Nj760Y8OHwe84oor5hNMZPjp3zr/jvKFDb4lWSRP/U+cp/Z0qzPQGfhhZ6APAH7YGW97nYHOQGegMzAzYNNZlJy6UdzdJGqjKfgw/0sygVayljbp5NhJMl8LSNaPg9nwJvoemB/ZsikGml/5yleO3/iN3xhvfetbx5vf/Obx0pe+dN7xcucOoH76058+fE3/vPPOGx6nBYQcAjgMsKm3EfYuv026TbYNsrL8sFm2qbbZt/FPMj+EJiybbKU7dcaAiGT9wjl/+fC85z1v+OgfwGUz/o53vGM+lcAPNn23AB8eTwIAEuzxzcYcEADwfuzHfmzoUwIRcqTUxq/kK9DCtvEk81BGTGzxkc/iq1zzHyWZIIIcomNL+h6JgIii4k0yTveT46KSS07yG+MnSnKwVk6nL8kcSjJ5NZIoJiWZ/cnJ0kCy5ok97cMoWWW2Y/gR/7b9SWYuKyZlssonh5fjYX5smFdUc2zua37kutaAviRTmzp+a8Ocq1ureK1nANC6VALR1ghB+ugnhxfxQZxK8SitJSU+B2r4rDGHZPSxyQfj9KnTX3rYERNKMsg5PKADHzt4lPy1jsmyi4d+VHV8bCG2tJPMOceXZH7QkC/IOP+NAfZ8posNtpBrzl14/97wqfiAbdc7fv6j0plkPk3BhyQHd9iTzH/T6HRw6Vp3wDCWH17xi83TCP59YB+x75DFoaY58u+EfBtjk4zcyxW/6BeDfvH99V//9cyBV508zUDHYnI+VSSveKyN3RjwIOPKps5AZ+DRycCxR8dsW+0MdAY6A52Bfc+AzWaybqBtNpENo030NjdJDsBPknHYLzm1P8kE1TawNrR028TTbWNaoMWduHPPPXf4kJXNrHd0bZZtnn0PwFf2ffzq1a9+9XjTm9403vKWtwzfAwDCbXwBabx0u5vm42Xu/tvUs2WjK06AgB/AN15tm2k8/FHqExuf+esgARhI1tg89u/g4fjx4/NVhKuvvnr4UjdZMsCDQwl8DjJs6G36gYKyywf+ssk39sgrUZKZa/qQsSRzs59k+AECYlJqJzkYTx5ap4MuxPaW9CF9SqSO1JPMAwd26EHqbCMxFOlPTtonX0QuCZYDSvIQvw0mUUyie1Y2/6s+JR/kYkv6UPWpI/xIHZnvImvBXFdZde3iUdJJ9vshtrZUISSZccuNPBdVjuhmx7VYVOtGicjykYxDpbqeyFn7DgA8FeAxdHfhgUL2rTvEJh36yCBt6x6xYc0Cs4AtgOl6sMb5Jxf08I+cOOlQ0omMA+D1mD05doFZPpPDo08srl/5TjKvgbH86HeNo+IVc5J5aKiPPqSOn75kXbf8BsLLbz6Izb87rk96kxXQi4kfiJxY8Pr3QslfutmnR7xk5JZtPsiZf7f4gZ9d9vHIo1eBktWePBvDo+7gUEn3Evp8OokN9vAo6TWnSYa/NPKtb31rfhPAv5tk+M6uXPJ/l/CgJIqmzkBn4FHKwLFHyW6b7Qx0BjoDnYEjnoHdzd9u20YT2TDa5NrAInUbTRtOYza9W9JnbDd9ybqpTNbSZtgGG9n8atNv8w/kX3TRRQPod/feOOByzz33jBtvvHEA11deeeXwgSt/es+jzTbByLv9vgnw1a9+dQAlQIZ37/3pLGM25Xyz6eY3++zqs0G2uVeKwXiybshttvFUH7349NuY8xXAB1K8j3vdddfNu4J8Eps7/uIALoB+m/0id/uABL6VfSVd+tioUt28VMmnJBMU8U3+kTkCTIqMIXEl6xwkmWBT35bIF5FRV6Kq409WIGXtJKuusfz4p6/KpWv+l2T6SZb/25i08ReN5Zdk+f/h/9F/+MiYhxJb3eqIjaJqb8ttXe7N75bMSREQVWSOkbuxVZad05X8R2JIcjAPSWaO2C9/8MkZqvzzS66qbZ6N6yNrTblWtZG5s071qQOKyB14cfAzWf3A7zrEn2TQN5YfWbRUp49sIPzAqmsKr5INxCf8eNgosj7lywGEnIlVLGyy7VpRikvOXW/KZAX3SeYdbfx8oo88YpNtskhdf7KuV75oyzHMdQAAEABJREFUK+lUavOBT3x0zTo4UbJBPz3G8JgTfcZcu+RRstqgq3Khnyw+/7bxiR5zKG+eSNLn8BCPNln/LvFPjnwrxIEhOXaTzKcbkpNzRh89ZM3BfffdN26//fbhL5zQm6xzyRd68fNTLOYIJZlzO/rXGegMPGoZOPaoWW7DnYHOQGegM/AjnYFk3Rgma7kbTLL2J4eXNtE2xja7Nui18bQhBmBtKG0kk0zV+G10lbNj+Z+NJaInyXynV9vdNeDXBp9Mkcduvb/qA3rulP/UT/3UfITWnSwf+7vhhhvG9ddfP/yJq/e///3jbW9723wVwNf13f33aoA/s/f5z39+fmnfx69uu+224a4/AMFngN+m3UbZRlrJ5yQThC1uT5s20OLDyz88yLgPb9lkywnwwVevHui79tpr5903ebOBly8855xzznj2s589bOT9iUDfMQAG5AavEtnsuysq5+zwWx0BajbtfOA7/9TJFfGRv8aUSeaGXn+S4WcOkswDCnrkYMurjh8lmfL6ipLMO6xkxSavxsbyoxtp01tE1zI8/0sybeP5/+zda8xv21XQ//XdRDkhJvYFL0yMQeNdBA0oFnoBCoWCLW2tAka8ICKYFARMfIEYSvASbgUDpUCtSAGLXEqh0EJbsKUU6O1QkAKiL1rja9P4TmPtf33m2uN5fnuffZ5z2nMOh/y7ftljzznHHLc55lzzN8Zc67eeurYJHzq2b/uHf42rDhr1SVgueeHR6hswF+aQb/luAE7yMyV6/Lu6q/lXN6Z7wYxXn/m1noA63PSTC8YOc2c+ByR+cOwwp+iUbGMzvxkjW/hFWdd+4Cd260NLt/kA1iw8GnjXmXWoZKd+pT42eKGmx83ZRif/VyvBxCMZp4ONxqSfbDrIcAiAz5MF1i48O8ZmfWylyzzot67J0HYQQS752njpZSdgKxn8go+P0KAnC605gENHr/VAPqAb3fThNx5t+rTRjP8dKFYbn5nPOur8QB5b8aoP0M0X2uTQzw51T1voc/efXnsffep84h0mxmV83iFClsNLewF+47de8Nk74YzH+EePOQHTrtZPEdAan5I91dU+bAxsgAfagIxqXQ917xL9CacHTg88Nh44DwAeG7+eUk8PnB44PXB64CE8IMAEAlUBpEBZECoodddQkAj0oxsgtlKsx/wFpRroHBz4fatAliwgKJY8+zN+ftP/jGc8Y3vmM5+53rB///33r7v97ui7ey8wp5895JIpaGaPJwQkU9W6MyiZ0WajoBzgEfAKxgX26nXcsWM/eQAPGv1sF/DDqesXeAuo2S5Y9+f+JPOvfe1rN4cPgmi6JDYSkyc/+cnrTxSiw0MWPjbRgQY9m2cc5BubxIDvjdl40EgO0KnrQ8Mv2miMpY45UGczUDeGgWoF+ewAdfgCrTGys1rJvjEBMuBHhrIOOZXmFaAF5A1y2uNTbX3VOmiolk3bxQcNIEcJ2KANkFaLn43AeJQPBnw+awBttflUSw4d2/6pVtv8mCtg7pRwA6OHLIDmXjD0xm9OZ/7Mofnmd2Myl9rqZFdXfmEbOWzQRx9Qh6NXHa7afOqYR+vauCWVaCTY7nS7Fv1VDYcB+keOkhz+ZjN7yMPLhpGnhJfQWvdsR8MW9uLXr26NkoMfztj5AT19fICPbZJ7wKaxw7WBn0w28SOZ+Kp1cEEOGqBOF3ptstHSV8db9vkbjj3o+IMeOtmsjp5NdSTRaOHIVgKyrS0yALvxOxhhq32CPdWm7lABOATAr+5pIva4xl3XXmxKlwMJex351VoPdVyzZBsbW9iI/iYgg33GXK01rk0O+7bzc3rg9MDj5oFbj5vmU/HpgdMDpwdOD3xIe6C6Gr8AVqAoCJ5AW1vACASeA2iHUR1eW4IgwJUYSOQFms95znO2L/qiL1rwV//qX12P/Dsg8PK8l7zkJdvr9jv+7iriE9QKbskiky1KbUG6uiRCoO3PBHo7uUREQiJBQA/Yi0eQi4+N2gPaQD+95LJVv3Ydj9FqSxI82u/Rfz9HcADg8V0+Ml4Bvt/7P/WpT908+s9+yZaXE0oU6CHDi9n+x//4Hxu/4K3jxYJwnmDwxIMnC9QlaMbo5xCejPATCI/4AkmEMUse+BmQBy7Hbtzsp18JqpVQqBuzPiV/Gf/U4YE22jr46s5ydKADeAYuZY4M9AMV9JU9GmRcAhnaIxPN8Jsn8zfA1wOXOHW0+KqlT31w6uDu9iWuovoBgAeYc2vB+r0EiSG8fsx8bL6sB4kfMI/WtPVrvMZKt7FoD/ADGfrII1e9juRw+tmDlx2SavKAZFCbHmvOGmMPmXxEZh1JLzx51XqKQz95DhTIti9IUh1SWXPsAHUk5mxgN5kSWnx4HAIoq/UEzrZ/yGabpFhpXPjJQwvYQ55x7CxX/8hnJ8AD1NGRg5ecav2JPH7WT6d+1wwaYwL64PmpjkMD/eTC41M3r2Mv2+hgi3k1RrRkMJR/0PIBffrJ8QTUn/pTf2qzj5kL60LJRnht/NVas+qAjUp2KG8CdrJlaIZXm4+UJ5weOD3w+HjgPAB4fPx+aj09cHrg9MDpgd0D1f7/8a+Oeh2lIHFA8CgIVwJ4ga8AV1ugKQjWVnr8/au/+qu35z73uZtg129bvbTPn8r7iq/4iu2nf/qnV/Ar8JYsSxQE03RUV7/xZhl56OiTwEicJDGSZHXBMrwAW12pTZ4Ankxy8NcxNu1qJSLohoYudNpsErB7R4E7dP/hP/yH9ecKJfgz/o/+6I9ef6HAI//GKPCvNjbwBXsk/X6r6wkHhweSeIk9gDMOiaCDDHcD0Tvc4Fd6xla2XQIb2W6s9A1o040fDR8AtHAjc5IItOyUfODFU605QFvdkYRU625itfmQOYD+sq6NprrigQPbxUcbH91Kbd1Tqt8N4wsJ1b0ALxi+atlgfqs1pjpKdIBucGnHJV4dbPsH3QBctRJmdvGtpFlSax0BSaA+tHxOh5Lfzbu1bL2Zp+3iw14AhXcAro55Igvog6eHT9igTSb9rjV91qME3rxX68/JuYbRkmO9kGV8SngJpfGgq9b7N9hsDHSRj0Y/vcATQa4LfdaWcVqnbNAmHy9aNEoyABvIVho7OqAOh7fSXI/CG6MGW5VsJYc95gM9ecYDp08dPb32GPL1wRmb+aCLvfqVaPB6QSK5fIgen2sYGDca1zYatvkZhfGzQ93LTdG8853vXE80sdl1/8f/+B/fPEHFNrRKMuhAYwx0qt8E/MsH1h4ZaNkP2KN9wumB0wOPjwfOA4DHx++n1tMDpwdOD3zIe2CCy3GENphgcfB1BNnwkgM0A4JSwSlapbvgfgf/BV/wBZs/2SeYrdYj5u76f83XfM3mTpffzH7kR37kJvAmU1IwQSk9QHAs2FYXzAJ66pDHBn112KdNhoD9soTHB9SBukAYP/3VSt62/aMNLzFjP9te/vKXr3cOGC/5En1BvDv/ng6QHBi/gBvNLmaTZLmj7+6+dxt4guAd73jHJvF3gCHprzYJksORj/qoj9okaAJ2fvFTAr8H9pQBGgmHkm5+kTDdd99963Ho6uowg32ADcYiYeA7pbax6avDb9VVss83aID60CoH8M4Yq5VI60N/yYdmoMK29AwdRHXFT8ZA9YBkfds/eC9h6PeuO/7BQ1RLjrlhSz34WMf2KattPtWys1rrhCw62IIeqMMBdaBerTkyp+ZWcmhOzaP5I8t6td7cRZZ4gm3/6AN1rX9Hr3/W74zrbpo66OmwJtliDaDXtnYkp/TRbf3CsxGN8VRLjzp++vAZA7DGJMgSXjz6yAH6rVHyjNW6JczTK3SiqdbckKsN8JBVLT/Ty27Ajrq2iX60wNpGww9k8LvrxfjZoKRH4gy2/cNeModPAo8fL1p2mgdjREcP2FnXWqDHONnhWmY/fvLodO2SaV7JsY/U8ZQFete8F6HS5WDAz4fItD8+8YlPXH8ilDz28EO19NLPHvibgF505LMNXx3rX/2E0wOnBx4/D5wHAI+f70/NpwdOD5we+JD2QF0HlA/miDpoqjtIqhWMCogFmdUmoBW4ehmeu+QSYI+tY/x3/+7frZf5ueNdrcD/f/2v/7V5NF4iIpCVDG37R9ArGRGgwwmKq73n+Ff3rguSJTMD2uTiqq4SZPg67nrqG/vrePRfMgEvcPbSwt/+7d/egGBf39jnZV5//s//+ZXAC/T16zPGX/7lX95e8YpXbA493vjGN67Dg2odeEjyvVTQAYmnC/hNsjCJof4//If/8LoryAYylXwBxh/wQJ8AX5/Eg+8AvH4+MOYBbePjJyU6vMagDqcPHRi+KfWTO6V6Hf7lS3TVWh8VsgVkXcJC7v9Vi3b66miTa31VO9W2Dg/QkE/PgDaYPnWAH9TBT8jQ4DWXxgm09aHBA+hWVsu+Oko0QD9/KdGBaq3tqZNJviSRDrTWtevDo+HAuoEzh2gkh54CcYde4igBlTySQR6d1gBZ6vjMHYCH07ftH7qrlUzSMXh0EneyJYro9FkH5Knv7OsfnfxZrXd+kGN9AX1sk/Sq4yObDG0CyDReOLqMz1jYezfgp0s/PdrqbMVrzuo4UCFbP6ALH7/P+OEBe9hAlzYaOKBN/oy/WuuMrejo9HMHNqOhE9DnIIEP6BsaPNpoHHo41CMDv6ef+InPHYB6EsgLUZ/1rGetP/nHFgeO9k0HAg4t2EEWfcan1KZHeROgd4hBv7HygTFYYzfxnX2nB04PPPYeuPXYqzg1nB44PXB64PTA6YEHeqCOhEbgKaCso11HORx1tKuV3KAHgkrBruBeIutFf5J/fe5iSV78fv1LvuRL1tv8BdoC+AmcP+zDPmzJ2/aPwBhegMsWgbVgde9aNPQAfQJbfZXuldgLauEHLttkwsOpkyO5kBDAkwUPpm5sEvMJ1NmDFt549flpAx5BNnl4/VWCV77yldt3f/d3b/40oX6J/tOf/vTNOxAE+0972tM2gT+f/dk/+2c3hwhogN//eoqCDsmhJIBsiT1QZwv8jIcT+MW4JAzGJdhXZy/QZ17QocdrPOzTrtYd16EZum3/oEGLR31HrYR4SrLR6xua6ooG3SXUg/ehq9acV5tPHaU6oAeoD1RLX12X04d27B/79FWKe/JV603q6IF1a41KdoE2udY0PFCnB+jjyzp0aIOlcP+vjiTWHJkvc2q+HQaYZ3Mm6ZUsSh6BumvEOttFrH/8zv8jR0kvPH1ogbY1A/Szv46fqrhOJbBk4yGPfuMxdjjKyIBnLz3stc7IIoO9ZOtHSw4YHuPST48nAao1z2jIsbYB+modgJFFF3nGAaqrnyxUa/7QgDpk0mUeyCJbH1n8rNz2D5p5SgAtHejZiMc1uJNtkvHxD7o6dLKFj/DAe3zfoQ05dRy6eJSfHPMqEbcv2lPsGZ4C4jPXvT8PqB8t+9761rdSfQfMPECyUflQgMfaNEfsMi6+UH8o3rP/9MDpgcn1moUAABAASURBVMfOA7ceO9Gn5NMDpwdOD5weOD3w4B4QtAJBvlKwCHBUinU3TKVagXa1gvYJQAXR/uydt1oLZD0WL8BUvvvd797+5b/8l9vb3va2dQdSgCvYf8ITnrBJZgTWdNchW+ArAJYECJAFrpItfOoC7m3/CLgBGwSy1Y7dln1wA8ZEvhIYW7USC4lAHUmeIF4/2PZPte7UC97diaWX3Wxwpx6dsUoe4AX3Avnv/d7v3f7ZP/tnmzv+HntG84xnPGPzmK+k3vg8UeCuIP9IoCRkQFsfOiXZZMCTj7e647Dj0ge72SthNRY+k2TpNxfKAf7iB2PAozQ+fEAf/+FTH0A3gK+ufU5mtdYKev1w6neDvmqtoe32pw5ZmtWaR/zaDwbVksHWuwEvMPfGJPkxd+rGUK3DDnMH8KOv6zGgQw/wjk+tRWC+JXtAcmgtS9L1ocVDLznV+gkMn9JH17Z/9LGRj+BdS64Nc2+dWRdw7DNH5tR1A+jHj7da40EHRr4+CZ+5R8/Gbf+QC+gkl90SeCWbd5LlW2MwfnKqhSMf4CXbmMggmw66Z60q9aMH2njQ8xvZ6tv+YaOxuvaV+Hb0ulYHRydctcZLVrX5kA3U67h+tV1jgPw65gENH5LrWnONsQ+gG7AXwY3fzSufV8sX5JNTR7JvHTgEMC587GOz96F4osdPev7rf/2vG1/zKV87EPBeEHuF94hYP/j00Tv+Ia+OsW77hx178ZD/6EfEJmBMAO6E0wOnBx4/D9x6/FSfmk8PnB44PXB64P/PHhBkAmOsVmKlDgfUQbUCWsF7HUnQBJgCT3j0YNs/SsGku+Cf+ZmfuXkU/s/9uT+3ebu/BEZA7dH+l770pZs7fTvLegu3wJYsQfO2betxYoE+HdWikfjrF/iCsYMMwSwZ6CVOcGwBU0ePj30SGHQCegE1nORCQk2vQ4AJ6kdGtXyBR2AuqZlkSUmGx/cdeqARpBvrt3/7t28ve9nLNv0SuM/6rM9aL0Ckw185MG4HCmSoGwObjFXixWZ4Y5RYoENTXSU7M/Zq2ajfOID68LLLeIzN+OHhyN9uf6rbtW0l7vyGVqkDLTvIJQtUaw2pGyf6OnD4jEGpXx2ok0WOslq2s6mOtWaewLZ/jAWgHdjR6+CDPKBdLb9s+4cOsFfXPzTk8auEip/1k0cvW6pF6z99xmMu0fObdrXGiw8PwM8+60gCOcBX6PgEL51sIA9YR+SzjU6AvlJd42NHdfW+AI+QW6vmnV79bHMo5e6xhJM+9pjfavlWHW548Klv+4dN1eY6lRgD8slhI2CjsdKtxAOMCx27jXcXtw72JJR04pXcouMfNHQPvfbYRZ61P+uFv9jo0IttePTBkcVGOrQBu1xb6ugAHB2D43fXERhd5NCFlp3ss1/Rq2589Oh3GAe0HXCQV63DHP38RJc6udaCOfHUk7Wnn2zAVvP5x/7YH9v08RVbyfzN3/zN9dJQ7wDwEwB49MbEx9rs4gftDwTYMPTGaz/me3sUucYMjAGoA/4fvrM8PXB64NH3wHkA8Oj79JR4euD0wOmB0wMfoAcEfeBuNkGtQHQCUKWA2F3tpzzlKSt5lCh4jN3dNMG2hPhFL3rRusuPl0x8Am8BM5o/8Af+wHqMV0JAHpg6GgEo3mrdBRSs6teHVlsdCFwH8FUrcdNnTJImePxsYQfZ+snSB/TVwasumB+5deAF8w46+MW7C7zU7+u+7uu2n/mZn9kkER7v/0f/6B+tv3zgbiC57v65C4hHEugRYH/+SyLAvrFLsK4N2Mg+/Nr6ALvZBq+uT8m/+gX56mgu++DQ1ZHA0DljIwvUMca6Lsm5hDr60IM6kni67qYj/24adANj0yXf1IdmysFXq1qtZJd8NMZtniVWkip+3vZPtejGlm3/8APgLzYAMqp1qIAWWBsD/DUAZ26qK9na+q1LySDY9g+59Ei62CaRtK4kyuaYHXSBOnzJHjz6jG/0qe8il076HJa5k06e8epngz561fEq2aWfTEAfHNCPh2x6+VIJbxxAP5n62K2fDPL1A/zmAKjrpxOfNnkSWzz42c8vaOCUgE32CHxs5Q918shQkscmbWW1rvlqPQljDbCJz9ks+UbLNnjy6+Ahj3799NPJPqUDEgd3eFyvfM0e+God3OC3B7r+yXDY4PCQXnySbU90GJd5gqffmIA18ZM/+ZPrryr83b/7d7cnPelJa47Zyh4+cihiTNrGwgY+eCiolqzt9oducozFmPlOl/GyBY6Ohysf7wmnB04PfOAeuPWBs5wcpwdOD5weOD1weuDR84DAb4BUASAQ2Apm9QkUBa+SWL9dlwQLdt0Jf97znrcJcCX+/rzfv/pX/2rdzRdsXgaSgmGBMxm3bt1awbMgm/xLveqDZ4fAGa/glE1KbfrVAfv0oQfVCnzV2VGtg4RqHTw4rKC3Wknftn+092IdarDb2OkeW6pNMC8hcBfWC/6MV0LvfQDPfvazN3f+3cmDY58X+nm0Vyn5MXbBPH8BOAE53zkwkLCwgd0C/wnM60hW2Mg2SZgSwAH1ocdPziVeHxo4fZcAB4x1QH+luIJq+XV8ve2focdfrURsRy+/sgMeDJ2SHUBdXx18FdY1B/AA4l7l8JNhjq1PMH6jm52Xa2Nk4dVfrfGgsY7M2cC2f6rVP3LQoL1so7dOlAPaA3jQb/uHXraaP0mY+WazNrw52snWXeY6DmusdetGOfKVZFmjDgEcKJDDT3Tpp59udQBPPhgd+tHp5w/8/KlED08vOng2Kqs1z3jwW8fo2SBxHfl8Va35JMv17042G9yNNn7y8FbY1tiNV8MY+QY9GrrYoq9aT0uQWwcvPBv5Fr26sUiaySQLPRvqsEs/mWTrw1eHPIm6xB4vW4yPDDZL+uGNnXzXuGubTi/4cz27tsm1ZzgINH4J/3/7b/9t2U63/ne9613bf/yP/3E9UfHFX/zF26d92qet64d+Y3JYoqyunqrSfrhQx3jQ86VxKI3bHMEbH3vqmhb+hNMDpwcefQ/cevRFnhJPD5weOD1weuD0wOGBagXqR2tb9Wq76VOtpMfdbgGhYFdZbRJnd7PhBLzuVnkE2B2v7/u+79te/OIXr+RfcLldfATLkmcBrUBTgC5RmGRt5FfrYAB/teyQZIBt/wydwFWgDvRVa2w7yfqHjgx00y/QFbCz38v2BOdo0AKMxsU+dmnjESzTIxEQxKN9+9vfvr3zne9cQbqX+0n+/UlAPvMiQI/9C/aNWaLPR3QL9qv1yO9v/dZvbd6TIIET4HuiwKPdDhckGeglF0rjYIOxsIuNkj8JFD9KOgC78RpXXftkxqUPDR7jgAfkXQJ+/QN01iGPDdWam23/DP9eXXNQ13RwZJCNDpAN1AGaasmrg3fbP3VnfUetRJIsYCzGTJb2yOIrSatkTn38VhGxoFr6jAXUdbtaeupOenLA0KuTf6mnDh5jhgfmnD2SzktgL9vNhetBYmhOzY/xbPunWj4lw1pw/ZCh7ZpSkoPP3WnrSBuebjZWa52qb/uHbH7bq0s2vHFY68YG1NmGRj+oa79oGyMaJX5A98xLHQk6WdXyN7v4As51BYyXHLwD2/5hhzZbwY5ahwN0q+NDQ68S7SU4FOGDAb5TR0MfnvGFMWizC41rTp0u8rVdz3xPr2t16IzHuCT/En30DjccACjNDfl+TvCn//SfXj99+o3f+I3Ndc4mgOe1r33t9gM/8AObd4R4caqfGplTetlMB3uNHY/yoYBeNJXiCqqN78m1roxLJ7/QYdzaJ5weOD3w2HjgPAB4bPx6Sj09cHrg9MDpgQsPVCvYv0A9ZFWCLPBFKCgU4AqKBYneWu1N9l5s5W7Xt37rt24//uM/jnSTAAho0UIIXCUr2hKU9773veu38uQIUKuVHAjAtcG2f8io1oEA/UAigE8d3SUIZrUvyzrGLUiXnEv+2S6AFpizFc+ubv1jgwo96vrU8QrMlR7f92f+jOmTP/mT1yO73oeg/Z73vGdzAMB2dtIh0JfkS/TIBGzkD4G2tj5//uv+++/f3B2UZMApgbqAXWleJP5kvve9712/KZ4+pT40dLC/WgkgPdv+4Ttjmv4ddbU20MMDdABuAO0lDJ1+eDpAtZLo6VdeAt+gB3XMUR3lg+HoIINN+NXh0NPJn9aauQYSNDh9aIa2Wutt2z9wI0c5sq2LOuypdsrtajx0858SDxmL4PZ/056SfvPMFjYNWIOSLzbrp9v8mj8HAurmUUkXPvSuSXVJm7aSajzWBH5tMulWV9KDFp6uOsalj22gDhweOtHNOODqmFe4aj1uj07f8FuvrnM+qlbSXgdftZ7EMQZzRI7xgdGlxMtOQDY/w6vXIcscaRsXf9RhOzuM01M1xqaffPoc4pHFRjz4yQVs0UcnWv3q5PGz63uua/Pi2mMnPvzoyUdLvkNRNHQDsrwDwBNUDgTd9ec7wA7lq171qs1TRf46yBd+4Reu65Ys/lIaDzn2FTwPB4wJDC0ZQJsP2T9rEQ7U4Uv1E04PnB549D1w69EXeUo8PXB64PTA6YHTAx+8BwSEAkZBq0BXACz41RaEupPlpX+CbIH+C1/4ws3dqwmOacYzpQC8Wn9Oy6Px//t//++rx1/RAPoE00AwDUeeEk5wzC6gLnBFB/BeAhptgTJaJZsF3x7Hd0ee3caCTjBcR8CrTicZkgDjME6BvXG4q+evGij/4l/8i5s7el7c5ckIybs/38VXAn+62UcmWfi19eFngyTgZ3/2ZzeBv/cIqP/UT/3U9spXvnJ73etet73lLW/ZvCncnUB+GNuMX9ucSPq1yQb0Av1KY2EDPxiPEsCTV62EGA7dtn/04QVkau/oqySY3+CUQB3v3TLgB/AD7eGZNtzA3TjtgaFRVuvgYvRaL4AN1bCsEj3QqBaf+iWQAy5xxm6djJ9dD0ACBj9+H9l4q+XPOkoy2QTUB8yFpNH6koC50yvRgyePTsm8dTL64PXjmzp+QC4e9A4Dtv1DJ5/gsf4kp2j3rpWY46lWoqlOpnVjXObI/AP1avPRpofsah3Q4dMmg1+sV7ar46G/Dn72uEZcU8ZBHzq+RgtGnn7XzvDDs2Vo6zhgMDY0eMnnTz5jBxybq80Bnv7qaszVWg/koiO7WgcV9JsTsO0f1xoaNrmO6eALOOPnX2Oj/7//9/++ORA0Nj5nOzmePnJ3H4+/CoCPHrK0vQ/g137t17ZnPvOZm58DmAuwq1//yFqVh/jPXFQPoDJOQC+brGclm40LA9uUJ5weOD3w2Hjg1mMj9pR6euD0wOmB0wMf6h6oI/iro+SPOup1lIOrVhCsLTgE6kDACQSh7vh74Z8g2t3GL/uyL9t+/ud/ft0J1C8AruvHS/GTJciUEGhvd/0n+BR0T9ApmCdHgIp38AJ8AEcXngE4cgaowK9fQP4n/+SfvPorBQJdeLQV0mX/quz/CZz3YmODgN3vewWYT3m5AAAQAElEQVTGHusXmLtT/zEf8zHbZ3zGZ2x+BkHWr/zKr2w/8iM/spJ19nqc25jpuO+++5ZvPd7/cz/3c5ufSnzXd33X5l0J3/zN37x993d/9/aKV7xie9Ob3rS9+c1v3n7oh35o+9f/+l9v3//937/qP/ETP7F8TLenLcg1XnYq+QJIpOhmz+AvcWwxrmrZM3SXOHV0+PEODdyAPnhtdaBercSXXdU6LIDf9g8cMCfKuu7HD8i8LNUBGWAXs+yuw35teFBdJXTa/ABG5nb7o49MIDEDfIdOX7XGUMfPNCR3A0OHF+3wbBcf+GnWYafxAmO/BLRkobeuXWPW5qw7OH30Sg6tKaV5IU/SqATq1pm6MaGVrOJ3rcID1xZgh7Z+diinbVx0KOkG6voBm+mAG15lHcm4Ot1scBBBFn3smNJ15cCD3eTQYb7wojF2uoyJT9DD6UcHyNNmT7XmTRugdcDgaR2yyWEHffysDU8OPfB4yIJTwldrXekn1x5mbPro5wdjdE3CA3g/BSBPQu9nPui163iPiP3IIaq1Ra59xLjJw+Pa99cEvBTwsz/7s9fYtv3DLmuArL154z9ywb2ILvHGy37+ME7234vnxJ0eOD3w6HngPAB49Hx5Sjo9cHrg9MDpgbs8UN2F2VYStd31qR6AF2y6Y4bUnXt3ub3gTkDuLqMk1u/gBZACXHR4BJcCVKW2IFdgjEbgrRRsKi9BACw5kRhIuvWRAar11AC51UYn2foG6Ad151j8dMGj/w4C0NJhDHXQweEDkpFpC4TR4mOL3/1KKNjwrGc9a/M+AIG+xP6lL33p5q4+23/xF39xc3cQvbv3v/RLv7QOByT6L3nJS7ZXv/rV26/+6q9u+AT89BiPAxU8fA1e85rXbD/8wz+8Dgj+zb/5N9v3fM/3rMeD/cTA48XsldTwrwCej9XJBPxjPGSjA+pw+i7rxjygD83A4OmbOhowbX3VSlSq7fJTrbVlfvmxjjYaMgBdl+XddbSgWjrIwTNjYEcdctX1zXjJ2vZPtf+/rTvW+CRukqlJ6vjMutSHfwB/te6YWw+SUUn6jIctgPDRjRffADyoli+qdYeZDDR0AjLIgqfH9aLOLrYCduJhg7UzctWBPmvBmtCHn1z4aiW0dOiDY6t6HbZt+0ebPfQCNNXirdaBGf/i325/6vDR6KOfHejok1y6dvQrtdXJRgPUq3Wt11FK2AEequhEN2PFB8dmJbv1S6pdR9qud36Dx2cexzYy4civ42CKHHiy8bATkIXP2Phf20EH8LSB3/zzlz3DY/za/syf/YB9/MAWe6mnkRwE4LNvfPzHf/zyr33BzwBe/vKXM2F7/vOfv540YuNC7P/Ruxc3/qPvkqBa1061+RiXstqMx57OduO81IXmhNMDpwceXQ/cenTFndJOD5weOD1weuD/rx6orpKH6iGHKQCsg06wV8cb8AXe+kaAuoAXqMNXK1jUlig5CPi4j/u49YI//B5Vd8daoIgGCG4Fx9v+EaAOTvAu4Nb+P//n/6wEbCdZ/wTKgs5qJfVkC9wlw2TpY5fH9wXwAml6jIcOAbr+OsZJB8H0VRvdbETrt/jka7s7iE+dLDwAP/n4JF+SAjQe53X3Hc1f+At/YfvET/zEzcGCAP/HfuzH1gu9JN/eDeDOncf4Jfzf9E3ftL3gBS/YvCNBUK+PP40NCLzxGUd1Nb/srVbSqc4fDls8PeAwwBvDf/u3f3vRG6sERABvTGys1ku+8Bof+UrBvfFNe/rxwbGHn7XRGr+yWvMGPz7Sp42PbPjRTUe11hB+tHXIMKfGTg8+tHyMRp0ccpVg2z9T7tWrJwvQkMV/xgHIBOr66abLPBkbeiUauiVfkmoy1K0vfdrmGw4PvWSx0xoC6tYImx0i8AOaGQc8vrFdu1r2s49+ffD4QB398PqtQ4dhrr9qM8fWgpIMutBYAwPGbY0ZC7vIYi/5eMhVRzd4uJEFpw7Yxh/jI23jxs8v+AboqWPNoqGbH/XzA8DPTtd9tQ5B2A+PFg99bEOPly79/Evu8BqfOkCHxnzUsZeglWCbR0/vSLLJRUM2v7LZtUNvtRJwOH5CTzfZ2/7hF0k/GWSigUNvfTlsMC/WG1vpcUho3/n1X//19fZ+NnkxKD4HAH5C5CdJfGJ/RU8f33qi6J//83++3vHhaSGHmLsZa0+rw8/aA2RP3dxNfUp2sl05OOW09bHbuODrej+qoE44PXB64FHywK1HSc4p5vTA6YHTA6cHTg/c0wMT4CkFecohrFYSWQ1qldV6W7XAX8AqWBVgenmVu9rucpMz8tTBYr74TwAtMJ+g9v/9v/+3egWoAncJljudAl78fmIAJwmYQBTOnXE89Amw8U6bbLTVCuC3/UMeuUBi4Y37gnxBP3mCczx46d1Zrv6xGbDBmOlRh8Pz0R/90esOJb7/8l/+yyYRl3DRI9j38jEJhzt5EgWJgTHRzy5joEwSQD6QALBJyV9ogIBcWa1kWt1PEBwwfPu3f/vmJwV8wxaw3f7QY2zooepILMmDNyb06nDGhbaOdaDvEsgA1dV6QT+AtkKyDgpGLrzxKOnhRzx8iRheW6ldLfnq+JTTPyVaQN4A3wPyjR1eXUJmbNoSZ8m/NW09OKzx1Ib1BGeOtM2nJzTMm7lUml905En2AH34JJB0sJUeOtCq8wO7lWjUjcucmwN+0J5+49JnbcxaIFfbgZODADzsGRvq8Fm11iU+9GyVJFt35NJDP6BbG37s1KZbH51s0g+vzX6+VSdfHcCTWYd+Cb1EWVmtl4Kiw0c+Xjpcm9Y8nLZxoSHP3E2dffrJo4ddrn80l+NDz1byyVJKrh320W9+yaIPLRw6MvWRBV+tpNt1RYaDADrZ5e49ftf5e97znvUy02rDC6r1dIR1Y47wstuLPcljHzyb0PCveSWTLn9RZNpssw6/8Ru/cR0wfumXfun2R//oH10He/jYw1428Y+xVVeHhvo+UCB34APlPelPD5weePgeuPXwSU/K0wOnB04PnB44PfCBeeAymBPoDtwtBd3gqlUV9ArSBaLupAleHQBIOiW3ZOGbcjFd/FethLyO5JO8bdsWTlBMnlLCJGnxJv1JWvSRLRhWl1BLuNADwfsEwLvI9Y98trBXMC0oBugkQV4E6IV9iCXu5APtSxhctdCCfYm8ZM/4P+mTPmnduWS3O/qSRnX9gnt1CaAEhZ1AcH4JbFrC9/+qJY+vBfOSBno8JixRkPRJePSrS674yUGM9wV4VNhPE4ybDQA9HXQrjYl/+FAb7a56JSto2IaGr4E+ADdQreS8jpKvyQJo6phnbfIAGn100wPgRr+6PmW1DjmqzaeOUh+Z6IA2gAP08DWfGx8dcGSYDwm6+Tcv6PnOzyjMm6TNzyn4Dw1ebYcA3ssAPOEBvJjRyy49iYFeAmcOrCWHMnNQwDZr1NqT2A3wK/vZpmQbm9iMB7DPWIA24D/+co2QicYcOwBQateR+Fn36AC5Dj2MkT760dJfBz0f6aNHP1vpUkdLt3odie3g0OEZQFetAwhJvbVqHbMHz4yH/XjpQKdfGx7Ak4VnbDOOar2TQ585cg3QLXE3n+qg2kauOWCDa4k/9OM1XmPCq66vWkm/a92csMm64Su0gG1kk6vu2pfUsw+dueBr8wpHDvlsMA/WiT6y7Gt+PmQN6kOL10+sPu/zPm/zFJSx8gk+T/3wyed8zudwy+Zg47777lt1uvRpsGvq2jdBHdfXJQ2dA5f4s3564PTAo+uBW4+uuFPa6YHTA6cHTg+cHrj2wGUwpy4gFQgPBRyY9pTVursleJZMCogl0BIdd6XQkQPwD8AP4BHsTltwWq1kV+CvLWkTyP6RP/JHVvIgoMYjEfbkgeBZoqVNh5JcCYVAF60AXkkPGvLw6hccw/sJgZcXGoOXcr3jHe9YySa+aiW26IAx4eUrSaFkb9pPfvKTN2/x1udQQhKGR1vCoG5sSrJBpXkFbKSDbRISsrURGIunFByGTJ3d9P6Vv/JXNn95QNuBDN+wz8sBvYjRb435VPIlmWATP9GjTofyUh+cNjz97B2o7vCLfjD248WnhAfq5EmItNGiGdAPXynW4/BwAG1d4+s4UBjeKdECevAAdb4E6mjZoC3pUudPc8Rfb3/72zdPAUzyKBHzVxi+5Vu+Zfv6r//67cUvfvHmZWzmWKJozXiXg7/W8AM/8APbv/23/3b78i//8s0j2t/2bd+2vexlL9vw/8Zv/MaGh06yJXZsWYPd/2M3m+D52fyYK+sIDzurdRdX386ynsRhu7m1tlyP1gi5eIxJHQ1wfQDXAV36RxY6OpTkDdTha75kF7w6qNahHVwd87Ptn9F1ia/WdQUnSUdTradCZl4uZdJVLfmSXYC3Dj3VeoKA/fBg5Fjn6vqMx7j419jpNX7tbf/Yx8BeXfLoxcP3fEgu3WQBMtCYQ/3aEn/85Lo+8Tv04V/7Ep32LzwO78yVecbnIM/PiBwYsRt4/F9pvThwst78VMC1/oxnPGPzyL/DKH7Ud3kI4KDCdc0ePlDSbwzq5Cpvgmpd39UiMy8D47fVcf53euD0wKPugVuPusRT4OmB0wOnB04PnB54EA8I7AR5uqurALCOuqBXEAkEsIJcf7dagCuIfcMb3rAJPAWbZNwNdcipVuJC3uj8sA/7sJXY4JGYAHUvv6JPcCxwFqgLeiXxdLlTJhimU3AuIROE4wUzHnVyBL9g8O6a+7Nb7BfMC6aV+gfwDsCpowGCeONnl0d0+YUdAncBukMMfjJOfGDGDTfy4KurBGnbP/gkLsYpmSfXON3h87SCnyvwiTuCDi8clHi52Cd8wiesBAEde9xF5D+HFRISSQjdfEw2Hbu6Nd/skTSwEW5AG0iGlNXqQn8J5OJnO9BGiEZbHxw5cHTD1ZHYkq2/urIH3b0A3chUTludzOGhg++MV12fO7J0qcPpk/x7gsVBlsepza3E/kd/9EfXX1x4/etfv1lf/Mz31g5ej3tL7h0c/cIv/ML6s43vfve7N3NWrXdj4DMPkkJ9+PRL7q0VB1nmx+PgDmusQ3WJoYSOLcaAR2Jq3tgM4I3DeCSUrg8lWkknXmvf2gHWv/VqDshBh1+bDH6r1qGbawkv37JZOXQzr/rJlQjjJUvb2kNbIV0HOvpXY/+vWut92z+Xc8aGS6jWWqh2yuMfO6r1bhDjYxv9el2XxscH5JDNT0A/uro+eCALjl/YjMYBmmvXnJgz43jCE56w9i144xu5dfgKHzqHMK5HNrne2EA2v5grOtDYc/Qpq3XoZJ3wOfA0kbXmAMqa8Bc//EUR7wN49rOfvf2lv/SXNraxXek9It4T4GdIbAF8UMdBiXHCsV/5cOByvtBrA/UTTg+cHnhsPHDrsRF7Sj09cHrg9MDpgQ91D9R1MD2+ECAK7qoVcAtOBwS2An3BpgBWgFqtRNNdZ3f+JbxkCXKVoA5ZleYVGo/QKQAAEABJREFUkFVHEC6Qft/73nf1yLmkRJIqoRYoS5jYIekSSNOPR+KLhj5JwJXwvUK+sQj6jQuPoB5eAEyewNsBgycA6JQkS7aMVfAuYN9FrcSlDvv1Af3ksKPayJKUs5ssvpA8SNbIoF/JHuVNwO7pV8dDl6SVXvoF/3/iT/yJlaRJ4IxR4scnnkLwuLAkRCIEj1diK5kwLnLIBnjp4xt+MSZt9YFqrQn4avkEH1olOZcwuDr4tOlVkkGuOhwZ2vRX645wHXzw6IdWeQl4tUe3Opy2Ovnmw/pQasPr50e+lYRPEi9J9wQF3/lph/dZWNsSafTW39hpjiX9b3nLWzaPYuO1FvlWgji05se6shboMx60En8JvmQfv6cOBvyUwB1fiZ/HyemytvCz31iMiWx1Ml2b1bqO6K6u3uBu/aBx3Tqwcl1ZF3D6yMUvYRyfG6dxwPPX+JUf9FXYVxKPBh/bjF8HHgAH1OEBfTMX5E69esAd/23/oMFDNlqlNrnqxrCTrUNE/mAjH7AfDRg+dpKnr9ok6Q4NXKN8ws46flZgnJJy848HTR3j5isyyNWnTq958RQGP1sP5ppN+tFZV9X606Nsps9hnSTeIRR+8wTnyR4JvevWGvBTE+vNde7nAJ4UsK5c59bw6173us2fEHT9k80vZNHBX1PXdxOgv6n/7Ds9cHrgsfPAeQDw2Pn2lHx64PTA6YEPaQ9UK6GrHuCH6irBEwgOVItHAF2tu2ECT0mIu/+CX7QEogF18NSdpYAcHXr1973vfVeJn6Dbna+nPvWp68/hofmoj/oo5OtuqrZk/ulPf/qmlEgJwuu4EyfYrkPfYtr/I5N9gmABs0BeEC1QlhwLvgX67qiTScfOds9/+qr1tAMC43cIIsCXTEi0JY1kGhvb8NCPvg47x6bxExr0YHBDrwRDQ5anHySqnobwFIS7f+ZD4uPFjMbmMACfMVcruZKMSproYLNy2z9ksqnaW9sdcz16lcCYgIQGwG0XH2OAq5YcdfTw9GmrA2zayoFq2cqmOpJa/KNLCfCD4Vdq01EHn/Vgjsy9fn3GKTmD4wv+wWfdfczHfMzmjrykS79ETjImsfr0T//07ZnPfOb6LTlZEl9z4IkB68mcWKuf/MmfvBIxibbkUhIvoZfgT9IPJ2lzwOUQQN+73vWuDUjk3PH99//+329+RuBlb9/xHd+xnkTwcwIvKXQ4YO1L8viCrySlklhrwB1rCR/9Elh+YK85B9Y5OuPXxy/6q81H+xLqwFdrbupob/uH79gALuvaYHBKsLOs651uPp651cev1TpYqGMvQgfQoWGvOVVn48hgPz8Ys7rrvFr2kmvO8Wz7xxpAwz5JN3nq+NHyj/2AP+0R40M+phPdLmY9hYCery/7HAJ4SoRt5NOHzz7jGhwce/DqswasE/LQWY/WnEMpYzHfXvLpSRO0T3rSkzZ67Dts8dSIteMw8olPfOLVgQjZ+smduvaDATpwr/66nvd79Z+40wOnBx6ZB249MvaT+/TA6YHTA6cHTg/c2wN1BHHVStAuqeoIugWAgtNLgAPo4SU8EhIBqIBWIFuHzDpKtHfDBPLw5CmBgFxS8jf/5t/c3JGX3Ehi6UInsBdQ++mBR93dodUn2aFfcAskC3Uk2mSikTSQpxSo0yNh9htbd9fQ+TN+kmnBPTlsqsMf6hIEwH7JBDp8T3nKU1ZSyAYvkXvb29623sjNH+jGHjKMQ5sMstgGV62kh8xt/wyOfHLYLAnQj9eYPXkAJ6GTbEhCJaB+h2xsEhj+0yeBkXiQhZ8cvMpd3VoH6oBuOD6oY/zsBPrYPaCNtlr244GrY/6rleyhh9c/9WrzgYcjX7ta9qDV1q8PXLbhtYE6QMNnMw6+BuSTp0/dWtLmG8meJB/wjT4l//3lv/yXt0/5lE9Zj1xLBiXunr6QnPG15MyBi7b181mf9Vmb9emJFbIdAvAzG6w9us0lkBRaMw6NPN796le/evNSQetHgucpEocE7gy7zrxP4Du/8zs3f0bSAYEnEFwn6Bw4WWt0gdFNp6ccrP06/EqvsbgG+M41xW91zFW1DgH1VVfzyl/b/lHWIYvP+cr4RgYc0AbGDNABc1DHAY22vqG7bO+q1tqZPjKr9Q4SfoMnS4nPuKxv+xFaa6BaiXC1knW07Edfx53+anMI5CkL8qwHNOqXftTPVnjj5Vvy6KGbPyXk7HZtOpRznZJVrUNTNObKvLluAf+bD3bff//96+CzWk/4OFxy2Gn+yHVQ4cDImrFvsY+9+tjl4MBPUjwh8Gmf9mlrHtmn3/pgr/oJpwdOD/ze9MCt35tmnVadHjg9cHrg9MDvFQ/UEYSPPYLehwOCWIEgQH/Jr69ad822i4+Ad2gFvl465y6p5ESAKbCFr8OmanHjoWcAkg6BqyD8//7f/7te/gcviJZM6RMMO2CYwNejtHQIqP/6X//rmztdkiNyqyVDgCvYJquOJIZ+wDb68KOhx93YOu7m0+lurwQCHZ6RY3x4tAXrfKFuHJJtCaKAH97dOSUeOtHVkXyoD0jSwLTpMxYyBfLwdKIhS0IvyZRUSH4kdZJL49AvOUEvoWCLxF/y4A41PmPjS/L5mT70fGrMd+umH40SqBsXH9OHF+7SH+jIAXQAPPwAh55vq5Xgo4dT1jUOLWCrEgwdWnVyyJ4+tHD64dip5A/jk2ABtuNHZ+z8W22epPhDf+gPrUfo8UruP/ETP3FzAOBQqI5k0c9G+Ne8o+cH8+BxbfT6zI33B/hd9lvf+tbNnVlrzV/I8Ai4Eo1kTV1C50kAa55d5DkgIJt/HUjoG5Dw+6sD3/Vd37VeMkiHAx7rQoJofHzv+nGoYTz0mYfpsx74A121XoBHlza9/FQxZx0AWJP68OvjazglP/OxEk0d1x7fwuMxP/rpYA8d+uq4/ijCq886RYePjjquHzLwoUPjzjyZ9MDpQ4+OXfxmjBJkcuH5iP18zAfWgH7rhEz7DFvYpqy22Rv41iEauXSZIzTsGLmuU3LNLRscIpHPPrrw1HHg4I4+W9jMTtcq2V7caW07KDC+T/3UT90cLJFHLmDrm970Juo3Y1FByxfWk5dSfsEXfMHmaRR+NB42owPqdcxvtQ5J4PTdBGTdDTfRn32nB04PfGAeuPWBkZ/UpwdOD5weOD1weuDR8cAEeNUK/rf9U0eQKMAU5Ao2Jf+SEoG1AHsnWwcH2voBWfCgWomfIFhwKyjetm0lHxInQbhgFr5av612p0uiJSEg93nPe97m8We/mxYIC1qrlbiNjsHRL2hWwtEr0FYXEEukJM74JEqStN/5nd9ZNsIB9t8NgnN97HWXzXsE4Pw+V1A/vuArIMins47ECK/xgDr+PBm7yNN3N8BLIiT/7jLT5yDD2PiEjmr9LAGOPjwSEcmLRFCCy68SDOMZe/gGXLbRkQE3tqAZMFYy0NAtgUFbDflVia4OfLV8Czey1AEGMsisg66CXncx0QyPso71iEebH9BgYB+ccZhn884fI1vypA8vHr5151bdulR3gOLuvnXhkWrzDNzd93MAyRq/onMIIwF0KOUO/Q/+4A+uAyrr1F1aSaUEX9LuUf4XvvCF2zd8wzdsL3rRizYvF3QowG7XgMMGc8YGoO56U0omHeZ8xmd8xvqLE9aZu71+EuBnJ7OejQMY76wrd7glr/RUax74wPxV6+44H+Lhu2pdy9W6C68PbPuH32bO9+aaHyXg+2rtG9XmUy0a/GTDkUH3yNGH1zVhXEprGS0aoI5mePVLytEaL2C/PQTO3I8+vsVPj/knB62k3HUyfuITNLNeHJrQ7doj189DXEOSfjrYQg7ZQNuaIQ8vv5NnjZlDeNevfdNewQd0GQd+e536G9/4xnU9W1fkP/e5z12HUezDRw9e+yN/WRfWCZuM2brwlyv8eUCHU8YATz89l8Bv+i5xZ/30wOmBx8cD5wHA4+P3U+vpgdMDpwdOD9z2gCBTVYAogBSICjrd/VQXZApu0SgF3AJr9AJKpb67AV5wjGa73YmXPgmWJwsk05JzQTcSQbrfvErG3PGUXAl2Bc/66a9WslJH4kGPvmolM+SzW/IsgHf3VSBOtqDbnTMBPrq6lkHOJVQrgSLLb8bJ4Is3vOEN68Vr2/7Rx2d7dR1O4K9WIjR4fXQp+QINPkG+QN3YAZyg311efhLsS2jQAzTwfEAWfokNvMRDoiqBMe7RQy/AA6cOtOkbqMNmNAMSL3qsBf43HvR1+KXSvca6Kvt/ZKOZUr0Our17+bO6o4QfMM4B+qurJJNdcGxHY10o2SX550v+oRO+Wk+M6Ifnp23/SLbIsh74F0iqJPsSfU9UoOVf69waxuPuuvnBy890eoLAuyEke+ZgF78SOmtawmb9scVPBTxVIEnzwjeHCQ5r6HP31jsH/A7cX3gwDsmrnwtI9slki/XnEMGBmDHyA1uqzVjYTJ/DDX3V8t3MX7Xer8FvdRwG4N9uf9SBZrWuJX6jq471YSzb/jE2tOZ5b67rUamfbn3aeK2dkWP+8I5fjZM9+MwTWjLR1fE0hjb/w6EDaPkbzvjoIxOOr+DHjmo9Zm++AFvowaNt7umQxPMfea4hts0hgDXATjj2GxtedOaLLDRsIAuOjdYSHgk8vfgcFpkvNJ5usqboAQ7+/AlAfXxHp3k1FmMC5Dt8MAZz7WcGr3nNazZ/OcB+wCb7HF18pRxgpzoZyhNOD5weeHw8cOvxUXtqPT1weuD0wOmB0wPbSsS2/TOBoSBV4CkIFhhLZASoglmwk67f5iofDASd5AlCBZoCY7TudApy3SGTMElwBMYCaYG74FaS9JznPGeTBPvdvmSHDMGuYBiNtoAY0FWtR1sF/tVKxAXpDjDc7RfU4xNIO1Ag2/iMkyy2AbKUQN14lWxTuvPr7q67vPr4CpBBPppqJU5kb/sHHV2gDjslfnPXmU8k7pJIj5bzi4RB4kemcQNjkzSwRZtceskF9LFl5PGxfnxK8wHqSL75rloJYh049oNt/9SBwz9Ax951xz/0ALK6Qx56uqttPmiBdrXWX6W5QN+9gO3wiNStBaU2PXzAJ+p1JKuSKD4B/KZfEi1Jk5gBfrLOrRUHLtYi37CbbHLJcUggifdUgITdn2h7/vOfv3mPhXdDOAgg39xZe+ygi+/IdB1Zzw6fzKvDBo97e8fFHCaw01pwCABvjbCNva4h46/WXXx6pq1kJ1oy6HftwVcr+YU3JnIk0+M/tpCvRG/M1ZoXY7DWlHirdW3xOzn40POXOv46fF+HDHx8AKp1UIAfLZ2ALUqy0NGnn1y+A+Tox4tWm7/Zp46eT9g19GRNHz78ZOPhD/3s1nbd6Pf0BHvcoYeHQ8On5POrkg3q1oanOcwnexwSkaHfgYLrWZ9EHaAxLte3NWldOdRhn70R75Of/OTNT6/MqXWD357BBocH5s9ewGZzbn/zJIG9zkElORXTF9R1HYIu/rtSwYkAABAASURBVFI/4fTA6YHHxwPnAcDj4/dT6+mB0wOnBz7kPSA4ru64gyshchcJCFQFlQJGzhLU4oGv66CyWgkDmgEBJjpB9vvf//6VGAq68fvzdu7AexM2egG2x6cFrx579gi0fgEzfkFutV64Ry4cvoE69AvuAR3VuvvLfgGzYJ4edcGzoFowjn7kXJb0oIcTxAvs/9N/+k+bF7eRJTgX/JOBFh2gW8ln/KWswz596PkB8LVkBR073P1zJ1ji56kFT0jwIT3ojVtJPx364NiiBObtCU94wnprODy5FfI75hmC3UB9oFpzRRY97CVj2z/Ggv5esHevNWCMoFoHRXzITrxg6KpFX9fl9ClBHWuTfwAc2Upy2XUJ+urgoYv9/AvGF+runkr+zau69cVn/GxsZFebBE+C5s+wuWNvzeBxSOUQQFJmPTkQsl4lYpI0IIlkMxkSQTZ76sX6dtDjMMH6xu9gStL/tKc9bXvWs561+bOX6D73cz931R0GOCRgm0MFSe7Mi3EZN/nsNx7jdnDGDn7gI3RKbfySxOGDmzmiQ50P9I8eMvHDTz85U6cLLzuqdSCnPVDpWlCtQwny6EDDX2Srw1t/ZOq3pq37Op5ggEfLbvNWx7XO3/YRtOyljDygThY/6EPDX8ZAnjVgTlyT6MybfYJuPOwhg15zZh4cBBg/WdaGQyA81oFEvo53ADggsG4cpKI3l+qgWk8TkUGHwwBjMv9ksYO9bGWnsbDBwamxspu8anvzm9+82TutJ3TsnZJPjQsODF79hNMDpwd+9z1w63df5anx9MDpgdMDpwdOD2wr0RNECwYFnwJdAaRgc4LOCUCHrlquQ69SR1v9EqpNsiWwryPgFzh75FlC5W76yBaEu/PpJXv6BMHu1OMlg12CXwF+teze9g8bBLXsBztqJR5sx+d3/u6g6RMoV+vPtknmBM34BcZ17zHgQyOpkuSRJ7CXFArYBeKSALZVyy5+gsdbrTeCC+jdXZbgS/786T5vmJfoSwrJM2YvkTNWd6PdHeQfYzYW+kampIweyYTxS1IE/Ur8aCUPSuPb9k+1Em58AJ+SzL17/auDBg8gS4kG7b2ADfAEkFmprsMG82oOjWFoquWnoa2WXXXg64Hl6FcOn7p5ZqM5Yuf01bUMNPyw7R9+5HN38SV61jm/8SdbzeVOttYQ+frHp4MnQ5+k3ppwJ9cTJeaKL9hjLZvfr/zKr9y8B+ClL33p9oIXvGD77M/+7E2SSCfZbNF2t9ndXDYB68V6Zbf14ZHwz/zMz9zQGyNb2WDMgP1Kuh1K4HWtsclarNZTKfrRmg/XBXvr6OPDbf/os57B6KCTLWjg8eljB3pzrA5f7VK2Kx/CAUhyADnA3LCJ7WjIYC9adtKhjQetNYSGDeYKj/kgi31k6YPHzy724auWTfDo6TS3+OHw0Mt3/F+tpxXoRj9Qx8GQwxu6JPvWAltd4+bI/PI/e5TkOgRwwFCtuUDrmndAue0fc8UG9N57Yn/yUyj2+ZmA8bLZOHfy9Q/O2rNfWE/m1Dsi/BSADcbFfrZV67qrY36283N64PTA4+qBW4+r9lP56YHTA6cHTg98yHpAcGjwAkQBrmBTAAwvuBUgCzoFsuiqldjpF5jD4b0s1fXjI1P7Iz7iIxQrAPdoqz+x9q53vWsFwvQIVD/pkz5pJUcSbEGsAwD2CPzpQkcuENSTX0cwW63gFk5/HXbSYzySKHfoBMoCa8Eyuewb+m3/VCsZ3avrnz6JODp2sUeChpcuiQXbBO5oAX8YjwDcXT/JvoMNj3v/tb/21zZv7P47f+fvbJ//+Z+/Serc7QWSUomEYF+Q72kIuhlCLpyyWocKbNJmB3uMCaBjpwMApX42oa1WUqMNT3YdY67W3A4OPUBrnGD64MyBccNrT18dcuDpGGAv0K5rnXVnnc4BMtHzJ5x2tdaNNQmvBOqXQJfxK/lHHTjgcvffoY61MX7Spz44PJI0PqXbvOMzrxK0H/7hH978JQgJHP0SeXfq/8bf+BvbV33VV21f//Vfv97o7vf+5JLBPnLNEbCm3Em2tuuYV3MuiXcoIJm0btlsDT/xiU/crAu2SkAluODSR3Q5TCBfcqrf/KCBc03XcdfZUwDmkf360JhTYP7wgWr9+Uv2k6e/Wj9FQOcaMAZ49IAsfXDKOhJw81HHnI9eJR6ywbZ/0LGVbDaSR5Y6efSpK9ml39iNw9MP+Kr1kwUy5+AAHv+uYl3r5oM/yXb9odM233DoAPvoYKu5RCf5lrBLvM2HhNz6MXfm0Bi02Yge3vyS5UDAwR9+9trvPPWjbX2RZ84Bfvg6fMgeNlqbdHqSijxtPzNxKGXd8QWb6ZuxVNhPOD1weuBx9sCtx1n/qf70wOmB0wOnBz5EPVDXwaCgVsAqwBUwSw4ErYJPIIAULFebwPzSZQLMaZMj6CRLsK2ND7+gWlLlUXo8cNPvrik+we/999+/XlYm2WIPOYJ2ctAL/KckB58kgE5t9gqY2SQwdtdd8O3pA3faPDor8SID1LUf8AzQaazkC7jxS/TopwOOfXQPaAv6HTR4TFyS73Fef2bOgYDEkx/cZZT0e9mhxM5dXvLJ5XfJgSSCfewgnx2AHwT3xqu/jsSAbn3sGt/VkZBXK+EhCwzfjHVK/lOvg08b/eDqwMMB/eCyXx2OjQNsu7QXzSXUYV8dJfvIMF58Sm2gfukP9UsYeskWHdr8gQa/OZVU85P+akNrXtBal+isRWtPEm4+JOxeAul32GQ43LG2zLM/4WauzaMX/TkskJCaTwmeOeUDfPTqs0ZcD9ao9Um/JA6Nks3WAFl+ImC9zBrCL/kDxsBfdawDfMZDp7Wqv1qP3ZsP/jMu14Br3ZjZBm/c6C/r2nxHB3nmXV2pT8lnSjAy1AEa9PQoteHpoHdkk3Ep3xjRwdex7vDiG7zrWRt+/Or65hey6/jZgMMQibp9wdjZSC4fKfnFtUOufiW7wMhn/8yLOXIHH68x+YmQwyD7Jt87bESLhx3WARpjsp7YbU7tA9aTtUYeu/nAAYADho/92I/dzDmcuWJntQ5fyCQfj58E0GcNOUTUZzxs4xvjBXVcXxX0CacHTg88Th54xAcAszFd2l/XF7aN57LPBjEbgs1BHxmXmxyctvKhgAz8l3R02pTgqnVav118qisc3jrsraPcbn/YOXJsttW6g3S7ewUzU7+pJIeddad8PPBKMLrUwaUPLu3UBy77tR8J1LVtdF3KYr/2pa18XNc8+h8Mhl9/HTxwddThQV23L3Xp+2DBvF3y+vLSrtYa4PNq3b3b9o/+urZjRy069qoLbMY/vuzhpk995gSOj+BugpF1SQN3KUcfO+HV63jjsvolXNLAj342X7brGN/o0PdIwFgv50u9Dh13y73UiQ+gmVLdHCiBMSn1Gz+YthJc6ht6+KFVP+HheaBa+1rdWd7NXUf/3fi729UdqJnHOvCC11mnrlWBq6DTb8/RemGZoBEdQYJi8yp41Z71pJy5R4NewuT75vf//t+/knn07mi+/e1v3yRS5OCz3iQ52oJev7F/5zvfuRIywbJ+UK23qwuE2UbelPTZDwT+7MAn6TKmz/u8z1t3zNXxCpaNaWzAC+gH+shWrzbjIE+C5t0F+gXXkny+E3AbM3o4wb0/I+cuvzv/7uC5I2sfMA6ywVw3ePRJBp/61Kdukkf6JCvGJEGgh1486satz5joBnUkSPr4oI7vS3TVen+C8dN9CXW9FuDxAnKqtR616TVfaIB+OGOiAw0/SlKUFbLFzzf6AT5jQQPYJOECxoEJTbXe4aBdrTk0/mp9X9C57R82kAvgtKuV7JLNR+xWx29NagN6lMYwfGxDaxzmHr/5ltihlax7isXcSsw86m+OJWruuupHJ9G0xqxD/OQ4/PEYuEMkBz9+7qLEQxc7jAOwx3hck/DVxnYHBmToYz+fSW7pwAe3u2WzbqwtSb7r1RzUcdDh8AOfO87mQBKsnwzjh6vD5+aFDejZpBw6dhkXW/DrA+M/fqjWUydsqtbcsRFs+6da80wW+/Hv6DV/7CabXnawjR4lWj6mCw86pX7+USeHXH6DNy5AN379SnMNXHcAL31k0mEO9ZMBrCPXNB9P0s8PftNvz3Ttst11TRd/0ctWNNYF2fR7+afxaaNzwFStWJds+7EDJusEjacU2KLODnIBnDXKdrb4eYoDRfsTPQNox3/GAtgI6rhmh/ahympd33Xv8qH4z/7TAx/KHrj1SAfvYr+UUdcXIrxNwWbgIrcR2JSGx2YDb0Ow2SnxoNPWp30TkIGPDhsSWjptdDYUG41+eF8GNrpqPZYFp60EaG3U6gC/ErBHP7nVCga063q89cA6XuNlJ3oy2ckWffBKQLYx61fSqdRnDHjB8OqvB+qsDwxHHv/5IhpdygE61cdWNhmT8dTNuoyF/JFRrYR6+PkfTP92+2O8qnWz/Lq535dnHY8PkjdjoI8OPodnp9KYgDoatqHTBr7gtH3xCeT5DJ0+YFxTWofqN8HIImdsgDO35JIHz054wQT7BFxsMBfmrlon8mgGr0732DElufBk1s3+q5v76WIjvxoDuepsVK/WfI9O49r2Tx1B2eCHfu9af6tdCdiotIaMB2gPn/kZfQIn9GxyHQ8t+hN+b3rAfM08WRuzlqwH15eEWqldx5oZ+urqkXHXQXVHcE+WNf++971vrSkyrBeHC5NwuHYkPkrrx+GAx/99B7nWrC12sZO87fanjuuCXnjrkXxyXK9sVPfYPTxwyEA/Ea4V/fi0ATno1EEd4xPoS9wk/wJyMhwGSIrgq03ix2bJv8TfHX/JHZ30kGss9kNgTGx3rQBjZTdwrdGPRgnYyWagDdTH5umvrr5byYHnC/OAVhvgB+xSVmvu6rrcbn+qqz4yAL468OQNGNPA4JR10NYxb3AArXKgjn7yt9uf6o49bPqqZRfeuq5rkwvqwNdR6gP1wPa2f/Txq/kwb+bUXmZeJNPmXXJpXiV3DgAGHOBYy+azjnkw5+wlD/+sJU+7SMLh6TNHaAfMl7p4TUmG+SRbWa2kutqt3tack+E6UUIaizFU62WGcx1Pn+SVXAklWvOqr1p+3fYPO8hDh2ZHrT5t4Jo1BtcEuwa0jQtPtZJEvHXUqyVn7B3d6M3bANnb/tFPtvGrswsvXLX2F36i15y5NtXRgmodMvDHyOAPfXSiJUt9V7fsZQMd6PHpc+0CPtFvTq0N9hgvn5oz+4Tr1x19fPjpczBQrbGrw/OjtcNmusggj2z7rz/x590gnizxFBGbrDP89tE65LFJXALU2WevNTaytv0Dz07Avh11/js9cHrgcfLArUeq1+ZxKaOuN1h4G8psWE4x4WzaNhsbng3QF5z6bBJDpw/9TWAj0U+HTctmow3ItMGhsQmyFc3IreOuBPzYYPPEi8dGB7SnhEdPHrz6TWCs6ADb6LYR2/z4Bg4NW9HYIH2RkGn4EBMeAAAQAElEQVQD1YYH6vjx6oND90iBPOOeMRobqKhYwY9KHW11digfSrexGs/QK+uQY+zmA8CTRSbdYwvcI4E6kn9jrK4SBnoGyGej9uhlQx1f7PD8zV71mTd19EDd2kAjaKhDL/xDAdvIYMcl7bTphlfOOtFmszXBf4NnN1nwAB35Sn1KctTx0PFIgG4yAXlK/uELbbLNLX36BtigzsY65gUOH/pqBUEVshVgrcr+H7lgr663fCuBPUDJL0D9hN87HqhjLq2JS6u0zbt1au5nHu0dDtzg9VsfaK0ZpTVlrSurtRbwk40Gn/X5/ve/fx2OCZQlTX6fis6eL2HG77tH4PqmN71p048Wni3sIItMeskfqGNMrnu62GhtakvA3Ylnuz2BPnLIFmRL3i/lqYNL2eTgc4eWfRPQu9sLT7ZHffVJ6rzB3x18BwLw9Lge67CTv2ZM6tXa3+nxXel7WQLDT+zc9g86wDZ+M4ZpD24nW3Kq5Wu+qhYOvesRL5/WYUu1kkgyqpWU8B8aUK39uo6+bf+QMbrRDH11xQ83gGagutpT6qhP32VZR18d+vWNvGrzqdbY4PWDaslXB9NX13g4oL8OGVPfbn+0zat5Q6s01+bGvAB1c2uO3c23PhwKoEMPzB+8O/YSPMm/ObY+ySdbvVrzYM4A/1rzrj1xgSQPnl3k0jE2kANvDs0zQGso8PQpPQXg8XP95hDOOlN66qZahwj4quXbbf+4pshjEz5lXfuTD1xbxgGMiU3qZA/UwVNHOXRks4lcY8DrWlBW6yWi1VqHZBp/tdY4Hvy7mWvvmTVONpv4CA8b0MCTPTj68OuHA+rwAI8xswVfHXbogzcv5piP2QInMUcr8fYkgFjaHX/JOvnmDp15tQ94AkPbTzvwoYU3X9aYO/gOALwvhUxPmzhwcjBAL1uMi93GAvgTmDtzyzb+QGdMeCrV5VdtjSnVTzg9cHrgsffAIz4AuDSxjg3KhgL02RCUNpNqfUEKVmxINgkXvc1I3aaD1kZh07OpaN8ENpehpcumow1syDYzNOyhyyaoD6gL/MgfG9QBepuWOsBr8x+bfEGyU99NYKzTzzY8dJLNPjg0xk82HXSDap0as9XmjBeQB8d+9UcC9NnIyWCTkm5gzNpsq9bvbtkIp1/5cICdZPtCHPvxjVz1S6hjnRjjJf6DqdNnrqwN46mWGO1qPeaHxhrRYVzGyN9o9JkvtporNObNetGnjZatZNDli/lSF5oHA76hUz8+JRzZZNbx2DE8OkGZui96JaC3jrXCFnbDCw6U+MxzHWM3Djil/kcCfDV6jJ0s/jF+PtOvDoxHv7HVYQs8gL8ENPD44dWVZJA7uuDrmEdjEuCg4xN7jvoJj68HqrXvV8sQc7Yqt/+rVsBv/szbXFvmGa21YN6V28VHn6b9y/6iDshR4iFPvdokyBIG3z3WievaGvG94xDWy6v8jnWuIdcHW1yX6iO3WuMhd64116x1ryRb4vXpn/7pV38Sy95HFmAD3cAYRwZ5oFKshIg8NkL82q/92voJgt9jw+kjyxiB34J7hN+1jp5P0BgPH9FnnPxoPMYF2IAeLTslku40A9e2axANHXzA70rAx3V871crCddPPn9s+wefunGSBXb0HcF/tXj1gTp8sO2favVt+4cMQEe15qGuS7zGp6x2jut/eK5bR21w1dKB9xLqwBsnPLkD2kC7rnWRWT3Atm3/VEtPtfmgVQJ1PjU+oM5vdJs384kO3pyae/MDrz12oDePDpisFYcE6mjxkw3IwWMM+PVbu9ZPHQdq8OShQatOH/n0q1s31TpEMNcjmy48ZBiHpFGsY5yDNy7XI1uGTz991dUasU6B60c/O6xp/OrolXQC8qdUr67mQ3sADZvZRz8Z7K1j/PrJBur4jBkNO1wX+IC67yVPNCjZxqfjH/TGSQ4c+8nTBtXV2kDHLiUgf9s/5gbfXt34kh50+vmH/Q6EHPb4s5B8Lsl3qMl3+skYvX6rb8+zB8Ibp0MAhwf6/NUQ+yY9r3zlKzcvNfXTE+M33pHDRjYBOH3mVckfbLO26GcrPF3o+QVMXXnC6YHTA4+9B249mipcxAMj1+Zks7AZ6JtNRr+NVAk8jjYbgk0CrY1C301QrUCpWpvntn/otEk6rXQ3xItxPIrpd3M2RpuvDUuQYuPTHt3Kan2Z6Wc7WbvY9TtSsm1w2miVN8GMFw96Y6LThjh98GSw6VK+OnolW9QFfmh9YdlE1R8JkGFzJ0NdOWDcNm1zAehkIzv4bOhuKo2bD41X8oq3umIZOdaCsaFHQ59xXxF+kJWRwddEkEtHHUmjMY//p98Y+VubLeZLHR1/qLNbnzoZ9IxcATT8+FX9wYBMfe6G8IE6G8km17VANrygSwl8sSv1K9k7oC3woJ/v2UUGmfoEJspHA8i0LsjiE/rU4Y1nxqcNps/Y1NmpRKef77VnXHxBpjFc4tXpU6IhT1uQAwf4Q3nCY+eB6iqwrgfWaa7W3lxt8zFnU69jv9W2lhza6rceZt6tC234aulUtzYkIq4Na4gMpbUHv23bSiLIcSe0WrY4QLP23NWybvQLbu1T1pL9wjWjzSZ1+rb9U+3/H//GLiUZHs/2noGP//iP357ylKdsrjW62CQQruOuomsTkG9ch7Ttalzb/iHTnug7SwDvbh5b3YFzVw7evuEu27Oe9az1xnd64Iy/Wr/jNRb7Fh8pyTAW14ex0g/ow2/fp5f/2I7H9YjHGPkc3W7i1QF1tfxKNkBrHvmNXG0l2G5/4G5XV1Gt8a/GPf5Dj1+pmy2V6prjVdn/q+6Qgx4fmHGqD+jf2Zb9ZBqb8SqnrT4AdwkV9mUDmeRNWdd9i+j2f2jYMv7X1qUE6oCv+ZM9SmBuzZF5QVutAzR96Ga+zaF+tsIDNJf82gP4XBPkkg+0wdhB1rZ/yAWD55u6HqvxD5BDp+vI/jx8u5j1fgvlXAd49Nchi746DsGtJzGEfnqNT1mt8Rvftn/049ura06rq7Jaa6OOkt10zjzggyPD9QHIBWis5/ETOvrRsh8tGrGumMH81qEbLajWOlHnE7LUt/1Tx/VKJhy5O/rqHzvJVLITHb32Fbr5Z37bbw/ydJM9ptr0SertG2jNMX6l3+p7KSrb/XnSavOk0Rvf+Mb1NJS/juIgiU5PSDlY8Ock0fMHqK58zG52brc/bAT4rbXb6LU3oZ32ZX1wZ3l64PTAY+eBR+UAoI7N9G4zq82dkJ/4iZ/YXv3qV28///M/v3lr7WwOvhB8ueBz6vj3//7f3171qldtP/mTP7m95CUv2dyx0HcT2DRszmTa0DwC+eM//uOb3yy94x3v2H7lV35le81rXrPBveUtb9kEfN54+oM/+IPrzyHZJG1k5AjWyFGn20ZrswRssHmR/2M/9mPba1/72iXTuG4C4/m+7/u+7Vu/9Vu3r/3ar106PVZlgzd++ujxRUDHtI1l2kpthxjf//3fv/3UT/3U9vrXv377mZ/5meXXm/Q/VN8P/dAPbf/wH/7DFcixwSZdUbm+NOYLG6Ja7z7gM/PDBw8l/xWveMX2Hd/xHZsvFjIA/05p7NXmTxe9+MUv3tAbFzDGh5L/UP38T9aP/uiPbu6OWSvGyAbz+hVf8RXbj/zIjyw//uzP/uzV+vvpn/7pDTz/+c/fBM7mvo7fMgqwv/M7v3PRko2PHebF2vi2b/u2zd04Y3wo8MXI71/3dV+3fe/3fu+Gn17Av07dzY/rRGAhmKrjJYD+trPxWd/0u8608fKjF/cYIx9bV2R88Rd/8Wbts3v48H6wYOzGPXqtJ8kPH0lQXHfGQT776GQfevPrN4WXPmLr3e25Ps2Ba4hMf8PdGO0pZJHr2qAXkMG3yhMePw9UVwH3WOHaU68U67DVHNvjrFfzpm0tKAWYSgBXrWBz2z+uZdd0HbJ21NIH71r5fb/v960DYnh3srzQCl7yQJfEWrBMp72OfEGz7y08dLp27rZZG20detkomLbP2d89gu9Q295BH13kGCNdvoME0r4DyKrWmNS3i4+7eWjme8t3lDtzgn59An535LwB3h37aiVDrgH6wMhUB+wGbPI9xH9KdNNfLXuMyRgkK9v+wbcXG1r8SryuzSnRqvOJsaKnAy35ymrNe7XmC80loAGDo/eyDV8pli3TVz2oPDIuAc8AQdUas7UzYBx1yIQzDjB4OLDtH7JG/tSnhFcH6nxjbfGh8tIv5NHBp9ZOHXej8Zp/BzPmBZ3vDvs6vHlS8r8+9HTVdWKJ3hrUP33o2GOdsUd7dJs/eLTwdfhCnc3kXEK15gO9/t0tK2YQT9FNFjz5+FyH7PXdRiZ6JX6gDdiFVyKrbQzjG/TmA67Sva6Baq0Feqo1t3Xgtv2Dr67bO2rZrhzgF/yADfYG9psf+vhcyTa+qkOetjv0cOa3jtgJLVvpNj5+IIt8eG00fAUGp46G/jkE4VPrgD100GU/c0ef/Q4K7UduSFgj6Ow5v/Vbv7XZf+hywOfQkkzvDWCz9WXvEpOLn+kgx5+YZLPvc31eHkiPsVTraUo2asOrs0tZxyEOf1a618/60A4s5Pnf6YHTA79rHrj1SDXVcTHfLcemZiOTvHh5iJcS+fuxAha0NgUXvg0NnU3qH//jf7xJsCVqNiCnqGgfCmwyfmtpY5IMuBtiw/TlYlOs1peQDZA+X5Kf//mfv0nM0QugbGw2+NGlbfPVZquSHkEWG5/+9KdvHvE0tpvAWP7W3/pb25d/+ZdvX/mVX7m97GUv2/y5FYnLl37pl64TcH7wheELjR4Ap6zWl5i2oNTfa3b6KuB7OPpvsk2fxNufgjF2X67GbT5mzGzwRQGMn518iJcPlDfBs5/97PX3pgXfZAFfAubHGtGmy8GQOUHviQ2yn/zkJ283yX44febK2lMKNOims1qHHr4k+ZFOdPyLlmx+Fsz7UjT24bWO2Ibuch4c0Dz3uc/d/K1tb8yl5+GAL+e//bf/9vITXnaQa+2wwbybf7LYoW4e2A3Yyv7P+ZzP2dDjf9rTnrZ+p2jeKqwLXIPGiB7fIwXzxAYy1Y1fUORupSBD4ADPN+yij41K16zxWgfWHQPrsJWPtc2Z0pgdKPDTc57znHXt4Xd3gq/IE8jQKzmypvCd8Ph7oFp7WB3JwYNZZN2YZ3PvWlO3L6lf8sAPuA4k7gJYfHXomOvkIz7iIxar9UW+u/wCWuvKOvE9Y41KQPCQ4ckx1xzdo6daCYR1VYcOMusIfK1h17F9bds/9nL7qfVIDj776uDo0ke+PvxK7Z19+Qu961dQ74kf32Xku4sn+TcG18Tnfu7nbr4/+UBSwC609i2+4T84Jflk4CXbd5ySLjaMbrboU/IX36HjnwG+p5NcdGTjJwetOjv0ka+NdujYVEEvgIcD6pB1+JpO+MGROfVq+Wva+kAF9QAY2dNRXfEPDg3gg2qhq5VYGl8ddum/Wxc+sO0fJbvBjIEPy1JA4gAAEABJREFUgDWwk6ykc/rh1aulSx2QQ5e5m3XGx+rmkn/Hjjpsow8NvmoduJAF6DE35ILt9kcfqNZ6RwfM9QC7ycanD/22f+gH1RoTmmrpdT2Iu/CKH9Cx2Xj0uRarNeZt/+BFO/K1d/SSZTz4zQM8mmrdUUbDrmrNaQW1xlItnH42D5DFFvL0jTy26Rs6JR+4rlzTfEu468McjL3kVCvBRYdHSbY+9qujJ5MMeirV5QPy+IsNw0MfOnzk4UXzhCc8YUOPTr+9wndvHTfgJPniVrGMOMxe50DR3mANuLvvfSV86WkisvxsxB4oBvdXAfjHewI8UWvN/fIv//L6eRO5bOQz/OjYYSDGCNgE9LNZ//gA3QmnB04PPD4euPVI1brA75bhYneR2wwcAOh3wc9vLNVtBPA2E5uZhMRdE18ONiB3FvU/HPgn/+SfrGTeI5fsqeNPzdiUyCKDPhsofeyDqzZ3K909/Kqv+qq1YdvM0Ahs6tiQ2YcekG9sNjPjg7sJ6GQHIBc/WySQ7iK//OUvXzaQ4YuCb9TRTalu06cTro4v1aGF+2CBLSN35LED3jjJVQfqAkHBp8D50i/67gW+YMyBL3njH5/xB8BDv/HV8XMObXNkLvQ/UrCmRoYxVitAodMY2VatF/lUK0hgA/vQj81kCLB9gQrC8ZvfaiXbeNAYpy9avtK+CdDy4xP2L3F0I4Nc46fD0yxo9Gsr9dcR9JibyzGiYfPwWz94hsaYtB8NqNbJPxsEFGSqK8Gv//qvrydJ1C/xbDRWhxzWx9ho3tHyfR1zos94BRteZoXPuuI7Y1Ti+YVf+IU1d+jh4U74ve+BahkpkLY2rQFrpQ68tutUidD86p+6dT1rD0217vpbJ67toXNNCIyV9Ajk/SxMEC0xt6bIdqjk8BgOL6jW2qo0F6AF1p81TLeAWXCNV90+wT52GIMnEOwf2ngJYgtQv8RZ836/KzlycO5JBdeFvcLBJfkO3tjvN974gYCfHnrt5WTS7Zqg1x4G8Oljt35Ap5KPALvMC3rj1EZfhx+MxbVMjjlhHxuGzr5VreSsjnlBi0ZZLb9OG+4SLvHka1eKBdUVf3VHolfXfdvFp7pqzViqKzmX+qcfQ7Xkw4Ft/8w4p72j7vg3sth+CdYmXw0/Om2+VOqHM391/GzE3KGvw5/a5qta3z/Dix9vHXhzYD1aD+rVuiGCn93m2dyaZzhtevS5Dqxtg3J9uM6AOll0jq1oKsUC41VBQxY5aNmij55qHcSTWS3/bvsHHcBrLDtqJcbVKrfbH/3Gq1mtAwKy8YDBV2t+K6j1/Y+ODraxxbq/xLle4MhBh5E++4Z54SNj4Tt+QscvZJBZLZ140PMXGn1kqesjWx2o4yebv9gAD8dGc6Qky/UP73p3LZs7P3NyKEgfn4pj4X1v6nPY6eYEnGTfWNCJV+wvSvrYhQednw4Yl0MBNxDcMGOHnwOQpW485oEv2GKM5MDPmKxV/kQHp++E0wOnBx4/D9x6pKqrtZnaKKolzqZkA3K3bgITG4hHgG0Wc/HbDHwpYfIo9mwMNjfBvE1Qn80ETBsf0OeO4zd/8zdvkgOyqvUlQt9sQPD4qxUYbvvHxleH7TbUf/Ev/sX2D/7BP1hjQV+tL9U6xrSzrH/VksEW8qu1ydeRrNTRNsZq2cJWgIdv2ALwu3vqMW93nfCg2/YPX9x333177fhXx5e+Fhno8Nehj88q3VdQd7avOi4q7GAXFHnKOvjYUMd46dTnC+XjPu7jlp/YUK3x66ujXodf8RiDLxh3a/mVnWhHFx3TNidsAZf91fpiR1eHDl9QddTr2sY6aCvka658KWmQycfs0q7WHGtXK5GF12YDMEZruVpz6UsXbh6zG/urq8AEzsESX20P8eETB1fI2EansdEB50vT3yRnk7mCA+rojUndGNWBOvo6fKCfnOHTR4e2slpzWEEtqNYcV+vvd9fRRz6CKS/r9gBtMgUu9PpJwNijrZ9+OHV3HgQW6qBafiafL4zR9an9vOc9bx3SVeuOh75t/5BLpusInbY52LvOfw/hgepq7quHoH7wbn6/hKGEM4+znuHNTx3rS9t6sT59V6Azr/jQ6Vc3n+ZYG9S1rfqGVkkWGX/wD/7BtU7QeyReH1n2I3fJHGLaf/3eVZ/r3N0w65gM+qq1Hrf9g3cvlr/QsxUtOmP0nSP5V5cYS94BPkk8+b7/9NsX7XfkjMy6HhMc+RIMew57POFCH7slHEp39eDJhtM/j/Kq+15E5zCST+y/dLJDoE6uPYjt9AH28ilcHXukNrvnutbWD/gSsIEOOHV6yDcG9K55MvTRoY2m7hx3tXyOtlr+3vYPHvKV1dpv1UEddHWU5OJXssEeYmx1ve6qdTAxdHXw1lFu++du2WjJIndsMf+gDtnwoNolHP/IAeiUsNX6XkMLX60x1RFL8Bs9dcjBd9nGs+0fOGNjG5qRt3et9xa5vtDqg1PWMXZzYE7xkzOADo+1Ye7INm4l/Ogw19YUGnIBXlAt/eTrH9muPzLQWqPkWhO+L8mrlh/Q0MP+bf/gY++A64fc0c82gIds825ccDv7la/1VWtd0aGNji2uS7TsIZdt7K5WfEA3uWxirzqbla4nPAAfOebQ+Mkl07Wsf2yim73kATx1rAt05OJng7GiJxuos8Feo981Pfz2Ak8Fuf7xzzzaB+1x9gz22pf8LMD1Sz67HDDai/E5MIBz844tf+bP/JnN9zU8n3miys0serXJGz+yCfAxHxk/neShZy+Z6sCYpk/74QAf3AQPR8ZJc3rgQ9UDj/gAwMVXrbt81TpZnk3S3yO2uaGxmTgxtFlxto3BhqPu7xt72yicDcKGJOnBa1OxgQzUdUBiE/qWb/kWIu5I9GykNlybi02UPYhsluSo0zP64dC84AUv2GyY0698KDA2+pT0DT3b1W16owed8UzbeAGdfjcuSENvI4S3aZJxE7Bd/+iu44utgn5IwD/2qGMwFqU5q0MO3GzOngCoVoKIDtRBpw7YP/Tk+NIYvHIADVr2G//g+YG/4OHU2clGdXzws574lRw4tirNPTo82vrB9A9e34PB0CrrGCM73v3ud68Agry7een0Bau8u+/udrU5ab+UX4ce9vninjGOrmoFM3julnevNjmDHx6y1O/2L31Dy3/qxkGGNY1HWa3xW6PVCtiqzcf6nfm7//77N/bTB/QPkEW2A6XB8e3Q0QnPDvgnPelJ624RHPl42aLfXQqJnD581oj6CY+/B8wzGEsu6zPXdSQL5rNa6+myr1rrbbvHB4/1ocvcW8P37YenH/7hH74SPHhrxR5hn7derEk/O5JUuBOGx50zd7oF7R7PxwfYC6aurMMecu1v6Nlr3dnPyfO0QR3fVwJjMsjGw142koWvumM/RYuGPLb6mZagXAAv6XeH37tYBPrGTAZZaKv1Fw8E4q5v1wp76DV+JR/AD9DDj2TgYRvaOsZJPqjW3LjG9aOjnx/pYHe1/lqBP/tG5gA6/cDY6Fbf9g/ZoNpb29rf8OGZcmgRVFfroYK6gmr1VVc4FfKN/RKqddigD1RXvNrbg3zqoGPfwN32Ya1jXtEY84xFH/na+Ko15pkXtGjq0IP20m51OLz3AvoAmuoBY9z2Dz5zAOjTrtb8WgPWNaBL37Z/4M25+Scb6MMPdpIrXdWq4wfV5mOtSITxkUeW9ecaGlv4hWxjQFctWa5hsgboRLNdfKpFi4aMOvRu+4cssukDdfSRAb+TrPlXauMfG+lWn/GjoR/AuxaVrnHj4Dty9aNlD/364Iyb/MHhE6MCPvLdipad5LBHG51rTR1O3W/y/VTIPkMX+Z4amjacJN++QZ99xAGB2EPcBccWNtFHP9n63PXH6909xu5A0dO69h8Hnt4p4Gd56NlpDSsHyDZ28smV+AN1PGzTz+Zpo61jbvSfcHrg9MCj74Fbj4ZIm56L3AVvk7QhCdb9Xmj6BAP/+T//5xXkwNlI6Hbh/9N/+k/Xl46LHs5j8Uobal1vAtUdAZ2XBnoU0kZo48LDhmrpEQzB67cp2czotoHabNjKbiVem+FXf/VXq242p7FnIR7kv7q2iW7ybKD0YvElMPJt6HDTns0Oj0c5/Y6ZP9ha1+PG82BgHOSQoby0wTxU6wut7l0aI+AXcyJoHNv57VIv27R9ISjpVF7C6L/EGa+T4+oKXUe9WoGPgMC8kEkvW9hkHjCpg7GVLfxkjegH/M4faLT5XomWXepKOtTrsEH9AwV/kosesvGqK8mv1ksP+RLuJsDnt3XsrjvtYackwrVDRh39dI4e+JuAfP3kK8mEIwOuDv/zrXniszr0mAN69OHRj09prZkvNOSSNf7Xj44sdyMd5qG5BPxo0Ho3APngkobuabsrYT/RRmccUyfnzW9+8yYIGpzyhN89D1R37DOXms0VuMRd1q0B/fZr1766OUajrGvZcJeg31qy/qy3WTOC1A//8A9fNlkf1rA1JMF355Ae60nw6jBPW0BMt7Y7W2TSBQfIVsJVK8lAY93jrzaHCECbHNdIHd8RxumwwV5n72LjdvtDLrjdXHYbF51s9qita8146bQn2Pu06VcaJ7n84LFg+ziZ5FTrcJ4N+PFUawzV+r5ERx+eAbLoBeThH1186jvVQQDd5Bq37x3fdWzhaz6A0ya32nwu9VXLFnLq2p6hGbuq5Ztqu/xUC383jq3Vkq1OvjEMwNXBW9d08GC761N30rIPPJh98AAN//C7OrHkq/MJQKefn+DRDFRXY8BXhx3b/hle5SWQt3ffk2/o+ME8KvkGVNjWmjD/+hZi/0991gI70JPFXuNTau+k69/QoKPHGrJGJPsI0MMZtyRTG78SrzGAat2BJ4MNA3Sir2ubycWLRl3/JZBNHz/rJ58ceG22VisugdMevcbuurPu+aZaT6WRASexppdsOtCQSU614txq3bCCI3ugDp1swc9PrhtyyId3XYmJ5roSH/CbPWVK1xv/znevnyHpw0sm4A9+d5gI3KCxZxgfPWxzk4x+7wLw3h463/rWt67DPfb4+ZTDTofvv/mbv7mJ+bf949CB//msjnnZ0Ws9sUGdbCU5aOsYO9xAXfMO7ixPD5weePQ8cOvREOUiHjlzgftNvY0E3sbhLeA2Jm2bj3q1XiTiZWpOPfXZnLzd2wmhgHBk26zUbYboJP5/7+/9vbVJzyZLpo1rNhQbNXn68evXtsnZdMc+8tjtxPRLvuRLNne46SJH301gLNUKPtDXUa/W4+U2azaR4QtCOUAHG+rY/IxHsKefLDaq3wTGhW6AzDq+LAVm2jcB2XzCr3zAR2yin9/wogHVCiZ8YWy3P2hvV68KPgF4gQ4+JQ9eu1IsH9ElWQZ12E4uW6wDhPgAG0dmtb5I2Y+GD3z5ksfvcOQoAV8pyUGn1H64gJ5s9F7kqATmd/BsQ+d0fL7k0DwYoHc4oqzWlyR+9GQ61Z9rY/B10NnXxuQAABAASURBVOlHdxMYp368vpDZqg7HX0o+VQ6wZXBo6YHjZ/yCE3LNl3WjD558tEpt9GT6KwHqdcw5HLnVCoj8xQSy4Lb9Qx45e3WtN6WfSaAhV9s1jL5aMvxVA3zb/qnW9bhXz3+PswfM0UAd83LZnjmzjgSt1p1rFo2yDp7qaiR1XYes43qoo4QTtJLhO8RastYFq/Zg+4pgF/zqr/7q5vvJ2rJfCl4l7q47+skgb0r1S2A3fuux2uiQnAvMvbvjvvvuW4fWZAum7Uvo8VVX65QfANlsZbO6PfNjP/Zj108Z8Lvu2Oa3uvZGutiJ3nXnO8++U4cv6CEDDq82QAsHyJm9kSzXt3lgp+vWNVeta7HaLj8jh17y7VVs4uNqvVeFPnLJ4cdqfW/Dg0t8deUTtJdQLRvGP8a83fWpg7+OEu0lsFEbb7W4qyudC3HXf5c2qOuug0fbvCnB9CmBcet/MECDjw+AOtvGRnxw6Aa0B+qwo47ykrda/qqjHJnV5kOGeR8wl2hAHTT8BeCGR1ld+ayOOvutHWvGuMlHawx1fK+7/uizPtBYZ/SyG04JhlcJqnUdoR17lHXopod+MtXJAHgHzw5t5YA+a5DdSrzk0lOt+KRaftz2jz5jEKe5duwbO3olxUp4+wp/Scpd/2TRSxe867FaN5nGXj5BC+ggCz07lUAd4OFj/qJDvcKyZLr+7GPwDsX9XNF+hLfa9Gnjteeyx2Gkpxb9PECsZr9Cx3b7jnjGE1OesjMW9po7tBTbkxywetkv+/jTOMjRP/ark6ftiSZzBIdHqV3H/sBeuBNOD5weeGw88KgcAMzFOyZ6PEhS7wJ2odtgBBne8u9t+B7dR1td/Qk6GyecTcVb/P0e39vzbSLVOv3VP+C3w+7Y2zAGZ/O0YY09Tj6/5mu+ZvOnxpxweieBPzGIp1pfYOrstDG7A2Tj8ufTyKwUNwJdwKZYbTZULxX8xV/8xfVnD91hEmTaiAmyaQus1NlKtzHS6wRVIKUPju/UbwJfWmSgsWF7TOvnfu7nNn/X1XsU/OziJkDnd6r8zxfkkAd8gWjX4Qf2+PLzZQGP3rjVB6r1ZVmtZHa7/SHfhj/0dcjUbX34kvLixze84Q0be9/+9rdvTpuNAWhXKxAeGfyO35cRHF7j+aVf+qXNW2r92UdtIEHkH7R4hlf9JqhrO/mkjrZH6QS7d/Oi4SdzO366m+ayXa0DJ74cvLGoV+vPWaoDsi/LSx74e4F1BV+tRNlJPV/wKX/5Mz98pc1Pb3vb29b8mZNt/7ge92LNJRzb8L3xjW9c84QXjzvwb9jnzl/iuPSLdQxn3auTxe6pa3s5kUCCbG3jBOoD7kCQoT10/Kzt4I496mDw6ic8th6YuajWflpHSev0mcupwz8YzL6oHz0+9YcC6wm4pqtN0PmRH/mRK7F3nZJVrTfl21/R+hNW1o1HWAWuAP+sd3ufNl5wLxvg69jnfH/4/sH/O7/zO5vfzLoO5iDCdejuPzpy9TlokEDAkTU61Afsm2RY03gE6XgcGrqGBPH2NGOq4wkE/fTZg4C2a5cMoA6njwyAf/Sr1zEu32f0Gpf50MdeJfD9U109XUC+6xSP+SR79JBPBkCHF/CHNjyaOtYQ+RXU1dqCG/119C2C/b/qiq6OOv1DPyUZO/k6hOBneoH6vQDtQ+HxowN1+A7O+IwNnt46+uAAHDp1OvjK/CjZW8c48FeKOwA/qNbY8YAZt3IA/m6gF9Bdre8INHjYwDZt9Wrd7Z5rQx+4u1+CZ/2RyTbzq17HtSlx5hffx/CuG4APnj34QLX5VMs2dsFv+6dahwL0k4OPPep18MGRCfTtbMtPZJClH7BRqd9Y9aGp1veh+rZ/6tDJXteQuFZZrZ/B0gNnjOwwJrzmtFoHYnSxhT7XFV+powe7misb2YJ/8MbKNm187IBDA4+XTnMEZ/+ARwvHPv18Lyb1lICf3ALJvWtX3OL72DjQ47Wn+RmSJ5HsCV4YWG3iQXuR8bzjHe/YxOXifLE0PXiNnV1ojEdJD/kOFvhKPzCWOuaujhL+hNMDpwcefQ/cejRE1nGh2nCAR3ptcgITF7sNwCPu3/AN37C98IUv3NxBthEASTladqC1ofhJwDd+4zdu3/RN37Q2/dns0NggBHjuGto0bTDuqpBBNxp6BWDPf/7zNy8IlIA7ofRkwZd92ZetP8WHjiwlOWxRtyE7ANC2+cHdBOhssGxngxcd+lN27lg+4xnPWIcPbP2iL/qilZT6srDh2QBtyPi3/WMjt1k7HKnuePHa3v2g//DPuCW8X/iFX7j+dJ4/A2ccn/Ipn7J9yg1grl70ohdtAkl+Ju9uZeMnY5SsmSM+q9b8bLc/+m9XV1GtL0+0fOTLYbv9oUu1jrF+z/d8z+bP2H3qp37qspf/ZgzG4UvFyfbwKK0DtlWbLzJPb+BxkOJPzz3xiU/cnEjDeYGcgwXrBS97zIP6BwO+3Bxa4K0jqFMHdVwP1rn2TSDxcDBiHOiq9eWvDt71rncpFox/+dOcVwt/03+uBWvLNWhtv+QlL9n86Uc+8WJGa9OL0PiYz/wERvBex5h8SY9eeoyZn60pb/DHB8gyd/4kmcMAtHzsmvCIoEMmuPH/ZZ1t5huu7hzTrBNvZtfPT2SySR3OQZHkihzth+sbtCc8eh6o7li7I9kcgmlPWa1qHaV5NXeQQ68cgAfaygHtWWvVSkbf//73b/PYq3XiOiDb4/kCXD+7sZZdS+7YWU/vfe97l0j7gnVqfyZ7Iff/qqvxoQf6rTu0+NxZc+ggSHbozK75fjI+YK06eHCdOZBAQ9auYslXR1dtbINnj+8je4UDAWOyH9oDgbFV6x0Z6nhcu4B84ySTH+zf9nk228fsC2SjqdZhOzo0xsce8ugkC9ABr59cAE+f7zh9xjey9QM6yCKbDm0wffhAHb6mB9R1uyJiJfDV8lndXC6G/b+RtVfXoSb7bwJ0AA27BqY9JbxxaCvB+BSuWt+F2/4ZWmPem8sOOHX2jZ+nrq1eDxwjHvKBerX01EGLF+C/BDhQB922f8hgB9vZZs1p4zO31Xri7nJceKYfjTZeMtTp0K6u5st1Um0O4PC6fnxHWYue2BEbkYVXf7Vbt6153vYPm8gG1RVee+++iknoRasE6tXyD/nW37Z/Rgd+sKOuZKJjB1DXR45S2zp2DRsTv1jzxu6aFM/ZU+CNEa3rAU6pTQ6d7AN44fSRQcfYp9RmC6jW2sHHJvR0Kl3b/EsPPjL5ly18jV/MZy+S/NuvgO9p9pFj/2KbdaC039h7yCTHIaonnj7hEz6B+M2e5klfT+eK6/GzzVjYjYidZJlj+7P92J42c6EfoB0e9RNOD5weePQ9cOuRiqxW0EGOC9sFL8CyEcK5+JWz6dh4ZgOxMbnYq3W3RhugtSHYxCrs64tHpY62JK8O3YIOm4VNySaHzl1gdzptvOzSD+/U0+HCe97zHs0FY6M7FjZzJ52zES+CG/4zXptZtU6jR59x0Ek2Gnfmv/Zrv3Z96REHj7Zaj23BAZsqe9X5QXkTGDNAI7CzifMp/Q+Hny5zglY5ssirw9dkaQNJPFp1MH34+N6XBfwlsKfa5kWP+uCUgJ/YccnL/3DmFo258aWkDm9tqM8689s7gTYceXw7daU1pxScKs0Jmeo3AV36+UY5baV3WsDxAXvVqxWAaBvv9hAfT7EYFxnjk9HFpw4A9I2YqVcroBr8g5V8auzsGbn8pD1rcHwM50veOiJPW4mfv9QFOgKEaj2NAQfIrraZD7jhsS5ci3B1rCl1Y+FHdU8MVVeBF3nw1eaxRHceZk7x8VWFZHvVq161SjgV41JHp33CY++Bas1dHeWlRnMM4CrFgjrq0wc5cwxXxxpXH0BzCdV6TPdyvbhu/uf//J/raaxZA/jd4fK9Iqm2RhwSWydw9gLJB9nWreC42vDBVVfjgwOuD0C3PQfOdwE5cA5LHQY4FHBd+G5xPQp8Bef2LPsRPjrpGXvV+cIBIRr7nTo8GteUcQqetYFxoKNDnQ1jFx3kAWNG57pWogfqA/qMZfDa6uTQBerwCR/gYw883fTwMb+Sw16lvYcs4yXLeJRsIgdeHeirFFeAFuhHf9VxUanumCu0eIakjv5pP1SJd4CsewFbAPsBX/HJyK5WdeQoIfAo+a1aezocGLwS3K2XDLoG8KCBH9CGHxql9vRXV76iA/6SR7taSXMdtGPrtn+mrpz1Zs1VV9cOffrptkZ8v/jOsQ6sCThrhl5tfhsZ+Kpd0/GPPejIUpIN4Kt1eGXdoTYHSnRgaMhkKzp6gXp15X82ATxkoEfHrpEFpw4n6RYXweGpa1vIAa4JtK4Be8TYjZ5N1ZoL+i5BHz6yBw83NrMLwCn5Vkmn72p72VyHfM5mtthPfN/bB+1HvtvJgBNHovXEEV+TJRaBE7NI9ukXuyjdEKDTkwL+opY91k0/evCzm2xjNW5tPgD0emIATl+luuZiVc7/Tg+cHnhMPHDrkUp1QddxwaoDX/aCG7K1gfqAAwJ1dPpsHDYBOBuA0qbli8Kmoa0ENhN8The1hx6NDdJGLNh6/etfD7X+DI0ND58N2kZqI9O2qSkRohkb2I6OXfpuAnQCNLaQMV86NmHywch93etet9lcjRnfyEWLly1+2wlvUzVO9ZsAnX4yx16bLpzNWnkT8B/wpUs/WjL5kkztOuZX3eavNF4lQIefvUo4AK8E1eZkmFxt41WiqWv5Yzu8fl+WSrbV8QgdGcbKt9aIkl7jhUerjU/JVnhtAYZy2uo3wdhBJ7ppq3uEVwn4UFnHWNBJXOFuAteCdYnGOJTsVWpLWuqQCTfrpo5gBe4muJRd13LwjJ/GJ7OO9ZnL0WVOAHvqSLjYyN/k87Hxq+MF/Dug7QCAT6yt0Us+nH53Ecic9vgbzk+KXCNwbFXitYbI8vMFOPaRNVB3jnfwZ/m774GZ13tpvuwzr2jgwGV92nB3Q13PtXUpybZWqvUdYD37Tb4+vA6C/UTM+qljX7Ge9NlzgOtBG1QrOK80V3DKnjquQ/uQYLaOO5uuB+uRDQ4APIHmGnJNKPXhsb7ZsITu/2nvxTpM9l3GBkE4enffyBXM4/X4rABcn/Xv+jNO30H0wJONR9v3EP8aGxnsp69aB+z42Ov7UwLgu8odQocY6sbnWsdHDpnkA3hy0fAxe+hDC9jANrJ9t09iQr/xouF/dEAb6APqYOpogfa9oI55IgsdGP7qjrmsO9v3kgeH/24gl45L4I8B46uwr4R4+Bdi/w/dXlwl2OSYN+XQKu/Wow3QkQHU4S6BrLsBLUBvzvWrjx32aHNrPcEBNiiNx9yb32r5EV5/HUkvXv2DZ482Gnqsa+uXLOvMmlMfGvTaU1ZELSADfsA41OHxs519iPWRo65fCarlb31sBfi00eED/KJkcx1jI7ta41anG021We+uR9c3HteBRFjdGNnne2zHs7I/AAAQAElEQVTbP9oADf4dtW4cjA3mxfWCt7qjj85t/9A/d9DJJcv1RY+DQfsFm8hyvbnmXZ/2RjTisf+PvXv7+ewq6wC+voUYveOyl0PiBTFBASMYD1iRoxRaaCn0ADTIoZqKKHIQNZzTogakikIVKtACpRRKKS3FFFrjEUwVY4zewX/QO00Mxt9n7X5ndl/feWecDnTezp706To957XWsw57//YLx5tQ1lCHd23wzGdy6EAGvkmGPY86euKF/06VIRY5xLPfZcK11147feTivjZoX48pOnjjAL3LCH0gj7cUnXSDzQObB743HnjYFwAmscBT9UxeAaRlwS3JLMrLCPqCrgAmVSfYSvEz8QUSfAUh9Wjlk4WXgKdMnqANR1lqcfHlcQsNGeoAfvjIC2TaSoOPemW/fxI0lfdCZa3r6dtysui39oGNEf5s84pUkhkcySqt9iTzK9LJsiEtzxOl7EiOvUkgQOOd5ESkR9vXdumL6kVniwFEPN30aksyNzTqk2Xx+8hHPjL0izqAViqw08lr3HgnD9VLHTxQWfKFZFl86ZgstEnmJhlO7SdnzUsboPfe/txbhrcfsHVdb7wmmRuIf/mXf5lPH+ml/8buH13IY7tLKmNwVz3xpQW6Jhk+8AVfPRqpjUFTv9mnQ9uqt7okcxzB3QvJ0mbMt61jv2V6yyeRzN8wsg9vC7V2UNm1ke5wEK3562N1gJ4FPvANBz/TgM9HAG884dmw+HOg6tGXP50vu+yy+dtJ/B2I8IAD/LzHBqb4dDWGkuVQA2eDR94D+poW+jtZxlv7zPhXL9W3xoAymiTzsK0tyRzvSbCaefUKnTP6/7GPfeykKR+8jBtjxeuunswbMw61xqa3wWx8jRs64dVNPFqQLDLJA2QmmfM6ydygiz34jN0/B2ebWvPo/vvvn3+Wz2bZgYAu2swjG2Djf0cy7SGf3sa9OeHyCy80LgLUo7M+uoyV14bGhhy9GFzfmTP0Zw9ceIBMG3XygQsRm3y2wZfyh7XLBYAnfmzjG32krbrU5/jKk40/2fJSfNhIB3V8BQdP7fhZM6XkA+1oyAFJpr/R0288+A8uuckyVvgAPNg8/QonyVyz0IIkk1+y9C2+Y88/cvFat8kDqFK8gDx8ekuTRR48oB1e+SWZT6zVsZtf0cEF8OkNkkw71MGHx4d8DuBoK291Yrl6gB86qTJc9MVPFl2VARx9ZSyhgW8MGc/4wMGfHHk2q0cHl35A3xqfZKnHo6n5oM/xQQfIMieNM/u4ZPER+gceeGBe5iWBNtde8hXINgbozI/4KuNTvnyMD32bwodXPmjxqk5o2AAfnnopHHYkmbFGHd9opz/dlc0pMpJlT9c29OYEufzEf0lmHNGmTCaAxx548PEjm27s4xd43jAC2sUHP0H84R/+4fmTWwd0tOQ79Ht1P8n8a0XeVGS371Z5OCYeiglkjN0/MtjDD9Zw+/deCmjbocx5JVaRraz+T//0T+f3WPiGX5IcfVtYWT+wiUy+6sMQ9Unm/k7fJZljH981JFkXt/zmgc0D/08PnPP/xP8/6J2sJr4AYyIL+BAFFfUCiQAlVS9wCXAmN3oBr23amxcclA+CJPsGBzLIL48kM/gkmewEKG0CEXmAjvQR6OhNx4l8Gv6HPztB2SWLLi3D4b9kqU+WtO2PREoncvUt8IaCgK5O/0nh8JUnbBaH2qheO+BPi5I0eeTtotPJAJvhrW1hNxstktqTzI3k2P0zhpLMMWmhhburnuV1ih5PlwTFaWpMwvXkUHrYwXwCvsHANnMsyTSLD9QpuFxSlocjNR+e8pSnzI1yx506c1c7nua6POBXqX6RbnDme0Cfg1PRFF3nDXpx6Lvf/e7cPBonxgwwLmxszU8HaxcA8JPMzat2vNQBeXUF5YL2gjr8yQX4e8LtI1nWQRd4Nt0uHZTFBGMTOICbF2Tgxw55PM0Jm/kk81Bgw80evGzmlW3Kx+4fOnEVDb7JYhM+4jU8OOZUga5kWwcdwv3ZQx/x8tM5G3IHDgc0lwpw2GXOoZPHmyx8pUBePRns2Kk23yywDuOHl8MMPvD4DQ2ecNDhTZ5yknnIKy/80En3QpIZY5McbYILjlbsMspgl539Lg+UgTx5dAF0LSiDdXuSKRddIclcD9iXZPinDR2QL7BXnv8cjvUjfHK08Q356NQnmbz5DfBr/SUO8puygydAC8/Yc5gnB1/86UeedvzpIa8+OTaGxu5fkjkOtReSTF3gF9Zt+JFDByBPztj9M1bpo44Nu6r57Q66wcGPLcp8IIULj4wkUzYZcGsHOfwgxQfAGbt/UrDLzv/kQbLsDc0v/iFHPR2TzAN+5Sc52t/0qi7wyVKmCz7JMn7xI1BKL3PYnFRnDpY3HujIxQd/+PJAGT4+cMxPMvFBq54v9DX+/OsnpdZP30Nywe4bU95wRSuGyPv2j7cBXPS5bPS2kocbLhbwpIN5i7cx6hLA3sflgrGGht4+Bmg/Qx828cO//uu/Djpo18/0d/nJFnXsAn6GIFbRGR171Evxayq/weaBzQOnxwPnnA42gpFAJFAIviY2vgKq1OQ1qQU+ZQFKKgigNdG1qwOl14avuiSSA4EcgEYAkhe0EMnTT6osX5nqksxDhjpBTyCCdzoA/wLd5Pfjq34tNzmxzfvxOZ119NU/gG7ejsBfvRTwpcDurQsLA/+pX4M+teC45U0eebvWuh2UX48feOxOFv1deBjv6vlHmz5MlnZP6Dzx054sdXvzvqmgbk3HV+r8BQnpowHMR9/B4CfjQ5osGyT2sd+X/rUpF4w3rxEqd27KJ5kbQB/d5Pe9/QR3bP++bx7Qf2vYT3Db123JsXmxX/sa93h5Y6n9D+ecc84Z1hgHaOPAOqTdU25lm11vAlhfkmWDb9wZR3RIMg+H6pQLeIMk8xCQLHhJ5tfRrWcAvjd74LoAIE8soA8ZNs0uCWyw5dUlgX4U6O+VWTqo9MSODfIuMPCif21nl825OnhJpo427mQAB3CXDt58EK/RqiNfbLc+wxfXfFjT5Ro9XRDY5PNZ3wQQ88mrfngVyAfK9DX3bf7Z64KYTIc7vqI3f+GHlzq6Nq4qq4eDVyFZ7EsemrZ9v7Q8pAW2Ny9VJg/QaS+oB8VLljGAVr2UbLaL41Ll4kvhAPXSZLFBG3v1DeAj/eEgrx/4T6rMR3CME32OF1o0fEdvvOXR8Ls2eEnmoRbOWj/y2y5FD5IcPfzrV5BkzhH0ymwF8urG7h9+6JvK8xGAY7ypM7boaZ7SkW34qCuwDZ8d2zmu0cNRJtc4SjIvnIw3tsEHcArkNS/VDvCiDz70A/IATXkmmZeLSaYPtaGHD5TRsAXQs/Xa4Jpr9gXwqicctiqzR5+iVYcmyfQ3PwC6wxEH7KuAwzzA2wUAPviRo84bRPDo5QLAgdthXL2P+Pr2lZ8c2sMZW97aM+eNN3OWTDR8JYbwiYtN8QieseotT5cMcOHR1WWrSwYxkGyxgE504xM4+tz4dkHKXvTqtQPlDTYPbB44vR44LRcAAoEARjWbAhNYIFcGylJg8gtcAoAyEOTwgAfkgYmvDOcgKE6yLKTJkqJJIplQPAX8pQIP3clSlhd46al8uoEOlYV3sgR2eSBoS0FyTHflRwqSzMXOhtQBnh7skIJk+ZK/jaOfVtS+pnCARckNMR8rHyZIlr6waFVvm2kbYnVJ5oG049riJW8xNJ6ShZ5PLIxj989cOXLkyC435sZFZu1XT+LUHWZgOz+wwZ8MNK+McXbyhXZt5qNDk7dElOFI/ZUC9DYXSeZGFC06BzqblLH6lyx+XlVt2e+TB/Qn2E/cun6dL27rpKD1J5Puxbe+2Gg6HGnrWDJulG305ZPMTbW8mAS0g9bJr6H6JJkHEeXiSuE68HtK7w0e490FlvEtJpjTNtgArdiBRr5AX7rbpGsz/l0AyMPXpg6+WGIuAHmQLLqpw8vcEaukbbeB99SNXuymu3UYnt8Cm1fm69e//vUh76lf1/TisQEtvZLMuUkeGeUnD8buH/vp4DDBL/jBo+euef7lG/UOH9rgkgUnWWxKjqVoQBLJ7A+8kqU8K/f8j66qpKB5MtbALrBuh59kylEP1KGDW1CXZK4HSYZ/cAra1Un5JlkOruzmG8B25SRz7dXvfMEvgC/VSYF+BPLa7Wsc3KR4AfRw0NE1WeTSiy5SbUC+OiaZttS3Sea8KQ82AO2FZMFRTo7Rj90/OpTWPDXm9Lt5y2YHwbZLAX2STD2SxafJUiYDJEuZLkmm38bunzZ1u+zR/5LMfmR37TV2zSt1ZEqt0ejh0BsDeHSFWzy48nCk2ux3QNvQyqM3t10E4AO0sV0/oScXrXo82Q8PX7roZ214OMQ7hDuc259JXQyQ4+LHBR7/ks0PSaYfyUBnvHl676d23lzqmLG38dYUHsCbAfQTi/SbtwToZA8jFSPEVn/RB1/2kCnW0PfSSy8daOk/dv+SzHGULH2Bvza6s2uHsv23eWDzwPfQA6flAkBwSjLVFKxsGnwJ9Hd+53fGu971riH/u7/7u8OfGHvve987fD1dkBM0/Jm+d7/73QO84x3vGO/YgTw6X+vHezLe53/JIlOQ0Zws5SQzuDdwt408eWn5CoKCahJNk07wEYjUz8rT+D+6grJMFrnKyfLBqnW7+kca6MMfAn19Uv/RzULTRcaffEuO2aQdPdAffpem7rCAcbrWlR3rOrfbybKQwUsW2y14yl6TS461q+M7PBx2XargyTdJjm5a4PGl9DADW2062ODpgteM2SpOrNvg2Mg8+clPhjoPEzK+JCw1xqTAWEwy7r777vndAnV44YuPcnHkN/jeeSBZxrsxvAYSk8x4Kg/aLg+SSI7CidqPIu7JoNP/qh/zmMdI5oWaMdA2m9wk809VuagU9x2U4JiLAA+ApjCZ7flfsuidZNpnLMM3/oxTF1nmv/lrQ+zg5VDtbQAXpDbWNsdiaZK5CUZPNlHWJ4AXehtic4OuSeZP2bSzAQ6a6i+/Bhv/0tnY29B/61vfGuA//uM/hg8h8oc45kksfLpJHcTEdT8P8EaAD4X9/d///WCXNvrC5Uc+UOYDQB/y2C6fLHYqO0TgL9Uv9IPjwIovOm0ODvjjnSy+TpaUjXwmBclSnxxL1/V788p7Ab+9IJ6wZw3qgDo2F9a0a97q1zh729rOB4A/jB/AJ3wgrw3I8w/f6RsXMXzFp3yn3uvcxpmYqw/Vo+nbAPgq6zvy6EQPvsafvmxUlyw+hVNQTxd46pJI5nxAB5KlDq5GY7U+Q6veGkg+mdrxo5txYnyjS5an7uZL6eEBcuDIJ5k/I7B/Mz/w146vNFn0STIPwHhpg0efJEfnljb12sfun3Y68s+uONcnMsoXfrK8CaQf4NHfvNWmTEc85aXmNh4/+IM/OPVOMr91ox1fdrgogMtHcF3+0YkvekGQ5Kg+eKLhV28DeKLu6T86gAbfr1sIgQAAEABJREFU6gTXWwFk2Kv4832Pf/zjhzEFx3w0ZvSHA7r12/jCy1N/3zfRX0984hOHOOUtUHKt2+SM3T+6+ig3vzznOc+ZeGzkn13zfPOWfD42nl1gGJfJ0l9wNtg8sHng9HvgnIfLUpDAQyowmdg2Cu973/uGw74/fffOd75zXgJcc80147rrrhs2Q4Ih+OAHPzjx4Dr4AxcGQBsc/JOHBgMBQz1IljZBU1kbOqAsAGmjW8uCuTxcqbIgK2/BlRZf/nsFSeaiSVc6WqwrS13zj2RaHwnye/WojjaS2jzhSiI77ZJBXzy/B1N3WMCiRNfqL88efSXvKZq8OrhS9eaC1KKqHsAD5eW23gKMxvyB39R4dFhQd9iBfWzgA4d2+c5JbRZ7flH/zGc+c44bGw4bo5/4iZ9QPTdI/AZshFTefvvtRzdy+CTLuNNm7ibHyuo2eGQ9oI/A8bTQVjgezt5686U08snyNlIPN8ZKknlRpN2hyCbW+BPvgXGJh7EFWq6sJHNMJkuqPolk1uORLAdcG3CbfnJskG2CxUSHZoduchzGbMTl6TQZ7f7Xso2x+KFso42H8WwDTe8kRzf85g2d6SAdu3/o4JtD/GBNcRAUo22wHQ7R2Whb68w/ejgoeGPJJa3UK7vk4QfHU0AHAxcZ3/zmN4fvBeCJNxnsogOfV286q0dPH/IcIBxYXTgABwhtcLSLfcpoHT7U6ZOdafM/uiaL/+kGNCSZ/ZEsKTyQLOVkSffDVYcPkE8yYws/AXyAPJAfu3/s3SVTrjqQLGOhbXgCeNoLyXLhz164+Or3JPPbB/zBr/zFH3wA5PlGf/CNdn1qvOkLb0Y5uMHxdN2bKNrk0esb/Yq/8SE1XowhKZCnE/zq3rT6s2fdrpwcO6yTgQde8JLMcZtk+IePeeCwaswkme3wjRm0Y/cPnnYgjxcd204v+SRznWAfXPX1qVQZ3o7l7K8k88DP5+qAvHWH7sogWfqzcttfSQZcNPijwZ/fAXy6wFFfndHrQzQAPRy41Rt+knlY1sZuuGKDPYO5av/Ad21nH5lSfLR5Eg/X4ZyvxSZ57fxsDHlbCS66Jz3pSeOCCy6YX/U3ZsxNY0kMclFg3prz6ukjHrgYMA7FPuNJjMHb2i2GsFt/3nzzzfPnEz/+4z/OrcO44zP+YB+b4ZJHF/5QD5JlzEzCB/8H58Hslmwe2DxwCh445xRoHkJi0qoQeKQmq1QAaF4qWKgXCJovjXo4UpAcm+ynMsnRALwA3vRpncDjkuL6668fvlT60Y9+dPzZn/3Z+NjHPjZBPjmmAx6nC5LMxWcvP35MMmyI6Eln6V68R7JscRCg6UA/acHrYPI2u0nmk+wkqiYkS94FgP5Psq8fJvIZ9L8kcyPYsUr3sfunv+TdeO+K879ksVvBAiu1meYrfSlVB+RdDhRPHVCPtw2EhVXdYYf6zkbHX8EQA9hZu9ou/fmf//m5idNmvNmc2CAo86EU2Jw4hCSLz5MlNc+TzKeq/Ah3g++9B/TNGvaT2Pb92vbWwd1bt185Wfo6ydzMZ5caR8aM8ZZkkiXLwUSbizXjRLt4ZpyQB+QBImMUJJkxoPkkM3YlGf4liw542Yw7/Dt0kWWD61BmPtsck0sO2XSsrPIhQ1yRwrNhtxF2EAYOAOpLB1eZLCk+8tY4Msnzaq637mysPd17+tOfPnwYzNPBH/mRHxk26WTg7emduPTUpz51POMZzxjPe97zxs/8zM8M3ypx8MCTPd/5zneG+OQ7JfIOoA6iDgJ0gOvwga8Ylyw+orfDj4OtwwMwlx0s0PKh+MBX/OOA0jxavJPM/kgWnrU7yewXvgPJUk6O4SfH6sbuX/F22aP/JZkHUb7dr33s/pEJdtkpEy7Qr2saOKB4SY7qnmS+qcJmPtFnUsAHDln6jx+U+V6dlE/4S5uyQ7+Dl8sZa7F1CfCtPYVU+7e//e3B9+j4Ez/9JsVzrQP+cKr/2P1LlnmkT43ttiWLX9muXjtQxsOYhJsseEmmH8bun4soh1K28mGSQSd9jy5ZZOKbZF6OwN3Llyz+B/I71lOGfJK5JymdtgKZcPAD8ngkmSja2aJOu/7Chz10UgfR3DeHtPGjNMlw8G59kqmTNnTox4P/yADka1NNJnr+kQfy4oIDtzmmTDZe6PSb/sWH7g7vDvj4mI9wk+XyyVgQV7SrR/fTP/3Tw88BXDAYd+Ymvr7H43sBHW/q4Btfxp0+ow+e3irC88iRI4OuZLuA+uxnPzs/CiiekMcedtJdyn5jmc58xIZCkjnX4G2weWDzwMP3wDkPl0UnLj4mrKAgvwZ1AnnrTGj5pvLHA0G2bUmafUiK/0MqHiwkCz69VAk2AiBdbrrppvG6171uvP71rx9XXXXVuPrqq2dZ3Vve8pZ5gBCM0J1OSLJvEKudgih5Arf0TAF9ZQHgOzopS5NMX3mFVNnmUFp75JPMRW/s/tl06ocku9KZ/1+SuRkcD/5rv7APeJtFU5JpY5K50eAf7XzWOcJ3YOz+Wby1FW9XdfQ/OBZem+qjlYc0kywbNuqzy1NQG4GWk8xXAJX51p8SsvjzmUOIOWjDhVY7f8nzu8ODPNokcxzKo5FucPg8YM6citZJ5tOlZIkrSeaHAG3EjR9jR9yx6XTQsUlWZ+0AlSkPlI21JDNeJ1E18zPz4P+SzHmPhhzj1iFLHLfpJyPJHOMO1w7hbDS/jV15MHb/kkz+ybEUjflAXwdD+ifZYS//JUt+zYMucMm4995750HdBtz3Vxy2zA96SeHaxOMvVe9A4eLN5t1vg10WuARwMHBhQCe2OqABBwLy+JpMKe3YL947FODJDvrzK3wHD5cl5rFNP1p68B3AB2911nC6ru1Mjs158kCy+CPJQ3yprZBkZpPMvkuW8njwX5JJS09VZILKb15Ze5LJx/jiP5Bk+AdXWsATJEs7XHzY6BDObim7jVN5BzA+8uTVmyQO8sp85vLFmivv0kmbN1z+8i//ctx2223DTzaszfzsde1bb7113HLLLcNPOtDwOVnkkKdf9C3fK9ONDYANSaZv2Gqsq1tDkukLbQX2ogdj908Kdtn58UwHRGNDH6uDT7aDJPnq+AnImzdAmxQvNED7GpJFXzjwC8pAOVlw5OmgPslkgydbzRX2JMuYgwvg8hc9tBvf9NQGtLsMs97L44eXVNkcIahy1SsnmfsO9WjNH/y1k4EHucpJps/pmSw/I2g/OoSb8w7ufm5o/5ssOPqefGPJPCaHzuRYe6+44oq5ppqnxgp98SLbODVGXCxpo6d2OnnjQH+6FCDDmwB++y++6FOXhhdddNFwwWDck0tfusHnP6Cu9iWZ425s/zYPbB44bR542BcAJvzxtBFM9msrjaDZ9nX+eHQCDEAjMKzz6kqXZAbEtpe3ICXAjN0/wWuXzP/Uz8zuf+Wxy87FSXoQsKU0dALwBdZ1Ki+IWwySKM6DYnWbFbv/WdAFeHylu6r/E/hql3QNycK3dNrQV5fmBVf5kwX4FhdfiRX80eFNd7YnGZ78q7fRsKEQ7JX5Nllum5VtKgV69EDdmQx01BfVkT3Ns93mSl2y+F7/W7jgJBm+kqvPleHzo7wNjo21vHop4FMLsCd28uoOMySLX9jEziTDq/vytcv4qq0OKn4GwOcvfOEL5xyxmYCrL6TwPUnAUxms+dX/6jf4/nggyYxTyZKupSYPrUv2LydLfft5zeN4+fa7uPTYxz52XgIYFzat4p75hp+YYxypN36ML/Vw5ZPMNwg6DtWb1/iS3Xq05jhaIM6pM+bMcxtpcd46Q6YNOHp8bHbNa2Uxkm7ybEgiO30ofuMpVjocJRn0TjLXJHKtX3S0eaYDnfCzwZba1HtFnxz62LjzB1no8HCw/MpXvjK8SeN7ADbsDoku6RwkHShdQrIdD28zPfvZzx427+aoPyvmdV4HfMrTg91AHtBPuzcPvGnAHhcI5jldHDzJcaDgO34kj27a2aUf2IufugKZbGEvvCTTf8mSqoOTHCurWwNe5JEhha89iez8TTZfqQNw4KJLMuXpKwAPJEs9HOVCkrkvGbt/2oy7psYGv0mBvL5zWQr4Q1847Lv89GFGbzF6yi/vg4333XffAPpdP1qT77rrruHQ76dXxp6frPnrDsro/Zk2YwVfBzk6sVG/WKP0C13YwP6d6jMm05vvjSkgrw0tgM8nxnKS6Uf9hz//Fac05ia78TUG4ALjHm6yXKLJ40GeVFmebviiJxtfc0592+Hjrd2YUS81R9GB5NheBT8Ap7ySzBijDh/txrMyP7HDeOcTstWTY9yTQ19y+EVbeahPlnGjDvBfcZIM8QWwrfPB/ALkkYOvuCOPB5+KCXxJvos9F4HmnzFlv8Yn/Kyv2YlOan6/7GUvm28wiAcuoIwJNifLBSt7zVt8yCKHbnTyMyJ68YuPCz7taU+b88UFlbdULrnkkuGCEZ3LCbRsA/J8JmWzt5LoTzftgI3J4rNk/xTeBpsHNg/s74Fz9q/eak/WA4IQEKgERosM2qaCq6CsToB90YteJDtBmyAvqOLh6ZDbUQFUWToRD/gfORaaZHnSil/pBE6kFhw4gEyLDTzBW/vJgNtaC0tx8cJDQLZRsTlpm8WCDGU40iRz42BBcChGp/6wgz5lOx/XJr5hlzKf2XwnywKlPlk2ETbELUsBPlIbsuaVDyvUBuPUWOATm0+pcutrX5LhbxZ7YuHr6ebUus34taFwSJFv25aenR5IMg0Xb7773e/OGGNsKRsf4qjNqHEorw6BMjxgHGpLMl/JNubU23zDTRYZ8urXkCxteGgnCy9xTtmhygbXGmBOJ8vrzcqN0/DwpJONN3oHbnMAHn3ME2DsK8Mh00ENPVp5v9N1qHPQc3Ds0zhxyHqAv43/P/zDP4wvfvGL89sI6K0FdCfDK70uNj1tdmh0uLznnnuG1Gv/8G3YPd13SWGj7xCElg7WA36mo1goJZcM64j4b3PPDmuftdMlgLy60jtwsJef4ODJl8rwkswDRZJ5sCYrOZZveez+Jdn9f8wnmnxdwAcYL3wI5AuI4KoHzUuBdiBfgFf68oYD9tYrw9eGXpmtfMGX7PWU1QWNPm1qjXXoMqYc8PDQJy7p/eUUf9bNZY2fVBlH+gbvJMOBTb+6ANDPLgT8TIR8svCU52/+pwOfk0FPIM+2JLMP1CWRPMTHKoxTY0B/oKOHlIwkk14dPDy1kckP8tqkeOEBkmU/kSz02kASyeQJD8yK3f/kwS474wSedJCqKySZNiSZ8SDJvBw0hulYGil+fEtveXaKG9Liq1fXMnvQSPFIFnnq8KFHsshGA/AD5qh5LL6gNU7UOxybX+rhADL1IflkdTzBP/fcc4e37exfjAEPnvg7WS4b1aP3MyDjid3mqPGgXv8Yd17lJ1u9eGNsuUxQpp/5bv9DptjkI790/Ju/+Zv5Ed8f+7EfGz6aitalBBvYq0/sj+IWwcUAABAASURBVMQt+2KgXTzkH8Am6QabBzYPnJoHzjk1so2qHhCwBU5BS2BMlgVIcBI04Vk8tb/mNa8ZbofVAcFNkBT0BFw39l4fhWsxKD3c4wFcOsAXWD019aVVr2y6cfWkRt6fZrEh+MVf/MVx/vnnD4HY4nE8vq1nE1scxiw89BWck8VOOgreNo1oksy/8kCvlqXw8MHPdwDUJQsP+cMKFjt9Rn++kbJVqqxP3LgrJ5m/X1zXr31ZHKmncfwlf9jBBoQNHRM2njYK6grJMhb4w3j12qCnFfVlsrQr92BS2i09ez2QLOPCXPnv//7vuWHnDWVxV7xxOBVjzUWx0hiCIzXepPCSZX7CSZZLOnhrMHfRSNdgbCuL6XjhaZPsMKWcLAcvOonV2su38yPJ/P4F3W2YbazR4kMnNGjR2eAnmT8twNOGW5uDode+xWMbbodtB0OHdQdBBz0/f/PkHx298XdRYUPPNpvsZPlwIj3gWOM8efY1bxd4LhlsytHyrc05vejgoKENf/zYgCdwseFQYHNPH/gOKZ5C00FcsBaiY4O8dQoOv8Cni3b+4PM10CHJPAAmx1L18JrK44GnVH1BG1AvBfJwgbw6+FLQvDagTkpXfSePVp4NUnUArTHAT/wtZVuyfBNIv7Cf/1yc6E/96rD/3Oc+d1jXgbyvr9sD+JCb9MILLxyvfe1r508dX/3qV49f+qVfGpdffvnwRNVlzle/+tXh8KdvvTXgMpvO1jUy5fWjPL3ZlWS+nk5PeicP9TOb2FpIMi9oksz5iQ++eOKHh9TcQQtcApGLB1wAh1/A2P1TRrvLzgO7tJBk6phk9B86oEwGeqAvkswxgx9Qnyz6JpkXAOIHm9HTCx08KX7okky58JJMu+EkCw9zCS4f4MGusfuXLLK00TFZ3kTAEy91wLw3BswjvMwXvIwb+vGhdmC/ZsxooyM8uvA7vvYl3uoRZ1wKuggwd8VLQBfyjCvjC61LOWOD7uamuCPOwKeL+KLv0JJHJ3PdRaF572eP3hoyhu13vcFib+kNIfR0xlvf05mOO/fMb2NJ2cMfYg4Z6jbYPLB54NQ8cM6pkW1U9YBAKhArC3iCVjdDApk2wdiTf3/yUBCFK9UutYkS0H2EUB4PgVM73BMBPEHebzRvvPHGYXPnVt9mzW8Bv/a1rw2/BfU64Je+9KUB/FlGi8WJeCfL7bSFIslEp/PM7P6XLH9aS9DfFeeCZ3PI7jWexasBu39NYN2O9jACmyyKxkH1X+ctVhY4tsKFkyxf9+1lUHLMr/DheBNE+miA2mR+sMfGwRNIi3x9xT/a+MhYs3k1B4wb9drNC7z8mVEblbZp3+Ds9oBxY3zwgnGRZF62iY2egjtswtHe1JhSBvLqpcYkHlJtIDk2R+EA9WiAeIfGmKWHse0QbMzbAMO3ebX5FqvVowfkJJmx0/juGkB3vMVWefTa0ZOnTV47fnDEe5t5m3IXrTbaUht0T/D9dMbrtw4e8F0YiDU24zbv6m2uHQpsxuVtwv32nx02/HDNX78jd8GBj7UELh3Z6tAO8Kue2pLFTrHPOqBf0CXLYdchxIWyGIHWJQB72KiMFyBzDer2g7HnH93WeJr5H+i/ZOln9cmy9u2lUda+htYlmQfJJLM/ydImBXSWkqfv2M53fAMcuNTZD+gD/eew7kLUxagnsg75L37xi+dPMTyB1T/6Fz9jTx85pLk44Dt24UeOQ5gHAx4EONgZj8apMWF8GA8uYrxd4ECmD/EzJuEaZ2QkGf6xQwqSpY59tRN+8/yQLD41P/Qx3vDxsW+iq7J6cuTxqGzlJEd9jKc6IF+oPknm035lvM0feXho5KXaCvyoXhmePKAjeimb2MA/6NXDNUaTzEsA7a1rPd7li45dY/cPz10y7SqOdnRSbXihNT7sKQG5/KN/tIsLQBwynupTOGjV0YvvkwxjxxN4YL7re3OaPHPTGJA+61nPGr4LgIfxwn55F0dsMP7E2SRDO7/Qwzqt3R7I6/70cnl13nnnzY8BeqPFnDe22UU+X/CBeGTcimV8IBawsXOEjhtsHtg8cOoe2C4ATt13k1KwEgwFKEHLwcUmy2H7jjvuGA7eNkuf+cxn5p90QQTf4iaAohcUBdIbbrhB8xDwBE3Bb1Yc8D98yIYitcjjL6/ORkDwL568esHeoiF/EJSPQ1nxksxs5TgAC8wq1XlVUZ4s9G1jq/o1L+XDDuxf25As/mFvkmHhW7dbtC2CFrzi8FtxLPp9q6B1hzllj7FuDLKD/eaIcZ8sG7SOEW3G/YW7J1dwQX1TehdY6jfYPCC+POiFoxt9cRgkyzy0MfUESrxLlidrxpkYmyzjT6wyvpLlqbrxijcof6lxqk6qbP7Ctdm1uZbH18YXeP3VAU5ctnGFQw55aPEoLyne2uDiqUxvcyjJPCAkmQcMbTby+KD1WrdNs9hi006mjbknvT4I5+NvDvt0RGNDjTdfORg64Ft76Mg/QFmbg+Z5u027i2wHR2Xxi614OYygJ9vhHg860RFOslx6WnfG7h/edOslgCeA8Onv8Cl1COwr6V4/Zivf4Sl1kJFfAx6FnZij/7VOqlIK5EESyXySrH4vzMYH/5fkaD8UT1Oy1PNHgW/r7+Io61s+0kfiIH+oB8r8xKd+O2398DMLb0QBhzZjmmz+cWhyaWKt5zNjRczUnmRoc6jTzmd08/bAS1/60nHxxRfPP8fmrSrj5K//+q+Hhwf6wAUCWpcIfK8fjU1ABnvIqP+VgTL5Uu3y0mSZW2yHRxd86ZwsvylnO3z89TEe5JHdOu3o+QpfZSBfQAcHyKvnY/3BfuUkRy9ptOEnBWjgAXk6SJPMuYeePvSnJ75j9w+evPkLn17w2KoNP/aTtUOfvNQlmW9H4IV3eaDBQ502vJTxsE6a53i5IOMjeNqBerzhJjn6/RBjTpv45JLJWDPHHdLNSYd+Y4o8cRNvY/Xnfu7nhssj9PTCg55wvTliTHrTyOHfuKQLnbzdgwf+xjL/kunnKd5WNdaMTW+t8Am/0Vls0iaGouFD/MhNMsQf+BtsHtg8cGoe2C4ATs1vD6ESkARaAU+wEtRsktzUu1m1iCMQcAVM+HDVAYusV6wENIFPMLUQWly0HwQCo8UGThLJ3AjTR0GAJxOeOvwtIoLpWge4+4FgrF7glk8yF82x+1d6r6vjv6ua/9m8adtrJxwLh80ePSbyIf8fn9o8WXDXprBfWeoAIF/gx3VdkqMbTzjGg8053sqHGfQ5/ZM8ZNx4O4Uf2Gg8JsvYHbt/yjYTxsquOH1jLNmE2Gx4VRXdXp/D3eDs8oD5tVg85jhJcvQjXcaIjaZDrCepxpvx2BRdssw9m12QZG7Kx+6f8Yc/2BUnf3mgDPADxqeNMd42qQ412h2GHdrEaDEXjo0tHnDRGcfKUjrgZ2PvAJhkHgzw1JYs+sLFnxwHARtul8428Oeee+48oHqy5kD3iU98YriAVkZnsw2sMeSCJIOO6K1hfGbtMOds6NH6017mH7/Q0bpijXJAZIsLAG8KWCscKPAlj73mNNvxtc6ppztd+cirweY8PAdP8c966TDiEOBwKi7yQ7LECjzIKPBHIcn0wd62lqVw6V3gX7bRQaqsrbhJ5tjQZ4VkkZNkrP+Vhp+Mw7bJo5WqYyP/sossPuWfxz3ucfNBgPGrbL1MFhn86bV9b2C4GNGXeHnaq+9cwlhjHbiMez7ne/4ij3/5ko891fXNFXh4uczW18aT8apv7UfQ6C92JcuY5Cc89/qJHfDoxE72ArYZT3SR8g1bHA7xSTL/cgdaPNoHUrLIKWhPMvc68miS/J8+14ZGWh3oRLckkjm/tKlPMtep6qMeb2V6yCeZcuDrNzaQoW3s/ukrNppf6MiW1gZ0fIE3XH5IFlvIAHDwkO5YHo09eOgX/PAwR+HQA6DVhrdxA8dYgqdd/+MrZsjjDYcO+BhD5qO8g7t4oI1t8h7euIwSK+hh3CQZ4oJxwh7jjZ7iBf5843LSmPL6vz0x/fDz01QfG4RPrjIbzIkkgw7GijGNF5n0Ni6VN9g8sHng1D2wXQCcuu8mpcAlOM7C7n+CF7Co7YrzllJAFrgEXql6gRKeV6B8ZEUAxQc/7RYP6cmAAIsX3habJJNMvQz53SQkmb9nE/S1nQjoZBMi8Muv8QVxZa+EWiTkgQ2b18C0W0jUoU2WRU4wt9lTf9iBv22a+H5tC58ra3eLvva3NhcAydJP8OoneYse/8kfdkgWG/nBGDAmpMaIN2PYx3b1xZGq7/hdjy2/WeUb+HA22DyQZJxzzjnTEcZWkrlBV2FDK9aan9qMLeOpKZzkGD4cYI4af/CAOrhN5ZPMw4LxC7dyxHBgA65e/HRQtql1iIKP59j9S7L7/7H/xHHtNsdSLfSVl9p4G/s283jTB29zic4OfmS4hPVKt7fK/M4Wjk2zQx86vKTWpCSj/PC3EXcB4UBPZ/MNnbhkE28Dzlabf/p6W8lm35rHZnS99EAPtAF2kwHPGsc31gKpywApfHzJQeNg6tV0NlnH6M1uvNgsXYM2oE66Bv5cQ9vg4kUuIEO57UlmX/M90B8gydGxNnb/ygdteeyXd2hkG+D7Hen8/gP7HdaAQ5oyf+kveukH6w2fO8TrD3Xy+hc4iCk7tFt38DKe+Httjzwd/azAAwt9Dp/f62964ufCwVsExhEatOxag7oCP8jzEd0BvwEyjDu2ybO/fMxXdQAP84jd8vhJyYevXOA/skCy9Emy7DfgotNGD2kBnXbpGsgoDVxtyq3Hx8HUPDBejUt84NJJqk1eWnvYig8/4CGPt3b9rJ4MeFI42uElkZ1/UUFbkjn26AHU6Tt9Bh8vsqXmG5/DAfiq169wzHn6m2vmOx5sMtZcIOgrOrnY8/aP8URn/SMOGGP8gKcYBM9Ywcu4s7/10z38tHmLhVx+8tNVD8mMV2PRJQFd8ec/4xtfNnIAPdkgpitvsHlg88CpeWDZNZ0a7Ua184AgJiABQVfQUidg7ZqHgCzYCl7qpIKrNguqnwwIcAKpAApXUBQ84cI7CCyOaMi1gCQ5ii54CpTkCqjK8KXqjiKeIIPWhi7JXHCg45EsTwI8MSBHPejmQz5ZaNqeZNjw2dxofzSAxc3iyCe1x1iQ52cbWwuwvL5V7xJE2bhRbr2yDVfptR1mMN7MB/bwD6g9d95553yykWRWsT3JMO4dYozn4nf8eHMAcnHlNzi7PZBkdP4YL4BHmpqbjbHGkXrxVtyEh95clBqnxhbQBle6H8BXD8c4pwNZ8viImza15Dio4emJttinXcyW4kE+UAZ4WwPwRm8O4eeAJE8GWcCm2ndXPD3zCq74q86f22KvMiAHD3o4eNpAAzjWJHHc92I+9alPDW8N+Figr/+7QHAYsNH3PQFP8DwFVBbbrHF+wuYy2wGCHDHek0A2kGFto4MDKpscINDyBT5sdNAQJ+mCB5noxENy6Vb7AAAQAElEQVRvALiAwENsYDdgyxr4rmV5sgp4FvhXXgrki9e0dVI4+nc/0AandJXPr8ZZQRnQmw18oy/FOwcsfStVNhbw1F9SvuBjPynsRxjxgGsc0QtvvlPP58YI/5Ejlnozw5sW9HEw43O80TuE+S4A//Ozy5Z/+qd/mt/RMIZdOBgf5hH+ZLGTj5uyH79C/cIWoB6+ejLJopd6tNrYyycOjfDYgD8cZSk8dUAZaAP8IG0dXIC/+rY3r147fHkgj3fr0YB1vTId2aA/zQE0+NIZwFeuPcrq+U49n6AlB46+Zz8d9B8/k4MvQKPPpHDww8O8Acr0MFb0uzw6Zak5abzgi94cNBb0qT1M9TJHXegB8w4u0GcO6vYu+Lg0IEcfujxyqPcGCl3MabHIRT9b0Bq/N9988zCu4KChA9vFCvrR058e9BMVfNlqPNJRHvABW+WlG2we2Dxwah44Ky4ABMm6R8CWX9cpgwYWee2Cr/wa9gYdAQsefEESwFeWFl+9TZc6gU1QFEg9uXn6058+Dz3aBGHBEh0cdQcB3OKhRccO8tDJS6uPgF8c9ScDnmAL+OiABQudFD+bPvXqAJ28FSAP4GiHTw/+8idotD3SQK/qUJ+1ruW275davGyMLJpsax+wkb3AJtdiyC/K+Nis8wsaY0g9ucp+g4nvycg/Ho56QNb3Cuh7MrzZCc+GiZ3AZtefITMn1n6BZ+NiIyRvwyTtRslrzspsA/IbfP88wOdnEohv//M//zNfBTYezR9jxYZWaqyZfzaf5iRPwYErr92cLRirDlHmZPHX9qIB6LWTD9/m3bgly6bYxtaGFo4DrAO5duuPwxceZJIvbw7gJW/M00MbXcVebWRK8TGXyHW4w/unfuqnhk033i4ZHMbZwA/qrBH44okHejHG/HOo9sT3W9/61vAXBPyJLk/rfFBQ6lLA92xs3pXRWMMcJBwO8aOniwLf9vjHf/zH+Vo1m8xjm3dPGqXK7Re+4CNPDB0I8BQn6UUnPPmSDcAhlG7sZpN+wYuv2Kq8BrbypzrtQJ4f9Qv+dFeGqz+AvDrt6OWl6tGjBcr8iC9f0IuPAb0AWu38r9/0F/8pw5MnEx6eUnIBmWzTv+zWN/rVoYrfHezI1+98CZcs/kNLJzoCsutTlwAOanQgh03GmD/J5hLA2oyG7/2EhDz+liefXQ6GZJBJb31NdzapkwK2kUMGX0vxBurR0J3v9L8ye7QB+vEZm9CQBYpLLqALeXDIwQe9Ovjo1fGPVB0a+sjzlXp4dMaHj9nCd3D5SBlfMgDdjV119kHa8SGXXvgpo5fiTRYfkusQrd44QAtfn5IPTz05ZNMVPZ/I0wsf7XRwiDa/yDbXzDn4fEUWPJdueKFVZx02940leOKYVH/rY28R2cvBbb/4mY+3VvEmj219qs8WuHTBR54eYpK5zh5ruMt/+yb6m//GI93Yre6SSy4ZR44cmW/F4GkM6Ds+lZIJ+KEAj7x1vfwGmwc2D+zvgbPiAoDpgp9UoJYKIq1TBsqCqyCjLBhJDwIBB8ARgIA8IENAFVzJlbfQAUGYLKmv//vAioCJTgAUmOVPBugNDz8HUQsA3emCF3nkK5NnYRGQLV7oDgI0AjQc9kjZK+jKe4vBYkKmMiBTcF/X0XFNJ7jjDf8wQ/1gsVzbwdbaJ3Xb3T6xyBsLfIIeLqh/+dRmYM3vsObZVd1rn7LNpQ2TJ6PKfNR5xz/q4BvT8upclqFT5jfpBme3B8ypMcZ8k0S+40LsEZfEUXU2q9rrLeOt+b3pug3t3vZ1WWw1Rh38ybR5Bza04qy8L6xbAwAc9OY+OQX6AW2dM8Y/+XhrM/bbJj7g73Amtoun4rk3ATz5t6kXR2zk4YnJaMqTHjbVeKqzLtCVfH6Sd4khTpGNj5juIuCP/uiPxpe//OX5dpuDh009O9jsybGfHfhQJ7no+ch6w2b60YU8fmOPee9w4NAA0NCJDvjS22FMjLW+eSLoUgVf/qEvfHn4eErZsk7ltRWU0aIrrjp5ddrk19B68viFD9kDl0/5k93a2atv6KlOG1AG2thGH3KV8ULLp+z1xN+li4OYb80YQ/C9cu3AZHyjoQv/+/kF/+kXr2o7mBk/dKEfevNCPLUmoaMbefztcOeBhEsA4wkvuPrfodLbBy4j9JM6vqEv3nzADoAvW7XXZ9oLraMXHDR8YSzQw8ESDz4xTuQLLaNRRz5+YM1fma/2AjptQBsd8FSPHj8poBP/AmW+oCM6gA49YAd90PAHPmSoxxsuUIbHNjzwRA9fG9uBNjL5EWjHB616NOTQTR0+xoUxQa6x6fJIf5tv9pdw9J2xQhe+9uQeP/jqHPSNI2PUfPvbv/3bIZ7gI87QwdskLovwUjbe5OnDP+YzennjC5BFDzzFROu5hx34s8VTf9+tkGe7jwK6rGILvxiLfKCMb22ms3Y2aJfHA478BpsHNg/s74FH/QWA4CQoCA5cIC84yGsTLBsoBGTtgphA2cAC93iAB96CkqAFT0AmA70gJSgLvtrUNU+OgGiR/pM/+ZP5ajwcC69gTAflEwFZ5Aukl1566fA6nz8b5JbWl5st6J4Q+VMrPvij/Pa3v31YVE7EG9+nPOUp89V/dhZfnu02KezgQ2X2wbHw0EseD2mBjz1tqL9afxhTfqC3j9xI+UDKtuaVLW78pE9t3IwJOOiLJw/X00rpowFqG1v0uxTIeyJlY8sv6oC5Y6NQXxhPcI0vbwzYSMDbYPMAD8xxsst0nJlT4o56G1abUhty40os3qEe/Q/O0cIuUx677Pxvb9xSCYcMoN3YFMO1WUvIwdeYdtiykXbJpUwP+HDxgYePsjx+yh3zxrqy9UDemoCOfXi5QPNE1kEd3je/+c3hw3DmVfHpA59uDhVk2JiL/fzRemvQM5/5zPG2t71tfOADHxhvfvOb55+Z86Vua4avf1tTxC4HcAdBT/tt5P0cwAGAHdYWhwRPi71B4NBo7vKFNcEaC48tfEFv4NBBB/5yeIDHJ/QTMx1Q+ZFdLj0cPrXjJcVLyj/8J20bm4HyOpVfg3Z0QB4/6Rrgk6U/Af8C/QH41rhz4eGg46KC7drwoRvQJ0CsY4/XrV1y6Dvr+Cc/+clx/fXXj8997nPjvvvuG56ikmcs8I8DnAO81M8y+N3vp31MuH+yzcW9b8044PGtp838bO0hl53GhP7Bm13wfJTNxwG97g1HnziI6Qs2idn63T6Gj9AB+domrw/ZjTcw3tTzA75w9T1aZX2rDl/jSZ1xqv/RwpPSHT99oSzFE+/iSJXxB3gV4KIpjno4rVMvr15Khj7Gjy78pR4ffWj+04nuxYXPdjgALzLgS+Hxj3GtDV+pevhkqIOLD1wy4dAPnjapMadd2WWPeGCcKBt/5qvxiJ6uxoF5DNdY8H0nY0ob35ONh/4251wk/tVf/dXAAy/jDh4eYgNaOtIXD+Nf/zjM05df6CJf+411f5FEvPrCF74wXHKZA2zDh13o/bnL7hXRaKcff+NHrjo+W4M6Oqzrtvzmgc0DD/XAo/4CoOYK3oIPsOipFyAarAQogUU9EFQFEfmDAF/BCo6A5ED8+c9/fi7cDiyexlg08VrjwidP4BbEbJquvPLK+YE+ix491cM7COjfdjp7XdNG0O+sHEq9NuiVTK93CrbydLJxFERLe1DaAMy+4llMlAVxtgF1bISjXll+DWjgeNKwrj+seXZb4LwmxwbjSFpgr7xNWv3hpx8dg62DA/Shp2jyjwbgHz4AtXXtI08S2dk2eMpw+FVemzHT3/9rU7/B5gEeAB03xowNpDEiLtvIipHmlbGoHj5QNrbkC+WzrlcH4EjJkCrjZy47vHh9vYc9B19tNtjirFgupqMBZDclCz/4eAN11ie0UjY4VKhXZz54IuwSwKZbnPe0WDv68icDPVrrigMHXWzubbAdGt/0pjcNb6H94R/+4bAG+SCc9D3vec+s9+r/rbfeOj796U+PD3/4w+MNb3jDQEu+j3J6imdzTq417UlPetJw+UymNUgb+6yNfODwrg3Qly186NDnUOHSxroIzyGFruyhOz7sKK0yG/HASx7IozEGgDyAJy0UVz1Apw5fIK9fCurgoK9f9T3d6EVvqTXfwUkbHp5esst4dDjTZ/rRuNSOp7jv1Wh/scEaTW8Hf+3GFp9L8THGK4tshzNjTkpHcvjSQc2h3zd8+JdM/YQ3Orh8D+ig7IBoffYxNrje/NBOvosAlzcugBwOjSW+QEtP9Gj0s5SOQH/xFx/D0W6soFHHv3Dw0kZXuuPPVjRw8OQ7eIBcdQAvdqnHE6hHh147QAMHLoDX+ubhA7QAHhp5AA8f/Pm0faoNHlvZDae4a37kwXNA1w/K7FZnzKBX5iP2k4MPwAdfvlGGy3fK+NDHodzFDT+S4XDtcgkOenNKP4tPAK6xhY4sdrg8Ivvb3/72sH+8/fbbhzEtFtnDGFMuD/wpT7qygzy+8pMd4844ZAO78OQnQAdjn63GuDeLXHq5aDAPyLGHtPe8/PLLh4dXxgNgO1nsZC995aXK2oH8BpsHNg8c3wOP+gsAgYH5goMgJDhZwNQBwUnaQCovIEoFSelBIKjhIaAJrg4pr33ta4e/sXvhhRcON6Ru0m2mHnjggflnbuiBp9RiJsjaOF599dXzC6/abBikJ4LqaBEQhPGsPhYFdtMRHzhkyVuctMufCI4cOTLfAMCruOyVtwmUNuA2tTmgi7bK14aH1GJTXeAcZmCTBZZd/MJu44lNylJjQGqMeGLGJ3C0o9OGj0W647P12g47sHNtA1vVWfAt5vLa9xsTcL2C2LHGd3A32DwwxpixqWPCnDGv6hnxUWy10dRmLGmTN0/lCx2DLcMBLUvhkAW0ibU2tOQYu+a3NQbY/Iqx2sR+NHTDA60ynkAZyOPpwIVO2QbeZhk+WnLEbzHHYdNG2cVvZdp8m1N0sf7BVRb/bdBdRr7kJS8Zv/EbvzHe+ta3Dh/dsol3ILBpt7F3yLTZpj+d6UE/65JY5o0Am3I6/tu//dvwRJiP6ccf1gyHA/TeaBLX8LAuOKhaq/CjMxx58hxAHFzpDU8fsVcKDz47AJ+QV8AD0BegUd4L2gp0koeLt3z5GSv1edPiw+VfNtNDPxhn7HT4r7+t73xmTyHVt3iQRxZa8tCLcWyGo+wiX58YR2TpZx9lvOWWW8Z11103fuu3fmv24ate9aphz/GOd7xjvP/9759w4403Dm8SkGUs4eFtAf2i//iYffhK4fA5XfgbLjxv/7kAEHuNCT8r8DabixkPGaxVxhdbAL9I9S/b2alOWtBOL7LYSh5cZX0MT5lO6viejnjCpac6fLW3TR4tKH94+l8dfCBf0IYOPr3USwFcoB0eX0mV4eMtTye6Gr/y6vExRuED/KTo0FRnPI0bftSOXqqebHR8BJTxxB/wlbJ6gMa4keJjLjuom6PGmbnnEs6FHD2MR+OCXRwZrgAAEABJREFUPP2prI/RoEfnp6nGChoPOVw0eoikjD87nvCEJwxz3bzHx1sk+Bs38mwQ/8gxv8Ug7eYIOfiYR//+7/8+7r333mEP7cLB+PUmEZqLL7547qnFHOPSGDDu+AHgDfAFfKxefoPNA5sH9vfAo/4CQJCo6QKCgCWgvWO3WHpF0RNIqaAj+Hii4TeOcN10lvZ4qUAvEGsXzCxSAlvL5LmV/8hHPjIXZvqo094Uvg2CQGiBlRcwBX14B4HAr13wI1selLfgKxiqAxYHbeyjr7qDwAIB4KCRguZt7pTJb52yTZDNkDx5UrpIARttNOUfDeDVOP1YW2orv/C/1zD1p7INFDx5bVJleRsti7q8ukcL1Eb28A1gow2vjaS8udR2KRqgzfw0H+XVad9g88A555wzLwDqCfFQPDa+bBLFGfOydWKUcdYxJAWlN76ab6oOKEvFMyk6m17gCZpXudWJseY62TbR8uSXjg7w8MATKNNLXlx2oADiqDkCFx9tbCPLwcHG/p//+Z+HzT16b3Z5K4BccYQueFobxB2/2/VEzaHfX6Cx2bchx9/ahAY+kHeZ4M0xr/t//OMfHw6fnvi7lEDnifCTn/zkIe9Joad3DiHo1XmKSBcXBNqsCWwVL/UV/fmGbP6By5dAv1kH1fMZu9mMTpl+eJFFfwCnsK6HD+CoRwf4rKCsHRR3nddONn0dWOgnr46f6aof+J9d+go9/srw+UYeHRpjBy+XOfzs0OMgRL6DlcMPO/nWAcwlgTGBl3hobyHlT/uXj370o+N973vfeOMb3zhe8YpXDBc9f/AHfzC8UeDQxn9oHVYf//jHzw9HyrONTvTTzofGnwsAb4noH/Z5/dsBjG70qi7y/ADQ8jEb2nfK6vkCwJNq5yfg0M83eMHVZszTi354KPMpfPTqyQHyrYNjzKPBC098AL/DA+gAfPRw1cPjCzYraysdfLrhr16ePoB+AE55SfEvaEMDz3jnC/3Cx3jwO1xlUPlSuGQCfOnENlCdXSbwI1x969LHnhcvccPcLY7xJU6Si4c+MC7MXTrZt/h5iQO+CwJz//777x8uHF0G8AEd7BHhonNpRR598UTHXnLphJeHINrozBY200N8MM6Bi0U/gfHmgX7005YXvOAF48orrxyvfOUrh70yH+BDB3ly+A5PZXQbbB7YPLC/B87Zv/rRUyuwNCAISMACLQj5feN555033HL63bxUkHn+858/BBKB+kSegCdowsNbkJUXGAUhPOQF3j/+4z8eNlTatQlcQOBTJ4h5/VLgVdYmPQga5PCgC1x0Ai255Kiz0VCWpyc68pQPAoG69pUXfD5lq42LMih/eRsTmxay+AAt0IYWTwFc+bADfxtTFi+26Ac2yvOzvCcqbtflbZ74Qh7OGnwkS98dr32Nexjye/u+OrOveYcKef6ov5QLcP2sRqoOjnSDzQNj5wLjwdjo+BFzbK5tSh3CxTl1cODK78gecnGAFqg/COAY0wCeza3UnHcQk4rF5Dv8Oiw5eKmHV3pp9Wi9+IkWLp0dPhz4HBBt5LWTZ3PvopAM9lkv8PIqrQsA/LRJ8bEGeurvtXybed+Dscm36XcAwMNBpP6yKffqvg/5vfe97x3vete7xrvf/e55ge2AaS76za4n1J4oilde1cVHG3AwtD44CHhbwOU2/RxUxUpPB62F1gn2AD6hk6eGfEd/hwa+Zrt2NGxiHz+xW79qgy+vj5W1qytoK8BBixf91ZODBqCBg4+89uLrDwcofu8hkb3KfIeGvoAP1LMDjjGCXqrMD/fdd998Wo+/tcGY4Uu+sG+A4/KETDqx3VpiD2Ov4umovYyDFx5w2MVXDv6+L+RtD9920Gf4aKeHcQWf/4E2/YNWng0uAIwfOlvrjCc22lMYo3ygno/4CuDJr/CAOu1AW1P+QgvYy1/opPDUuZCgL8BHu/2DfO3FTx7I0xstHHzQ4ll58NRrhy8PlAEZ8K3p8myQAu1gja8M1mNIvvjGFFAHDz9585k/5fmfTG10h09PvpEqa2MLvmiUtesDUB7y+ksZ/85zfUZGL6qMATGHPD6tHId58cD40+avFokR9jHmsTHiY5DijQsrYxRfbwC4BDDfjU86ks3OzgNyjHPfmjCWjSH9Ja8v2KlObCDHQzkP6shAa99on+5yS2wx7vkUkIeH/AabBzYPHOyBR/0FgAAnIAgqgoxgxiUCieAp6BTgCYAWRUEVDdyDAH4XAvj4wicHD6CsTQC0cROYyVa/lo1GsFQvkBVH+XiARptALwCTUzp64U9HC4JFAy4/SIsnfzzwJAZP7fhJAVqLqTo627DY7Fk0lPnQQkV28aUALfs8PVI+zMA3xo0+1b/8wR42SrVJLbwWRv3hKYp2PtBWQGtxLQ2cth3WlH+qO3vZL1XHPu2e7rNZ2ZiRtl3eGPJkTB08oB6o2+Ds9YA5w/r1mDC+xB9xyMZTW3GaV4Yn3QsnGlfrdrFU7HXIJ1P8d4CV9xtqbzk5vNHT2CafXON+LVedWG4zrl4s8TtYgBY/ODbz4ryDN9tc0NIBb5tm9HDXbw3YbNso/+iP/uhw8PfzKxt5vKwJ+FkfyHQw8IrvTTfdNK699trxla98Zdjka4fnUCjWATbboFtj6eZNAD9585G4a665Zv5JQfzF+Ysuumj+/M3TQ0+6+ZAN+NDdWsI36tllLeEjNrVeHHAgowd5QB3/8BmAK8VHuzZ10gKaAv3k0cAnU6oMXwrk4dGVfDY7mNKHzwAfifN8K9brF3Rs02ac2A8oO9zoWwdyfaXvHZ6AfoHn8OUgjoff5PvAr+81+DnhX/zFX8xXpV3IfOhDHxreMPSGhp8A+DmAtzuAjwIaI/T78z//8/nk1Bsg6NSRwQY6ic1s1ccuLPQvf7Bbv9oLsNvhTh9pQ0dXOGjZrF5ePd8DNkiBvgH8zC94AnWl4Wd9g5829erwUc9f8OXV4SsFZOONVl4dPDwAXdVpky/ggWcBjj6Wskm7vBQNXngA9UCebPjSdR191MHBQ6rsYG3c0NEc5FP0YomULPj6R5lcvpDnB+18xJfayATyxpx6vPWbPmSfMdcLKLzoJl7CM+eOHDkyxC/8xROpD0PioWzsmgcu+8Q3F5We2OPjQA4fPxcJ9KQPe8x3b42q8zaSuYIGLhy2G1t0ZC9Z5HjbwD7B24LAmKXfVVddNXy8lEz+ZLMU4CvdYPPA5oH9PXDGXwAIfIKJ4GBzI2AyRdATJOQFOangJVWvXX6Nj4dgpx4uPPkGDWXy4KlvKl/Q3rxUIGsd/OarE/lkwRWQHGQEfHgCnFQb2VKLtRQv6ckAXIGSLrUbHd61TblQfbSrQ0c+UAbq6N4/B6SOHCkQqNkhMLsB9iaAzZ0UuK31VEjfwSWL/fKVg7c6/Mgis3nl4qn7fsCpyKu/9aWFid58LuWv2sRu9qq3IS+dcsckX9gQspXf0Ms/ksAna12bZ5c+PZFufFEc9ihL1eElb9NDDrBJUKe9/PnIBkcdHKm6titvcGoe4MODYC9X/l/D3vbTXV7L2ic/jAMyO5aU2WNO2cSaUzaUxpS4pw0+WOfLWz3ctrW+KTk2pHiZA8alNptpT60ddo1nb3I5aGt3iDP/6YI3GeilaKXK+LlIhSMvrpJl080um2kHbptoMRauC1cbdnh4kAOslWwQgz1Rtq74iJsDgAMmmXiKWw585iUefmfuY1wOiJ7W4wn4ky3w4SqTw1YbfzY6NJq/PgJIR79D9/MEdrt8uOKKKwY/ebsADXCQcEDhV2umlL1ksY/sHkT5hM61lw2t40dt9CNPmR/V8QO+QB1gA/3V4QMPL3TKUuXm4QJlNjv0sJc9ePApYD9AS3eHbL5AR6aDi0O39dF6IcVPO3pjVR4uW7yh+Mu//MvzLQx/mUHe68/eWOQfFwbs5TMXML/wC78wLrvssuF7QnBf97rXjfPPP38Yi2zia39+7fd+7/fGr/zKrwxfYHcRYwwYW+wi2wFRn9KP/xzQXB7pdzYoy7NNvwH2WrcAG8iDww7+5Sd5bfL2LGzWH/qYDmxCgxYfsu0z4MMjAw/yyge+vtGuDZ02dfoBL3zUKWuHRydta1DHn/DUo4Ov7JBOD5c3yoBsdXDwpB85xoA65QL98EcHB13r8GandmOf7vip5xPzubLwxsM8oJ++MG740JzVJy4u9KvxabzpM3k0aI0bOvjLHF6319/qXV6y35jU3y960YuG2CHOoHHQphNd+QcPT+hdEnojwAdDjTEXePSUNi7qb3zYLLbR0beyjFvy4ZMlDvENX8iTAZcM+8277rpr+NmutyXp5C0YFwH2VXDR0Q0PZcAm/aFNeYPNA5sHxjjjLwB0koAhBc2bzCa5OoGyqXYLmGCjrhNecBMs0cgD7UBwWJcbOOBrfzhQHvTC12KAX+vlH2mgF33qq+pD5yc96UmjC9K63YKk7FVEmw8psBgJ8sBTEDzw43cpOvKA36Su/aEODkBXGuUzHehuwaUnX0rpr17eGLUR90TQpgcO0AZPatxaxOVLJ7/B5oHNA/t5YIy9c0jcsFG2mRSXzCnx3XyC2zjfObfmqr3l/drbJtUO8LVZFvv8nl7884qq1+3FP0/GelihG9rKET/xUGc9Q6sOnTggTnhCJpYCm27ybIRtmB0SbLZt7PHWhh8blR36HPjp5hAB8ITDR2jFdmVx2YHck2Sba+30lvIh3vyoDn95BwF5h1xP9fCiN787ODgs+Es4fv+PTv0FF1ww2OS1d/HSQcChxUafLAcUevGHmMkO/tFmrYDHR3RuKg/2ltUV8OB3duBZUKcNLWAPGnXaAPsBHRxEqqMyH9ATHsADPXx2KDswstFlhwO2/uMvdezhe30E14Hb5Y6yV/t9q8HHhH38zAWOPrS3QaMvyaYTGhfwXvnnbzL8BM84MW68dcan7JeSy/e33XbbcFHjzTNjTL8aV/jSVR/R06HSIdMYZSebADoy0OCtn/nW/ANsAnwi5V8ypMr8Rz8pmdrYRZaUrcXVpl/oDuTxwBsokw3oqE4etIwHwLPt2uAYX1I8gXY6qdfX7CMDvjopfCAPH12BHL6WqtOOHsira16ZTnDx40dxRVk9XDLoAOTVoYdvPOgbPiutMSj+GBsO+vrSRYBxyX/w9JEyHGNSP7oEMM6MK/z8+U9vEDlgu4SkF1yylck35ujkws9PTowNvtOvxpXx7LCur+lJNxdRbMPbGyZ84BLIpQEdxBMyAJvpzgbgQZpY5U9lKvPTJZdcMl7+8pcPNtEFv4L+0od0JRO+Nrw32Dxwtnrg0F0A6CgT1yQ2yZUFWXn1JrpgIfhok29aHEEAqJeiky+URlvrTjUlE60U0K9l6SMNa9u7oEjpSjebDv6wwPB59RfABWi4eAD4e0E7WvwsONrbX26G5dXBkwK461T+TAdjxQZ6rSefgNZ5GmfBNDZrozY4fGzRdFuvTlm6weaBzQPH8U65bEQAABAASURBVMCu2jwSO8yhXXH+Zy7acB45cmSIVw4R8ABcSGKZsjza5pu2XroG7UAdOqmNsss989rm02GNbIcmT9TFSvLoRb4UnbrykndgpivdxVabYIdmm3CbZptph09PvmxgbaYdKnsBgBedxA55T9Pogzd8+mkH6qT8I3VA8LEtr/zjWT2l2vGkN2g8Z7d6h35Ps5Vtsh0oHBpcAlg/fMn73nvvnRfJNvra2EJvch0wHUjIkaKnK934jq/I1c4uNtFLnTb1ylKgDsgDeXTw6YuvVFm9dnjlIVXXNjqwy+HI4UcfyMOjZ0EZb33HF1I85NnqAOOyxKFZrNcnLkP0szy+eDkQ+diZ395bM/SjQ5S1Uru+oxOe/OoDjf484wc/+MHhA8byXve/4YYbhle0XQzQGx3f6T95PnBA9MV1hzGXDy6oHf7gSF0iuChwGcAn6thkbLPVWwPeFLC248dm9ejZBPil/lVmg1S9gz7b8K1u6hwWpcCc0AbQ8D3Qf8oAf/qpI1+qTkovOrOZXClcdW2ThyvFDw56c09deaIDyvDQF+BpA2i1V568eiDPB/pTGbROPVr+NEaMO/zbTi9y1Enh8bl6YwnwEz58SoY55ZCsH8F3vvOd+SaOcYneoVu7NwGMAWOL/11E0gUPeRebXrf3Vor+9VMfc9fv8eEYIy4c8fDxPmOE/8Q1eqHRb/oTP+PdXwFii58XiA36WzzRFy6t+A+wj8/prA2NOGX8+zkMu8QS9BdeeOGgP//QH62Un0Hz2pU32DxwtnrgjL8AEPhMVKmJ344SAAQEbeqaCkSCn8Bm4re+tPioAwIBPuiBvDq4aNWdbiADT3KkjzTwR3WoTur4gB8d0gVVOPxtcZDXJrjzI9wC+9aABk55l54Mi4DFQZsgjy+/K8sfNrAI0ZkNbG5eyg8OCQ4GytprZ/Ftpiz62kHb5TfYPLB54KEeaEksEX+UxRFlT+PNNXlrgjZg3knNreaVwd7yfnVrHLzJdZh1cHIgE898ZM+m2kbYxpqs4prryuVdfuKDDXJjqrzDv9Sm2WaebTa9NtZ+/8q+8scT78qBb9NtM23TLO7i43BNVnHlgdd3PfmHQwf4dCSzOpJhU+73/J7k28izn0xPED0FFPutveqf97znjV/91V+dX+t2UPB0mnybfZt0vnLAEfccjuXJxEOf0YFula/O4YZ+9NdGTtvRKq+hbVL1eJdOme7s0r4GvFpfPejH9w5c/KLf6UQflzFS/OCTIw/f4dvPBfSVCwAHMhc61lYXJPzIL1KXR17h70f9uvbyKf2MB7oZWz7E6NLGK9EOQr7d4BLa01lvALh80qd33HHH/CsA+hY9vbwd4jfY3sJjFzy8HOLoTBYb0biUJs+BDS352oxPdqPnEzSA7VL+1U9o+LKgDLTxHz+yU9/Sjx/5ggxlhznjGS7ZaKX8jKc8eYBM/Qvk1QF45KGlH50BvLZr2wt0Q9t6efh40K9lstQV4GirTHmADzpgD6UOLtDGRvVsopv9gLGBvzb+wLN0bDCepOr5yoUKkHcgN9bIE5P0pXEoNeeMR2OLPLLMYePInNQHxok2dvE3GT6W7QN8fu6El7HtTVH64Wte43vrrbcO894Y0n/6WCxiD78qO7T7SRDZLhjETjrT1zjgC34gn4/YCvBzMcZuY/3Tn/70MA+8WcQe375gP7+h51u6S5UBuzbYPHA2e+CMvwAw6UEDns4ykRuMlLWb2OqUtQs6ApJ6tOoFk3VenXYpECzQSuGqOx1A5loOnuqkZxLwI32a2tQKtHRVx6cWBTiCsKCsjW0F/lsDPJsDNGgFXoCfRcAiIg/g4LfOqzvTgc50tDm3yPKFcu2QAouprylrW+PUX57GwLP4wdlg88DmgeN64GiDOdOCuC3OiCsuGM0l8aZzVB6uGC/dC2tepYHTvHagDKw5LvbMe3L9NtsTfBthm2CbbLLESrLRdO6rx5vO+Ni4akdrow8frtQmHj6e+Dso2uTbfIvRdAL4obWZ1k4vG248gHhs04yXvDo8bfzJVaaHdrrQi+50JMdT/be//e3zA4FeTyfPRp0MfyLMhl9ZzBffvTb8+te/fnia7SDsgEquL4D7mYR+wh+dV8npRgeHQbz1n3b6sI+Prev00Q5Xe0GZzkC+dHDRKxeUxV52ysMvnTIauHRSzyb+VOZj9jkE84vDjJTPjTttcPAhQz8C/ahvfNTP22AO2y6O2OMQ5e0IOOj4ka30owsg22HcQcfT/bvvvnt4eu8gZazpB+u0PqQrm/gVaEPPFmu7SwYfDHQJ4WDmTQE8fYcGjkMZm+ivna78oU/0g3HoEkNen+oDdtBXng3ygO5oC8rq4eCnvwGfrXnA5wf+hIuvdjRk4gMHyAM47GZD68kCynyAlp+Ugb7BU6qMjzKd1Mmrx5seeOOnf/gHDlCnHS4e2tAW4KgvTtM1Pp7kAv0I6Es2Wjz4QDtcMtikj+jFh+rhw+U7fWVc0k8/emvDvDf2jGv4+lGbN4xc1jlYu0B0yWOsahdv4NvH+BaFQ7gLJ/zlXRKR6/BtPyQmeDBCfxcDeMnrHzYDMuiiztxwwfDEJz5xwHUZQDd2s1Mqjhjb6rWrA+wXX+655575Z1F9c8l8REcnAK/AN81v6eaBs9EDh+ICQMc0UMqbuIKiVEDTpl4AkQK/I2q57YKNAKldgBIQBAdlOPjJWxiaV364QMe9/NQ9XL6ng55Pqgsf4KlO6ukAf7VsIVbPP2j4Dg2AA/i0wP82RujQoLUQwucPeQFfvQVMiod2/IG6Mx2qr8XT63X0XevOJouVBdDTL+3sRycP4Ft4m5dusHlg88DxPLDUmzfml5I5JRWXPP0Wu8Qim1b1QHmdolcG6/moDNSB5tcpeTbbDrk2sOKlg52Ns82vA7XNqg2zTS89AX50lCcfH2V41jUbYnIcwKRk2Hw7xNm4e7vBZaIDnRirDU+4Yq2PdzlM2vCLsXSw0ecPOHDJBuR6Uuyv0+ClTjuZUoCGjnS1KSdPXAcOITbecOgv/tFbvMcDrgOt13u92u6g6qNh4r0LAIdQFyjk6ic2aXPAoRv+yvqN/uRrw1eqrnrjAU+5oKy+dtCzwB6gDKc0TdHiD+jAPrbyhf0DsM/gB36mqwMHYDt6NrDfIfspT3nKcEHk7Q20+lLMh+fwBNRXJ6lxQx95ergocVB3QHOw4mu6aWcHIJOO+AK6qYeHn9QByhj1xNVfBXBYYhu+Dm2eyvIZm1wC8DcfqcOP79loHLKXHGOXHPLh0gm+Oikc44J8+dZL8cTPOokOPYCnjB4dH+APXx1aeIDN2qTKcPlOHg+AHx20tb580MprR0cXgI4cNOqV5eGhAfSByy/a8SaLLtrVw5Eno/Rw8Cxog8fv5jKfqCPL+JMq46ddv8ClH//rX/K1k42X8WkM6kf1eOh/ccF8c3Gk7KLAxRC+5qKfBBgLxomDPRliijhkHuNnXvtzf8aht4PEQuPaGwTGvDeDHMpdErDZWEFHH3OH7mKTsUwOXR3+xS+XS/ZM6shmC/3l6UwP+rh8MG+MD21s8o0AdtpfuiQonX7hF8BP8DfYPHC2euCMvwDQMSaqiQsEAYFEwNEGBESpSQ5H3u+U4LWsTrCV+s2d1ycFXWVAhqAgLzCibVndwwX88aiu8mcC0IdP6SK/Tn25md71A59oh29hEuTVAb5sKg/4my/xEIz1hT4C6vBykywtVAcLJfrWn+kpvdlswVvrrZ7d7OVHhwR18q0vvk2XenzYC0+6weaBzQN7PPBg0RwBiuKKTSAQn2wsbQa91gxHOzzxS2pOStcAD2gD6zZ5bVJtwIbWhpk8B3OvxPoQltgo9tmUi31oxDRz3vyWV4eHuOlgq06bDTJdyUJrk2y98zt7fG144TmweQJNttTm3Qbc2ue34zbZNr/84JCPlj4AX7FGqoy/wwOd6EG+fH1FR3j+FNfv//7vzzcAPGljDzy8HEbEMjzl+YZdDg8ORy5HHGL83MATbHqrswbY6ONPBzzg0wNfdVI6sZG/HVboBpcOBWW+kYLm6cjXYJ1Hx88F5dIZR0BZuxStw4bDjgMM+wp0ojdd4Unp6jLKYcgBX5/wj8OOQxEaByh+0O9sxh9PPqdvQdnBzBsA+pJuxoAUT0B/PAAd2E93ZfmCOeEnBNYcFzF+DqAf6G8N00aOgxY79Cc+6PHSd3CBftYXDpH6Ch4gnz7yAC0d4chrx5t95amP1cNvPVx0UvXayeNbOK3Dgz7a1Omv0qEpLp2U4QFluGj4Uszga/OO3XTUpg4P9crGK3y0cMiu/nDZKdW+lgcXPXv2AlxtcOhmHPC1Om2AvgBPNpMJR54+5hg8dcaXQ7IxaLyKHfUb3fhHHxuP4hXbjFE4dMPLm4neEHLJSS4fiBe+D4Ef/nxBlstHPqOHuCNvXLgEMJ7wNL7tv33935tMDvguAFxsuTxAQ18xgT5iG1voSj67pS5KzQe8yFCPlu18hx/96Sc28yXd4UnhyW+weeBs9cChuAAQDNcdJBgKQOuAoN2kVycvsEiBAFkegqTXmSzGAvbeIIC3YCI4oj0bgE9qp8AI+JKf+EObOn6U5zMfDvKhIje1BQF9L/gbxQ367QM88RDEBW/9oA3gf5iAX6ovu2zM2KZOG5AH6i2YHVtt4wfg8KAOH/gbbB7YPLC/B/bWik3imI1n1wAHT5t5T4rga5fClZpr0lMF9Dav1gsHbfHL69M20nQQQ81lc5sMcU6qjLZ5ZXxsXtV7qmozrc4GFp7Nt4sFm16bYgc/9XDheZXeEzOx+OlPf/qwEXcws845iHhiZ5PPJ3jQWVy2gbbZ7oafjuIU/vSnGzlS/vP7YB/d+vjHPz4cYPmbfO34yovpLtnx4X8bcHy9IcVG/vHXARxC0Tn4sldcBPzIRv2EBxno8XYBANeBgF78ux/gq74pXL5tKg+0g9ZLlfmGLuTjAxfQiV8dptjIRw40DivsgKPv8eFTTyC94aCf2MRHnuLzLzscvl0KGz/6gX/Yiwfe7KSPA5Y+M5a9ZQG8YQKPjuSSid7lhLUbP3V0hiMvxU9fGFOe8LLzOc95zrjyyiuHMcTXxsk3vvGN+Sq18YMWHnlk0Ys9/MQOZToar/gDsviuoIwHkFfPRvyAPJAnz3ijC1xy4RsbUm3kFhe+NraWBzy+pKP8Ghc93nC1kUFnurFDGS82wsVfHRnqpHjTCw0e8IC8Om1AHm/ytQP0ynhqKygDZXz4lR70BGjVswlvfNTVFro70Os/OHhpMz7FBPHA2DVOyAD4OKyLD/YvymjMN3j6n6+Ne7aokzf+jEfzwFhHb+yJP3xknrtMoDedjDdjmEy86WH8+9OVLsGMaReMLqX4Bi/zwtspR44cmX/yFS1/sFmKHz3Q04v9fMJ2fnJxYay7RKAzvnjozw02D5ztHjgUFwCCmMmus0x8AcWXhU1wwUodHAFZEID3whf5DX9mAAAQAElEQVS+cPzar/2a7BC00Ci45b722mtlh2AgUMzC7n/o1bn93hVHZco/XKCDYC4YlZdARG9lebLZpExfZXkgD+QFuL0p/vT1+pTNhk2FTYAnDweBjSOf4UkXMvDhF0GVHmTRiwx5frKhtBn0ZOkgaD+VTkoGefIuDPBlP6g88uHB0b9S7aWTb7u2UwV27aVt3f+HPx3p5O/U6ufywJs/pXDob3FVlmendrQWq/YBXDgnguPpqB6ciP5k2vfyYRs4GdoN53B7QD8fBN9r644je7SefPNIau6YRzZ65qC4YvNqjsFBA88msXOuYxudNvU2s1J16OCgBXCAOikcT0xtsG2AHYDQ2hSbw+Qri2vy6vAvL23lY1Nsoypu20DL4++QLo56Td9GXL1UHEHjTS2/mxVLxWz8tDt408vm22ZcnPaEjV/oCRxa8eEjKXvR01GdPJ2lDq38ag2z8WaTeusBPejKbv63YbeusI8cBwUHfmV08r4Ajqf+oCuZtZse9NSnZMizxYECf7rRix+l+EoL6Eu77it58uGhxYfeUnsJcshDDxcOnfDXf2xycFHHF4AP6UR/PuQLhxeHaRe+6h944IGhH+lEtosMH0n0Ewi45KkHZFYH/OhFF3oaYz2k0YfegB7AhYP9jQuW3/7t3x7eCIGHn3a8gTJb/QTBpQQdHMTsmYwn44QcbYAO+km/05HN+OkPvPiHb+DoUzj8TH/yCvgYL2whnz/kC+xEgxfw1BZ/NMVFh592+OrhkClFz+fka1Mvrw3Qle7S+h1//eMwaa7wKVzt+pNNcPS7eind4JlfHkiRhSffoOEL/kKHhq5N8aWXtPVswoMvimfuyLMJXtvUycPnDzLk2UkHdcYcHP1PF20O1MaIfV/HrJQv2W1eOqjLm+d0Eku0S9G7WDIX7aVdfhnjxoHLPhcJLhl8y4KO+NHL+KJDfx7lEswDD/7zMxSxCw58PxESL8jmH3bYw2rHEw3fsRlPMuGzm41shlfw5oE3ENDQX0onvIuzpZsHzkYPnPEXACa1jhHQpBYQAeC+++4bJrLAJPDIw+3kFxje//73D0+qr7nmmvHWt751+NMkX/rSl+YHieAJMBYCfJsXyO+8884h2JGl7eGCwA3IFKDwkxeA6K2sXVmqrB3IHwT1C9vdpgqeblIFPBtTT2lOBG9+85vnB1fIIVNwtLi5eVVWTy8gzwavf8mfCCwmFiB4tVUe4NcFpOXKUz4MYNys9WSv8v/XDhsuCxpafpFusHlg88B+HjhWJ6YA8xBokdqg2zTbyGo3p6wb2gtipjZxV505i1ZevXb5/QCuOGmDb52wUccfjcOs+OnQgF+BDmDNT/wmCz9rGb278RZn8cQHwHOwIcP6ZBP+hCc8YThse4Xck2b4DjLWRLzpJ3WwsQ6IT3QVk4HDiwsFm3l4gN/gkE8vQGd2sJXd8ujVi1voXDw72NINDl3pQ3c62fRL1Wm3Ttnwsxe9gwhwgBIPreGVbZ1wuaCNj/iADuRL4QF8pWDdph7AXde3P+CDthsT/A2XvvSTJ5t99g1wqgdabXTkB4ciZTjo8MWPfQ4z+ssFgTY4gBw+BWznF77DB3++11/6VF6dPsJDHyjT0x6GXr41QA+HUThopNrQ0YlMB3xlY9ZPRy6++OL5lxuMIYcnKV1KRwfy2FNf4EU+fxo7dCCPz4F2ssljG6CrFC846AFfmAv6ml4ALXy4eAD8yYMPB9AJGMPlIYVDB2ntQEs+f7LJQZKtZOEF5Mkki3z64d82ebrwD7vJgEOOvmYXWn2KDx7w8cUDnjw8bUA7PtqAPJ7wyAN0V49OCg/AUYcHXi5x9AU71eHDNw7THhbR0fjgE23wjAfzUryQih3iBl5kOeA7sKOXukwQP4x7F1TovW2gnd1iML3EGXr7toA3pcx/+PRzcSmWSeHfeOON8y8I4G3828saa/SlA1/WXnaRI+VToI0sKdnmkf5FJz6bv+zVtsHmgbPVA2f8BcB6kprQ7ShPWt0mmvgCgwmuvRPeYqbsNvs3f/M3xzvf+c7hC8Z+C4SHNoFScBYoldULRn7zpF75dIIAJfgKYGTjTa6yFAjurZeeCARuOPyE57nnnjvfbBDo1OF5EFQfQRcfwRMf9fxKN/WAbtoETxcr6k4ELgossPBKj2d1etzjHjcE+XW7fPtR/kwHtvA1Pb0Z0U2E8omAnWg93TMOi6+u+S3dPLB5YPGAuTaW7IxzYtGDxWHOaPc0SqwBDpI2kOrFLvOtMVOMUwba8cFDihaeWFVQD5TxEs/NdbHWuiFFJ27iZ/OMH0BXQK8dqGMDXvCsO56M0duBAi/6wbNRB+jQsNOG2MHfG18O3DbtnvTbtNuIi+sOz/i3Tpwhh75sdEDygToXCuwSk8kjB086WBfUsQ+NNnm0nqo5+Ft7lB2CtZGNjlx6WVcdtNhPJ/L5yMbcOs429fzgAtuaTle6W8/ppy/pQT5d5QEaeEA9GQXl8oHXenm0yvJAXh3+9TueQJl9gH34sk894Bdt7JDCMcZ6qNKf/MlffKQP8UAHj1xy6IAf0E9shqcdLr6AvlJAXzZaRz72sY+N97znPeOGG24YxgBavOBI4aujl9ThlS7k2B8961nPGvZNZOkDOHQnn24uchwIret0oLuU7vjjSy59gHp06JXNGTj4qq9eaOlGLj8ZC3jTjZ/JKI3UmJGi1w7QAzzYgw96Ze3lBwct281dF1PGJr3wg4eGTH0Aakf1pDs8fNHVV2iAMUvO2mZ5gBd/oCUPvvkAtNMNf/VAGR7ZQB6ohydPljZlfKqTvgD8Dp9MY9SB3EWU2CGGuBTgL/L5xfw1dx38HdTNYR+J9NYIf3hTycFf6vDuqb+YZA9kfBjjLgvwM8/x5BOy+dwcdwmAr8seF2LoXVoZW/60JTz8xSD24aU/Ab/wIZvoo40f9BtcfgDq4OFJB/abn+o22DxwNnvgjL8AMLk7gU1mAU4AEdyuv/76YTKb+Op0JHyp4IVOGxx12pQFRwFYvUAiYKizoPh7ooKeNjSnA8ilOxCY6CWPtyAG5IEFRcpO6YmA3nDgs0mePPrjRdZBYGEvHj/AxcPTfxtBfKurPF3huMWFdyLQDxbW4uGFvmX+EPiV8ZcCOHDlDwPQlf4WPjbLn4zexfMRnOLjBVre0s0DmwfGPPCLC+ZM45v40ZjUOWNTaqMnttm8OgigG7t/0tLggxYd2DXP/5qHKw9mw4P/UxZjxVt5m08xzvqBn5jsAO/Aq72AH8BGHfnNs4fOXmW12XaQs2G1SXewdvgFNuhk4yNes9ErufjYUPtZlg21TTgdrJM20C4K8HN4I8NhgEw8yPXk7bzzzpvrKTz8rJX4O9iwVR2d6U6+tdOf8/PzA0+bHSSsw/yNR2Ohi3q/63UIwI8NDhzeXOA7hxM+wxd/T/t874Du/ElP+vOFtYoe+lAKXwqPX4C8urbhq66gDbBBG1AuKLOXbvjJS+GTK1XmH6BMR6l6IK+OvXzuUkee/uynmzLe8nDl+RqQrayNDDz1lX5yQOrhmI/oSy/t/Ojp6ic+8YnhKaon+HC0weEDfKV0YbN6QBa5DkfmEHCxg5Y9dCCL3sYYm8wvvNBql+JJD/VkqUeHh1S9vPHDF8YLGQW+0I4OL2W6wodDVzzIoC8Z8MmWkoEOwFOPDuCljMZ8ra/JgoueLAAXHiATPd4AnlS9wylcuuCjHo1+Y5+yPgDqyYGnnS6ArvDUw6lteMqrRwfk4ZONZl1HD/Xq0MLzCr0xaN6rozse+pFN9nkufsxHsUR/0EG7uYnWnti+xoHddyP8Vl+sEfeMRw9xfH/kuc997vz+iJhCjvEqfvG18aLeYZ/PHO7FBHECX/jGtTiHH/y/+7u/m3HfflRs4auOA7YpS/mBTYDt0tbzCTuV2cQO9uljMoG2DTYPnG0eOOMvAHSIgAbkTW7BRN4Nt7+B2wls0gtY2gQZqYlvspv48gAvAUO74CrFw6HW3zgWYMiwEGo7nSDo4ycoSelBtjwQGKXw1vXq9gNBjE+0sUvKDwKjVPkgsECxlx5kAvheU0SPjzZ1gAz1gvPJ6IdGkJcC/KQAX7r7TVrLUqBeehigfuAbC6zFUh37TkZ/PrFJRgO/dOqVN9g8cLZ6oHOC/ebDYx7zmPnTL3NNLDdXxCPt8uodXMQcm1NPl+FpXwMa+NYG+XWbenXa1CsD+YIyHGWHabJsbq0bNtzefJKKYwAe/aXK6OWtA/h48iV20NeahB8c9mjzNA3YBPMJmwCe8B36/OkrBzK0LgPktYuvLgHIc7j2rREXDNZK+or/Xtl92cteNjz9JROdtQVodyiwNpHNL9YNF7e+Hu+nZy4AfvZnf3Z44scO9jtw+MsFYlv7w5qK7qlPfeo8KODNf2Sy1zptTe/lCfkO/g4nXjHmCzz4jY7o6ISWH4E8W7VrK6jTBtRpb18o46VOOxvoAuTxLT37ATz10tLTCx/rqMOlbzd4W5HfHXj0r37RRw4icNEAfMgiU7/goY5/6AWH7xy4XIjwh3pQO/CjCzq64UFv7XSW12bs9GmsvRJc/MnSb95ScKBz8NLX/K4v0JDtUOhywWUV3sYH3gBvOpBHljwdgTb9ZxwDZTR40AG+vMOySyRjWz3djBX4cPBmmzblypAq46FNmVwy0PAr3vwM8GAXHzgIG+NsIQ8f8tHSmR/U4SMF8trQwSOXjuTqfzrL40Oedn1EJ/qh0a4OyMOhF12NBfqiV4eHenm0AB960Ife7Cl/bXgYb8adMYgXWfDwxovOxpWDNzDn2KXdfsb81R/q8Danb7/99nHbbbcNsUYsgWvcPPvZzx7md3VxuYAnHV1MArGRvg7/5oE6Y8n4ogudjTlxwEUDvxh3Lg75mg305ys+APJs0SavDsijB8r8B/iALeqBtjXsV7du3/KbBw67Bw7FBYDAIVh0wioLRALsZZddNgQ3wUewc3so1TEWM4FEIBK81QkQAoLgIVBI4TvQvvrVrz7623+y8ETzcIF8PAQbujYvFWTUs48e9LdoaFMnPRGwE85ajjLA4yDgi9rJF4Kr1CuAfIAHHaWAroK2xUD5RICHV1LhkYVeHuCrP/xWTFm/SgGdpYcB1jbRd/00X/lEwC9o+GONu5fvum3Lbx44mzxgLohLP/ADPzAvADpXxHB+MIfEDOuC+OmA6yDjUK5ebIUnD+TFG3mgDOTxgg/UAfVAnmwgT774axMrtttg29w6ANvIwtlLpwzwIEPc9votva1X6umAlv7Know58LkEcEDhC3ToXVzfcccdozEEjdd0bdrxdAHgFX+HOTSetnmV15/js+45VNjk4+333w7z6OiIPz3k6cZesv3298UvfvGwIRe/HRYd/vHQB3zigOiywaGXPerp4CvhT3va04a1zoYfP+sz3ehjw299UbYeubzA25NEhzT20wdP44J/lOmqT9XTWb0UDlDWBtRbm6TqLhIREAAAEABJREFUtZPXOnwcEtgsVSYDflM0/CQlW708XK+UOyQZh+xXr91bGQ41DjtwHHzgqNNmHOk/9kutzXSgF/2MA4cz/nIZwH/GGZmAHmSxSVlKZ+usFA/48NR5QuugRY6+1W/Wd3sr/eIVcWPTBQz/6zNlvNjFl/jRR8pGMoFxJa1M7fActh3+1dMBHvn8TAegjt3ygL54kQdPOx3w4BttyuQDeEC7Nvj8CdBrU6+dLg6/Dpjy7MaLbuTKG3MAb/Xq1nltxoI6PPHgf3LaH3gB7XyhHj495NkB8IaHniz68kV91JRNazz45YdP5fA5efq0lwBksJXdcPkFoDGHPQASN7wRYM5pE1/MaTaxlV7G79133z1cPop55q95bv9o3uJvzJJlrPILvY1zQCeXY/J44WF8k8kv7BPftLGbPt5KwYtN7FgD+wFaPpXiYQzBW9fxrXagbYPNA2ebBw7FBYBOEXQEKhNYWSBRtsnxCqKNhrounHAEPiAwqlcnaJSHwGDD5vbykksumR8MLB7e8E8HlJfAJIAKZOXb4NNg5KbUQtv2E6XobJKKRwZfKbMT/4MAPv/AFSRtAKSeCOEB0EsLNiyCONrWHZTajGovvpTv1eHtiZ1UvZQu2prKn8nQ/uVH+vs+Qm05Gb35kk/1G5vxQKcs3WDzwNnqAfOI7WK7WP5DP/RD8wLAXDNvxD8xXTyBa2NoQ2ldEMvFWjjmkrkFRx5PPKSgc67t0nW9fAFuQazEj3yHaOBg5JBNXmmkaKTwARlAvHfAcrCCgyd7bbqrO9vhWB9svumuzebYB3EdmuGjZbfDpM0+++GT4Xe6leFyxIbeRQDwqq3X9OG6LBCTHfboY31xOEKr/vnPf/644IILxjOf+cxhg+9iwlM+m3xlm3SHPGsJv9CTL6wpfmbgt8JssckH8Nknjnr1n178wwd0cBjxZNEhywGFTtrhy/MhOXwiBer4WgqHfGV08KTqC9oL6oorxQ/IkwkPDt4tyzsQOdA4zBgDLoQcsH1Yj9/YiQ4vvnEJ4C8h3HPPPUOqL/UZOqmn7C4J8AP8aMw7oOlXsvmktvCNOmBO0JetUjqrdzjTBld/OajxPX70Ids4Mj7QuRxw4CJTahzoE4dDdQ5rxgx++LKPL9BWL/X6Ukq+OYqGPfSDB/hFWYqevvRWLi77+U4ZT/zwJRMtgI8fMB/Ypl/QaacrWil64xvwpXpy0erP2iMF5S0P6EcXNHjRGy0+QBv92qaMB1pAb4AOrzVoB2yo/uxXdiFgntMRTzLx1SatPnRwAOdzOGgAen4hjww87IXFL/th+uhrc0/cEHfUaTc28BcPAJ3UG6virjcCXIKKCejEB3jGi7GDL3/zv/6gC53Qi0HGH5nw6E1HFwOdU+jw4lO+VWYD/Qp8ClqWKsOjuzLZyvJ74Xj1e/G28uaBw+yBQ3MBwMmCm0krb0FsoPN7NH9S5+qrr9Y0bCq0mcTwBQhBUKOgJxDKC6p+RmBhtukQIAQbCyJZDRRwTwfg73ZdgKOfMsCbnmTbQAluAreytoNAACwe29iMtjbifxCwEb7Fjxz0gq4FXple0gJeNibS1h2UstOiAKc0eFY/fWOBoAMcQId1Kn8mAx/Sj310t1hZUNWdCPjBWLPhg4u+/LSp22DzwNnsAXNCnHNoECeUxRVzzJxTV//YWIrl1gfzCo54o928gi8Pmm/8VGfOtZ4coH4vqAdw6YaHDbRNLNnmM9l76ZTRAHm62yiLgYCNNtTqrRPiMr1tdh3irQ1kifU2zt/4xjfmK7jWMnhS9HSDQx+6SPlBvMXLGkeG2OxSGg0cFxc27V7t9yfqrrrqqvGGN7xhvOlNbxpve9vb5sd0fVTXn4xzyIeLD9kOi2zAWz/Q13pGLv4OAQ7DDo18Bse67FBAL753eKAvG/FkL/84DPAXHKk2cuT5Ur0xAeTVFeDgJ9UOtCmr5yugLFUHyKhte9vIYJcDmLx2402fOWii5R8XAA5RbMQTLhnw7FuMGZc1DlX6Cx1f0BFv9Q4+9g34Oijxs4O6QxcZdESDFh096EYndXwNR9mYZDt/WuNdrNBH/5Dh8IcGHzqrNwbpzt/Gp/2VSyJvfsDBn13o8JKXAjLVw6EjPfDTxj5t6gEZdEOjbJyiU6YPYBud4NFFOzptbANsV6YHn5kTfKsOPr5oyZbSSZ5OZEnRktW8cqE4UvTkNS9VphO+ZErJVIcnKC92AHRS8uDRhw+kePAVwFuZD9iGlzJ6PNkP8KEbnvgBOMoAL2NPrKKfeWZeajMGHODhmJ/avAnirR1vndBJ7CFHXgygq7dYxBNz2EWeMa6vXX75U3/msX5QbyyhY4/5QR5+7HEZyRY/LTLW6WC8098llXGqH+nFr/K1D06BLYBubFTPV2SqVwZ8BeQ32DxwNnngUF0AHNQxgtmHPvSh4ebwwgsvHPK+IurVIQulzY0F1+/xPvzhD8+/CCAwvfGNb5xsBVMZgUdwkxcsBIoGB4HGbf0LXvCCcfnll4+XvvSlw+8mvT3g1UmvRF533XXDzfqaTmDDDwhk559//kBzxRVXTB4veclLxmte85rxile8YmgTIAUtupCNF9lf+9rXht9XkQnwILfw8pe/fDSvDd8TwYU7X33yk5+k2gSyyH7Vq1416HfppZcOPNhLP7b7O8MC+CQ4if/pg2c84xmTn59sFNjwyle+cuBpI2ExIZ/fsW0qYPMJPDrRh53VTR1eaAGfsQGPE8FnPvOZ6XN9yWf+UgTe8vT8wAc+MI5naxeVjhey2OA3rC6k2IbXQUCGzbaFDD2b9XsXNPxab0GXBzbP+oMv8KC/8ccPyn7La2MP90TAZ3D4zeabPnjwAX58gjd/A/oBNA8XyGaX8UEWuWxhF1lXXnnlcNiw2JMFn56nSz6eGzxyHjDO9Wc1kActm8fmn7n2X//1X8OG1cYUTueGTWPzcMXb9aZR2UbUmEHX1Fwj35giT1vL6pTVq5MvaMOj4EDk6aiLPxtc6w09xC24eKCVKhfIZ5/X4qVozGux0KGFXGuJ2McehzZ1fIGfV2/JZB8f8Ev9gLc10Wvoni5LrX826eY4f+DtgC5PVzxtuL1u/5M/+ZPjoosuGs95znOG1/utlX4a4CDgIA/P4ZMPyMdLDLNO0dUlMhD7bdp9INAc10YmOx040LCL3n6S4G0EvqAL+nPPPXfgyW4pPflP2SFInq1AHVqpeiCvDcjrA34C8nAAGwC5/EEv8tTJi/FAHV/Ls11/ywN95iAjxcOBR2xDr8/YDOAax3CU8ZTnF37lC7YBhzH9b0zpQxcAaB3E1PMHnemCjs/IUuYLKRvobHzRhy+8nu2bDcr6yDjiBzL5yXhGq46f8GCrPF3pTV/02uigHi179TN92FYe2pXJANrpAoqDDxlks00/wWMT3uTxESBHHVz0aAF++KMFbCeXvo973OPmR+XwRktPvOGQyy726EdleNrxtEfUBlcfqms73+oXZTKk9ALwK4sP+BEvdpFRPvL0l9YefYiWPfjrc/jq8LafdEGkTZmd5NEPjvEAzFW28Yf5jw+d4aiDTzY8QD4feKXfmKO3ee+w7pIPL3roA2uz+CBu4ME+l1q+f+HNXLLMcW/qiinyxhvZfkrEBrroW3bC9yYA3mKGOIEvnvwP30Mo9PoPHp8V+Ky+Vacv+ER+L2hjB3vJKOzF28qbBx6NHjj0FwAmr47pxLVQfvGLXxy//uu/PjcvbhG95mbBFKQcoN/ylrcMv5l0u472IMC3wUTwsYFyEP/c5z43brnllvHZz352fP7znx9f+MIXxle/+tUhcNkA4GnhkApIArO84Hb//ffPj6d86lOfGvgAeV/tvfPOO4ffzAvI8NFKBUavtvoCqw+v3HzzzVP+rbfeOh4OfPnLX54/fSBPQGWrjaNbWDLoBo6nH91OBIK1xQAff2VBCvjupptuGi5q4LQv6QD4vj50s8zvaNDyN//Ls59fLAx0aTCvz9UdD9h51113zT7Eh2+BPiXLeOIb9PWPPLB4SNUDeWOkurpYwfNE4Pdz1R0PdlvM5dewXsRsDG2W2a+f+ILeTb/+9a8PG7s1/X55evO1Nn6jO1o6l7eP/ZgvxoqPjdkQwD8Z/8I7Eej7440PPjQ+bFrwoS+51VndBofXA8a5cVcL5IGyeSD+wbGp/M///M/ROaddvfFgzqGBb4NqQ2jDigYOEFsAPGW4eChL16CusK7fL4+PDb8NMRqbafrQkzw0cKR7QX3HsvHMFhthdQ7UDr/ivo0xP0hdDrBL3BIPxQEy0aPDg2yxAq34JQ64DBRjrD/i+/rQAL8+oZMyUGeu48k+sVh7ZcmzWUqWdQ8uPR0cxA18PGn21wI88XMY0TfsQcsetjrAsIdu7LGxdxCBTzbb6j968a2ULmTuB/QiA508WOOpXwN+9JXCIxONMjx18vQDbAZ0p7d+gY+ueumHjgd5dEAdnt4+5B8PLhyMyNdGDhvpb/1xGPMQQ6zU5w5F9jbkOYA5EOMn9Y0F+xz7HWMTLn/Sn09d7rhUdfFkD6QvyMKXbHyU+V0bOvqwle7ajAX9xk46AHjwgXplNPziwFta/PEjC9RmfNWzGT886FAwFoCyMcbPZMFFW154kAGMtQJ8uOrppkyGMlAnxas64anfpOpLL69eigd8eiuzUx1e6qsP/urxUIdeqgzQVo4838EXz/jb3DWfzd3/Ze++emw7qkYNlw6IS8QllxY/AFlCgBDJJBNscs4ZAQZjMphkco4ig0QUwSLJJkebHCwhJCS4NL+ACy4sIVnn7GfxvT7l9XXPbu/Ftnt3T8RwVY0auarGrKo5V29y4ekE1p75gce4kOdNuTa98oo4oDUW5hOQE8TB3KODfnajN2cAXQ7f5LOn+UYHfvPGmLgg9PMessxZNvkSwMWevStf/QzIixxfBJh76KwB44ie7ez1cxj7abbd/e53H/I6XWJgTrPT10piyF6xQKvOXvFjn/YKawTWCOwdgbP+AkBSkzwkNpCbko3k4MEscdjISBqSgweSBBHtUkkmHomvhCKpkj3z0UfujEeHhl764ldHr0+iZb+kp6QHHu2ckOHY4uEy64DfBciMX51ttfl9kH3R7lfyC5DLZ35p85O/dGqrw+lHC/TFQz574NWBPqU4i4l49RAQc6B/CdJLdvLYoA48lOJn51760QF0aIA6+5VLQB59AB9IFr7ZB/LEiJ/q2aaOFqiLBzlo4ZaALr6jj45OUJtt2vSZf/Dh1HcBeoE4sIVcbbYbGzjy4bSV7AXwKxyPCBhXYPxB42/MzQ0bxeuuu26Yh3lsruuvbV04UJr/cHjIUp8BnzZ96nuBeQfQ6a+c63DAJpkd7PQMoDcb9AN2gPjDKfkErC1yzG2+OLipw9ngysV0+L2/C0qf/9PHTjRyH8CrzT/9Nu4OAw4ONv3qLgX83REX2p6RDlQ24jby7I/W5t6loI08fT7vdYkSvAoAABAASURBVBnnmUoOIMfG3ObdRYOf1flnwhw2vQV34PS5uI072/giZg5zgD4bfhffYsBufqIzD4C4wYkX4LMSrX6gDsQZqKPDizZcsYEL0JDvOQLgxYQMeG2xJY+NwJjpYz//Gyt02cNfexSywtOvzT8yjKvYmTPiLs+yh06yySWDLH1ij08M/S0GX3s5JPl5hT/K6E2sN6sO+d7y+4JD2086fF31zGc+c7g84CedfCHT3OAPX8wZOvKDPezAA6+tj09ixFbx5RvQB+DITA9+oG1uogF4AB/FxTwE4iI+AZw6OrLZwS4+ALKNEXvYRTZa8c5WfPBwdKKFA/jFnH3JVQf8oA+9GLBfSa6SXiV+csmDi0+bXnbB0YWePKAOpw/QaSzw8dscgLMmzRPr1hxgU74bQ5dELqXwOOzjodflkEtF65LtLumMu8O5r3TEyRpls3520s0//pBDp700ncYG3lzx4otef9vDAf8e97jHYJt+l/suA30NYP46zHuzLy/whQ3s4x9/2e1rDXnFRSddLrPkJ36yAz3ftNmLlz5jKpYAjXKFNQJrBPaOwFl/ASABSNSze5IOkMAkAXVJDEhoaCWV6toHAXry4lFKmGSD+uijR5tMfXglKSUc0C9ZeViwX7+kr9SP1sOAvBnwATrwo90F0kcGW8nlmzY9B9mHbgnID/iEVpuvHnh00qMPTokG6BObGcc2oB/eGKgDbeVNgWyZecgB4diXLejh2QAvXtpB/Y1Z+P1KMoB+vIBu+hpf/fkpRoBeeHzolbXJEDd08IcFNvMLvbqNWHakXx/d8Oq7AluD/NBme/ODLfTwCejXzl/1Fc7eCBhf8wkYU3NQqW2sAe+AOmiumA/wgBybU2CjKX+SAU+eEh2YZWgH5AYzDdxMow6Hxjy14W7O2jzTzQ80aLdBH5v0s9XGlwzybGzJ1IcOzlok08+LfJlkU43Gxtd6RAe0bYRtovlu3dIjTp6V8jldDvEuARzsfUnUwZ5u/d7OORSwwaHCJ7v+mKsvgLzR81M6vA4R9PDZTxIc/m30XV54I+jrO7+Dd2jjB1vESZ1sdXJ9dVSbzWJivIwl2Tb9aPXJi/roJY/fykCbLDqAOjAGaOLTB6cPiBE94qSOlj7y6BNnNqARezRw6Oonm0x9xkucXZIAb1EdePjEP7E2Tvwhgz18dbjzdtPfsiADng3q+oyHOh3exvp5xXnnnbf5o4y+JGAzG8wDFwMPe9jDxsUXXzxe9rKXbX5u5wDmEEivA59DHdv4xHd1drOVf3ziHxvYgs484gOcmLBFDLX5gh5os0UfOrxKeHLZSocSsMkcNt/NGbhZziyLTmMRkM0+srMBjm4yQPz66Vfqx8Mucx+QjRaODG11tHSIv7GCZz9aoC2GcOSTiydebTrRksP2+pRAH9BvvI0DOrEA5MPpoy+Z7DQ3HKiNDVliyW82kIlfXIFY47e2/XOd8kF68OAnk73o+WSuuOSTH9hnHrCHLS4SzFt01r6fDvoJkfkmt8ld1rl57TLCVyouqdjPXnPZeuADu9iH54c//OFglwsu9rNBbM0R9hkLvmm7UGSvdj6rr7BGYI3A/47AWX8BIBFIOJKFZCdBWPgSiARVXaIA2oUBX/X9ymjIkhDjV0o8ZM660NQmE58SSKolJ3hJDT6AAxIivyQ0euDIBeqAXvxodwHy089uOsLRU59SG9CXffBLYDzEkO/okk2GWNAJ6NUPD9Th8Teu8PjxJc8YoAViAupXwi8BeeQCMgE+JR/VAb+TgxbA0aeORokGnj8AbgnQAHbgJQfw3fjCATKVAD296LQDNotXeHrr2680NvrIJzc71NvgeMAXZ7L10Y9vV2AvG9hOVvrZTpc40Mc+/UCfcsZpr3D2RcAYB6w3/sDYAvNMe4yhewPw4dTNoUobY3nThtKcNa/QAsx0KUE49aC5pQ+E3680N22GvSWP3nphj3kd37ZcbbYAG14bZCV5NtXAQYwPYkCOjbOf+PhJjE2wZx5+wE+bZ5tov+/2JYS8KYcp2cImgFYpRg473r77eQ/Zfurj79z85Cc/GX6O9tnPfnbz8ygHfwcENnjbxzZy/S5YnrCx95MhsXDo9C8E+ANz3toZHzHhsxjx0zgpHSb8jQIyyWm9s1v+Ewcx4T85Dq42+XwH8OQCcdCmAw9Z/Azg9KNDD49WGeARc6U+Poqdkk3Ggp38cYAnjx1izz464BtPcviBT9x9Hu2rCG/pgbmq31iwyVtV8vDRIc5iRZ5DFqCfjfD66TXmPq8m06f9Ll78vQa/u/b1hflAF+ALfrx8NA5kstsBzhjmB9n8FjMxwmdMAHo24tXmBz/RocdLPr+0xUqfNh9dUKgDfZXqQTjxoJsOpTYb0aFho3FS0gX0AXV4oM4mdigBGkB2sSATLVBHF+Clm69K40o3WnYBPPynUx0dPBno8Cjh9MGzIdCHBq+17gKJbXxnZ/F2AYeHfnTGxBqhW04yX8wtNA7xYm6uoiebHnh5wBr381R+eQMP74IIL53o+WO82ePiAK0LLfMAHX3+1gh5vgbwxyJ9ceJvTZl7+nzBJI+Q6YsVlwD0ubhAQ6eYiA07zUk86F0s0sNPtqij08c+NssP/CJD/wprBNYI7B2Bs/4CwOKXhCQASUiCbOFLEJICkBAkRQ8eiVU40CqXgOz6yZCQABnaSnLhopuTuYdFeCV6doH44PQF+Pkl0eLXrg8tPvxw+nYBm4FZFn3k0qOPX+pwAX3ZF26/UozFsDGJTuzoNR7poAfeeEWHv3GlF54soI4nGdoAPz+A9hKQCfCgw0M24KN2pX50bITXBvHzJ+ATu/QtgbFEyw+8ZNNBLtBHFxv0oYEH4dSBOIsXem16lUuAp342sJlN9Gh7INOLBo5tyYfbFdjLBvGeZdFJH/3sYQvdYKZb62d3BMwlY28uK7XNW3XzAmjf6la3GubE7G1tPPAOT2gdSvGZM+aOOZN8/droK9XBdhstfKV6EI5ub0ttiLOHbnTJUwK4QBs9P/2u1+bXgc568CyzafdJvD4bext9n9X7nbzDoNxMNzusEQdtb9p8KuvAZ2MtDtYzWmA90QnEhg0OBDbcZDhU+IzXhjtb5B906MUXrRK9zTYef8PEwYE+b/wcPh1CyOZv/qB1iAH85OOVV145fE0gZtrk8kvp02KHFRt6ugCZcMYVkM8+PgF1/MabDvGpLdbqeODRwAF4vPrUAzrYwmexxEMun4wDm/Hpo18fPx2KHIbE09g5jDlwO7igI89bUHxoxRytOnkORMaTz2wRM3K8ZTXXzAnADnEi1x9nu8td7jL8Dtsn/0rj57NvMcTnTa8LHzzsII8P4sE+bbL4bf/h2Wts+K3NZzbCixUcf2eAw6PfnGODkj56yBJzwFd480sJ4PACdaAuDngBOfDsbHzESpsM/XjMezFmAx1w+pJVXZtPbCcXHznsxqceLx40+viAlw1w2pV0gtr6yMAHD/SRB+jQJg+turmuZJcYiyswDsbTOjV+eMgVG36oG3djKYe4aJNjxMch2nzAg55eMdIm0yHd/GDf9noXY/R0kmv+mQ/qvhhy8CfTfHVhyFaXU/4FAb/793dA6HDZwCaXTS4t5SyXVGznL71iIl6AbD9XYjsQC/3sNj7ixRY4PrId3wprBNYI7B+B/7N/19nVY8FL2hKC5Md6iUhCAJKbh7MkIVlIGtGhXQIJCZAhoQEytJXkws0yJEmJiA669KFFxy4QHzx6tPxQauOhF39ttPjw64ffBSRcsvbSo4+9dNLBrm372LAEycUnHnxBTyY/yAfagbiio49egL/xJZMMgMeYkqEN8CsPA/QkT0lXfHMdTj+gUxtkIxwbxBKoAzKWoBjgxwfYL1b8hacnYK9YsAOutlL7dCD76M0edtBt4wFPLlx1PNYa/C7AD7bzic/q5NHNFmOr1LaOA/rFHu0KZ3cEzClzyxjPnsBrG/OhsgeYB3jNmzan5pG154AF2pxjT5Z5px1ozxA++tpzWZ/NsA0pvWxhN7vYMNNv19Hw2SbYYY6cZOL1G1ibaBtlv7+/+uqrB1p5wdx3iHTo80fkHPgcvB0abfxtoPWLibUF1PHyE79DgEMqnWjFSRzROnh4W22No2UrnLfXPul34cAfPx/Q7/e8PkP3OTrdYuAwYO2qW8d02fw7tLg08TMGf4DV4YEsdpBFlziyxUGYvGyD04+WH0AbHq+SLDrJQAfEWUyV2vrVAzhykkFuIAZdPIgNGrR8ctAhF45ueCUb+I7G3BALtMbZoUw/uQ5Hxot/DlIuAhx0ipPDDtl0kGH8HdTJZB9ab0f9HIN8MslGS5dxdfAzf/w0Ax6vCwlvYZVkiwNbzRE8cOw09xwG8dgPsJEedfrpEkuxhiNfPzr88GQp6UAv1mJDpngBMeNnoA2PXinucHQCOLRw1h2/lfDkxwePTpt+ttZPDjwc+9ikzzwH6PECetDqx8ceawkf/4wfPB60cEoAjw+/NnlAPZvRwCnZYSzI5g9bjAt+cuhWGl8XAeaD2Fuv6MTfc9sadSmH3ryRT4ynsREXB26+GzO6rDN4cw8tuezgpws9suUM8xXAWcv8YLt1/Je//GX41yrMGXLNPXNMXHyZ4u9RkEOHiyjyfUnARvnDH+uWG/CJqTmi5Dsf0Mvp1qMYkCU+9IsBneInjgDfCmsE1gjsHYGz/gJA8rHQJVwJQIKQzHJXgkMjwYRTSkgzHdx+QP7cpy3hkKtenza8Nr0SER3qEjk8QAfU8QM0aPmhlNzglfrQzoAf6NsFkkmPmJAFx17ABgDPrm370C5BcvGJBx3sBuSTi18d0AXgAX4l/sYXDo9YJwevOl79QD+6JUAH6OCfcqbfljH307fNww5ABtqDgL10mJ/k4WOPWPEXP3n61M1vsUCDVh2gIQtOHajfFCAT4KEvecra9WcL2l2APHOCD3xWpwvwgR76ixEcffBir77C8YmAsW7s1YE5Yl4Yc57CAfjmQ5tA88hB2jpxeLJZtGm1vvDuBWTNsBfNfjh82WWOmpPs4kP4mVcfwAePzmad3doOBDa87LWRt1F2KHR4s3nnLx7x8ObMptpvY71Bc5i0WZc3HAwcENCjpZNcG2Y6lA4I/kicrwYcFLTJ8JbO5l4MlT4td7lAl896HcrJc6DHQ7e3ez45tzGnz1oWC7bwFfCTTw4N/Pn85z8/vPUWNxt3NEpxsPGny7iyWx95M4gvPB8DbcA+/UqgHmgDbbYqtclgC1AnR7+6uIqZkj0OSvrZGY1xKbZotMXP/MNHh7iIK536yTGOYm6+ohFXY+4g5YJFjMTVJY8DlDktlg5ZxdMFgJ9g+CmHt6ViyC6HfP9Cjr/P4K0rmS4D/B0Hb3rp4y9aB3+XScaUX3T4IsBB0DiKPdsd7LXx8Be/WJjD+BwwzT+lOchG46pfLPkcDxliwQ7A7m3AI1Z4lHSFw4seDr+2UjtaOLbkgdt2AAAQAElEQVTTT5/++NFp69eHx5xjozY6gI4eoG19okm2Njnx0DXz4NMmP9AWP/ICdM0RNgGy+Q5PLvusQQd2X4VYT8aFXDgXAcbH+MqF5qCDtX/aEd7ckleMFdn48KOl3zynB53xQ4ePb+aedS4XuHw0d9nGTuCQbm2bZ+YJueYRX8llt0tEcXMB6MshvqOly9+w8LMB64W/1hFb2KXtkoEcMrSNARpxRMcH+owFu/CtsEZgjcDeETjyFwASVKZLCtVnvMUeXiKoT2KDl7gkB/W9oEQhEeFHI2Ep4SSrWYe6ZKc/kIhA+OToR0+GOmAPUNcH1GeAA3DK7NFmr3Yy1AF/9aEB7FEWD3WbEbTq9avHx25xZq9Eqw9IskrxQMMmAEcO3eqzLnX024APoK9PHbAtqB3NdslGdiuBenJtZozFNs92m44ZR3dtfWTwQz3wAFZHqyw2YoA3W+rHrw+tuhIURzrMz8ZT3wx4khWer9WV+PmOln5Avr6DIJvRqSdHCVfJB3Yo4bdtgNsPyJ3tidfc0YdPSb44ADhAP3y+wRVzdfNVCchQhtPeBciimwz1oHZ+VKKNhm/VbcKq26Spo51jUlz1bQN9AF4J1MVEOQO5YMZt1/UXo1kvfLLV45vr4ZQzr/ZMR85BgB5NfhhrYw8P/kfmUA/gAmtHnR02mw5LDh/k2JzacNq8Wh/FWp/xUpKJX92aAepw+tg2A9wM0aafHnYo4fAq8aBVF3f+arNNKV/Jt+aMN3P6+WEj7QDl020HQ/wOU37r7ffdPvl2AHdow0ufgxce/pprNv9APGyc/TzA4VpbLvM2zwHUb/atKzaJDx4Hf/+snIsCG36bbgcCcm3WHUjxa9OPlx9k84vfbBJXXzM4eDgkfPGLXxzeXqMnj73oijt/6LJubOiBuHozyH9ytdkpJgAufm0x1G+OmFPks6lDgjYd6MjS5/mIV5088cGr3RjpB+ILHF7YT7f40Um2ONCtTq5x5Q+59NGt1IYXb+MJxJTPbBUvhzlvRl0S+CcVjYvLGnx00u0A5Y85+hsO3/72t4e/6fDhD394U/o5iflDlpjjc5gz7sbKlyPkGkdysptt9IqBODWvtY2bfjEy9trGB79DqbEWF3oBnLHjt/jhIcfcAOr6xIR+PomlPngQDr+62LKBXfQDdTxkGDcyosdjzPiCTz8edXTGyTizAR0+OtSVaAAd7EfPX2uVTHxATOgni914xd1cQccOstmJ3lir0wPwiJf4oWMnGfDmhLxmvZpT9HvLTg69LosA29hAdnqtYZd9dLCHbDaaD3hcHphjchQeY0iOuUyvMVJ3mWCe+mN/ffUjhnS5NPLH+3wN4MDOLnawX/5xeSD/WOPmq7lt3vFJXJV8E188QLzIF2fzkZ/sMJ/0s1c/+7T5JZ7GSl0fGdsgrkuwTb+21wgcpwgc+QsAi7iAS1jVLXJ1C14ZSJCSiPbMq70XSISSk2SDHr+EKCl4sMLhk0jQSibagG50ko8k50EiMUk25Eiq6HYBsuJngzp7gTpAww72wGvDs0EJV7wkcXW+8I0/AA1aPMUZLbkgHNnFl994+E53feSzlUw6ziTQTR/dbFBnE9uVu+pOhjLZHoza4qLkp5Ku6sr6xYttaEByxFr7IOAjeej4qSSvunEwhuRGh+Yw8vGQhV6dD+qNt3liw0I+2XxSR6OtXAIPaXOBXPZYZ9rx8k0fGfSTDbTh0aqLofWlDmw0ostW+IAudTJ2ATr4TAb7yAzYlh/1oa3Ot2htXNTx2NSpo8tO7XTQaUzh0Cj1KYG6sSdLXOCMUzxsAPr1kWEMxV6prV/cjE/jjx+efHzqyiWIN5qZh5yDAD0afvCbfXwD8P+Ru/xfPDa1YswecwOHtroxogcu2G6HXyr34oGjE7CZD0py2K9/G8KjY7vNr7pnh82254+xI5MP3vzb9Bo3dDbp3trbqDvEwQF8jSGfxdT40mdz73e4D37wg4cLA/Z5U+xgRi6ZaMhwqHAwdCi0USfT2uOHTTu8w6c63nTQZ46ZV94am/+egQ4oPvM177219vbZ4V8/H/Gxh81KvtAlFtaHXI4XqJOPDy26GfDCB+wL6kMvJsB4RVuJDugHxoIMOLGw1sgA+uGVzTXjWDyjZTNf0IoRmfgBG+DEUbwcrrxl9bMKMTYmYuNwbcyU/KfH1xkuYswHP82gV4x8wu3tqngbO3Y46HvD728D+GfafHKNHx+ddIix8eAne9ipDbTNVTj6+ZLP5LNTaVzNWxdRLhyUfCdfqZ88votrIA5kK40FHejxiS99AJ8+MpRoxJdctPrRAXxzmy54OLxKPOiMgTln36dubeonWz/f8LONDDh1NIDd8Oxhmzp6PkWHh159gX76tPGRhY9eF5rGXOzZpt/4W0/0mSd4HdRdAhh7upKl1DZO1qGSLLkD4OWveWd+WNfWvIO6nGqvI/ew2/hqk8MO8woOvYtAecV8gmOzv1fi73vwAZ95wHf03vK7CKDDBYCvVPjrcrLDv3jTaxzESFz4Qr8YmLPkiTc8X/hLDj/x4wH6V1gjsEbgxhE48hcAFrhkOJstIbToLXgLHcx0kqOkMfPtVU+Oh4cEAiRRSVESIZ8cdqBVksMGgE7CUaKV6DyY0XgIKncBMvHT60HFFm3AZyWcBzafxUCJT+Jjo7Y635RkoZPEldro+YCWTElcCQ/wRauuDz8edYBOKWkr0eE5k0AP/5Xik25t8dlVNxnFhx7yxJF8sVWKg7o+pTgUR6UHLjqAlo1otA8C/NGqsweP2M51NpILj958QHcQxIOOfJCfSnOezUo0QFsM0g+3H9gk0FE/XuOkLVZiY72QBQ/4wgc0YqpEq9R2UFGf6bTZpB8vnXzR3gXoIDsoruSzNfwcH7YCfdmgzq7WVW1lMtXJBcaxthLA8VGdXejUbQzpl4fotZmjFz2dQNzlOCU+/fDGR3zIxU8eIEd/AKeuDLTJwQ/MF6AOT4b6EqChm0x2sY/d5oPDBvw44D/mg7dGDi/iYqOJxeFHDhYbssmFB3Nd+yDYptcGYoCXXr6zm79wAA3d26APL1pzQuyNowO9nIqe3ehswD1XyIdH52CI39yhwzpycLeWxFPdJl5cbLYd+tA4JPhsmGxtm22bcAdHfHQ7CLgAcBiwyTYO5pS3hw6L5NLDZ+PHZ3W24bcuxJ3t3mLasLOfvZ6p3gzC42G7MTdftJViAvioNG+NrXEVJ3T4yKMzoA/Ag+26doCHHPrg0NNFLoDjBxB3/fD8FjdteDxkkMc3tsIbIyBW4omHn95YAvEA6vjIxid+5oBDkgOSf1EB3O1udxve+hsX4yHmdLODTcbQFwQOUHjpNV4uB7yhNW7wbDGW7CFDiZ8sdvDb1wdkoTcGbBIH9HiVxh3ePNInBuSYj2LBVz4ZL36aD8ZPvhEjPACtcQDo+QPUydDPJvbRodSPHj/59muA/XB48QB1oI4vfjgygDoQC4CGLuOBj/3o+E0GnD62aeMF+AD/2KKPHHzw+MjhF3r8+qNDA0e2tYjeOnFAVtbH576mIccYWb/ynS+GrDdygdzYGqfHhYxLPzbBm6PGzVjSafzkI3NM7jCv2Es3XHTkojV/yTUv0MsXLgHUxcBlXz9jMVfYi94cd5FontEnL6FzsDfHXWzIYWxCLzbioS6+Lhj4wI76yAHo6AmvvcIagTUC/zsCR/4CIJMtfKBtcQPJQSlBSS6SlH6AFl59CSQ0/RIHHsnFwy1e8iUSSRkdoLdELsl5YCrR6vcw8iBR3xX4JEGzjSxtJeAzvNJDgU36lWxGww/+sC0cPB6lfiWf+IBXu371fJfwtT1YlGjxsEEbHV3AgxiOPWcS6GArnbMd4XfVTTZZfDY3yEuPvsaZfvEQT7EG+OD0qXtgVU8G/BLgb9zU2RAvXXjhlOKPlm52wh0EZAF85NGBF6hv84sD+fD8Vx4E5k3rjFz6yCHfhrC5Sw68+W4+atPhIc82ffhtJG0g9Af6xMG8Ewd48tHvAuQYMzaTQz7cDOzVphcdO9gLhweoi5uDjLp4Jwsejh54bTLggHlDLjyf4AJ+24SJr5jQa7ONHi0edWOgxJcOfcWZPni60JBDZjxw28BfOvgH+APU4clQX4JoyE6XOJgXcOAgEH85lx76zQ88Nro2w3Ro61cCvisPAnRgppvb4l+fupgo4cRTSS/AVwmPlu1AvGzkPUuMgXkfjVgYJ7xiZCzNI+sG0GfsvdGzobexd+D3z2udf/75wwGQLTbX5gZZDocOhZ575JJDr4MjvM25CwBzwObexp5chwB2oTdn8LAVJEcff8Td5QU8u+EdZODINc5k6RcL8VGyVb94lF/JR8t2/qMjE88MaOCV8GSzBajD6YtGHZ5OMtXRmkfsVeqDV0fDNjawjf/6ySGbz56JaNkqdg7dYudQhF6f+WpumqvWL134xYR8c0LeEwMHKn/nwVv7+973vsNPMoyvCwEHNONuHNmE1xygy5jRD8hjpzg60NJLP93GxLzQz04XD8BlgrngQMZucTHX+EUHYK/Y6BMbNuhX0kk3PP/oMpfFSAyUeNUBGeJIB55AG7DPuIkTPvRizR9yydAfnToZ2uTGhxfgx0M2P9iNhjx4/NpsR4tOG686uSDZ6vTxCw9+IHboAVpjgIYeeumC04cGvbklvuaAsfIH8xzew1t7ftbhMk+cjRteMtlBrpgYW3LlFfPIvGC/PjbIA+aJdY0f3lwgRz9ZSvbxzbiKgbY+POSrm3vG23wnU07im7854WsAtuIzD8x/seGfnzOZv/6Ohb8LYEzhzD3zX+zZTA8b+MZ/XxaIERvQkCcWbETLF7YC7RXWCKwRuHEEzpoLAIvYQme+pKL02dtLXvKS8cpXvnK89KUv3ZQvf/nLN+XLXvay8ZjHPAbZIkgkCCQkSVsCe9rTnjb8hs6/TexTRglR4pIU3bD640XPeMYzhltKDw0bGslHnSwg+UhU6rvChRdeOPh50UUXDf696lWvGkD9kksu2bwZSAc7xKqE6IGBF7zoRS8ar3/96ze8Yvba1752vOIVrxgvfvGLN/GTTJPDX3WyivfjH//4DR3dr371q4cYs+E1r3nN5rNSDwqJmm683lyQfybBJoguOtmq7veqbPxv6OUfOeZXuooHX8XJQ+m5z33uMBb0ii0+8cGnzwMRvRixEY+xUj8I8EXjj22RSz676AMXX3zxZmz8Lhgtu5QHgZgBOrLHBsQ6eP7znz+M86WXXnrDnDHWfHr2s589bBoOkm9TYC14qJuLPkF93vOeN6644orht4I2N+IJrEGbgI985CPDnLepwY/GBqMHO51tbNiuXWmTYxyKjXIX4KtYP+hBD6Jm0MMWAGEcn/SkJ23G3rhfcmo9ohcnerXJMEY+wcYjj4m3OmhOOLChN75A3GtfcMEFm9/Bo6fbWJFBFhBfMREvwE7xeuQjHzkuu+yy8eMf/3h4QwRvNtNuvQAAEABJREFUrch1cpt/7/1DH/rQsGbING+Sj44+PEr9SoCG7/IKW/kK+A7UxUO5BPzTj+dNb3rTZp6ZW+aKjeIYg7pF4P8//vGPgcc8kqfNYfMJiBMBler5pH5YwAP2ooenW8zUt2lmnDqb2ejAbR3ZmJu7NuSeG2QpxcDYerYo8djkeuao06NtI43Gm0BrzFt/+cpB3lg7/IuPzTndxtk8AcZR7rfpdlnApuSxi0w6jL/npfkaD9kOJuKsz6WLkm1w7EPjE2Xr3ZtLlxdsJUMsjIsSoFfKPw4FbNWGZys8W8lnD7x+oA7UyTQWbOUrm9Th0OA1h9GhZwtd6OSrbR5t8ScDLdvEyBojB058ycBPjvHju35jbGwdqo2zmLKBPWgaZ7bgI4uffNZOvsO+N/PGyfj6HbaDEjxb0KGP31tUzx66XRY4UNHNfrLNM/rFgY31izOZDv/mkDbbxM7Ykc8vdThylNpAH5nmDV466eOv+NCpjgbg16YDLz+MMZlw+sTeOAB1PECfWKIXA6VxgFOSl47o8cCRJV54lOSat3RqR4cWaAP95CYfjq3k0EsOenR8gUOr1Gd+WAdw6MwtODLR4DG/rEXjh9aFDT3sMk7qfuohr6M1t4yh9QjQkeP56dnAvuYUHWwzxuaGMXbhZ5zwoQXpFCf2sZet1jk/2KsP3oHffJMzyGWjnGKs/WFAzxp7anzmD7/pUKeXrfK4v3ciX7m0YJuYmlNKvOjw8Vtc6BcLeurPPz6iBXBAfYU1AmsExjjyFwAt9u3BknD8Vdz3ve99493vfvd45zvfuSnf9a53bepvfetbN5vybb7ttiQkcXkg2qS7VfzYxz42bMZdMEhiHir4JCoP2yc84Qnjk5/85LjqqqvG+9///iHpoZGE0Hnglay0dwEPzcc+9rHjHe94x0YXX9WV+X7/+99/eNDSIy5KIPl5gL/5zW8eNvlvfOMbh022WL397W8fYvSe97xn+ENB+rxZwCcWErs6eeR4wLzgBS/YxJYMvHxng7qNCDoxEFPj5jBK/pkElzDspFfJbm+93va2t433vve9Y1fdYkUOeeedd94wrjYR4kKfuo2VQ4x4GBdgjLQ/8IEPbC6kjANaPMCDCKgvAT18QmOM+Sbe4k6HcaTvgx/84GY8/cbXnEEfn/p+MNPwTdv42WSSfdmpw6OSLnOEbj697nWvGzYM+8kNb7Og7g9MmYO/+MUvNmvnIQ95yLC5MdfMG7HxkLfmnvWsZ43LL798eOthrrGFXQ52ZNlgKEGbFTbj96nsW97yls3Ys3nX8TeG1s/DH/7wzQHTPKOrsVO+8IUvHGIiTnQbG/NGLgLGR+kiyLpgNzC22uTxz6UHfjrRk2fuwTnIW4Pb+sUNf/LEUszNE78B/vKXvzyMlQO+uNnE2STRLW/Bi/cvf/nLgd6/4y6mYomWXECuMmAvOn7yj51KUMznerjt0rw1Tnw1v6wzlwrmBV/HSOPepfjZ+NmQWh/q+IyLOh/YCmYf5vrekm+M3Y+eLpT6xd0cFV+4xkVdP5sAW9jtmWGDa1zlBxtedbRtaslED2es8ZHHN+vcM8mmPhrPHnKsZYdKn9U6DLCFXexjMz3o5E9ve607zzaHDbEnG4054lBBHhsAH9hCvk93yXeoy2b8eNjJfjQO/w4T7DZv2MCmucwHeBcVdNJDp1ixB5ibaNlRSRe6SnLxsskcCODQxUuXtvWg7rDkwh89GUq+sZsvfEYnPmxiizHhU22y2QFvbNCwUz+/HNTEWv5EQ7YDjz+YJpZsYCce/prX5Guzkzw4so23eJsHSm1j5plkTvk7Ai6NlX6n7aBnT4M+eWSTB+D4a67QQ4c5Qa7xQMtmPoqHkq9iqNSHhv38QEMXe8w3MuDMQzR8F+PGSR+AY4MSzHT4jAGddJEptvQYFzh2AXToyQLqxhWoAz6zHZCpJBNeLMiBY0cy2IuWv4AegE/c9JFND34lGdXJEZ/kk6edn3SR62DsM3l5go/ihlcsXSTx1d8Isb7oluNdYFhz1ps5AW/eoOUTHfpcCsibbLMHJo8uz1vPZhfwgD8ui13eoecXG6wFspTsTYcxMAfZbNzlGPPIZcX3v//94ScNfGOb+W1N0G2ekcMXPomHPCIGxpYfYohGLNRdLLKBbjEXR+PAV7GGA2gD+OpruUbgJEfgyF8AWMwt2Lm0qCUGC98ASmz6gTqQGPQtgWQFvPG3YZU4JBo4uiUbcpTayUJHv7fyPlvy1kVipN8GQnJTj/50Sw9DD1/2SMTJ5D997JCMPRjogEMDD9yS8kefJCrxio24KdECCdUbe3R8VcIrgRh4SLAB4If38FAHZCvJZYeSjDMJjQm9gG1ipa5vV9184KcYergAbUC2Ek5slfxWioU+YGMFV50sMWYf3BLQEZ0xVucfHn3mgTo7+Q7SVZ/+/QAf0J9N+L1h9PAlT594znPanLRh1XcQeKP72c9+djgAe8izyyZFjNT5RAYdyoCfLuW++c1vDr9lDW8TYmPC/2zXx37z1FzW1odmVzBebLNZIxeQDaw9PqXDWOvnl7WB1zrU7y8miyc8mkp1MWB3/OjhxQg//fIKufDa+vDBGQ/yjJ1DtY2Wt4T0ow/oJ4/tdLCfTr6h/+EPfzguO3Xpo59MsuOdS/30w6lXkqmtPAzgA3jYwjabWAch+HHAf2wsbRTNFTLkSyVZYiE+7BSvbVHotnHbbf6DbXxtffzUNvesUeOgDepTAjoBm4yNNaV0GOQDeQCvXCKv2CSb2/jJtuHGh0abLHV8ZBlLm2i/tbeRZhedaKwblzwulHxS7kDoMOqw6HnWHKRTbPmDH9DrjZvD6rXXXju8zfNbXHrJZ6+5hFfcjYV+65Xt8gn79Dc+7NenNPbqgJ3abBYXzx5vFcmHo9OY0gvwgProZw+56TIf1OHwow3IQM8/gA5O3OUqpRhYg+rFnI18YgtZSvbqJ4+v/BbL6IypQ7gx55M2WnrlVDFTenY7qIkjW8glx7q0Rsigx5iZD/BKdGRGC88OeDbIAepo0KMD2vr4RC5f1OvTj4+f4ifG4qQeDg970OE1f8SbXmMHjwZOPPlNDhlwYmv+ijlAY9z0GV92sTEdSgBHHxoyAR6xA+SGgwfa7MZTPxlsVLJDbtGPDg0+PutjF3v4wwfAT/zGi3z08GjV+akNyPPCiWzgQG4OkA3woxd3B3NjThcd5Gt7LtLncO2yj0wXTGLtrTuc+US+NXT7299+mA/ofJJvLZtj9NFFFjqHcmuQXvNXPIyHfGI9iwFePvGFPXSwWZ0c40KmeeqCUWleu2x2uW9c+AYvD7kEkIPIoAMt2ewlh1wAB6qL7dwPL05sZlNgHEHttVwjcNIjcFZcADRIFrXFDSQACcTC19/CVgKJGZ2+JfBg9M/leIuePDIBPg8WiUxJHnxJjw5tGyj/rJE3xNpoJXN1MnYFvgIPw2TlI7y6RMo+SY9eCRpInhKkhB8vHnUlX+p7xCMeMfgEpw+NuhJ4mGcDXRK1MdGHnl706nDqyjMJHobk0wWMIbvU2ahvF8g/vgGxhlPWplMbXvyMP/3sQGNsiokHrfFgk7FSLkEy0JBLj/EiTz0ZxhoNfDi64ZaAfDazHR1eGz6y2arkX7Lo0UZr86hcAm/O3/CGNwy/YbXRwE8mnfiMEd3a8PSInT5jyz6fM/vZjRKNONjUsFUs0MJZp/q1yamufbpgvpOFnzy2spmNYg3PRpsjtGjQ85P9+o03Wm9CvF3hK9CHl0x1gE+JXolXSSYeurXpx6sNHExs7ny95KcbaNiDhyy0ZMDPUAzNUXV9l1xyyfAFApl78aDhJ7vJnmnUAZrDQP7STRYe/ijNQ+US2OiapzaOYmI+ZBef8ZIH1Gfgw9w+nToZYkwn/ekka1snWgCPns9K4I2ZUuzgm8vGBfARnnx52MGRDgcUuOSywcHRBYC/tG9deAbYYPsKx1tgc9BcscF3CHX4t+G3aWcbeTb3f//734c3iTbiwOe5DhpkuwDQlgscENiLz5w3jui9nTOHyKVPvkBPh3EHfOA3+/GKJeAff+HwOezQo00+wEcWXnICMdQ/A9uA+MCjAXgD9ogtQEc2nHWEFxgHaxIPGrayCa1+Nmizja/ygrbx5YM6/fjFzJtWF4jmL3/NX3lS/AEZ9LEV0ImfPrLwOUAZS0CWtnhr04GOPnzsa06wCTjwWWvirI5fGy1edvGnOjvqY482IJ8e85Vd/IUXPzEVHzL0s5+vxY9N+uDJQQuSTz87zCX8bAVwZOhnE3rxItvYiV91fewB6gAvvmjIYQucuctuPmmzJ9v4RA96QKY+9fwgHw6gxY+OLDL1WyNw2vRZz2gB+5VssE81Jtay2MKxAXguWtfWnK+4yDev+OGS7k9/+tP43e9+N/yTe3T6LN+zyNpHQ7956tDtAoJM9ogtffKDL8Xo4AMb9RkrFxja6saFncbd+lVnv8tccfGvBJiXLhH8XQC5xaUiX/C6zHDhgFYs2GH8xNO64xffleQqgTjpF2d24efnTINuhTUCawRuHIEjfwEgEVnMEoyEYJHXhgMS2FyiyU3JY7su6Yf/+Mc/PtxOovFwUZJFr2QnidAHDzwo4NFo61e6BPAZLNloJCH4XYEd/KHPw5wtZMORDQ8kSnGQDPXrA2zhK0CHX4lWSb6HAFqbB7ewcNr6leTxk4xo4fmaHepkw8ePNpySbfpBfOzQDrTBdhtuLyAXLV1KdrCbzdr1GzOxgKPbA6O69n6ABh+fxIANZAI6tMWFfHrRw6mzBR9+uPrg1Od4aO8HZOmjgxz6wsHDefCpK62TdMAtATn84g8eNnkok6MPr3Whjx4+a6vj0R+dOmCf0ibg05/+9FBqe3ijFXtzGY4c9qoH2vSRzw72uUDwUxV84olWPzp1duMjXzswrnSIXTh86uiVS0AfHWQA8gAeeCXZNjBoteHZrY5HPOiEc9FoXuAxZ9HqYzecPnx48OLRJlu/OtCnxJc9/uaJz/nx6McjVmjItcnDA1xQKulmh7pNl1L7cY973PC3GrTZSGZ6tMnVR7Yy0NavHb06PbP92vDkwqPlM5z5YXP/r3/9a3MhmS9K0PzjH16HGPbIgfSbC+TwmUxfZ2mzC04dkHUQ4FkC/PSZo3yKlnxt/XQq0bGHzeaezTU+n8ric/CyVmyq8TjA+Zmbkq/Wnjjpcxigw4bdxp3vwCFA2xiKi4OATTcdLgFssOV4usRevKx3cmzkXR7YsMOJKTtdJIR3KKUXHo9xYjvdSvbBk4U2XZ4t1og+B1yx4Q/9/NEGdDo4wJHtYkLeEDc+oaEbr7pYiiub6IdT6tcnvkp2oQHq6OCVcECbbnFjF32NG3/IMg7orCU68KFlnz52a+MlSz8+evS7sIpP/NWjNfYuOeAciqxR46kUM/G0RslKD11sJMvh3VgXL3EgW4mGLXxnjzab8RsXetlLDv3WGDn66IEbqogAABAASURBVFPCk8EPMTfm1upckovW2KHjE5l0ihtb6NRHpzq5bIGjFz2cPnU+wJOrznd20EUeueSzw7zVxq8E7Oe3Unsbmk9osiM5+sglP710ssNYkKXONrRo0LJdH152kks+Xm3ji48fvrbjH5t9ak+3dUIOeWRpo6VHnOQEa4MMc8Oh3s9W8fz2t78dxscXPvT6S/xecl199dXjr3/965AfzEPzXHzJY6t1b53zgw0O6uY5HfKNA7wLfXtdPsgp5htffNZvjZBp3vBH7lE3bx32xcJFgosHf0vLZYUvAdigjxw/R+IXO9jOd/NS7NjJPzEUBzjx4St75Q5+sF8ZP3r2ogfqYgmvXGGNwEmNwJG/ANh1YCQCMix2iUIJJ5E84AEPGA996EOH5ObhIIFIGui11YHELIHBS4ZAHb26hCJR+YT2mc98pq4h0UhOm8YR/g+72cpECdZnyvzRDq++H8QvFuriIV7obQ7EWx0OqN8UwL8EdJJHvxKwG6in01iwDR6Pun71JYhGyQ5ygLY5ojzJIHZiKgbF1NrS9sfvbDSAtnmF3sPbGrRxEVPzzgYAjTZ6Mho7a1DMHeSe+tSnItv8LYb0bhD7/Ic+evEjkQPwwdGrvgR4gE0KGfjYCNT1LQE6/fjVbcrYADfPWe3TAXEUT5t/b+7ZKG7ixz5tcm2u5Dl1gF6JJjscSOHYaRPm5002eWjEqD4lOMz8x4vWOLBLPVnqYsFG/fSSqW3jeZvb3GazkUWXHHVzBa0DBP/1AbyzbHW+oY8OjgyAR3mmobGnT05kg7Vik8wPB3O+sNVm3ebXAeo+97nP8NttdbGzDtB5I2es+Mt2Bwgbe5tpvGSjcbFtE+6wb+zxo8cn7vQ5XDoQ4HP4AB0E4Gze6VaaQ97uGZtrr712mGPWEPsAXxxUAN98imz+OPxr47E5B2xkB3uMDx3GXduGnzxtfPJB9HjZbTwDcsQUiDFQhwdksk0daOtnvxKOLDbQRb81ZdzEDC86ctXx4xUPvNpsRa8kx3wG2219cPrII5+vDkrG1Djx1fjIj3wVb4dNByyxNRbGyLjRzQa2aOtnK5nWOHnkAr7Rr59csaQLGEcg3soALR342Mp/tuEtBmTxScz4ZTzxiSM7yMSrD78ywEc2PICHm2Opjh8eDX/ZAOgOtPWxV2zZQDbAB+pTAnQz4CcHmBN8AvSjJxO9Mho2kw2PRx+oTiYa/NXR44c3vnwQJ3G1JtHCkYEHrbjqx2NsHaTtOa0v/fyUt+UYB2xyH/awhw3/YgScn3d94xvf2HwNYP6QQw992uaYL+vkEiW/zTVzy1ijd/HgSwB5hS3yUTa4MHCop6uLAH9/Qs6QS3yJIAf4W1Oe5f6mgK+IXHiab+anGMpX5Ovjl7Uhj4gDH9lBB9vhlEDMxdVYmTPqgf4V1gisEbhxBI79BYCkIGFwW3KRHNSBN1weKpKbxOJBiFZik3zRSKJKyVYCllD0kYteH354CczvnCVOuiRv/UcdJFk2SsL9tXP+8AH+MFDCFRt+i7OHw8wrtrWTTQ+cNlC/KWD8QDzkeSiwAU7Zw4J8YwVvvLXVl4AsvqFhP3mATvGCP8lgHeS/mFb30PdHI60JODEzNkpttB7s1poY2/zYgOjTNjZK7cCm4jnPec5o3aGpb78SjXGb+40n2eaFviVgX4COHH6wX/0goB9E5w0I+8kIt0vJDn54Y+8gyUZjQge5dIPi3lrX562JeayPj+j0W8P6vY3xe3F1MpXko1M/rA/o0QJ8tdXpV5JPt3q2//vf/9bcgHVLtwZ+a4/v8Hjh8CvRAGPMLzlcHQ6t8uYCNrMhu9jNZ3g22Ni2gf/Zz342/O0GfriI9TdZvNkzHvjFz4HKGzg81owDnzf0/vUMm36HRnTWnQOYuU4nPs8lesXDp8c24P7itt8K4/WbYIcBzzlxEl+62esC3IbcGlXS4+0uIJtcY2Eumk8OKD4z1m+dw9EhFuqeD/xkK9+0xYO9eNisDtTJx9thhIz0sVcdzjgD9ivZQ48+NOr0kEcvGjglP/kibmLLf6X5qA+wBx49vWIpRmTB60cH1PmlTh9QB+p8x2NcHNA9L8VKiY+9LmSMlQMUffziC/1kwJGHR8zJYa9Y4SEDD1p0+sTT/ADo+csGfewRHzx0APEJxNOccxnBb3oAejbzWSz4Rg/ZLiHUyYYnX4mOTWzThlcnB5DFJqCtj+98Zoe5wC76A/ayBajjIbtSfQby0KFnjzqZSvYYf7Fhi350+PWhE19+acPDoQP6lHToI1PM4MhhPz7+mEd0oXHoVpIlPmInBmjh9PFHTOQBAG9M4Mjz8x0gx/uJgD+66229te7vXfljvOYV2wCbyGSfOWeNW/PGGjiku2CEZ5P9sOcNXrrZR775q80fPjrMP/3pTx/Wlee3v0ngssE/Z8lfcv1MgU8uL8xjsn35ZH6aw3ToI5eNfBQLwG4lIINO9gFtcQ/QrLBGYI3A/4/Asb8A4KokIQmoSwpKmwxfAMBLKnBAskEv6dvk+O2Ut/r+MrW/zi0BSnZo0CslG6DuU2VvXsjVfzaApJmdNp18r31QyWfx84Cc5fDfhtIDyINO6QGlXimhk0+GEuADcOThWwKfSKJngxJfdfKMS/4YWw9TeA8hm4Yl2fo8ED1QvV3xoPdQws92/OonHXogi5NYiJE3lzYDrTdjo0/cbN60Pdy/+93vbv75Qm+v/cV6bzPRWGPibTzxGTulg5HfMNeGW4L4bcaMJZnWNbvUzcclMF/wAXW6zEv6zTPtJaCfr+j5ZSPjn++CX+I7bJ/5jdbv/tlIB/vg6OUjnI2+DeFnPvOZ4Z/zlM8c/sTCeOWLdVydnEc/+tGbry3IIlPclGjSrb0fkCG+1pL5YWMIzAF468oGUx9aa8oG1Nwhkw669LFBGx6OHHHVB7INHb/RwZOpHuCtfqZLdjTW5g/b2OlgZANtLjgY+zzXxlzOtAmWh/0FbXEzRnitCbnMWzhjxndv3fAbW7/N93wCDvd+r6+0wfYv1nzrW98aX/nKV4bSAcDbOnLJBGQG8OaCeWM8HAbEmy581jzbberFU584s9FB1MYf8J2dNvrkqIuBcSn22uisUbxkoit2+rTJRxO9OSM+dJtP9YsvoEMfvLURDXnmEUCnzQdtPtPLNn38cVDZjgsaQD+57CKHbfDkAHEkF55MpX44JRvpRkuXg5IYuEA1D7wxdfBycBJ3f9hR26WPZx/94sBHJT/ZQTa5Lmw8b8VBP5/0zfrlB31kRWttwrGv2Ot3QSRvm5No6EJDLv/468DPFzhtoM1HutmFh148YqIkSx1N9uEz1+Dw8FO82aZOFl42BujIUtLBDm205AB1oA8dGUAdqGcDesA2gI88srOBbn14lWjIhkeDlt1iBm++8AGeLONDp3UYHRnA/DMXrEX97MJvbI2JNj3minVGDp3mya9+9avhmSrf+CJHztGvT04wltrGSCnWdPFD7iCHjeSzy5cB8ox5YGzkIrTZwVZ+aYsD36yd1772tcOzD4/cQ5avA8wJeshlowtRuV9pL02/eU4uG8nEIy7sBepAXIE6YBf6GdCvsEZgjcB/InDsLwAkbklIEuCyRCbJOaRLqHASqMShjlayUfdPXLk59QfI/LN//piZP6T0+9//fpArmZOrjl6bbG/5yNEHf9RhtlPi9btN9h/GbrwSrbji4b9EbSPiczOforrR9UkX2UDdg8inY+nAW12pTS7eJbAp8oBCi4cdxpMd5Hiwwql7cCg/97nPDb9ncwm0JFufTawNqbehn/rUp0ZjzMfGncwVxhB/cbCWrBtjYjMAJ1bGybjYxDgM+MT8SU960hBXv++/+OKLhz+kaXOCx5sQJTCmxtGDHQ3ZZOpbAvT66bX5cFDyO2ibDevffFwC89scfv3rXz9sjskBZLJBuQTpV/IBrc8ylYexH90SWGfs97aVf8aAHrFSZyN7Hfp8einmV1xxxfDHAsXRP7vXnOYrXXiU1ovPR81/suCiqYRbAodE+cRGkZ3WvgscoM1u8fUWy8aPLv+U4z//+c+NWHrTZV5p80/s2AkH1PVhEut40IkFHlC/Mhr1MwXmPL1iaazE2vyX+7yZg3MJ9r3vfW9YEw5P5qfY8Mlhnn/ykDdsSodEa8Nc/tvf/jZs+h3I5Dobb0CPtWez7pLAAd4m28Wnzbe54pBJDl4bbbGi3wFUbgToyBdD/f6QGDuNmfzIN/bhF0+HBxt9Y4lXXNnh4kAsgFigNy9rO9DgJ5dd2viNpTjQr6QPvzofZ6BHPKOlW50OeP1Anc30mTN0kAnioR/op9OYATTiwPb2CWjYA/CTB9DxAa22PkAvmfD6ydQPr258xd6acAiyfuQqeoytMTMGxtLlGRy/+MkGssgh23NKHZ7fxl7MjDkZwAHL22AlmQ53aNCLExBHvPTRj87B0jjyhR7+qjvwiRU7tPmpX7yU2nxlL2AboAeIEV5ApjY8WoAWTh/56MgTH32BNh/w4NdGB/Br4wXh0KEnA56O+mrjQ0M2//Go6ycXfXVxtC6Vnh/mFBolOnilPnSeS3S6GCXXuKIXO2vL2rA+xRidSwBjwg481jndLg/x+W2+l1h+WiSXsF3MyEWv33iyh8/Gx/o19+hz0eQikQ5rWh8Z5gjdaORy9OxlB1vJ4Y95JlbaD37wgwda89KFp1wjp+mXx9hhnvPPnNWnbl6KL/1iBcjjH+AvUAfiYo4B+ACf/oAf1ddyjcBJjMCxvwBo0VvsEoNBlhAc5NUlYKV+ZTRu3N/3vvcNiQhOgpR0JCn/zJZkKQnj0aeUWJUe2kp8yqMO7OY/nyTNe9/73psLjsPYjU88yUDvIQCn7nbZg82DAtioeJDAqXtYoNsLyGAP2iUwHvjZ0FhXJ8NmKtvIQ6u0gfFQYdcSoDFHbJTwig8f2a6EO8lgjjf/xV0sxMZv3dVbI+rGp7Fw6PGHiTz840froGDdiblNsLHCC4yn0vxU1lZfAjLYhIZ+mxdjp24+LoE1bw7EbyPMXjL5Q+YSoNMvNujJ8uWRNhv07QoO2Wwix/ykg3z6jI/5/eY3v3lYj2j4Qrf4ffSjHx3+WSZtfPqzmUwbMps+eCBmSjRiob4EZIqv9a4MrGl1m1B1G1Iyley97W1vuxHLLnbyBwKNjaMDBtBmh3mkH6AH6vzXjx/AVarfHEAfO9lkPrl8dMA3HldeeeVwQBcDsbbhdQGCzmbewUwOsxm2qbfRFiMbZr/VFT/rxoW2N2oAvy9w7nKXuwx/GNLPQ3z14Z/+80cofV7roG19uazG43noktNh0yUMmZ59xo9uP0VwgUCvN4l3vetdh7iaS2LIXnYaG2CTz1++G3s+mo/mlNJ4kS8u+AHfXAyTYx6TiYYMPOpw5qB5wTZyyFRnizoc3XjQkk0P0C+3OJyIY3TmCXo0/ALpQEMOGrK01dlizBx4tPUBcgJ8gO1KvqCzEijqAAAQAElEQVTVFiMHPvz5C0cuvHFwcebQBMwZBy42OnwbC5dAcqbDnWch3/hID7nmE3B4Mqb06CNDnPipFDsHfPxKsYED0YiZNetQ5/npYkgdf76JmRjQQ5+6vvxiE//EQByNG/notPGzTVsMw9EBtNkvfnTgDUemPryBPvLIRUuGUhvgoQeg1T/bRA88GWjJV0dHjhKIGxmA7njgxVJMQTLoYL/4An3yHn1ipA7g6SEXrzhaH+aHdYbemLABHg2cXOGv6tNh3MwNB2kHfnNGXjF25o61aY3Kp+azcZMb/NSIDnnK12K+PjHm9MlXwDw0vvSZqy4ozFF8bGUL/+UpecTlt3ktLuSh44vc4rKSv2TBi4O5Kw70kGXMxJZf4gy0lTOwiT/iFuhXV66wRmCNwBjH/gKg5ClpN+CSpTcwkolkBy9hoEWnvOaaa4ZkIXnB6Zeold/5zneGJKgPLznKkpJEqI1PedSBT2z0cOPLBRdccMPvrOGXoOQrOaPD7+FGpgSuf684wOnDowTqM6A5CNB76BmrbMDDDjKVxs2YAvT8xKMPzRLgaVzx2lzho88DDu4kgzjk/1x3wBBnOOsNjTmhtG4uv/xy1YFGRSxtQsT617/+9WZ9mUf64ze+6g4JeIyzcgnQk0F39HQYQ5sQ9i2BuQPMA3qSgYdcuCVAxw805hkeGzObHLhdgXwHJ3LZSZ4Nn7Y6nIOk337CoYcXS6X57K9Gs80YwFm3Sj5bJ97axwcP0AP1JUAj1mjoVwJ4pXFR0sWW9Px7+v2/mLMDnQ2queUQIa7k4DPO+gF6OmdZ6ID+SvWbA9iXPTa/njk2vD/96U+HL5jEG96G1dt/YCNsky5m5jufbaD5baNs425szSWXbRdeeOHwhs2B3mHehYCDurlhU26TrSTHhZFLAhdpDg3sYQMgv9J8ME/8wS7PNPOKDX6eYGNOP7+MIdsBWUqx54PLNr46fIhDYyPujZmSHeyihzyHCL6TY7yUbNGnTQ4Z8Ep2mENkqaOBR6/UJk/JLrlGaQ7xA7AvXnSATDj6tAF59JInruKlHo0+8xVOnQ3iCuQebcAfbSUZZAHxEw/jJQ6++jBuLmeMKfD1hTnDNocrc8KFEPBJtcMdO/lEvnVjzFwEADLNDZd76iB9Dl9sYC8f2Mpv8QLq/FPaBzkgGmexhGOTEl91cUgWe/TBsU/c2IpHfeaB024ctAEcXodQevGTCehBA8SXreSi8+wB6uYKGUqgHpBPDlvV9dNBFrnqZNdnbcAButgL9IfDJ67kouc/4AMeOoA1hNdLB/EVc3ax2zOL7WSxBdCh9EwxT4wb2+Rta8q40kkHWjpc4Njjervvqx6XSZ4TxpEe8swDeYIMNrlkkq98oeciwVzDj9dPl/CRzz78coV5rC2X8FX/Ix7xiM2/7sIndC4b2MZfctHhM2fNcXawi91iyRc01oy2WOBXkiledGpHix6gX2GNwBqB/0Tg2F8AcFNCVAJJQBLywJN8JFqJQgLR5wECLznCSyAAHf7qHnoloOTrwyNxSVpk4jnKIBazfWz22a8HyIzfr85nyRag0VaKgweCurgG2oAeNOp7wVLfTE8uHwCZ+qqzxVgC48onNHg8kNCqLwEa/Ep0NgTqIJ/VTyqIdb5X9/C2NqwZ41j8xAuNPhsJsTQexkUfOR7g3jJYX8ZIzPHoA9o2I+qHATrQscF8sIGiE866Zd8SoAN4k8UGMNuFZi9AJw76bGDIEB+bef7B7wLsEg8x5Q/fbPjEkVw4mzR1fexRZ7s6fm934ICDkD71NqsOCujg8kXdmlIuAZ3187268VBnJzvIosNY6GMHXDFKjg2ht6H6HHLQsymbyZyhfvzq+irVzzSwkw6+eSbwy4bZ2y+f1zqMoREbNP7GhZjYDGuLvcO8N/A2ynx12PNGzHPGzzj8tMNXZ2JDlw2wA4ZDbrLND/RkOFTC0wNnPlqDeOGsEbzevDk0Gg/xZYM3eA4WDgNk4GM7GmC86CKLHId/69lBhu98En+0dKHXdvB1sBUjbSWd/FXC4SW3Nv0gvDEGaNGZV+pw2nTCkSnfWI9KdnlWqScbPb74q+OnTwn4r62fXCU8HH341cUIrRI+iIcfxoHf1h0QE/sU61kbP5zcYZ64+DH2vsbw9YZxIVe8fcHo998OTnxjg1xgbOQLc8B8IVvpIsBcc4hUOrzBsQc9+/KNneYR28TMYdJllTlHD//5Jb7iCfAC8dAvvgBdOPho9Gkr9ZMRkMsn+oDxQ8N3MPOZX2zXj4+9wNyjGy+A0w9HDz/w0Q+nTx2efHrEEw49fnWgjQeQYdyU8eC3RtHp40NyyTFG6OU361yJxnqqZI9YoU+utWr88IeXX4yhMTP32ERXdQd3+chPBPwRUs9lXwugYx891r1LPz/XMm/YLzf4mwN/+MMfhr8x4tLJJZ/LDPFUmhPGiW7y5DvzmL0uAcjhvxxkjhkTlxFyBr1oXQjSj0ds2a3ONvHni7EFcPwWI6COhx7lCmsE1gjcOALH4gLAAge5JhlUlyAkIQlVgpBAPBQkHjTwkjE6iUWdLHTkSLIALZwkpS05SWra6PVHL+FKgujhdwEyA3LSVQl3GIien+hrqwO+0CM2Eqvfp4qNPrRiA9Th0IqDOh7lDGKNFqBT4okGjjxtNlXXBnDKg2CWyQd8dIt9ferJYYe2cYZDswRozB8lOg+m6sqbE+hnP6BXW3lLAhuyhx3qxlaMzR9tY4LOmmucxd94aaPBG+DVp20szcfqZJKHBu6wQAcbbI7IptcaPSw/n+ax1z4sr80NXv7jY8cTn/jEzSfU7OILvDqZ6ko8yiUQH5u+bRq64Ohq/mqnAx7QJRbh2aKNNv1iLmbijkcfXHXt/WDmaUMGVx0fOeTzRfv6669XDO3o8sfn6jabABH72Q60lYG2fkAnPfroqk+5BPHhBfhnnDbYlgEH6NanFFtva4Hnhjf7ZDpsa9sIOyjz22beRYdP+ZU2wsbDxbQNsq8EHAC9CcZHjn46GxvzG/CXzfD60TlM2MSzxWWbkm4bZzzkWXd48bDHlwU24/xwEFXSTa5nHjBO5o85xy/r3CGDDHrR6hcTJT3q3jQ6rDiwOlzqYwu72YBXW10fHrqtZ21y0bKdTnLh0dEt/uYSOdr60QF0+sRASVZ8aD3f+AUH1PlunMjVth+AI5/vxpMONuFBC9TJ1IcXTl0ZH3vIxMs/cXVI9xMA88Ch3aFKnzESN33mhJ+XADmBPdaJA54vRhzU6SFbHz1k8A/wwbiKK/nJhseDBg97tdnhS0qlsXYplA62iwFfjZtDpTlHvzFUigU6daAu9uSLjTYZ6myhW4z0k0GfuWvM0NIFD8jmozof5WD8eMk0T4wVwIuOnfrIQUcGOnaH4ye55igcuT6hJ5scPOzBp852bX18dDCmhx/64UA0cGxiszFw+HewDm+Okk2O9YuWrWjlAhdBwOUNn9io7lLH+hZHQL9YG1P2ABeLvkryt5t+8pOfDL6KB13sI8MXBuRbr+YJ3cbAv0LiKzP2iRe78bsEULKZvtYbu1xikW9+iw8f5RkXCvSRbd67jFKiUZp7aMXcWKATZ3Vy9WmLqxgAbfx4okG3whqBkxyBY3EBsDSAkoN+pcUv4UgukojkKTlI4volDA87yUJiRINH4iADveQhOZdA0egD+tBLdpIaevijDOxln+TJbnXx8G9Qi422uABtcYLjK1BfYY3A6UbAvLImbQ6sPfPRupnnGdm1ldYjmrNl/vHR+uIHX9ntrR2cXGNd6eOXPj5qqyvPJGSDeFr/cmP6jIW6fCcn2DhmExvZrv+/D/+RSIc5oSXfOtjYbNogys/Zon8JyAFLNPv1Gbu5j89gxi3VZ1ox9ryA8/ZUvB2M4B18xbe3/d7mOlzZEDvMofPVgDHxJs5bYBt7frFRCWzkbcKNo8Oc8RUnOsTQBtwcZLM+PNrweLTRm5M28vjgvPmzEXfQsFbNCXUyANvh9OEFdJjTydVHFv+V7CbfRYjDBVr+OlDiRccf/OpwgH1oxYLM9JIJ0Du08AkdevzwcOKOjt3k8V9JFnvESckHODL0B2TNwA/y9NOlDtAogT5yALuVaM0HdoSDV6cX6APq8Pq1rQvji59sPvGNLodTa8XXAS7yXQ7w3SWAN73+5oc3t+aTg5vPrh0yHdSKBbnWvBjQS5f55gLCWNHhAOjywfykw55H7Bw08ZkfYiMO7HM5ANgJhwbgMc5KeD7ywxjwFU4fGXDqDr/GWJ0OeD6qk6lNjhiLD+AHeXwTT/1K9PymEw1abfGAC+DV0dODFp02GwEb+Ec/2ejUyVJHq18fefiVaMhGA2dOix/78fKVPrS+DrLGyeCPuBsfPNap3ACMkUsB42WNAfFio/VKFl10sJ0sOrypdwHgnyR12egrBPqMkTEA9Pi5kUM8WcaDX2jkKhcAdJGHXi7hH5vpYgOf8ZBvbrnQMa/Jwy/HGyM5gS/806fNZ/xKMvlCJh14gH4l4KM+8VWiX2GNwEmPwIm5ALDwSxQGXWKSCCRkbUlJW11pkyU54tOGB/gktk984hPDvxLw7ne/e1O+/e1vH8A/FfiFL3xh89fi0R81yJfK2T4xqP2gBz1oU5U4gcY2T3h9K6wROJ0I2IyZV9ahzYA6OTYCSg9vpYe5PusxnA2LvqMO8zppjdmg2/TMffzjCxp+zvkK/kyAuJJrYwWKO1xxlu9s4Bofcf9v2yYOwaD8f0AOZgfwR+0cYHTZVMrF6ktQTPeioW8v/IzbiyaZe/XNvNWLl/jh0XbItcm1uQcO1/e9732H39va+NvwOmwZD7+19Uk3eX6P79mkz6bfmIkRGUry2WdctYH5JH7GDNQvhvq0gTUIZ7yVZJCHhz0uLdgOZzNug64PqLOFjfEn0+GAbHTmNZ3ogPXvj41ZC3x1WHHwpJ8eBx8be7R8UAJ1tgDxIgd9OsxX9tPLDjx0k0U2PBx6ODRkwetnI3pzjNwAD1p9AL0SPZsAWm2AFg+cPvJmgNOHjhw2s4cNoFgaRzDrwyPugO306McH0DsgGTtvbn0h4GsSByg2oDE2Dmy+0nBB4C2uiwG/89YWRzLpwGd8gDexDv8uAcgHxo9OFwAAr7HBp88c9bbcQY9e9vMfj3EG1gj/6SweYgDQ81OM8NPh500uL1wMwomBeIo9WnV88Hw2R4Fx104/nWjwkc+O7GEfGXjIZBt6vEo89KjjcQhmO1oleraSoS4u4kE/XrFFp58uccJrTrNV25t08tlAljafjaH1YjzkA/G2Tl3IGCcXAC5oHP49c+jgn/VrbrCbHewmj99sUTqYu2wVV3bC4dUP6DO2vgZ44AMfOOjkm7iQz06+8Znt8PyB45uSbeTzkSx/h4AP+unir9wgP6qzQ78LCPyATGMH6OATP7X5JpZgxutbYY3ASY/Asb8AmAdYIpIEJEyfxkkWEgMaeAkGjaRhMya5o9WIMQAAEABJREFU6ENXXeKD658FfM1rXjMuvfTS4Z8JA+r+STMJD91RBQkSuJFno8QqaavD22h6ePAdwIuLOKmjUa6wRmCXCMzzyPzqYW7OWWuAfGszaM3aLOk7ymATxZf8tMasNT74/bb1xG8+5Ks6en3qZxLYIVfJezZi6WIjvNJGD8ibbLUx0zfbG9/plNt+zjLYxUZvm2xGbUL1w+lTXwJxnGGJdq8+thk/oD7TkDu396uLoT72Aht0bZtufpjz/iCfz/21Haxszj2jvKH9xS9+gXx4JtnE2zSDDfLUf4yJtcHGU83N/42Rg4h4OTwZL+tFOQPb8Npwq7PJxt3YOqTYbLPF2PPXBh8dO5XFpJJeNPTyVd1FB3lo4OIjwyHFZQhdDpP0ZB968pRo+ckG/JyEh7Om2I+GHPGEh6MPLR/1ixF+sQCe60p69KGlozq70cORSQ4aeDz61JXZo0SDBx5okwnICdAC/ejIdKgzdsZC6XCkFBc0M606v4yReVMM+U6HfqUYOTSZNy4CfGly7rnnDv8ihAslFwQOYOIhZnKBvYEvU9jBLn1kOGyilRPIpYsNSjT8xu/tsbkH5wDnIMdXMs0xvhgrvPB0mC/85Svb8cOLsdihY48DsNzq8O/tNJnmHFn04QVswUsXfv3GUEzI0s9fdfT0FWt4dfr14eUjWeYMXrLpIw+tua6PLjzkojOmaMhip3WFj0xzFp1+OvmvJFuM9fHTeJCFhwxv6uHFigxrh172kW1dwTUv/Hyn3EOO8fAzIher+sRFHOnlp0uhdNAHZ+yNOTrjYN6x2wXQuafmk7lEH3vMFXagV6Ijg0/kmBPmoq+dyKPfvKALrbmgNKfNN3Ux1k8OnPmTbL6jYT8QJzglGvLF0rgAfcoV1gic1AiciAsAi95ilxTUJeirrrpq85dISxiSpkmATunG9KEPfejmXwKQjOuXOPVL6OSpkwHIRgsv6UiC+o8SZL8S+BSQfep8ZztfPaDc7NZGw0clHHr1FdYI7BIBc8268UA3rzzcybMRMN+AtvWmtL7UbWxsLOCOMvz+978fNn18k3f42jp71KMeNfjPJ35aU8BGRfvm8Itt8hSdNlrptBFmA/tsxGz2lOyDR2dTpdwFxGOLf5NzZ5w/cMc2byfZK37smmn2q7MX1D/Xwy2V6AN07J0BbgnYauzxoNO22RZfbXG3aXb4twbgbIzN/6uvvnr4XNuG2U+yHNb0OTQrxZ9cG30be7IdQGymrRF2OxwYNzgHCG97baLpsXnGj05c8Zij9dFrE69E41BnfbLT2oOjMxnmMRlo+AfYQz8achs3c8jh4Zxzzhl0sIVc/OSYk2zxHNUH8OAXzwCODUqxRMc2pfjghwdo0GYHn9lFDxvp5tNMh0Y/vXjJwaPNTiVb8OmfeeH0KwO8AC1Qx8POQBs+O+kvpuSh4x/IVzi2KfktP4qvfnFNl1K/57u4s50eshzcHMyMNz3WvLfCDtjiwyZ9Dl7WIx1kAzKNWfr4y25/KM4hVdsbYvsqeukUPzbjIY+9fMdn3rKNTj6x21iwgz3mMvvMffzsJY9ctNpkKMkB9ZHJHkCXkg/6rQ2Ahl4lG/WRTw471OkB9KNhG8AnHmjw40WHxjgCPGgAevqBOtrs1hZvsvxxR77DiRU7rC9jZG3ygw76xBGNcRVbbWPrXw2hx9oUO4d/f9tDfnHJitYFBHDBIs7+MJ+/I0GXMTbu9BhH8uUU/b7uYJN5BPTRa84AdulnPz1o2EK/F074zctylfUoDmKEFvBRbjS2/PMllPjQg7Z40wWMl3jSCdThAVnKFdYInNQInIgLAMlKEjHIFr0kZDOpDSQPCVZdgpDE1V/+8pdvNifqeJQAvcQFtCUZQDaAQy/Rq9+SUELMrtkWuN4u8UmfOKjju9/97ge1OaSozD7ihVthjcAuEWhOeXibdzZGNire8Pi80+bDHyfyNgL4vaq1a/7ZxOyi++bg9W8uexMmB1lb6eS330+2MeI/Gv3WHoDTPtNgw+uzX5s49gKxttHyFtpGLBuMUXbahIXftTSe/4H/uxElD9PlzZI/OuWvU4uJTnjxU2ofBmbZh6GPhq/0zvxsg4tmqZzpbEBtfG2cPWM8k8i3CfcmzIbcWzkx98e4bOxtcl0O+E0vvd7goqHThthFgE2zg4zDgTEzLj1/jJ15h5d+zyxAL4BHzx501h+57FQnGz35wObfhlupnwzAHv1kAQcIBwO/V9amWwzRqfOdHw6FSnr0oSVXLNjjEEG/sbYe6AD80y++2up80UZPhrb4kQFPvhJe3RzCq7QGHKK06YGLhuza+MNHpx/wT78SoEOzDfWhrQ8tH8WG/WwGaOiW69gIxAgeHZ7AOKiTj8aYkg9vvMw740ouPJnirg/ok3sdqnz956sAexhj6bBtLtGL3/iRy16xJgeefvFVJw+NuDpM0mc86FDqYyd70c/2wRkLNHSRaczhtc1BNgKy2IWez+jQixs/lQCvtrGqjQee3cYge+gQXyXb8ImDeOClTz//6SKTXvaKB3yyyXdwxiOO4qBOJ9n00oOPL54JdOBHz1d4B3A/n4CzRo0PuWySK8wNMsnKNv3GQdsY+7mNkj9stM7kEF8WnX/++ePcc88d+UOWyxtj5xn885//fPz2t7/d/LyV3ejoOufUJZ487YLChbfnM1vRiIuYoOOzOQT4p62fv3Kgi1HPfXEwDsYSrfiJgbE2d/DphxcDuVG/OPKL3eriFz9fxYAt+PXjV66wRuCkRuBEXABY6JKBQZYAlDblPinVpw0vKalLIOo2Xs997nOHJAovgUgk+sgD8DOQh44MMue+o1RnJ3vEwGdeEqf2bLPPUj0swvFb8uSbEv0KawR2iUBzy3wyv2yObGae/OQnD5sVh2QHQG8ubABsUC666KJh02Od7aL75uCVI2yc6GpDpC6P2LR4q6ttPdpQKbWBmCjPJNiY+eeffArqTTTwh8P8ATqbLRvDT3/60xsTjJVNrs0XhE2/cleYfR6nhPFbLOQZB0QXE+aEuWFzyAZ95axTLPv+n2ywL8EBHTbIciB7kJI1A9wSZKOSzcbcQd0m3tywgbX5FUvAR2/9bbodxMx/MRB7Y2Xj37xXZ59Nrs23t3WNjbVEPh5y0Tlo26hrswUNu8TbfOSnwwJAY76i46+Nun628IE9xkK/OhnGhX4+eIvnEslzFg4dfeJI9u1ud7vh4JBN8MBBJ71sxwfPTnL4yi/2AHgHBTh2aucLXrLYR4a22OlnCzvJYzt+Y6JNLl/w6CMX/Qz0wCvRA3UAj7a6tno4dbhx6n/kA22gzl5223eIsbgXFzRsBeTIg+psRWdsjLVDFV40fOEXWiVb04FGTE6ZsvlXSfSJkzngqxLjg0bsHeTFmh9iaHz0zcBmdhhjpQsrOHwuhMjR5g8b2CTuDtfkkoWXfG32o2MT4JdPxj0P/L0Ma4AdAJ1Y8EE88IsX4B8gT3992gANHBr2ATj2KvFUF68Z4PlBP/vwkoMHrzEVTzbx03jA80cc4MWKD3jFQKzFy5rGD4dH7nAoJ19sPRPFgA8uAAD5fKFfHOkxn9jc3MBDrhzv4O2rIv8Mpz2vOn58ZJHpYtHfhfCscAnQJTF/yfQGXx4jz2WyL0vxWmOAfWyhU9t8MFb84KPyvPPOG+YCPLliKl7iy3Zz0djLYdr8I5f99gh4tMWTPPHSVhdbMVCyg2/wK6wROMkROPYXACWDEpoEZMAlnR/84Aebz009FCVvfZKTRCFBSET+yJ9/eoocbUkFf4lbXULBC7QlJvpqwx1F4IvE7k2rhMxGfku86g5gNhQePtrolflVcoVbYY3A6UTAWsFnvSitM1Db2pznmU2FjRFadeVRBrnBX1S2pvhl7fBZaV054Nn85QO/8xdN+DNV2lyRzT5r3xoXczibLDFWameXTaqNlI0h/C6w7WOy4MVLXv7Tn/402MkO+VkpTmiiP1OlzabNO3/TIQ7iVHupRMdO9gJj7mBso2tza+PqsoVfPoH1pYPLDpcwLgDoNodsygE6Y2LTbRy0yTF+5pU+46JOF/tt9tGKJVvZpMwuvqEB0aH1HERLFp9tsL0tJJcv5gsZxik6z0jAP2//PWeNHX1kkGu+88sBhk760SgdINDyy0FQfZbNv+whjx1o6UQLzI/8wAvYCM92NpBRnLTxsQEekMs/wEcy4AJtPNkQXhvoV6Kprg20AzFmFxvYSJc6nHh4/oq5g88cL7Rk42cjuWIjDsrs4QtdZJIH0OtHZ5zEDw2Z+oA5R7YvU1wEwKEzz+hin3E0RmSi12avuamePGMh7mTAkYufTvaywcFWCUeefrR0KfHSYd9lTgf0k28+AXTiQo7xVGqLq5K8QBtoi5NSnNjORjFiEzn60LKLL0q60IsLyD4lesB2wE70ZLEJaFtT6OkjC46tLtCsHRcBeNLNTn3mLno5wfwQF7HU5+27ccLHB3i05Cr5Z51ps9GY0csnfxvCYZ4+fMZCfqGPDva40PbzJHpcVJLDD3PUv24jd5lbv/rVrzZ5my3sJguwabaNHD8VYZtc6I9PignbxBWtOl75wtjzgY1ixBd51DyFQyvmQDvfxJgMftIFr3+FNQInNQLH/gJAMpBwLHalpGawJfH3vOc9Q4JBAyfRSDzqM3z1q18dD3nIQ25AoZEQ45PsJPQbCE5V0MCfqu70f8k1ICg9lXBLEB0Z6ColRyAOX/rSl4bkrl88PFDz7cILL9x88iVpSuLJk9Tx4znq0DgYe/6z23w4rN0eGsZzpidjbp/0urjOMWiezLi96vg8jJtv1c01cRdndSX+xsFm77A6yLb26SKLHG0lgK9sXrAjvL7TBXr8zIat5iE/yIYn84ILLtj8e/fq9OUfm+FuLqAvm9hKb+tFXmQ3Gng5Ao6taAH8NvBHn82vPvx44LUBuUpw61vfWrH5yZE3xPKQAzE+POxBUAmvfRCwAa1ypt1uz33VHcKNEZ/NR3g+KJsr6ksQPX+8qQfyqYOSt142s+blj370o+HNmjda5NmY29SKn3izQR2OLS5tbZ5tgvWbV+RaGzbK6OR3fuoD5qBYwou9TbE6G+HR1GYTHfiNR3biU0eP3yGJXHRs8cWGMfIXvV1msI0stPD4HTRs3NmLTyzER52P8OSzx9jhqa6tTykmaMUDDT/MY3rgtPkDyGaHOrzDksMGevFCj4ZcQJ5xoNdY68OvDw+fXZZV2hPwFR9Ayw4lHrLYrS+AUydfqR0tHMg/9gVoyWUHu/Ap8SrpwauOjl2ArWj5JAbRkAOPXl2pjzzzyUHTIY8/5hxfySVjBvaJrzHER4Z+eDrZBeCMNzxd5pALo+YLGcYEvzFGY/4oAT4xQMdGpbY+8u1P1I2Ptjo5gA942KDkN3p+04nWp+jmh9hro1HHo+QL2ewmH56tAC1Z6uLNTzi+oaVDP5x+dGSRyUc20WktGTMlejbyEZ1LRGCTuKcAABAASURBVLLQGRf7N7yAf2y3dvHwmXw20ulNPxpyxI1sdfLQ+CrJZRNa+o0lfqCfLj9FuPLKK8c3vvGNYdzoMh8czv3tKHmTrS412aDf5QF9aNgsv8kjdOj3ZYMLALbJIeLm8gHQC0+HLwHidXFQLPxNHZch/KE7f/CR4WKD7fr5pBR7tHxdYY3ASYvAsb8AMKAWuGQAtIGk4yHmEkCigUMnEerzkJPoJVjlF7/4xeGfOpGA0MJLXupAIpGklBK4xA5/1EFS95emJWC+SdB8y/773//+mw05HF+K4ew7/FEG48I+tvOXbzY0HkQ2oUtgE20+4CEDNMbqK+wWAfPKejFGxVVJqrjrU7cGrU914IE+t+H2AuPmQa9PXWkjYINi3Rt7mwZzQWlzYcwdSKwF9LsCW/3UxvwDfOIju3xlwwY62Cce/ALq8GczyBMOjza9YhzwWZy1HRRsSq+//vqNq2JjY30U/LehtiFmk/FhoPGbS/UlwGc8bcSNv7kuD/k5i8O+v2vhrRoaG2OxQWOTqnTYMf/x0qNsUytvs4d95qtYijc52nI6ueYanWKq7Tmnn1z1gBw60OMlGw+cPoBWCehno+eljT7b8Pn0n1++MDMHyGOznxB4WyembLWR56/5wU+y2AXoYR97s4NOOCWb2Ea2GCu12QCqJwcPmvIKXex2WMIvHxhv9GjprM6G9JGrDtQBufwmB2jjJwcvYBMeoA7wBvAAXgnU8ZLDFjbzXwn0o6OLTrrFGajDA31AfdZHbvLJE3cAj44uMYErPvrINp+V9MOxL3u0Z178AI4+stljzM1zgMcclS/NKz6QB0+2ki4+KMmBY7d+oK1PqZ99AI5OcgEZ2miAfvaYG/TqI9eBkd1iAOgwzuY6ML/pQms/yXZtMh144bVdKJBrvqeLr/QAuvWTTQc+OG0yXQLIifrYpPQlnDHAxx+xopd8PvNFvz464K05+cFYij35aOnSb3zkZT8Fc0nHDn7hQ0uWvZODOnoH8Msvv3z47J+/xpFsXwFY63jh2SsP8JkM8uiXB/wUCB4dX/ysgd3GCZ5escdDDn465Axj87vf/W7zB73h5VTPFLbxKd/EhQzx56M+bSU+9IE4Vl/LNQLHOQIn4gLAApcA54UNJ0G+//3vH94CSLISksGWsCUXdXQ2U+DrX//6ePSjH735q94SkQSFhlyJRPLSDsipflRLdtuoSeTq7BQrSVLd3wGQbMXBw0Af4LP+ow5sBR4ibJb0/b78qquuGv6wjd+1LcHznve8G/4QpJh4kICj7vfZYl9zy4Pa5kFsPdRtMoCHeQ/txg/efLQGD/LTnAXWotKm5tvf/vb485//PBxS/MEi/866OeCQbiOjrt+h7CD5B/Wz2UbRzwCyt3XGZ5skv7Mnh438Uj8u4I9CiaWY+oOOYg1qW4PwV1xxxbjDHe6wcdsGVEVOVt6SYNPtUsizobExfsZKXjmMbejkHc8HYB7g96aM3F//+tfDPDTvbYjRet5YD8k3j/DghSNHfGyU4fDYYNvcxytf4bPG8LIbDq11Zj2o49dWouOnfGl+hscXoCEXHXAQ8QxxGMJjvvu7Mj4P1iZDyR8Hiy7gHPytbaAvuewA/BQTdTHUVmeHUptstoqD53EHBjj+KvGiw6MOx35xYRe7xbNYJBctm/CihwfaYmfswosDWeTQC0+fEg9ZaGaYceoALcAHwtHJFnrJBdpAH0BLPv1AHR2Y6dThyJpjiZ/O+tCh4ae5ZV45fIoTG/kK6EE7Axlk41eSgU8Jx14y4Mh0uNNHnnnt4GhM2YSOXUCdPrG2f4OjS6nP2MLnv7Y5oY8s65l8MgBcgBYv2WSak2xjP9/YTC5+c0ZJBlvpiK55yDdytO2v0JBJTvbqr042eeIj3vjJdkFljYmNGJm37MkG8vXxY5adPLT6+IaXT0rA54Df6vr9aw0O037+KnZsZxuZ1rc1az6w39t6Xy/55L+vm/xhPv96iy8J2Ea3tcw+cthELl/9zMTPB/jLJ3L5hIbd9AG0/CdDrOkmk075Ez+9LifgyQf8AmTZ15OjLcb6V1gjcFIjcCIuACx8iUvikWxBAy6JP+tZz9r85VNJB16CUeIrCeH3kHIJ8JSnPGXzB3PQSEISijqgA0915VEGtkqGNur88ADgvxjx35tQhyb+e2DwxcNAqV95lIEfM7DVGHlQGE+b0CXwIGxeeJDhJQN4CClXOP0ImEvmoDXoSxSHBhsKf2jIH0P7zW9+M3wG7i+j+0TQJ9J+kuMBbzxuiubobRCMucNSFwwOnea6DQIcsNm4KfL3om2N+ONJ+rX5qx70r23QZ+1Zj+aZeRvN2VraZNksOkSLubrYAvE2jjaJNoFyjBwE+CsXKW9JcJA1Fs2dxqTysLZFb0NvnPnrTZe57YLEXBQPX6Y4+JiH5gm9Nr/mhA2ueNGpbS6Ra8MOLz8DfEAfWnU+ADLQeG6Za2xBJ/b6yVQCeP14gDo+Mum3qZcbrVufAdPDdm/yrFe2w1njdPnDbb54kXdt8vnLb3LRGXfy2ZBubX344ZSBtj7zxHPcQckbfXW2wbOHjWwgFy8+cvnEBjj+w+PhGx+1xQFfbfrYidfcVnoOwKPDnyx4ODLg9JEN1IE+gI6ObahPP3vq19bHFnqUfGIHUA+0AT+TURkfucZLvNiHnm941OkwxxxgzR995GeHEi0cWkA2PUAf0A9vzMmAUyeTfHzoxcsYssnYqcOhZ6u2caaXfUrxgLfG+ADglXjrF/d0hEdHbiUb+arExwbrkE7z20WCWNGnjw682vrh+KKUQ/CRQzc8aP7g06dET4aYmJt8wUu+nCB/4hXH6PEAseIP38RJXNCh5xs5aMjHG55uQAbb9RsL+vxhP2uWHWSQjUZpDfuCyRc91rtnnEtz/eLjmeoSAZ11KX58ZhM72GhtGnsXg3IfuWgAG+UHvrsAUaIFZJDHTjT+ToyfAqiTY9+mTwzEnB4+4BVbOH3k0Mm3gF44EG4t1wgcxwiciAuA7YGzsCUfpT4bmOc///lD0pHU9UmW9UuIJUuJ63Of+9zwZrhEIjFJJmQBCWQu1Y8ysN3vufjNl2yVJPky//0DMfFQRKOuPMpgPPnAVn6yVdLnq3HVtwQeZMUkfrzkmAvKFU4/AjYeNi3GwJt9mw6HRW/GbS5sPrwV9WC3Ph0cHZyM62G02iSYx2iNOz3q4RtTOH3sUUfLLvX/BnjjbRNDZvOHDra5ADA/zTMlm47L3Cqe/CqOYgAv3vy08bzuuuuGt0Au5hzkrM2ZJ96bu7RxNS5sZk+5j/2HsaWxJkPdeJvLd7/73TfsLrn4asNq3kMaf88bcaEHL7z5D8QN3gHKJtdBhWyQfWwlxxxDK850w6MJ8MCzAQ0/yY+OHdGShZ48NrHPhZ2Nt8OKPl90+O0/HLn40VuzLgAc/tntUMAXbXbyz+Ycjhw4NNW1AbsCfXSw2wbf20Nzx0afffqVDiTGkb18A/j4KuZ0kgmvZAtQRxOePCAO/PL8d/ki/saBfXylM/na+JVgrmsDOPpmgAPh2KKuhAd4tdlEN7uC7NMPoucP28QMaONFT442oAsewAPzgM98NYZ46EOLhz3o0cHjiQZeG+jHTw678KOHE0/jjk+feWls7cfUyUGn5AffyEPLBs8Fz2y0/KMPnbZSG70SPX68bIAjt5JN+vll7phXQB0vHvOKPOA3/uY9W9H4w4be/PvCydzmL/vMN3E0b/KTDewjD5+2ZyG59PDZcxDAixMce/Xj5W9zj83h9WnTzX7PITFFSz9/6YOznl20W0eA//e85z03n9ij12YTYINc5kJd/rL+/HFAF5p0GIee13S4JGQL39lGBh/ESx7glz1AF8LGTF4RL3U+iJk4GhtjoO5ShF10w7PLzwrIEx90bGcP3XSxRzy0xQA/m2bYCzf3r/U1Amd7BI79BYAEMC9kiS6YB+/LX/7yuPTSS4eEItlIIpIlGolHCfCS96lPfWq8+MUvhhpwkoyEpo4ezabziP9HfNhsIyo585/J6vzhiwMKnASKVpLV5rPyKAN/jAU/2Gts+cBm/imXwIMbvwdP9B60HiBLfGvfTYuAOHsQ4xJnc2yOsbaHtRINMC7KJSA3HuNvY4YeL7xSG6ijqa7cFcikx6bOVzbayYQH3n648Cjf8Humi/5sLPmx7Q8c4I8NILj++us3edSmrDjAo7klwZyTIyvlEfbIIfxSPwzIGWSgdej0sw8bbJtmY2+T6+DjsGpDKw4uqawFfOaxUtzMUbrlNjGCs4mmA70+NgM0+tWtL3bbDLMDHX/wWRdyvv6ZXh2dEg/d+NGz0Vh5VgI/ofHTKj/xYLu5Ld/KnS7y+IiPn+pkZhM70AN62MEXbbazQTm30ZGX3WzjC534o9X27HLAQct+OCCmbIAjix58+Mknk23q7AXq9RsX/gGxZiMdZInBTIs3CE9OAAdqK9kzA37tSrahq12Jhi18mQFOHzq62ApnHrFfLPSTqQ+vfvRA27iA6ujZAfChgwNkko2enAAvXdro8aFHay6ZH/rhjZP5LZ50GDP9Ym58+GHcxdw4W1fG2vzUj0efMcZLB7nw9ONXZwe74NThAbu0yRKTcEpy2EUvndaz3/v7eZlDcBe/Dp38IUNMyKOLLfDiwz7PCTLQ6XeIBQ7SDv8uSB2QHZT531oiBz25bGKnmFif4sF/cWSng7g8o04vev0uMFzg+UmsfxnK13Z88rWSnMRfMvhFBrvYIKYuCXzhxXY5wHihUbLbZX7+Kclio1go2W5M6SHPhaGYiT0d/MLDTzj1bEcnp/KJ7b48ED/2oMNrTMWCr3SQyTd69SUTfYCv+lquETiOETj2FwAWvIUMGkC4AF4C1/fBD35wvO1tb9v8xl9S8nD3EFFKfJKKuoQh0b33ve8dF1100bCBw+8hogRoyFY/yiDxiYWb5z/+8Y83mCox1nDD6yHAPzEIj6/6US2zmT/GxMOFz+xlvzFaAg9RdB4eHpLxkUOe9gqnHwExNB7iHJhj1p9SzJU0RGs8tG2clEtATvTmgHFDH059pjFf4PRX1z5d4FvyfWXDB37O8mxkHvCAB2x+hjT7OtOcrXVrK9vFFMCJi7JY3OY2txnG2h+7gscj9ypvSTBebJb32WUs2aN+U+cHemNt42zuetPmqwfPDzqMvbiYpzaznjl02RjTb+MsD6HDTxZazy9v7my2tbMZnYOIAwleMugRZ33sAfoAXXjZAMhS8hUfHuNlXNhBHxttwG28ff7r7b/f5OJjI3n+uKYNvdiR5TCjnz30q8OTjyZd7CRDP9uU2tawOl5202FD7+CoP379Dhh42Y2WDng4fLU9zx1YxJIN/FLyFS86cvEF2uw2DsaIfmU24MdHH1p8c1kdfhv0xacOouE7240P+XMfe9DBATSATTOwGZAF8IHkksF+MrKjfnxkArxKfGjxsAk/vP79gDwHOnahx0cgHfL0AAAQAElEQVQGPnhjZ46QbQzMN/OODnPAvNPHHnz4jZsxNNbozCH24wdoydeHB8Cjg2Mre9CRDafUZi87lfBswWeNmff2UA7V5r+/fm99w1vvZKAnnwwAxzb62MQ/c1BJroO7+SRHeMMuT/DZAdYlgLfj2t7CBy4ExI5svokJOWTSz0YHfXUAr1/elSd8wSCX8EO/v/bP9zvd6U6DneSxzd/8QOPgTec555wz7nznOw+6+e4rALJcaPDV+me/uFlT7OO7tjEm15jSwSYxljf0mwd8AXRZ6+jQG2++i4k4uXAx/nRaj+SILR/4Ka+Shx4N+exQ34b98Nt0a3uNwNkagWN/AWARAwM0J1/tGUpIb3jDG8Zll122+eQJvYRWcpJMkiXpSIT+iOB97nOfjaj6NNBKWOpHGdjMVjb6hEqCVAcStT4Pmjve8Y6bfypQ28NVv8SqPMpgDLNPsvew11Y35upLMNN4iJgP6PGbF+ornH4ErBFz0IPcA92DnTTxFXvxVsI17yrRwC+B8Tdn6ZjpyY1PP9BuTmvjhdsFyMFP7h/+8AfVzb+NvKmc+g+bxEAOsbHRPoUe8akfB+CjMVDOvhlv4ynX8N08aLxtfm9p320m2WT8skU9G8PtV86+8lMO4bM8a3Ps7ZhxJ08MbEzpBOIlx1gX+PTbdMNrm5/kw3srZ8PODjix9Hzy21hv5G1+0esnUwnI0jYu+tmhJEP/3EYnf9LHPvr4IT7XXHPN5o+qsp8svPQ7/DgkwJPruQnohaNHPAAcQAdPFz/VyVRqo2UXWnrEx2bf4cC6Rsd//PrQ4gfoySejgwfaLgD4w27AX76qo4mffECOMSWTPPMVsIGd9OIjh62ADCWAx7sNaAJ0M0Sb/u02fDglHcnS3u5nNxw7+YI+OnzwcGyA57P5D/iHF05dP3py8MKpz/xo8CiBw5hYqaMFdJFv7KwNNsKZc+a/kgxxxm8c0ZJDpz51YG6yhV1AP13qSrahMcZ0x0snfnMIPx/1xYOeLQ745o715XN/lwH6HGK9RfeW2dt6ctDgp0fJR/OLfPbodxDHC1wg6PNG25v/1gs+60pbDPhv7ltXLgTETDzQ8YM97ADmN2APO+gA9PKDPfjIotdXa2xwQU0neWJo7ftCgA0uI/C4JDj33HOHfpeB/i6AGJEvluecuiSwTsljt7FTV6JTZ7cxYSuZAM74iz993uxbZ/Bo0bBNDMTRH/J1eYBeH3vUXX7IuerswC8GZBgPYwz0swXAr7BG4LhG4FhcAFiooEGygKtX6pdEalfCSxKSgKSI16H+Gc94xuYP/emXQOKVIOAkVUlM+6Mf/eg4//zzN5+wSnTkSSwSTHpOt6QrOB0Z/MFHhnIGOADnofG1r31teIBoS6QSs7jwxb+FLemj56MS3a6QHCVInjqovVTmYzTxKflh/GwalB5g6BpP9SWwORAHNOJg3I2rujjAHxa27TwsX3T4+QTgtJVnMzQOYmz98YVf1pB6vhrH4m3N6TM3lUsw05CJF06JT928YIexbn7YJFVHd7pANl4+2RD5A4c2H3B0sknfve51r2FehcenX3sXKH507CeHDfXlM3qAX9zZYqOJFg49G9EA7W34f+zd6bNmV1U/8P1tq37Fy7yMc7BEERDCPA9hEpFCRhVTiJFBJhFQAYuplEIGEUMFiIAoQYlICIOBMAQICSSIDBUjogSrDP4FvrbU+p3P2r3uPX3T/fSUYPft56levfde81p7OHufc57nNp9NJR789AD9iR/PgQMH6helu//R2LIJRMcH6NgL6JuA3MmAeW7jyK480MU/MagfDYwvY03eyOhjP1LlZpAnYjbPNq82tEDMxp5rizZ+a7Kx6cmcHNEnZnOGfU/abLL5iB+dXZvqT3ziE8NfvbDBl396+c8fOqxnbIoNjhw8X/HTCUcGHpCREzptqPsGg+/4852P/DDO3Tx2eKHLjQBPAvmHbk2mV2ygbfLR9Ujc6PQp+UKWP83roCJPAL9STvA0rzcO5EqcaPTTZayLWzyubQ5gcolH7ppfrPTB85mv/OEDnJxoq9NNr1yKgQ/GkAMdnWKRC3g62W595NHI84sOdSUafnaUbMKhkxGPthKg42sf0bpNt3zwlR940Mjg06ZDH6HTD882QIOH4xt9eODJ4hEzaP/wogF1vHS0Tb7wSc4dqt3QIis3Dnb6Fg+gQz7lkjw7/NfGZ5zxgQ3+OdjyUd/hU+obOtT5jo9fYrb2sGFMsNf64egyTsga+/SxpW/FY/wbQ/z243/mABt0GatsoPGTDvx08t2bA+zR5Rf15cCbl8avcY2HDfmgB44evotB/sjzH8DJobq41PkhDnnzxJw+OLr4RYZNNujmszXEjcpnPOMZzI6O2RsDYnQod7PAuvbEJz5xWNPY8+f53IAUD9/1ga8CsckH/rAnv3SokyMPJ8/yx6g1Umx8pIe/bgToY2sf+3zlt7eR6JcXcuzh1+YzHXjZb7/QyAD2trDNwJmQgX1xA+BkO8piSIeFwiKk/rGPfWz82q/92rA4W/DQXKzRtC1GFn6yLia+OmCzgw5v0bbQaJ/qYNFzEbChs0CKz4JoEbbYAn+6SUzw4hG38lSH9lcMLhYWfL8w/8pXvnK8+MUvHi972cs2wpVXXjkcYPS/C4Z45UXZY0V9CyeWAf0jr+ZMzxe5hu/2iWmeUvrdWDXG9Zsx/nu/93vjhS984XjJS15Sff/yl798vOIVr6jfAFG+6lWvqreA3AicWk78fzZJi8/m1obI/NLmlzq6jYrvSdoAiR+uaeq3FZgTbU+dX2zxDajDK21km659LPCGN7xhvPa1rx3mm99Y+f3f//2qy/FrXvOaor30pS+tfrABppM/t0bf03WyYNzYYMrFuj/42HnZZMMaQQceMjaiXsE1FmxugY27cSq31hoyNrKuMTaqbFu36GDT3AD08gk/PrrpAGSMPYcUBw2HCdcyNHrYcT2jlx78dKnTRz9b8IAu/e86QR9d4vDKMpwDAnl4cnS4XtiYG9vicZ00vtH5wb7DAb3a/JIj9Ab+sS8/8mGtAHImd+p8Jad02GFHSUY8ePgAj48P/IGnG4+DmIM+/+XM+NNH6GTw8IWf6kpt9faV/3zgW+vWBmsdLQdHBrBDF1CHW8PaBjo+Pii18eKhE8j/ukQD+NaAj39yBdTJ4Wm96nBAnU2A3ji61QEeY8GYkUd1eNA0supKsvyQM32DT46MMzh+dYmXPnqNO/7CtR588t96+ImfL81DPxwbfDAXtI2ZlqOXT3iMA+ODPT5ZD1xH2LXnw2ds9TimxxhCZ8sY11fGu7Zxqw7cEKaXH258eIvAa+xu9rHBNlk22ielnNCl1EbX7hIOyAd7cmL+4NF2yHcDEk4M/HeglgdriTr/xMKPb3zjG8OfBPQXoeigz1z57Gc/O/jvZoE55hr29Kc/fcgb3W56i0s+2JXfPuzrD7rkSfxKsepbpViUZKxtTRcTv9DJu1EgX/wGeH0FgT/qckRWbGKiU27oYBeeL+pb2GbgTMrA9gbA0ts9+V0slmb9s+D7c2O//du/PWx0LBoWDAuIhaeYlv8sRhYh339yoLCYLOjhQqE81WEdi4XUq5zrPLT/frTKhk5bjBZU9dMB9F3HyW+vrr3zne8cb3vb24bfcdgEV199dYVIfu84obeI2/9OOANyaLPgYPyWt7xlvP71r69DoVcpjbMTVrwStPlzwTdPbVq8sXPxxRePd7zjHeOtb33rePOb31zjQP1Nb3pT+XDhhReOSy65ZKXlxKo9Zkir2zAZg9rrMWVzZFMGD/Aqb2tgR/7lh19KoN62+QmsdXDqShtb5SYwz/y2yhvf+MbhZoA+7nybdxdddNG4+GBftD52bq2+3+TbsdCMHesFf9RbRt5At49Udh7Jy5vYvBpsrbWJ1u82rXJus8+GjbNrDV40c8Sm2PhtHXjY16bDAdxhG44vNr1oNsDoDjluArBBX5fqfKSbj0AdoPEHTmmj75DMdwd/Tzpd52zQjV39Z6Pv+sEP1wuHDBt+PoiJT/SJhz7XWb7B8WMNfBCnw4kDO3l5Eh+gC12exKvEw5bc4qWPfw45/FEnQ586Oj3tu/VBnsTARyU/lK79cHLBZ7HDodHDJzb5wD45NtjjGx5xkpcfduHI0YGmBHBo+LpOX+PWfYN/zUcvXiVQB2Tpwg/U+Qs6f0oyeOkEZPEAdTiy6viAtpIsvFjkyqG444XHR579dYkmR3LFB2uSvsBPb+dRXeytmx26AH18bB3a8PjpI8sOHjg66NeHaN1n5LT5be+Hbr4Y+/qdTTocMB188WubF+zw300CtrXJyws5evlHj7Hv7Rlzxnzy5Jpcjz8+yoGSfvkBcqGkky2Ark2/EsArzQdjkhxfzcd73OMew5s5/PfGhDmmbk7Kgyf1ZORI240Ka4kn/NpyI3fWgGuuuaYeknhyzy9vs/38z/98vdUlHrLeFGjf5I1v5PUHn4C2WOVafuDY4bcYxCKHbGgr4fB/73vfqzd26bXm+I0COsx5cfEdr74wJtXp4BOd+oov2uzyZQvbDOz3DGxvACw9bPKb+Eu1FhELi0XaguCvA3hSbJFBt9DitbiowwF0fO6Qwls4LVxopzKI3WJo4XSx+sxnPlM/RsZnOKVF2Yap2+IHp8tC6SIiDiAG4CKgrY83gZzIDx2AjNjJyIv2Fk48A/JI2kbIoduTYW/TeBPFBgTtZEAf6W86zEt9px+NeyX7cKDreLXxq58MsMM+ffT4TqW1wpjSXtuwUTGnGsjhuS1BzPRb8/hqvMsZXIO1ziZJDGs4lvXNxlIcLUenmNmFs8HVD6Bzoo7vVAA58cvYcqLePslH1zeV+hJdrEptm1UbUTm3mbZJpd8BAs5mFZ88kZF/dDQg7+TQ5da4cQPAzQJ+sYUP/e53v/u4293uVptxa558K4F846UDsCVGOKVrGNvGhLpDssOJAws9DsDs2PiTvfnmm+v1YHX+OVh4kigePuMVl/4VD7142eMLMC6AOv/JuhaThcNLBqjzm26AR5scHWyRVbeWuAnQ47F58aB3fGLUD/Iodr6y0239JncOg3LhENc8fAJ8YJdPQC46DrbwAHW6+QDYAHKPjqYE6g3NK4cN5ODxguZlo6HzRz/AD/CiyVsDHD3ogA48Snh0vOroSjSABte+yY863FoHn/kB0MjqF0CfXOsDsnDyCE9OSa7p5LUB+wBPl3S0bX7jo4ccHjh1NvGiG9/GOr/waJMxzwB/8BrH5oNxwx9jiBy8td6YMx7wGxt0k3N4Nobo9cN5+M3l/sE/B2X+4CdnLNED5IPPfGsQbwOcePE46PKBfXLmqxsAvo5j7UHDxz5fjO3b3/72w00AtvAovaHlz5daa9jhE7zv+/sLIGJlA/78888fbgq62eANADdRXdPlkQ94+Cc2OZV7Oo0VetyIEDt+ePzi7zYdbLHPf/NQPuXdk0FdMQAAEABJREFUVxH0j3XbvOODGNTlnW425dq6wDbgT+vvku0tbDOwXzOwvQFwsGctMBYVTQuhhcjipH3ZZZeNCy64YFiYLJRKi4/FvnngLTDPec5z6iYCfTYV5E9l4L/FkP/8dDdXW/wWRbiOw+Kp7eKixKc81UFsfNavfHYh4bM+Ev8mcFFofjLa8gK0t3DyGdA3+sDGiTZ1F2b1WwNczPU9Xfpfaf7qS3V9CdhVNq7Hu/aJAh30Ajoc/jydUG9fus4f/Np8Vn4/wIbTm06+/gDchOmvxvh6xH3uc59yQw7lh4/67Fj6SNz4xUqWIm1ggzfGqF+ONkfR6MVrbmqfCmBTudePjmUv/nBtfbm+tjhAuqFqDNq8qsPZeFtr4OVNfh0sXGfolRN0QJ/SmLHBt8GVOzklC8j4Cy7A4Vde6XP9opNf4iBHjxKQI+8aYO3nGzlPQ70ObJ7it7H2A2c23J5eGtvtl4O/NxLwiMdGXamfAd/h+C4H6uKjlw9KwA9jhR/84Rs+uoA6Wbmik4y48IkNXgknzzb96nSyg48//GbDAchBTumgYMzzgW15AJ0Lhzd1OWcDH71KOvnFH7r5CtTbLj72+UMewCkb3yUeoN10dfwN+rfreAAeJVl2ldoAjb/ktNH4iw9oo+EBeMgANDyN0wZwQL2BrDwq0fQZGt3tL5o2vBzh4Yt8k5VP/cs2m2h06TMy+NHooRMdvxJfyyi7rdR3dJOnS5+Tx2eO8AUf3XThY48ddHNW6XDc88pBlB766HYjjIyxaKyL03i64YYbhif/fBCnG3XWWn9Sz1cuzS326WBbXUxKOH7xE/APqLf/bOJn195U3fh3MHe4N0fdZMDHH+NZXG7k0c8Hb36qm8fipOehD33osJ6Q47v1wFcE3Nw+66yz6nek0B/+8IePc889t/bDDv++DsBnOeSTONpXvgM64fQ5e2yzwS/+y4M6XvLikSd5NW/lUyxufPKLLJ/Faa0ho1/wnLX4Ki462eQb+3R3qb6FbQb2awbO+BsAJr/OteBYmNVB1y1UFgc/pOT14F5Q8LjAo6lbnCy+T33qU4cFx8IFf6pD+2lB5KvF32LdeYFb17UbxNv1U7XUj+2/UrsvIB3zJt/xGxt4XBSAutjpU9/CiWfA/AE0uDgDOQbmGvzJQI9vF/21HpsLfasfG88mfv2qDpp2oiVdZFsXm/5O8hrHh6bbHHUdz20Ncn+nO91p+G6+V/TB6173uvEHf/AH9cq++nnnnbfzA4Xtjzj25rRp61IsAE653mTB/b//N//8nzlJpzUVnl/41f8vgQ984UP3ZZdwRwMxiVlJj4MBeZtW1xbxyqPxyBaaMeh6AmzKe51CNz96jNCrbiPrcMuGPOKzZqnTwY4Sv0MKfWhKPpEzBtGBOlzz2Ei7CdKHXTwOD3e4wx3qKSHdvrcsF/wDNtbsujFhk24DDmejDg/HbwAnD2IRO5AHIBZ6+cRXoM0HfGTY44NSG7QsPkAG3bUZTX7gHcr542YFvJzoCwcy8esboC13+k8u3AxRt0ahk+uckWOPH2y0n+0jO+LB3/Hhb1jjuo5f7Eo4eulRasOj06kEcN1WxwvU0dlb07UBfQ3oYpMvJbkGeuhrIAMH1OH5qE4PQGt809ikU97Q4fWVfJFhG54cXUo8cGTV4finn5RybkzhR8ervu4rPPpaP4G2TxeAMz71MZoxbKzSoe/ZcQPA/HBjjK94vfbOL2PLPHcYZl/bIVQ8xo/vqbtZIHY3CR75yEcOh//73ve+w8HZId38EQd/+Csv4qEfjizd2msQK7qSX/j4y39P8MUiv/TB858v+JVu5p21HJDPOeecOuy7ISa3dD7iEY+o6wF/ALv4vep/44031l+L4pOvAvjLAN444IM3AeRHPIBtsQB6AZw5ik4vGrtAm17+0qctn9YS65H+0i988QaD3LspAE+n2K1B2vSoyztb2vR1KQ/aW9hmYD9n4Iy/AbDu3F5ULETA4mbhsXBbiGyGLdoWb3IWIngXB22Lho2EDbMLCxr8qQx85p/YxWuTc9VVV9XXAJpmgcSDrux4LaTapzLox17U9Qdo/4/Vb/zk6FI/Vrkt39EzYIwZR/Jrk2JzpL+Mxx53R9eymYNec/hwXGzxAajrX2W3DydzPDhzpvWRE6sflhRfjye21OHwADJA/bYGth2C2LGBsklrn/hrLbPpbX/wo8srmWMFMmteev73f/93jaqnRRBy0fa0/6+AD3JgXPB37cfeeNa0dV0srhXk5VGubYod2rXddGXHhhWPug2rfrDxbjt8MJ6AOr3qNrbmSs8d/K5b+k0fAf7QTU4J8MOjs2kOkuUrWb4pvV5rXLDl4GDT7Km/TbbrnQODGFqX+GzI+WVzbpNOzkFIna8N5qVNP9tArtlRp0/poNJ8cPwD/NYGXacLLz3wYiSvLUZ0dbTWjS4OtNYjT/Dk5cF1UQ70Rx/65F8e8eLTJq8N2OhYlOwCdbblGg9Qb9BuoB+e7w3a5OkB6nBk2AfNK0/8Qmtd6ujKBvINjVPSr6RjLaMO0Dsm8mzjJcMvNhvwo+GBk2/yzYeO1rLwcOYBQIMzdvQNWts0TvUL0FfsoOGhjyxczwv9xQc4fohBaezCkzNW+YeXDuMKXlv/GhfGhP0g++zJNzw9fmXfnKbbfDYf8LiB5I0ZD1rMDzx3vvOdB/B03nfYPcH2BN6fs6OLfX7RRQc/4IA2mtx0qQ7Q+QaMXbmjE40O/sqJV/T5JM/4fCVPbqxR+MWMD90NBG8GsOUQjc/NQX1y7bXXDt/3N9/Jefvorne96xCDp/NuAsgpWbGQAXB8wkcnkDM+yifgg7zrS8AXdPbpIq/OjpzIv7jpFzd91i79yr7YtNHkCdCnJK/cwjYD+zkDZ/wNAAuGxaAnvNLiAiw2FgeLCB4D4XnPe96wubH4uGD0goHmYqB87GMfqxh0VeUU/s/Cyj2+WijV/VCZ+NXloMvOgYvGOm70UxXExTcXDyUQk75TPxq4sOARu7Gi3rhuw23hxDKgf4wnuewxp2/U4U5M666UfjdWbTDMWeNdX4LmUgfdZht0+2RKtukCrcerknzRRleCxokbXm7gb2uQ/7Zlk2rNkw8+80PubK7g+NL4bsMdCcjjR++6+LTZNBfpsbmG01/WITQA938NYpcj/vOl41E/GpDtOMQlVjl2DfGEzdNDT6zgbfyV9ON18JYfOtjhA10AHuBFVxo/eOTXJh5Yq/CTb936E4iH7JqOjw66zBXXPht/+m2YHVZs7B3m+c+Hb3/72/XXcmzem8+BGo84gP61ATe3+cEm+13XVucP0OaLWNTFAdTJKfGp8xewDceG+MiLgX2ATg6tbfEfGPPo6nSyS4+SbvlokA966eATfjzk2dRWB+jsAb4pG6eNn09KoL4X4Ols0GabLkCPNvxe4IMYyKLRrWwgBwcaty7lgH50gF9bqa3eoM0eYE8b4AX08gVoy0PLaqOTa+i2XBuH+ka8xpL+bLo1w1h3+AduAMDh5ws+Jbv6kD40vtHHD0CvuQmP15jAx0f29LH5Sl7d2znssEm/GJR0mQu+Y++wKR5zBY59T9vdMMPrSb9DsoM/23jIWwvMH3Jsi4FfbKjTqWwcPD/3gvjEAvgqJodzfGhi4ZMfJrUOiQ+vOn687HgTgX9uWrD9lKc8ZZBV5585YU3TT9/85jeHGOTOAdubDOJyk6DjRuOD8QXUxUCXmyKADF8Afv7Iu5j5xD57QF0c/MFvL64/8dJDb8cuDra0rWl8pY8sUCen3MI2A/s5A2fEDQALnU7s0qS/4oorhteV/Pq4X773fayuX3rppcPiQcaC06UFw2tOn/rUp+p7q/AWitZrYbEIeaUWzaKlPBmgn3wvTOoNcMBipmxeC6AFFR+8smnqDXDtu4uRhRTNj7pYbOGa3iW63JBVp79Bew3w6/amOn2gZdTFtUmmaS3TbbLqXcqFiww+OHXx4TkarPu/eRtHV+M2lfjEosTHDyWA2wR4jgdad5fHKts+4O+6UvtowFZfRPGS25tfOYPvOWGerGXMLeONPH349Zt647ruYr+WRT8S6Gt60NUBO60L3nwB6scD4jkaP1vNZwyI32bJTQAxwtHBH5sUfvAXqKNtAvOSLGh9SjJreXQ4eQPdhrNBklOgDfjJN77zlz9iQWtAowc0Tn0NYpJzNulrPuX//M//KAa91h76wHrsrHUdro5/E5SBDf9tkm2aw4WcyiccdV2qHw34bXzblNLj+uMJFx2+F+svXvjzWXJEV/eHzbiNMLwc0UGXjbS+ootPcqek13hwINFnZBy62VHHTxdeBxNt85A9fUMnOXbRjAF9Qd5BwIGE330o0bf0uQGAp8FhBs11grwY1PmgRKPfmCLPZ7JiB10XKx785MTfAM8/vOp0KMmzo46XfjHCaYuTDDwcG/Soywk63/DCsSsncuNgKXee+DaPmzT0ozsQsksfPkA/n+DppI9t/oprTW88/9imh1564PjWoE0vGl564NCVcOS18anzGR6OfT4p0ZumzS80uvlk/sKTxQf0q7jZAuyj0wXYaKCDfPM0P5/wsKUE+NgD8HjVybJJN7w2Gh/Z1Uf6R3699m3O8q9tk8FLh5yKgX3jmn62m1fJDn10kyOjzQ459pXw5M0JJf3wXp2nAx6veajNJ+uAOewJte/881nOyfPDYZtNdDfbev6Il34+iYdeOgEcu3joap30WResEcafthKQwccff0ZPmw4xeYrOBlkgHvHb48qdtxM82cfv4C8uMXkzwAMkaxq8WHxViB3+fvWrXx3WF2uJGOWav/zGwxbf1PHTr+y8ixXIFX/FRR//3Zzkm3noNxnIWYv4TQ+9cNYwfHzufhGX3LYv6OxsYZuB/ZyBM+IGgEmvEy0YSguBRcmdyXvd617D61YWM7+MqoS3sNgYtQw5CwS4/vrrhwWCXoDWYNG06Fmg1Bt/qpYW3vatY3UB8FWHxp/Opf4B6xjWMbsgbgK8DWsd6nv1wu0FOV3DXnrrPlK5l/9w7cP5QR/eTbGh4QF7dZAHaMcCLrD46CHnQqrtIq+0sVuXNjXmEhwgo8RnbtkIaDfeXFKnH4+coh8N8AN85IF6x67cBPgbyK2h9a5xe+tk4djgs1Lbn5e0+ek2PnFp0wvg8G4COq01+OUIb8tpy7HNDTw+mx75ZRudPX2nv+DwAXg61cnhUW/d6mwrNwFbfFD2WKAbJKmvGqm3L+prG+M0/3TMSrHpY5tb1xbXGIcV/eOaJFSlfOsnecMP9I1SzvWFEj+d+kkboJG1hrOpX8nhxSfP2oBOeHz6h6ySXTr4h5+v5iNQ5z8/9ZMneg5bdAObfhtsvHiU4qEHsMcOm/jhGsTS9S75ry42vomrfeMfXOviD15xAXbpBGhs0wP4QBafXKDzlc+ADH4lPjaVbDqM8ANd7A4c+lE8eMjQh84OYBOOf+wptdt+t8k00K6rA5UAABAASURBVIen213C06dcQ9PJAH4A9abh77oSrQGt9fJH7skDPGt+dIAfkF3T1QE58niBtv4Cazm8dDQOH36Ahl9ujU0lvsaj4TMu9RM8wMu2fMuzOjnyZNgjB98lOTT9Sxc/gEMkPXjdKELX9+SAXNFLBg+cw7+SHOAD+2T56ms08OoAXdu4NQaB+QbPL/4q6W+AA3yEa3tkgHbTyJqbdPIXXazise9Vh0NzY0vMbpC4CSEu88PNAn5Zsx796EfXzVv8cN4icAh3uP/yl7888DpgWxPkgm43J70BIQf2AGSBmIH4gVgA/9HphxeLeOHp1ja/+Ko/0PS7ulJs/IaXezLwfIRjE44O9uCAXG1hm4H9noEz4gaAia0je2JbfCxsFhaLAnwvABaZ5m8aWaCtdBcTn7YFCK6BrNcfLSz0Nv5ULdv/Lvlpsf/0pz9dm3Pt/Qpi1oebAA+Qgy7VTwRafl1uso12vHbWutXp2ASHG6PkjseuMc9Gy6jT0XPKxgIPOpqNkgu4dgOcOrrSRVq9/Wt5eBuJtU78R4KW30vnHxwbmwAfwNul+rECGdD+q5P9+Mc/rihY+4je/rRMMR3hP7zyoWx+OprdxslmSLtzLPf6Rg7VbdTWMnitX3B4bE7ph4frcu033OGAPFjT6ObzD/zADww6AP1rgANrudO5Lvf6R/7Eru4pm42rzah+wCPXri0OmXhdo7TJNI/rl9zQAfQlnDwD67eDKn0tjx/QBegmK6dk6ABdJwvw2Oy7XgKbZT4C/F739eSv9fhtAzfAbfjx2HzToW/Z5AM5/PwA4gJdVwIxA3LkySnpUGqr0wXYAXStAQ4dLzkxAvL42GDPQYe/YiSDn22lXOA3V+RaHV6e3QDwVgAbck9WnS18DfjZ6fGvrn+0+dFy+BrYB/SBxivpV4KmNS9d6kqgvuZTB/BrurzQC8c3Jd8AXnbg+C5vYmsZNDzoSvobR54MPP0to958eNUBPnrIqePXB4BNPOho6nLoQKl/tNH0EzodbNPv+qHPlHTCo+MHZNH0ozmIR5z0sIFHCY/XOJcnPOayeBpnHLGJxg4dfAJ89dYPHWh48NKr5BNwWG8aXoAO1NlTavONDH7AT7rZRcfnlXx+weMXK1/88KD5ige/Me23PcTiqwxw1gF5Uaf/UY961LAmiJ8uvyGgf84999zxla98ZTjo84c9f2mGbm184hSb6xP59hWdLv6xoeQXPm22W4/DPVltuXedw8MH/sORFZ/42aSPDnOdHT5Yf40pPuDBC/Apt7DNwH7NwBlxA8ACYTI3uACY8BZiNNAdDO9uvkXDYmeRaBp5C46FTR1N2fTWY7GCszgrT2VoHy28/BSPRdAvlXc88KcriAe0/+v6scQnPwAvaD3HWhojDWvbxyp/vHztY/t8vPJr/mP1V3zkegy1D+ZS64AzrpQu0uYgGRdkJV54ftt0eFJAL344JT6w1w7ckaDto9MB1OlUHg3wAXLgaPx76eyLQ3xocqD0q+m+T6mOZtNCP4AjpzwWoJOPeMmv63DWM5s3NL7InzoaUGcP8EUbvqH7SHtNww+3CdY8bNOln/mgTR/YpON0p4lTDHIhv/rLa6u+Z+t64qmca5HNuLZ8OHzYOLuWrHPlmoSPLnrxwuGnmx39bzzRiQ/AodFPH16ARgeflNqAbn2Flx/AZlrf2SijOfi7AWCjTTcbYrExN97I4OMvX+jHo6SHL+w0tF1tdgHeBnhyctKgjQ+g04GfHTHxC8ADdYBHiYcsfZ5eugGgzm88gA2gLlb86OJSl3u5kE/rGj72G+D1h5JNMnJIJ6ALbq9/9DSQA82jFG9D0/Crd4kPwAH4vQDf9vksJ0p4wAYd5ODV4YB286/x6mTRyWmzQQYeDpBVwq/p8PJFDr8SqAO8nUNtdePOXNDWh3TSQz8cX/SDfqMbjk6g3nRjFY82mnFqXNClrY/1G3vGu3kBzza7DtlkyJNRR6cXD9/dJPNkHA8aX/nJL6U2IKvEB9pPfGLBCwdaD/41kMOH7rBLJ5wY6XEI9kq/N2DFIjZ41yhy/CQHZ6yKn7w4733vew+5Z9+a9g//8A/DW7V0+9OAbsioe6uWfb9t4EcC+UeGLHvdZk8dji9ypa5sPD34+MJ3OtD5Z81B90OLrntw+gSvvvBmg760v4cnLw42gLj4RYdyC9sM7OcMnBE3ACwCFgyT2uJnosP1wmFhsYDoaDwWdRd6bQsCnDodAL/2GuC10Szy6qcDWBT5yW9lx+pXYfupBvx+gI5tHQvcJljznmi99bd8jxVl045UtsyxlPSBNe+R9DZ+zdv11tFl449UNp+LLB5zqeeXNlt4jDE0OG0XYPUGOHVzz4VZvWXNQ23zl271E4G20fro3wQnYmMtwx79cNYbduVB+0tf+lL9UKg2vp6LcgSH51jA4YNM87Y9OoGnNDZh1j321fHyxybSZkibHD3tB15+2PChrwEv2hp3uDodfGiaNv3//d//XV+jgqcL0Af40IB+OoO41v6LX/59Z9Um1WbUPJBj/WHc6xNteH3W+VKSNf7pBdoOoOZMX3d6HuIjgw/QRT86G0Ce5RwdtK/w/OGDw7x5Rx4vebrdwPDarzocwE+OHbHRyUe2xN7+4KULHbRdpTZAx2/8qLPPDzaAOj9bF1m8a4CjqwE/IAP4RTd95okDBDvaZNAdRABdDnF4tOWdLvF5+ugApB/wyAk/yIibHrDGk10DPwAZwH7r0AZweBrE0HV0/GuAA+QatJuHb9p08AUPHD/5q44XjzpQxwfQGuDpAWgAjQzQZqPpSnhy8PIuHnzsG8/6Hx0eHR+6Uh8o+Qln3DW/PgL0r4E/eMnRqd2Ajy79Cceesa8E9kN49DPf6cBnrLCNBtd+8YUtc0EMxoXSDW43m/hHjm6+NNABRw+6NnuAPnboBvQBeKDOJ4CPrDoaP8xJusVo/IqXXW+tPvnJTx53vOMdB98civ3elSfp/PTL/8Y4n6xN9Oojf+qPLrr5c91119XvY3kL4JprrhnWOT654eErD24myAPgF1/YF5s2Xrrpc4MFXhsN4Idjmz1rAJ9cw+RKfPqDj9ZXMZLHo9SHfGGTDbzabnDAsb+FbQbOlAzs+xsAFovuTAsG0LY4WBQtRBZKF254C4u7lEoLHxyweCgtdl7dwm9BAvBK+kD/HVh1tFMZ2se1//x199TdXPX9DOLeBLdG7MYXYGevPrhNsJf/cO3uwy7XPJt0o/X82CuLBta6jlTvOdU66Fw/wdcm23R1GwobPPPJhRjOnMNrU+IHkNjX7rmHB7iIK9GUxwPtQ5dsbILj0X0kXvrR2l+2bWT8mCi8+LThtRs6r90+XEmnVzXpQKej62jGnV+Zluf2A5+cw6nbmMm9OnlyeBt6E9d0JRpe9U2wjoEvgN3/+q//qu+PkqULHm+X6gD9dAcxiUG+gPHtR7LEbQOLhscB1CbWNQmgw9vE2tDqI2069JH8wJtHSnzk0I0BJRm82nTbCNvowpPHw36XbAI8eG3CHYK0Ww9eT/Y8Iey5CGczTRc+41kbvn1WR+cLOrz24QAv4IuSDL3q+JVrnHYDPv4C9Qb8cGwD+Whd2uh8hndIw0tn47T5Iydw+rFBPswTfaBujMsx/gb5hicD17bX/vGBHWXj+XA4IL/m0QZ07wX4tQ5tPMqGpmvrG/7zWbuhZZpX2TSl9tonbbpaj7gAPH5AJ4BDI09GrviAR06AOl149RNe4x+OjHbPAfTmp6fp+hrQB882OYCHLn5YI80BPA6/5izd7MHpa9c5c5gtPsHj0Yano/eR9MJ5wOTATbc2OX7yh1/afEGjB44/cPj4C/CtAU1biQ7IKMmz2/r4yX8gHrbOO++88YAHPGDc5S53GZ7Y2yPfdNNN9Yv+vtpDrxjYMP6VruP0k6fTW23/9E//NB760IcOa4PX/cXF/j3vec96W8AhvW9aN42fDeKlX96arl/YoYddtrTV5VE+8Vur+maAPTow3/jOR7HKAb1s0Geu2/Ozjw+0bvUtbDOwXzNwRt0A0IkWA5ulf/u3f9McFgUT3yICYUGxiHi1yeIBt14MLC5PeMIToA8BPI3wihM79DbuVC0tgHzjrxLw2wJ75ZVXap72sO4b/Ss+pdiVmwAPIAPwnkhCyLV863MRgt8Ex2JrHR/d9CmB+tGADTxKQF+D9iZYy9kc4LVx83RQvYE+dRdyY+tXfuVXau41TglcnH/xF39xuCPf+uBbXv3f//3fFccN8g/4LPdd1z4SyCHAC/Adr+GOw8aQrBzAeVpiA6lOL/1oeMA6Zu3DAR6/JI/WsnRpA76fc845tamTdzh0ttRtCu9///urDv2mgkYvWT77oTcyaHBKdKC+CehqsLGjpyApsST1FkQyy2PRWYKnyX9JdjxNZl1O/Uq1fMiNmI1H1x0b1L7uGBd4HShds/QvfryUosHj07fk8OpH/UQ/PP1JKs/w9MCvSzx0Jhn0O7jYGPPJtTGZ8kkGe24Q+8s5rhvJxLmW8gmdD2KhN8lgl15g4w3G8kmy/H/Lf0nKX/GCJMXEZ/o16BQjner4gDpAUwI8a0DT5nOS+i0K/sJbg6w/6vKgxCsPaHD8hxMnn+TBgUf8+qAPVnztHCi18QJySeq3dvjIzl5gA6CLLZl5oGsvjIOfJKUTPxv4xvJJUjldqjv/klS9+ZLsyCbZuUlHV5KST2Y5lk/jl2r9S1LyyeThO/utHz8Yywc+SeVeXvCgiTWZeDwLa9lVypsc46Ub9FiGTzIcLj2l1wfkyehbZTLHNztoZOnVr6BtK/UxPeaYddpNAG162CKnr/UZHF10wvfccdilF41NOo0f80qJRqbp7JIHYgPktMWMjy0ya94kh+Q9yfDBJ7d0WOu11enpGIxhdvjs9X1w5zvfub7f7y9jsctfh2yv0POZvLjth701wCf26PT7UWy5seyv3ViXxO0vBPTNM7nEzx8ln9YgNsCWOaqOL0mNSXJ85hvd3ljgo5sA/USfPv4C6xUdePSZkl46zWsPHJLUOEsCvYVtBvZ9Bvb9DQALlV60WFgA1C0avsevtJBYAOGBBceC8sY3vrHuVq5l6LCZfsITnjAsNBaYZC4W9JAH7oJaCC282qcyiOlI/ln8j0Q7XfD6oPu5fdZv+lWprzeBi5wcAfxJ6iLRuo6lJAfYpIdO4wy4CG2Co+lfjzu8aztsbYoNLQmxgmS3Ti8owob/xNTknms2W56WKOUeXT8o+cevCy64YHiThjw++M7Li1/84p0DQ8sr6bfRoJuuY/FvLw87bPIByMEm4BM+QDbJcfc/H/S1kg6leBysHRpsMMUDOk/qSRQbgS5vHJGzjtELR0hdaWPXORUrOpvqD3zgA8cjHvGIOvThBej0qVvH/Fgdv7W7VMen3ATyJ3a2gDqcEth8wQNtsM71Jt2nA63zpZQvfSKn+h0OJLuHEhtj88EYTVI3ZbT1bTIp5NK0AAAQAElEQVT55Efs5gI8vYBem224ZPLqRzR2gTocWW2leaWepOadPnB9M27U2x7ZsXzI21Qbv/wUA3klH+h0+HJYwksOHz1AXwO4Rd0t/iWpOZbMkt4kOwfF1mccATrpar5kyiWpeNAa8KyBH0nqUGFOoNHpoELGQYF+eGPVWi0ngGz7kmTIvTzor4aOP5k+4YeTc5BMPFuALaC+BvbBWD50ALaUa1jIO7nD3zzJtJPMEh85PF3XTnJIzhqXTLnkyOVYfZLJJ4Yk1Xd0rVgq50mqlJP2lU8NLZNMPmPbGMOfpPZodCbZ+UqRsekmgJJOeSZDVhs/vfDaSeoptz6V+ySVA+PAPpGs/uRTj2my5kgyefU9/eSNEwdjY0U9mb6Rp3MsH3zoIJm5guMDPoA3ycI9Kkdsmlug/S7iwf+S7PR9krohIE/kxMsXbXUlPW5C6CN2xXj7299++D0A12Z7XX/ik3yS+mqAvPLTITpJ3ah/0IMeNOTIfMDr0O+rAw7V//iP/1hvAphHbiA4nLdt9vGLZSyfZPrPPzjAljzwcWGpcQSf7PY9unyLTz6tW25AqOsvN2+st/S6IWNc6DtydCrd8FNPpg/qW9hmYL9n4MCpHqCF8HA+WgRMaCU6viSqtUioJLNtIbDQwOGzUPzN3/xNLZBJ6iKSTF46k4yHPexhww/hPec5zxmeSP7yL//yeNe73jXc3bSY0WXBtPCrW6gsLOof/ehHFYdsqgtxAv/xl5hFU9kLIbzYxcVni5g2ngZxr3H8JYeu1KZXHY4e/EA8X//614fDFnzTlQ340JTJzJ86ugsKvcnEw4FktskBuAZtoN2l+iZgJ5k68bHvwqKepC6IcpYEqjbUDjx+48CP1IhxE7gJAjztMg7oT6auUrj8l6T6mp2lWeOP/0BbH/nV9xtvvHH40Sz22KbX1yy8MufPLrpwqqOBxzzmMcTr4q+iT/SzOkhStuRZm52nPOUpw2t39LUt9o4E4vrIRz5SNowFc4MuF3N5BGKGS1L5U5d3NDLawHhTAnOHX3Jic9B+46fP5sDfC37Vq15V88sm4qUvfen43Oc+N9TpWAM9gJ5+M4UeOWZHHX8y+ybJkA+0ZOLY9h1E31uWX7EfKS+Nl0ObGH7Sxx7gS7Krl234tR82hHDyok4GX5f0XXHFFXUzET6Za5E6SFLjt+vK1i8P2sAbAECfoSeHjgvj5pd+6ZeGvJ1//vnDjz0Zy3/0R380/vqv/3rYLNGTRFE29ZmG17ytAXKnLR4lSFJPg+VYG496khpP4rz88suHXBvrxrd8fu1rX6t5YIzKs/L6668f3/rWt4a/sOKrETamyfSH7iMBfzbBkeS+X3h9nKTmaY8B1ww3bay/wHVDvHwSiw2rDSl+gC6v5qaxpD/J2YTrc30FR96G1/WJjWTaVafXmHHI7TYcmWTyGTvmtc00f/QnGfptnMnhcZPC4d9hAI9+xsd2kjoM4CWXzLUxSV1v+S8WeVFaQ5Ts0jMOfuAAfrElKXl8cHjb/7F8kjlW4Pi4oGoc0wHg+do0dTlU0onfoQCvnLJ59tlnl025QHNTwAEJTbz6w2EDHY0eN//1C6BbTpT08kG8YofTt+rw7INk5ot+MQJ0/Hxnmx3lml8bHR88e8nUpd60ZOLw6B/jAS3ZHQNogC5+KAE9SWpdJcM3wDZ+sYkJDS+aNjpQd2MInV5xiA1fMvXSgY4fnd0k1Q90ArSxfOROXwF5Ni6s7/rF+NQXSerGAJ3GNR56jWH+0JfMnOCRD/rhfaWDXkBnkhpTfOI/v5XmBr/VxWPuKpPU9+HlmQwetvEv7g/+8N3Y4hf7gB4+iI9ckrohwSc26VBHH8sHD1iq5R8dQBufmMjQyaaxCeSKXeNXPhzQjWOyaPe5z32G/rJ+i8ETfXg3hPmND/i+v68N4GGPbr8f4GsEcuwmAj50T+rh5Id/fFKuQa75ZX7KhbZ5hkfM/BUP6K9NWTOte/LDNzxkxcWe3LsJQJd1Cw4f++r42WA3CVOVy6ps/9tmYJ9m4MCpHlcvFBaQJDsLoYmbpC4MyZywzasEZMbyMcGXog76cBZEGzCv6vfCaYGwMCRTl8XHq7HvfOc7hwPS+9///vHrv/7rwx1M+ui3gFi86SZrcfXqsz+BYnFiC+1kIJn+JPMCzXcLKR8sdhY5ZZK6i52kDqPiwoe2tg8vNvFaDC2oaz+Taa9lHNLY0iZLjl5ti32S6hMLp5i7X/bqla+x+iTTTjJLJPrA3rr2kYBvrVus+gQ0f7KrH46P+tBG7k53utPw/ehNgMera15zc/GSb3r4SVeSOuzIqb7pXKIn07aLi83kT/7kTw6v1gF66aQb/g53uMPQVkfzZ3NckNhKph6xyr1+gAdtT13uXRBdqN3Bp3NTbGhs+X5fMm20bqWNinj1OYDrXLMn38mUk3M5UKI52JLhr7GRZLhIk5EbGwvfu3vlK1853IxzY82B1Fdv2BAre3jpIJdk+PvCbpLIPTtiVgK8wNjTRqMLaNNhjvqRI/1/LPmRI3zd962Lb+pJaqOQhIkhB8aBBh/xyYO2uv5SJnOe+iFAetpnvOr4xEKu63JLJ5z8KM1h+uSQXTHLMx3oSjptjvzd5j//8z8fDt0O5i95yUuGPiaDT1/T6/CGX971o5iSGV/70rrltP3sEq3r8ndL+JmdeWeT6InTXe9612Hsn3vuufUEig62lKczJDlkfOgr/SEmddcNpTzKu1dV9YU+STL0qX7R90p51R8OJfqHLrzGhbZ63zBgQ3/SjW6c0QeXpK6HdAJ081QJ4OhiT9sTPT6QdwBwUyyZOvgP2NNnyVwT+QFPDx38oE9bPUldO+COBEmGT5JD8tg49rreOpLUDRc0sQI51cYjNrGaO0lq/U7mYc364JqOD/ATP16HI+urddn8oAOIDa++0C/mn9Ial6R84SMeoB/4kqRuoGmjg2TGiQ/A7YVkl4ce9GSuJ3Lbck1D3wtJau/ENr4G7bF8khR9LJ9k2luq1QdK/Hgb4EC3u1zjkl09a3zrUja0vH4DxhEavBKoy7k+ErdS7Ppb/s0ndXyATTwNSaCq//HRSd4YJ69NL8DIB6XxgI9+9fbPdd7h35qKnqTy1brxNp7OJLVngwdwTecvSKYO+PYbX9fhQRKu7Yy1aiz/8U0cfDN++WJ8WkOS1PpvDNPnsGyOi4GM67M12VfujHE010El39gF5ov9RuPJunHMHjlrhX4yd8TJJ/bkEy9dSWq8wYsPH1ltwE5Dksprklo/0MUD6MInXiVbSvbdmFCyKw8A3TxVkmF7HPzQdbC6LbYZ2JcZOHA6RdUTMpkXVYsH/+FNYBNbuwHe5Fc2rktPtTz9sgjAJRku7Oo2ZRaD1keHhaFLC1OS2uzjp4OsDc9f/dVf1aIE1/7hOVHgA//ZTzJsRNi36NEpbgsbexY3vPAN2u2HBZqcxZU+8TSt+feWDmbswZMhS06bb8DC62LIB/6wyQ4edeXhIMkh6L28e9uHMB9sJKl886l96Twok92xgt468fMxyc7FJLllfRz8JPNJAp1yBsQrNw3ySy9Al4uGJOVnktGfZLfOF7ltGp30a6Mp+d4xqNPdNHSg7YIO6EuyMT56+K1MJi89+tOGQJ1Ofa80/uDWfmijKdlUeiL9yU9+UrWAfnNEwwbL/GIDP50ADcCJXx7JtW7jzC8L+3EiuUlm3+Ih1/xo3U9NQwdJ6uAjZjElM+bk8CUZepO5WdcGfEx27SdTXlxyjwewQb7rSsAveE+8bUDwwSuBGHoMyRdwwNPn+OQEwGn/5V/+ZW0m6eqNltdX8bSv+OhkW37w0ksnm9YRPtnQeVrChw9/+MPECujBSz5J4dSrsvx3uHqSW46/FY5/5NoffbyoqqfIfFE/nUFsa//lXw6Nb7HLOboxo955h8OHv8eUujyZl6412nj0nfmoL+l0eFGy3XT28Mtv49jUp0rzAZiH2vANfGE3yeCjtzjchMNHhm26Af3GDRv8UOcfXfwBSaiscaGSpOrJLUv8eEByKB0OvUEb8INPfADqAB5vkrpJzidARml9cvPUk1A5Nw/kTZzq3pRB8xTUjQK5IgvoFbuYHbDMLfaMYSW6PtHmCyDX/qEDOJCkDkTJjHkc/DQPPfKqDbTFANQPst/iQIg3Senmjzb/+KNsGMun9STThyQLdpROfGTIF/Lgf9qHg4PkKtDJr0t1AA/UMcuPsafUBugAD5qYk9RBXh2PvuCfMpk0/HKGB4gP4DN3lNrmlxtx+PW9MZCkxijdeOD4ZJwo8Vp3/SieBwzaeOXYGp3MvZs2oJceJaCPT2jkyIsxmXbxouERwxrgyeAnpw7UzT/AhjEsRtdd49NYhUOjTw6MaeObPfPhvve9b73Czy47fQNAzGTYIeMmb8ux660uePr93hYf+Ge9oEe/JbNfkuyMRzR65aN52Qbw/BrLhw36ktS+in59DQ/IKulzI4I8Hrgk9RaLunxY0/hjTrMBP5ZPl0t1+2+bgX2ZgQOnS1RJylUTFpj8eydoLw4mcZJaGPBoj+VjIV6K+vEx9fe+9731VNKmy4KDBix8bFg8yMOxZwGxUKjDW1S08aGRectb3lI3BtDInSyww54Ft3UlMxdsi81Cq2ybzSum5NDFjg7+JnMz1zlLpk728DR44mpDoy1GZdtJ5kbKYts4dMBn5ZEgmfbW9OSWuDX9cHX+gqaJxwUtSR2I4JPUBQYNr36SI/nj5yYgMw5+5BjI60FUHVRcOOmjp/Hk5Bk/SFIbJ/YBXn4oybZcX8SS1EEVHp+SHhsOuU5Sm9hkN2d0AfqB+tFAn3Y8ZMwL+WNHv6In2dn8tK9yl8yYktT3X/nIfyXwRJ99B9FkV4fxis/moGPDj5e9xiW7+tG8XfPHf/zHdRMMP3/xKrWTVJ/zXY70AUiCXPnnPyAHSe/RAJ/cA/Uktdlsu3TRiQbYVIpFSb/SeOCXOpBDr5l6NZ5886HpA3rYlCd9Ab/mYVdb//lLAG94wxuG2I1Hth1Wkhk7/fqWDnr5gVdf8IMeTzXV8VgDX/va1w43crQ71q4nu+MTDiTTlnoDvXth3caXpNZk/oiTb/wQO/rpDuJNZm7kXi71qfGgra/1of7Rd/j1nxzoH3mRAxt3m1UlOhm8oG+K0Z1MW+TbBh5tdPkly7Y60G4/tMklqSfU7Hmq6Trg1eovfOELO4eC7iO62MDj8MQ/PpvnSjR1PhiLxi5f9gI+uC7JgiS1BiWzXOPUydAJ1rLrWPCgNWjzx2Go/ZVrOedjMsdl50afOSTIBR66k9Q+Q77G8tGH8iVWdthQ8msh1z9tdtmEB3CI+Bu0kxmv/CaznqSuZ2yu8eprQB9H+OBrOtvtgzrgQ5Id6SRlM5k4PGTwjeVDX5Lqo6V5yD+8+JJJV2+c+pp53U5SJH3BlobxxpZ6MtfhZN6cl3t9op/0GV79IM62hw6MdXrwsImPyk1qkAAAEABJREFUHXqNB/MMzXjAT4c+x4uujWa94hteB2A3ANwIgFvrp4O8kix+trqurZ7MmNlBB0kq9+hroD/JTs7JgHHwo26ciZ1cMuczW1jse/HwiS6QzBsV1n85cbB3Q0Nu5FcMcic+skmoGq413qqTezRv2FqT3DCgxw1LD9bkCw+/2id2+QTggLo+RNNWB/AM8ocOPsCh4ROLeMmhw7HHbjJ9JWvuJam5q47XjYJkjilyY/vZZmCfZ+DAqR6fyZykJupYfUxwEx8qSdHhxupD1gKhhO7SIqH9H//xH+P5z39+HRq0Xbgt7koLAP4kgw66LTJk1ZOUTW0LnvKpT33qcPe4FxSL5TjJDz8sXmK1cFlMqYRn08LFHh/4idYAT5bfSequJ/nmo5MeICZyTVMHNnS+SwfPBp3ygpbM3MCh0QHQ8CuPBEejH0nucHj+tD6lCxV/bKa1WybJLS6k/N0E8ksHffKvBHIG5FCOlePghz+qybzgqDckqQs2m2SUAF3p4ppEsw6ZKslssy+29scmBR3AkQdJdmxobwK+0klHQ/cnnXwUJ5p88kGdn0CdfqW2fKnbKHv174UvfOHOgd3cokMpZ/jksnWyZayyxzbf6KZT/UlPelLdcEEji19pHiRzE0g3XnjzuHm1k9RNE/xswNG/CcjzUU74QQaubdBlnvNFHOtc0ku2edG0k1BT64qcXXvtteVXkjpwISaTR77oZRM0LZl0bT6w8Sd/8ifjYx/7WOVbHsmZ73wXL1vtk1jQlY2nCx+c3wt43/veB1X6qnLwvyQ1Nuk6iDpigWcP1BxsHP/Yo6BLdcBv5X4DY8B4EZ950PnXln9tfZOkvkMMp20sAHxyQocxYXPtrwqo47PhNR7YMTbgzAty2g4uSnQ6gLZSv9Dd8sYseT7Y1H/+85+v32+AZy9J9SdZ+mz6+cInYxAfebbbdzhAfhPwATTP2POBZ5dvSWo+wSWpazMaH8TWPOPgJ5nzRy70AcCrDZLUTSl9AU8XoEtbSSde+XbzDOAxjq099gLiBHCg41HXJ3LWPh90rYoktYZrJKkc65tk4pOJ40OyG/tYPq2PL8ku/0K6RY5aHg2Q5RNQB/DJrh44ceBpGt+ANrpyL6AnqbWDLEim3qYlu23+A7aMITxyD+CBPALriDzrF9ce/Sa/IEntfeggg4cO+sTPX74APCBJ3YDXt3jwquMxxtnU92TV6XRodhOAbThjKkntL9Xh2W998pPkkL4dBz9JCj+WT5Kq8wEkGT5sA/Uk1bfrujgAP4EcGZd8MFb5g65NjxKdDod5eZcnX9GSR7x8pytJXYv5Y24r8YmfPF5fNYPzpoEbyXQBth228ZFjF9CdzNjgtfEo5ZesOpx+kGN+4/W1Bf1OtzbflfzgH/5kjgPzUjxk5QAfuj6Co38L2wycCRk4cDoEaVImc2HgrwlrIYAHcMku3YQ38U3qJHXBwUNO2Qcni44fZ3v1q189bFos8BY3pQWi+cnQ17botfgo2VJ/8pOfPDwZwdtyNjzaJwNtgw7+ilu9wcIIzzc+wlso2weLXfthscOPB+CzUKofDpL5HdSrr766cuigs5Ynm6Q2W8nMM9w4+OFXMvslmeVBUl2s8PK7ces2PGjakUo2xNq8ybQjT/xNZhu9ga4kdVFlcxOIN0nFyBYd+gRoy7mNh3YybfGHTjgXXWNEnewa8IzlY/zQQVcydegzfUcXmYWt/BVXkvLHxY4OMA7zIYe2CeSIb/Qa90pyScoe++PgR7wukprmB//U8SvFQJ6MAwDcX/zFX4zXve51dWPM3GJPaaMhbmOQXjkCfOEvWXrMVXnxw4B+TIi8nDZdyT5QT1J+j+UjHvqatqAO+cfO0UA8IMnOhpwSvhkbYuA3nDjg1IG2+IA2YG/tj5xdddVV9dZQkroRQCe/8YqXHvbIA/J8UlfKpbo+edGLXjT8rgB5cvqL/SRYCujlJ7qydZPH65Dnx0/d/CNAl5IcXjLa+oUvQBtdCdY4+F3431pLus0/+sRMDojJWqV+uoN87Y1Bn4u/54g+li9tsZvXZPSFUm7wqxtr+iNJ3SzSB77O5lCCjian6klqnYAjxxe20NlJUocT+ddGT7KzNpNjl4y3eG666ab6kU7jLUnNBzLklXjNV2+j8Inf7AJjS4lHaX2jfywfsTcszbKvBPjBmg4P4NgF2g1JKm7jO8noD371JEXnt7XIYcRTffk27sRLpzqAx0vfXpA3dH3mAOgQglcf609rpNjFa90SM91KuZIj9cPFmGQnx2RAkuGTZIem3bF1maRiTFLrYZLhs6bTJx5lktKHhz/GFWi/4Nd89Kxp6AAeNC0JdEGSsoHGBkiy418y6WP5sAXkf2nWWE+yc1NGjvkuz8CYkl/5bBk3rOSfneahq/uM/vYlCVLdKEA3Lug3V5I5J/QzfuNfSZ5NdWOGDL/4gEedX3TwKUn1CTky8pSkcpJkrD94+KFs0E4mH9mGJIfogNd3xpzS2DY++WIsJvPrrn6IN0ldc9gmR0bd7+R4ek/GGw3w7ANxygUa38gp/V6A3y4iD6677rqhLUd+SJAPckKftwr0S5Lqf3rpSGaux/JJdutoDUl2ZOhjnz5zD/BvLB/25J7v+l9/sqlvtJMZu76jA30Rq3/aVdn+t83APs7AgdMlNhOXr70IWHxcYJNA70BPXJO5F4Jk8qAls55k52Ly9re/fTz2sY/d2Th7Naple8Gkj7yFgzELj0XLD/75VXm//G/BSVIbXIsKvpMFm5Nk3m2lix8uHhZVOZEHFxe20fCswWKLx0UJns/a6mJpPXQmMzdoYgXqbmx4fUsd6ANl66IbzkUhmTroc/GBx5tMfOuEU08mXjtJXcj21rWPBHSwha5P5AKObSU8SKKozeUaz79NQIguOZNfFxQ4AC9m8p1LeAAnP/jxkIVLUjEmqYvYWD585juepVn/yLhAi639pUvdpoY9jHSCJJoVHxljQ4m2CfDQl8zX+MlRZNMAL0Y48YsHTX9rG1tJyiYbaPzrujkkLq/t+4sGvk5ClznlcE6fOjnxAvUklSN13/l3+Pcr8toOpfKUZOcvEvARTX7Y6401XPOq8w10nS983QRipY8N8egr8mTh5Em946CLjPwoySapvkYbyyfZjW9p1l/acLjSF/yTF9D8+po+sQAy2klqQzmWj9jZc/iSazc1vYrNN4BGZmGtQ5/SRgi+63z9wz/8w1oLHfg6VnLJPHDyr/0Sf7IbSxKqCpJZx3sIHDiwkwt49sVNSN/RyQ/xwJ3ukMw8yJtYxCzeJPUL2+K3dqO57sh1x66vk9SvmKPToc+s2fTA2dx6LR8NJLOfjB968CWpp5nsmHfmGVDXx+pyTyaZ/vJxDf5qiuuAJ3n4yKDzUdsYYx/4wUA+Kc0LPgOxootRH/OdHD1HAvybgE7QevDSpW0soQE2lXDo+OTPGmd+acurOh78dIhTjhq0gbb8il0OXO/7BgC62NyUcd0UO5ALOvEnqR94bDzbbB7OxyQ1z9nSn2P58Bcs1Vp/u57M9RgeJKm1NIlmwZqXL/QCupPU/kUOAF5Qgst/yaF6xNP5xKcOB9STyZ+k/FhUlL9N1wZJFEVTSVLrhFyO5cOXpai1C67HK5ycyZ0nzb3micX+EA5N7vVJ+9Ty+pu8PJDhl76176IbkKFDnW3zxlyC5xdZbTr1Ix/0PZr+JYNGNx1J6kZDkjp8r3MvhyDJTp+jA/6BJJUn9pNUnpqepPqPv2JWJqkbKPQap8Ytnzw15zuAo0+dLjk555xz6i/UmKvaYhgHP3KUzD4j6+Dtx4T9NQDXRLasFez40WNvA/oKHzm/s0EXO/ioXMfVuCSHjJnGk6PH9Zge/SoudaX+oc98PPvss3fygS5GfaLf9Q/bZJLs5HEsH7bAUt3+22Zg32bgwKkeWZJy0cRVSVKLn7qF1q/0+/N8QP3iiy8e7373u4fXV/3In0lsgbIgqFs8LHKgFwILiR81eshDHjIe/vCHD4d5v3xqYUFji33yFjRvC7z1rW8d+B/2sIfVn67CZ6FMpr+92JM9GbBB8QTer3eLyxNVdXDJJZcM4E9osd12LPr81bbo+rNaciNH73nPewbw+wdyZCHEJ7YktQiO5aO9FLVx/Lu/+7vxoQ99qOQuvPDC8Wd/9mfjHe94x3DjRL79lQR/4o5deSWXzDwks4TbC2yQ5xegt9tKsFdmb7vzrH+BPvOn9T74wQ8O8uJW0t9xK9sW2iaQZ7yXXnrpoNcF3oWEH23bRlcf6Qt5AXQq9RnbdMDxB8Dx46KLLqq86g90ODn2Vye++MUv1gXQmE1SBwY/ruOH2VqfEtBHHmjT0zrhjgR88cS4L4ZymGT42scHPvCBmkdyQB+gh4wxZWzJQ5K6yKobd/LiomoD0hsHY/S8886rw6XxYn7hNW9aDi+cjYObBg7+j3vc44bNA3ySumnH1ySVG/MxmXVj2UHaa/ByICeA30p+819bTEB7E+C97LLLhu/pm2P84G+DDaa/lNE6zE8ywHgQC7/IJSkxOQbVWP5zaCfXPvJ9PW6MBTdPxN3zy9xZROsmiBwYlzZF6vKu773G+YpXvKL+dCkcGh0ta6Mk537p319j8GeffO8/Sb32z282AN1KskAddNx8BmIA8NrKNeyty5PYxatEt/7avPc8Y+d0hc5Vl/rPfFYaE/JvDsA5LFq/jA38AB6funllDOprPGj6yI0DucIDj46mz5J5yGDDoca8ZNtY6EOLNn6yyRyjnW/63XTzF3PcANA2hvD3ek+Ob2ToMtbcQLIu8kVMSnJ4yOGBI7cGPNpKIKYGsg2N4w99eMk1yGvj1YF2gzYgJxZ7BDmRM/MCOMiIR26bpmzAK58AP6BHf1kX5MAeQ5zs8hWNvSR1CJSHzg8e0H6JJUmtc8mhpTzIAX3KJHXt1hdJao/U+GTKjuUDtxQ7//hCpgEBD73sqwP4ZFePNjy+TZDsyiQhVr61DB2Q61IdwMu/ki9KfrbPyRzb8HIm5/aE6voIXv7lVO6V7MLTA+CNAXV60fV39yO7gE40fe3g7HCZpHLOlvlFh740X8xl/Q7gk9nf4+CHLlU2AR7thiTV7/BNV0/SLJVHuKYnk0Y3fzs2PshDkuGmvXlPCT6yyVzv5Vwcci6P4vRKvzreZN6MlC85AnIjV/LhJoCbBn4sky52rVcPfvCD6ya3twDIuFEgT+r4Gvi0hiSVAzg8fFDyueee+OnCwxdttCR184L/aPpeyXdzroFOfqAlqZsuY/mwsxTbf9sM7OsMHDjVo9s7EU1ywG8b1xe84AXjuc99boE6+K3f+q1xwQUX1EEVnwXCRFe3AAALpDawGCiB7+P+5m/+5vBnTSyG/iyVjfH97ne/4U+mWdxsrH/nd36nDv5kQOugW7sXHPWTBYch36Xm17Oe9ayhFOMzn/nM4VVdhwM22rZ6A7+e9rSnjRe/+MWVI7d4PjQAABAASURBVPxk6fH7B57sNK8cAe0uxaGOl+xLX/rS8bznPW/whx56zz///PrzbOQ6r91v3e4+w9PgB9Do7f5TB9r6ke7mPVrJRxc8fA6AT3/60wcdoHXKmxiUYoA/Gjz72c8e4jSe/GI7/R2Tuvwon/GMZ9TvScgLoFfJlnjaHn8AHF+8sq0EZJT+PNtv/MZvDDdV5FHulOwY82hyg59eQJ823QCObbhNILbXvOY1VBfII1su+nwTP91iUdLFtny4wOMlU8IH/4Mz5w42d55gGp8Oy/rG/HLh9effzK0HPOAB9afhbFD82b2Xvexlw9s1rUNJb/cxm9ryr2zwC+X0852/QE6VYpAbbSCWowF++fbXPfiw7ns24ej93d/93ep/c5IMnNy5EYUH6Mcuu64N3va2t5U8OfL6js/6ka8O0/jkXAnavhxoy03XHT5siP0oqZsoXuf0Z538mUW5lnebNYeWxz/+8YP9733ve9TUzZx1/0Gu7bIDZ6Orn/grj3znLzCu4PZAxbjGkZUnsnKn36yt9K9zrX1bgBxugpO1aUNKRxLFzpO4m2++ua4xNuP6zIHBTQ833sRtbjhs2Lir40H3WrMNMFyS4WsxdJg3bMHbwNuU2wjToY9dy7TRgUOLEl8yD1JwcmGecladjKeZl19+ed2ApCtJjRE8xnGSujFHl3FjfADr13e+853hV8DbljiS1Fde8IrV2HKdIoOuhGffPG/gF3yDNh+0yQPy+FuWfw34AXoyYxaPfOHnvxxoixtvkp2DFrw4gHw69LhJQEfL4dEP/DD/9F/7aL7AsU/e4YTP4gXyoeQvHvaVgH/0JKlDUTJLePaMCfRuq5NXwgH1JIrqP3QAkUz8Wpe8AnSgLq72h59wgH45kEM5wA+HJ0kdrLo9lg9/2QItT64hmW+kaesLsvLD9iJeN0/4jibH8il3/kQlPjjzgm4+k1fHr53MAyL/9Cd+45AePGzgNy/Z7JtsDrnmmptpfDe/tNniKx/w84EsvfqYHXY90ElSP9bKJ2MnSX2fnr0klauxfOgBZJM5XtmEW8j1cEYbJLP/6EzmmCXHb/Y9tHIYZ0Pe/GifOMnigxNbMh80yAN8v1ovN0D/so/GB/L6XQk83ffUnT5t1yF7ZrqtA2TliH35kPv2Gb+6sQH4qmSHbaUc81vexSO/cH7Py/pIP5t49AkdP/ZjP1bjRT/Rg8Y23eJgV3+hsQH4pdzCNgP7OQMH9nNwt0ZsNjE33HBDHcY8BbGoW6Totogot7DNwDYDJ5YBb954MuApv/nlgt6aXMy7vi1PLgM2Xb6X7cBoPVP2gf/kNB+P9JnH29eKZG7QZSBJvcrcdTxuuAEHRNcVm1MbUxtYB0ebWgdxG3AbW5teG16lwwg8/p4z6sBG2WY2mfbx2wDbtKvzAR9QT1KvJavzgz/f/e53B/vaNsytzyZfO0kdWugA4rGh5q+bvOLyxo+DCD/J81nbpluMSeppasdND2Cjga01wPOJPTrFRV4O4OlWNrBDhg4yY/mwQU5OHVIc6tXh5AfQraS7S3Wgndwyt4vquvHJB3bZ5Jc6H9iVCwctc1MfOxw2HQ9oufaXXqANktQNAbg1JNnJJz/ZA8k8HJIFfFKCcfCTpGpwa0hStpIU3X90gmQXt5bBAw6HS6bMmqZOn7zqA23+A7nQl0p4vhvH9Btv6vIpb0nqppQDNn146MAj7+p0aCv1MR51/D022aIbvu0ZI/jZSuZTcTrh6NDn9Cu7bd/o2pbM/Otn+ujgQzLxcA1sJ6mc08OHBu0kirqZQwY/EL92MueyurHlTTNzkh8Oz8Y525SQIdt55z+cmBzg5T2ZbzGQwUuvsYvmRpj+Iu/Gsnzw1Y0HNxHg+mYEfXjR18APQC9AUyapHKgDPEBdHpPsfJ2m49N//DSnrYH8SlI/qsq2+MRGB13i0M/d7hJtC9sM7NcMHNivgd1acVmELDIWCAtikkMurGP72WZgm4GTyoB5ZbNkrlHUF2cXbe0tnHgGbILkszXYrMm1DVzjvm/lGWioN5JJdqJP5sbcuO8x78mlQ4K+cb1J5sFC2yHcht2B38Zaf+JxKDdHbKht5m1sGYFTB/pf26EmSR3U4Wx+6WFfiT6WTzJ9W6q1qWbTDSP+GTN8JovOB22ybYMudePMVwAcOmz8HQRssNGBA0Oy++STHjoBn+QNji36ktRBB861WF4An/CuZdDZQncgcLiWWzlEw8sHeXBA4AtwWIRLdm2xjRes69oAf+OVcs5nccgBfwGbgL/ayTyMsAuvj+XawYWc3IoLv5K+BvwNfJD/5NDxBYfGpwa4JHWYanm6QetOJj2ZJTw6fnU6lCBJ7YWSyZtk7P0kE0eeHvQk5UOSersCrunKZI5BudSWYzmVN/0qN/KiFCMeB1xzQx864NJpTuhfPuOjg05ApuWVaPyDly/9YKzAqdPBPj30su9gCW+c0ZnMOWus0ccPMvqTDiV9+Nmkxw0AvOyiAbrJKcWRRFHjHw5vIZb/kplDcoAcO0p88mHufutb3xq+PmhOruNje1FTN6vIo8mjOOlQenuMXcBvOHX68ZDrONR/6qd+avj6AB43/tjwA4H6Th7wkmVLCfgA1OlooB8+yU78SWodS+YNCbmXU/rd5BajNYcusegnPHznC5wY2GcnSb2RpL+SmWu+J7M+tp9tBvZpBrY3AI7SsRaJZHchSFIXLwuHReIo4lvyNgPbDGzIgPnlYmwjlezOLRfrvvhvEN+SjpIBm0HrVJJDNuvyLe/j+/g5E03ZhHbcydzEunYkGQ6k+gbdhhXeYce4N/4dCh1ebZrx0GUziw/OgVHdIQfexpa8OrDpJWOOwSuTUHUIGAsAMkmNE3rZ4KM3RWyO8cCP5UPvUtSrtV3XNqbYUu8NuU25OMSoFBs9fBS/MWoD78ClTZ8caONTx0MfwKtNDzvo8HzlpzpZfGLoNj66xeEgID9y520EvsChAblCpz9JXfOTWaIns06mQez42QBJKpdj+WiTA+oLqg4xDmgOguzxVX7EwdckO18ZwZ9EUZCkfGKTziSF7//gQJLiU8cL1EGSnQM4ObgGfABeH4Bk6koCfQvouJJU3HQlk5d808fyaVoy6Wh4uv+TlA54+TWm1PWrfsenhBvLx3jAR683TvDpUzHgMTcAOiBPpuvNh1dfoOFB1xd0w7VNfUSmefEZb25EmLf6lBx+Jb1Jar4Yo9oOyUmqj/EANoE6WTnBu4RYB+BuJ9npVzSQpHjEzhfy8HRpe8vOb9mYD8a2GxXJ1IOPHXGISWyNc5NK7oxP9snTiQ7khs/JjMUNA6/d0+cGnK81eeUfyCH/lOTINySp8Ug3YAsk2RkLdCbzBhF5bf3Mb+Dw3zbFp5+MHfNMnV7xJRk+5JNUv8gXHfBb2GbgTMjA9gbAUXrZgmGRaDYLksVujWvattxmYJuB48uA+WU+mVfmVMPxadlyHy0D8irH+Lou79rfJzijzci5BOgDoO2gAqfucNwbVZt1m22HCYf83nA3PZk3D9DwwtNjUw9siG2ObWbpVvfUzSa+cfBkDgf8s0Gn26ZZHR9ZNBtlpY20MQTM48bjc4BIMmzCfffXd3Q9hfSjmOLhO538cCBwKBIzXcncnLMBzwe5UOLhD1qSOvCwy1d4daBNNkkdHvjTwL9k2mid+PlBtnXj51/DWD5Jdg5e9AD5lQt89IiPDnj66JUfvPqK3kVVHXbIuQnh+8lJhrwYF3SQkQ+66CbTkKTiSqY/Y/VJJi5J2WhSkpJhv4FPycQns2wa39DH8mkfkiyt+S9J5R8N8BGgkqNHew1NUzYkUyc+esStBHjokUultpx0XsmsxzxZOTTuyBsD8m/s00E2mfbo0h/rOOnD04BHLHjg2AX6mT5zDY2csWk84fNWDro6H/QnOSVZesmpN67HrxLg5zsdYmkgC9hMZixJqm/x0scXuuXCDa6f/umfrq8d+SFj8xCffLIxlg9fxMkGvertv7qvPdApv25SsYEX0MNfOaZH6c//KfGb8/IEJx68+Mgmu/4ns843gL64dot/SSoWOvHxT91NF7r1AR/dDLCusoVmDWE/Sc0LcYI2QA/o9prWuG25zcB+ysD2BsBRejNJLawWOYtDkkM2AGP72WZgm4GTzoC51XOMsmRe5NW3cOIZsMGV17UGuQZJ1ujbuH5mqk9S14v1ZjZJHZwc9PQDmqdWNuoOgzbaNqs22Ta46Da2NuT4bew9VfODgGj610bbRtemW5/LNhoZm2NPwNDw0AGSYKsnkHiT1MaYLTYcDoAnlQ5ZeAjwiz06AB/JAPwAL5rSK8huAvi9Dz9+KD6Anx786kCdvt5805Gkcsg2fegtx0/15ke3yXcI8CTW4YstOHxk8Si12x7dbYuuprdPeOHI4k12fWo5PHID8OoX/cgXduRefySp/mcHyK1+1//kHF6NDb6zB/Ap0ZXaSbhyCCSH4vABTElqL9P+KvmoHKtPkuJDA2P50LEXFnTFwZ8GPPAN2mhKOLaS7PQnXJKyl2T44O84tZPU71IY1/IHJ9dymmTIm6fO6OwAfS/3+h6vsU/OeFHqC7GZGw6H/ALs4klmH2njI4NOjn9J6kf43FhjP0n9RRY+mWtuAPCHLgdRB1L+6FelcWVc8A8YM0CfwyvJwuEVEx9AMvMEB/goRiX7ra9x7JO7733vO7yK70AO+Ec3mhiTGTOdYpVrdTzGpzqf+ObGAltywUc0+rTxeNrvu//y4xCOB848pBeePLtsJakxMJaPOPhOF94FVesSPnbQ4PQpHm369AN9LS/ncgGnn/nAJuAHHYB8MscY/XBb2GbgTMjAgTMhyJOJMZmLokXFYmOBAOrgZHRvZbcZ2GZgZsBc6jkGY465UKtv4cQzYPMmr61BXuVamcyNZNNu0/IMVS7PQlcmqU2ujWyS4SCgb4xzG1WHmB/8wR+sA7lNtg2rg4w+xOPwoW1D7bV6dBtboE9tlm2KlePgx8YYjiy7wIZYySdsfADq9NjAAzi6fafXa8BoePjKNp/Q2UvmWLKZJstn+tkBbgL4QUA3LQDdeIA6vUqyYmfDJh2OniT1yjxdY/nAsw/aL3WHJwdoueUjoAeNb8q2gUebD40jD9gn24BOD14ydPGBb+yrw6ODposFXv71g1yRQSeXpPrb4cmByUGLTTeE9DW9AH+DNh1LGupg1PVk9sFevHaSQw7dcOSSXbw2n5ToSSrnSXbsoDUkGf1pHPmGxinxJSkfug8bj2ZMArRk114S5Jo38geS7LyyLSdwfnle6WaKp9VypA/pk3PjlF/6MUnpG8tHvziwoyXTLh79wR/6lfpQyUaSygsZ8uZGkroZMpaPtnknPnPVAdzY0a9+E8PNO74ZG/QbL2zCGZPGrzHYOLbZWlRX/pJUST88eutgA2ijG09y4Qd2+X63u92tZN2IMyfZp4Nu/EBd3sQrPvrllTz/8Bif/JP4LXw5AAAQAElEQVRbNzXwoZnb1iYy+sRfuhALe3LaetmkX3sNbKPxWUmmcUlqHIqNfvLsavNNH8ORU7LLP/rpwIfWeYYTi75Rx4dHnZxyC9sM7OcMbG8AHKV3LQpJdrgsOBYHC8wOclvZZmCbgRPKgPnUgklqYzW2n1s1A8l8utHrVrK7nt2qhjYoO5NJNpniT1IHD9cO1xWbTZtPm/CxfDwhcxMADR7dgcHG2oYX3qGwn2w5aHh6aeObpF6LtWE2p5LURt/GmD0+2FQvZsoHpc1wl+jJ3GCzxSc4NvyCt6drePlAjn8OAA46bZMdPOzQgY8e/uEFDg6+DoDeQIZe9vCI1+bdAQm/A5FNO368yYwtyc6hiy0HH7xAnT75ccCTB3mBaxvy+C//8i/DK9F+6NCPpPmeNJwDU/9wIV1kxKxP+NFAH9tiBtpAXexKsTlAyQMf4NDIadMlLgdXXwVQFzt7eBrIAW021kBmL6Anu7lqOnxDkkJr09tQyOU/viepg9fSrH94q7L8l6TG2VItHrTWodRGA8kurzYaUE9Saz97IMnwSabtZHd8o3ce9IdxZ3xa3+TYGyvyyr7xqe/lXxs/m0AfKPHSxx5QJ2Nck0lSP5KXpJ76J9O31kU3PWT5xgelfnUDQF/yDd1NMAdkY0qbHOCL/sYL0OmnAw0P/iSH5Jt/6HjJA3V4Phj/d77zncv/b37zm8PNCPMB3Q/0Kelu2GuD32hJhrj4BWeOsiNP3gZgi26/F2LemIPWDje1zB226KGDv2IkSy5JrUnJjA1fA1vJHANj+cCzS8fSrL/0AIfPOEhSN9ToZZc9dPz6lYy1xPoCD+RYiaaupE+5hW0G9nMGDpwuwZmQFtokh7hsoq8RFgELOlxyKC/cXmjexiepPxWiTbeFw+LAvgVLuxcJPC4SSr4pQetUJqkFOzl8aYFKQmwH2NVIDsXD8UOJB6g38E89Sb0ypw7kRAn4Sy6ZutGS1OYRHbhoKgFeMuqtX1zaZJUAThtok1OC9tnFSBvgVybTD/XmU1+DHHWbD3TLN1vqaPShqTdOfR0Lfji8SkCPkkzTk4zeiHXseADZZNfnlle2PJkjxULH8QA9oGXU206y60fTj1SS4Rd654muxsHjWZfqQMxdJqmNmnjHwU8y/ZDDg6gqWp8GW/Q0jza8+ZSkNgDoLtJJysZYPs2/VOtvJyvpTVKbMW1AVrkX8Dau63Su4276yZR08mGvXjh62e68awM5JLeW0V7T1E8WrF/ybN2SX21g83dr6KbrSHBQ/wkXSWr9lBeQ5Lh0HYsMnu6ntfJkbjw7tjXtcLg1vet0A22590RO3uHUlTbONszq5gXdeJQ22uT0nY27DT5erxhre2PAZpossOnuvraG0QfQ6EvmvDHmjEl4JVqDTT471l0HKzcl7n3vewuhDnnWVBtovkH+0A/90PjRH/3RmrP8po9NeviCV37xu6HhUCRmMZkTydy0J6l1gB/sk7eJp5OfSeo168aTp1P8bMiLkn2HaU8f6ReHki+eRH72s58dF1100Xj1q189/vRP/3S8/OUvH8973vMKnv3sZ49nPOMZ4yUvecl4y1veMq688spx00031QFqLB+HBwcePvCLPfbhtBeW+usJDil4HUbd2NEv4tKXci8//E9SeYMnz2ff19a37HpKSw6NnSR16NFmQ0zq8iPHSjj61NloPm25SeYc0m4ZOlpuLB98/IQH7YNyIe/8o6MbTUtSc1ab/mT2Lz8A35JU3GP5yEUyf4k9SY2BsXzw8cNYIAcWdN30kQu69YP+FadcGwPGDJpxKgZgnJC15qLT3XrFYG9CRp8pjZ9k/nk58ZsDDrNi0tf06VMgb2y0HjzADSbjQ/+z5+DvBt6P/MiP1P6C32T4JQd8U9IFJxYx05XMnMInc12iU5vP4sfr8I2fT+KQE77/7M/+7PCk3ldxPKW3Njism49yjF+cZPm9zhG/2k95YZefYqFT3V8kwcMPY9ZbDnQay+LQpgfIdTJjYFO87JLni7JzQx8eIE59xj+xkTOv2ZcHNLrJJKlxIif00S8mPicZfOQfe/qIHm166TKulFvYZmA/Z+DAqR5cT0iT2gQ3kU1agGZyiyGJou7+mcgaeJWboHktTBYBMhYKMhadXlzYh9dm2yKI3wKDF1iQlOSUdNO3CSw06PhdTMSTpA7w8OyhgWReSLvedvC0T2jk0OC1k9QFOUltZNDggTjwA7aBPKMBvGJP5gW6cUqy+IFYtQEa2/rHQq4NxKrEn6Qu9OziS6ZvY/lYxPUH/NKsDZUSnh0+8ZEtdTT47h9tfaN00aCHP/jhlEnqpgc9bNHDFxdMpYsMHev+JcsOepK6I05ejMpk5plMjwUyJwNyD+gQhzr/tfmh3ATtBxmAV9m6+AonB3CdJ214fbUu2SQPh1/ZPEnq5hkdcPjafvstz2S08ajjh29csjvO2UsyzA28AC883/URnH5RgrVffKCfH+rmCXn8zUfmREHf08MfOvlEFzuALW1gfIrZxhTNmNFuGT5q40VLoroP4MRDkFfSygbtYwX5J5ekDhzyvgbjB4++G8tHWz8kqcOu/mhIUuvownbM/+heM+tr+uCtNTbUDhP62/qInmQ44Bgv2kp+8RGPOjmHRbrFZ4ybs3SrG5fiRE+m32hJoHYAr/ELYf6xkaTWZj4Cth7wgAeMn/u5n6uDvjV1LB+HCAcI/rkh4UYAG+YZv41z8vR2fA4MZBzEHVbw8rNzrk2fnHj670aBwwN+TxEdouAcKgDdbijY0LNlnRA7P4B45Oxf//Vfx2WXXTYuvvjiKr/+9a8PT/l9F5qv+sJNDIcz1xk+ulHw1re+tWQ+/vGPj29/+9v1lxvo1D/s8ndJRb2S7iDBlpzSIX4Hef2lb4A4xcu3JHVDQ10f8J8ucm68iIMNOWOTLB4x6/MGOH4AfEoAT9+aDw7AA3Wg3oAfjg71NcCvoWlw6msd6u3P4ej4xS4etsQtRjL6RJ7QtAEeQC+anCmNLfhkXjeMnyR1g1hdv5DHT5bdJDWX2acDHug7PqjzQZ1cl/SgaSdTh75in//00aGvjQW8xiQeOTDO/EK+mwJo+BroJMsfPtJJX5Kaj12H5xv95mIy43ZjQqzw5OnjrzH4oAc9aNz97ncf9jUO/t/4xjfqJoQ5BuQJTawdB3+TaZtP/KRzLB/6+aHNF34Yr9aKppkjbnLS17z4xahMZv4WddUXyYxDn7PNl2TixIGPH0lUa31WER99bPDBfOOT9cnc4QddwFiRI/7SKVdKuaWbPiAG5Ra2GdjPGThwqgdncvIxmZNe3UQ22dEAXJJaJMfySVIH6KV61H8WC0z0JLs2LCjwFiMLlkWs2704WDQtihYPC4tFBw//QOuGOxKs+SxGFj6xre2TTaZv6Np4lIA/2nztRQyfdpLanDQeLxk+Kxsar00XutgsqGj8tKmBQ8MnL+zAaSvh8MqHnIqJPvSWS3LIjQh84m1ZC3TLJ6mLA1l4vPLqwoKfXvY6Pnx80jdoAJ9cqLOTzM1949hCI+diSJ9Y0NXlQBsPaFtic2FXssG3JPWExkVHvvCfDLBNNx1JFAVyoJKk8pMcvuwxSUfHIC6ya5AD0DS5QFeKS71LdX3abTlvnLzTQS6Z/YyWZGd+tu94xvLB3zrEq48WdM1hYw+4c++iDS8OF3119pT6SZmkbgJ2XckOf9WTKOrpQPtfiBP8T9/TY0zwnZok1SdsdlzoaNpk0PQJWfECfaXd+UlC5PSHDREkqVxtYKmNnjEANvFtoiUpco8F+Qc9fhD1jbZ+YEufGFf6Di2ZOvAeD9CVTFm69bsx78mcJ/g27nxx6NX/1jZtPGyj89sG3brisO0ggS+Zeo0Z4y9JHXzMD7Ltt1IbJFOmYxAjOtvsqidz7qrTfac73Wk8+tGPHg95yEPGHe94x5qb1kr8DvIO0nLHN36I2Xzlt5gBug25g7wnkQ71DvfipmftD5+0zXU+8I0OOQF00c8HdNdnJX6HK2uvNeOLX/zieO973zve//73DzcP7nnPe9YTfk/93/SmN413vetd4wMf+MD427/92yovvfTS8aEPfWi85z3vGa9//evHwx/+8Fq3rr766vGRj3xkfOUrXyk9+oR+B3Qln8TgGgWHLnbXB/mTd8BHuREPEBMcGrw6GXl0mHJjQ77kLUnNFXzGkPGpDtimT8kuUJdD0G0lfpCk1kF1PMnUr46PvFIb4NMGXccD4NaADton9WTqT1JzGr/4rYcAr3aSnZt18oqPvHIsH7kSu7wC44APxoySLvkxJujTF0o4OuhMsmgaFX+SKtlPUv2tbowZT+wpydPPjjFOF+ADnXjQ0fDwQz/qT/PRmDR3fviHf7h+uBAPnaDjIUsPm2P5uCbzhR1jo3nRk9QNKTzmga8XqOOlw40HpRtb7D/hCU+oecuWGwBuoLnRxU8ydJrLZIxjOQdo4mIbjR+La3WdVZdb/GyYe3jUyTmEa+NRAnaUdCSzH7ouVnlnj59Jav/acZGVt2TKyT2/yJmHZM4++2zq6gENHzo+dbr1FX6l9VSdXnrEU8Lb/7YZOAMycOB0ijFJXQBNZH67W3/Xu951eL3pLne5yzj33HOHttKPnaDj2wQWGvI/8zM/M/zYke9L3eMe9xjk4em1UIDWY5EGFrFemNAsRnAWO6+LnXPOOaWHriOBC4JNiQWzbSQZ9NLZYIGyGPslV/z0KYE7u3x94AMfWE9gyfRCRkZbzrpOVxLowT5d5MUufzZ7cnjWWWfVxRAj3yzy/JInr3bhude97lX5pwfQI6dkkmmj7dLhYkiGHXa9Wqr+Ez/xE4N9QMf973//2gSQteADOoFF3EXdL9qS7/j5BPSfCwEZeeAzOfVkXuyT6Ru83ON1AaDrBS94wXj7299eG75rrrlm2BTaRL773e8ez3/+84d+bb9sXukQm75XZ0/dxkT7ZMDFS570iTEqV/KuNDbRNkHnmrx86bv73Oc+tQHjo7jbP3rknV42tAFb9NjANK/x1HW5UPcE0PgkY1yS0ZdyCp/MnMsVfv3BB/L6jY/GQY8jMvrX00exP+xhDxvmlf534aajof3xVJQMu/zoOPjizxC52LfMrVk6jMkT341hto1D+VY3xthjX1s8eO9whzvUuIeTdyC+5lWe7rDJ/2SOiWSWa97klrg1/Vjq1jp8xod1yVjTBsnUbxziQzMfrOPWAus4vjXgWbePpU4myc61y5jni2uIa5S69cqG3NwwxskY4/A299Y7h2XrgY09WTElqXXS+IIby6djWKq14RcfgAdJkMofMSapdZ4+9pXsG6sAj5x4cmlOOkg86lGPGmcvG202+dRP5dXxJ/NtIHrEB+i1Jjogi8WBxfftHXC1vZrswEsXwOcmgYO7dl9/+MgvkMz1nE3AvkONp/ee9ivJnXfeefVav1f7zz///CGGJz/5yeN+97vfOPfcc4e1wfolUKgGxgAAEABJREFURnPQjQ5vPDznOc8Z+N0IcHDTR9/97nfrJoB1Xr84nLs5o2TbmwX6zlrkRo2+kXd9kKTWXnlJZj/Ii7YxaNwBMmTlVx7otS4kqcNqyySpfhzLZy+Ozra5kOsfnEqyK5ek+p99/GP54Gt9S7NswAHthu5XvA14GpqP3gY4dPxyqH/kT870nzFvjuBJUuN7nT9+No/8GAdj+cADPpFHY9N4SVI3xtg0Thb2ipl9/HBsKwE8veT5oaSbH66DfXOBbv2Cl5wY7HGMc/yuZ/qTvPHlukQW/+1ud7tDxgI+OH4rtekG7LQfdCVzHMDJnaf61glyfOz8aIuFTeP3aU97Wo2fs846a/zzP//zIOdmnJjYdYg2L+WHfaWc8YEtOPqV8HTLnzJJvVXgWujGpvGLjw6gT0CSevuSPniQRFE3FcRKt/wptQE7SWo8oAFx4JF3c5Of1iXxwPFBrvVNA/8BffqcH/IF6BzbzzYDZ0gGDpzqcVpAkuwslCarCW8hsQnxoz033njj8AMn7mqCr33ta+PLX/5yHeCOFp8LvLv6/kTRDTfcUD8I5G+lkqf38ssvr9ceLUAWCIuvhcXCYdFr/UmGxQcf3IUXXjjo88NCm4Ddz3zmM+OZz3wmsQIxWpws2h2/hdxm8ZJLLhleXwR///d/X08kvvrVrw71K664YnjVi48WMqBOKZ1KAGdRFM/nP//5QZ6Pcqn0o0hy4gmIWG1G8NLHB3b4LU/XLAdkubKRE68nLo997GOHBZhN/ZTMxd2F4YILLhif+9znKjdiuPbaawe7cs22ftR/nti0XbmwePM9mbocYsldf/31w9MZsl7zhPvSl740HK7EaKE3Xsjyv/uMX9rwYvzVX/3V8kMuvPb5rGc9azzmMY+pmxs2izaBeNwYcMGUA0/E9A8dDW1Lf3W9aSdSPvGJT6x8uVjLr/j0jZzrA3FvArzkANnvfOc74wtf+MJwYZQLOZILd+7F/clPfnLQJ69k9BE5fSYHNjfiSFIbKvmlw+bBXLrqqquqb/WhsUGWDx/96Efr6SG75I1BJR+MC9+3FWOPA6Xv3xof11133TCvP/3pT483v/nNxHZAnumSa74997nPrfFAng/8Z1++3ve+91XcfCaj3FF0EhVPOcTOV/NAv7Ath2JSf9KTnlQbToe7D3/4w/U6MR99zxedf3L1qU99apy9HKx67p+EW6eK6EY/rBHNkKRyZF7qG5DM+T5upQ+d9Ot/QK2xY43hi7FsTOIxLtHWgAckqUMR+U2QZIdMJ7CWsu0a4jCvbezafLOtnqS++oTHxr4PmujsgyTlw+2Wg4T5J7YkOxvksXzYY6shyYIddT1VERtd4mfLWug6Bk/W4Uybbn4Z625qWeNdsx760IcON++s1dZo/tHFHnk2AH3A9VGcvjPswC+2Bgddhw/4Bocb/Pxys/U///M/6zVm+dDmF5tso1mnrCUf/OAHBx0PfvCDhzXhRS960VC3/rg2yTkdcte+Wgfh6RSra93tb3/7uolPVqxuZjrckOET2/R4A8K1y80MfeEmoJsl5rI+dp0g0yA3cGwZcwAOyBO8w42btnBy4waD/OHVV4A+dGUDWdBtZTL7PUmNGTiQHNpunD4zLkCSmpdj+XQ7mXLa/AXqe4G+tX9JFi2jDqHGif61Brqpos3vZPftE7LypF/US3j5j16Apmxa89GzsNVTYP0B9G/zkcFr3MinfgTaDu+dWzR+AbHRo1/oMi/gxZCkvrajf4wdY8LTf9dVdoC6sUMHXe0LP4E2PrrFJQb2ATtk8Mk1X/nJBzfP/LAmnLEmNpCk3hBw84xu9u0P3Wg3Lunlu2u2G29k+OdmEztkAF/w8gEPv/ipbQ7gwW/+JfPret5ucsNDHvkoZ+IGeMkkcywks6QPiE+sSna7LreAPB8Ava0Lv1j5yA5/+KlP4fDRTx6vfGmj4ROnOnqX6lvYZmC/ZuDAqR6YCWoB4KcJr4SzMFhgtIEJrTRxTXSlRRhuE7hbb/OCpxcX8trAEwEXXnU2QDKfbtikwwMLjjKZi5nNg4U8SV1wk8OXZNh3oe96x2mB55P4bcS8nmUxw4cHWLSS1A+k2Zy5+PCRnDx1LPJBLkldfNUdRti2+GknUZS/9DrgQ8g1u/RZYMmho8lB28AHz0/+oltk+aOuP1wwbMCS1NMpGzA0/oqTn/ImH56SsptMv+DZw+/ONVtyANggjx+P3CW7seLhH1l1FyXxGEMOmG6s2OzRyQd65EU+yeBFax2Pe9zjxic+8Yn6ESljBI9YleTE2nmBO1GwMXJRJy8+JT/Eq340EGuS+q6pmOnQ58Z0+8dvG3JPrIwhMnJAt7pSHlxQbbq15UOOOh8u9PThQ09SNwjU9RvdNuQ2+2T5D9DlCo+6cdM6xZ2kDivml7x6GwBfkhqnYmo9fOOH/scjBj6JATjQsU8/GSW+kwUHFLbZk1+6k9RXQbT1Fzo8+/xgU7tLPOTlySHI+DUn0E9vOLr3ctSAO0kdOORD/4Ek40Q+9LacMZCknjLJvXEo70nqxpA3Nu63PBH2yiy6fm1ZekC3lcnRfRIDXqAuFnqMZ3PQ+OWDNbH72zi3LpqL1lt+GA/GK/meI+YxvcY7fUlucfhPpo/iYReIG6jTp84PNoC6uQ1vPhm7bJvbbPJTLs8555zx+Mc/fjzykY+sQ7K11NjmC1lrvZjH8mGfHL1sONBaw10rHF6U5gYZ9vHzTS7YWlRUv7UOJRsOMOaLm5a+4+9tLTc59aXX/P24nz6VY3mjx7oitw4P/EtSeWNLm26QpJ5oioe8+H/8x398eKpLhzism/rIIcwhSvwOWW4WeKtAu9c2+QZiA8nsG3HIL5w6SOYew3pAR6/RxgL6WD58pW+p1lqYpOaNfMldMvWP5ZOkeJbqIf+SiU9muSbS3baSFAlOhe1k4rQBGhBHQ5Kym+yWeBrcTHf91X9kjHs2jRPjWhxyD9gkh28NeNg3VvEBOvS3ur4ybtX1hZIu/U2PvjbmlOT0q3GIJu9Jas+EZizQR4c2u3j4QJ5+dXPGIZsN/PoQsKttvpPVV3DJzI86eZCkXn/nRzL3S+ziMV7Ea6zbw4qVb/Ind0oxy5cxY4zyhfxTn/rUwTdj2Zg2dv3GBb23W24m8s/cJMM2OTS6tPlNj/jZQlM3h+VOTOhuApifcmlvRW/HnaTGKp1J6hpPhzb5JPUWrJwmGT7ilVc2tYF8GydK8bJlXSUH7FkAf/DJm/7CZ98hz2htM5m2klmysYVtBvZrBg6c6oFZcJI5GS00SeqCYrGw6JnkeExssagrLVrKo4FNAB56LCwWIG3ydLqos2uB0UbD44JhsYOHU1fyy6Lq1V5tvJsAP702FfgtTNpsJqlF0uJkYbZY+SEivpKjdywf/HBLddj4WOh6Uet80IeuJKvOpotSEs3aYMmBRpLhqQY9Fswk9dqWBVzb4omXD3SSaT9diODksPFygk4fHH/5Td6iTiaZfsgBukM2XnEr2ZVnPvAbjjyd7Kl3vGh0wqkDdXnkh7anOZ6Ge5sAjT/w8sO+epd8EA9b8A2+LuBNCRfUJPXdPnlp+smWrZee9q99YUe8m0DOyPKdXOuQBxdMZeeDPrxiVscrF0B+0Ix3+e88kJd7NDzkXKiV7JknaOp4yZPV1j/8Qu+yfYED+JV8oNfNFq/zs8keGh5jng7y/JYTJTof8Bo72vjbB+2TBb7QyXYyxzB/2ecH/WKXN5sg6xZfyOHhSzI3e2IUCz76yJ7WcJzOy5fcKYEcNexVlcxc78Vvast3042/JOMXfuEXxqte9arh9Vh5d6A0fh0SjVPAh+T47bWtZFfWnLQeWkONBf1vbCSp30ax8TY+8OA1H7WNBz6JQY7IyZHxom6M4wFJdm7A4W0gS58Sjrz5wU4y13g4a7DNu4O6g7lNtDx4QugGMB3w8uINgEc84hH19plDryeNnrTznwweeaC3Qdzy7ODnLR1vw3h67npLr0MLnxwqPJH0NQCHbX6gKeWJjDdnvH3jSbLrrjUZ8IkvciMncmceOiDQJX5rBjr/9DmbYpMfgBedHmMDTW7wJqm3/uTPWPLU/7zzzhu+RuUmEt0gSR0g9Q87ckA3+/TAAbaBurwp5c6r23wXs/7A07rooE8bJKn9EVl4AA/gGrTB3jYcaLm1fjiA3nLJrr3GKfEA/HsBvcE4AHIqJ/IrZpCk9j/yL4/6sPFJho/1Eo6f9hFJ6mYOfOeqZflDFz18Igcnn+YX22P56E9zs3Hk8bKhbq1PUg8wyMMp9Zn9pFj0qz0KXuMGXh+K0VjpOcsXuhez9U+dHoDGT7qTVC60+SU288IbZ+yZl/YK7BrbY/kY695CgGPXG318wusrLvZ/xqlrqjfQvMEiF27kmfvmljHHPn/Ypkse5JGvaNrk3OBXLqbrgQPb5ij/rAu938DPH3zkk9QNALhkrlvJfANKn7ANxN39gpceIP9syDUbePjNP2sFH4wHttgUB13WGXHIM150NDzqyi1sM7CfM3DgdAjO5OenxcfEtLBpw/fktQjAoSuBSa3cBBZ7MngtHhYUbTJJ6ikemoUIziJj0VBn04LHj2ReEOBtkCx+dCepC3Jy+JIsGa+sk1EHYuRHMg8GdPHj5ptvLn0th0cO+GTxsqDzib9iAfQlUZRsVZb/vKWwFLVYK+lkgwyw+aIHjQ11faBtcyd+9rX5p7QwJ6kND/5k+u8i3zR8ycxXkp2NKh769IN4bKbYZTNJ3YBAt3jTRY+Sz+p8ljelWPCpo/FViZ+vLoR+BMpFkA16XZjxkHWBhuOHvIqFrDpAS2ZOfTXgFa94RV2gbUJc8OnBozwZcGGjRxxiYBskqQ1IkurT5PAl/8nzQR2IQ6wujnKhjd58SnmUF7lIpm54Y0s/yQcaef6QV5Khmx1tetDwi4E8Pepk9S26kh/46cAHjy+Z9vWJHHi1tvF48OprOtiEY4MefGSSuaGAw8+f5sV/MkAPe3TwwXiUG2US6HqSI2940eSIDH/EjQmeX+r6hu/qpzOciO/yInbQOUxS4/x49dFFJkltMrX/P3v39mz7chV0/PfdTzzmzTwenrQsFVAuUUECigFBOVgYQFKAUhSIXIJYpWABRhC8AGJBWZFrkEAMMZiQBIgInAjiXbT0D8D/xPnp3mOteXb2Wfvc1j57rzNn7bG7e/Tocevu0Zffb87Fzw503jJyeecJtqdoP/3TP314HRaNsebwh3ZgdMEPoJPeBENTLTJlY0T/G//Kxrx1pfYru3TxVFwsMXbJFQekDhHmlnbGjRQNHeWNJ/nacdV4A3yJfkAZni7mgzIdxF7tybNx9iTQZnrml4O9V4j5znqljh10cJDwOzS+O+83QDwBxAvQnQOkgGw8zQk8HDjYC5T5XoqOjmjNCYcb/nFx4NDi62rofG//m77pm47v/u7vPr78y798faefL8YnUrzJg2enlLSCu0UAABAASURBVD/IAOSYf7XHikPD0JDhwMBW/td/6owjvByavGkA4Kq1d0CLjg+kyvJ8UK2nnLXHhn4AtWM7ndBa0x3a6Mcv7KAbn+g3dAPs5GcpnPQcpg5u6h+GUw8exh9+QFtQ2wZ5dVJAxgD8gLrqcGh1OHTJUR1s4iPjyRhkP78NKAP+A/yAp35EL1+tixkHwcHBs6VacQQ9HD34FZ+pNwa0A3SnC/noyQTawan/hNNTc/yU7Yv0D17Kxob2aMxd7UB1te9RxltarQsMbQfYW/tyEG8XZ96c8PUyNro8dPHFl/znib5xbiwdp499nnHDRnOabt6utPexVzW2TmTrxy/FPXlvnriMQ88/9GOrvPZ0ArX1IosuaLRHxxfmrDljTvADm/iKj9Hiix4oS/V/tfalI4vP8dQn+OExgIcLEe3FJyk/0Q8/efOXb5Txx5duaPCGx0fbyUsvcPHAXfbAvSfduNoHyJmk9BXIlAWA2ot17dTknklcIb8R0Ffr8HacPgKCQHDKroWiWime1VqwBS/1AlK1npyPPoKcVyPRC/ro6CnFF15+eMAJihZ5PKqli2AFP/W17fMd9cGro8Nx+pChvafZgtsJ9bx/5GqHTgU9LQLw8ngBNFLB3OtlFfJ1gJFRhz9Z2krhxlbl2m2GHg6Ncm074JSBjafUYinFlwybKYsInPZwk9cG3eirXl+q14egWr48Tp9pO/b7e8++11lbV4sKHhayE/nq89p1Fh28q4VXr3+kQB8MP2ULS7UuQZRfCYxc9rCX38Dka+tEbzbWLk8ebXWlAl35jI58OBXDnw+MB+2nrnZ79LXz+KKpXR5a7eWlaKTK5/pOH8CDkU0vZW3oIK+ddHiZN57s8Qu62vLVo6MTfkC9dOps2ocfvHptXingTx++Hb2HZ13HB3XGDR2rNZboU635VRuHD1+/WvqNLg9La8ush6cPa3OOq4e3q4U/J31o/oVshOcb83L8YQPtSZp+1H8PZfgAEh+oScUYr766RHLw9zsT73jHO44f/dEfPXzdBm9jTD+RZePqQk/f1bapurpMwPsmqFYMMubZA47Tx6bUJtu8Ne5txNEou3gFDrvqyLahF4e0MdboRldjj23oqnXwqdZ3n8nCkz1AuVoHDO2qQxyQt6ay3++okO3povivvXbGIzhOH3Id2vzYJv+gcTjGg38dRvzmxd/7e3/v8LqxHz5zSNGenviZA/joX5cdDjMut9moTp/rA7TWAHZrb11ymJGng7eB3vrWt67f0BEX9C3fVIdNP3o20o1sBxz6klOtNy74Bo5c8vizWn6igz7hI2scOrbiaQziyV4XHy5Gxs6hPW+Pnixy5MkBbJWySd8qA7zBcfo43HnTgmxv5qFFc6pa/8jB21jB33hBU3vM4g/PPrZUa31SVifVnn3K1eI7/2kjT6Z6ZbRwA9WKaeoG6M9/o1+1yNnPRw7+Hn74XQny+Y/u8tXaW7EJPR3xwkA/Gjv6WN/SybhQRy91cGTQWVs6aY8eHX+gIU+KzrjgN3roC+NJqh5f9qCr7T96OnzSwxill3kLj9ZYhKOH9uZHtfyEJ52kaAGd6EoHbVyyqccPrYsyv4fjaT57XbSZhy6g1BkbQ2esaMs+9fDmNtvZZP9nTJlH7HTZ5/do8IEz78hhG7/pB/pVK/7RjY705hN9zEYPV/ifD13Wsd/4Nd/Hv9rhRQ9t6cRm9fipG5vJpju+cHMpgQYfequnt3lJnpjNbvOfn/iBjNpzXpmO9EUrHtODjXRSj/4CFw/cZQ888RcAT7rzq6XiBAzB283qBBF4ixeiagV+eUFOql6KxmKoLJjB4TUAL+81K3XK6IDygKAtKCqjkQKBTsCUH3AzjKdyJVmBXTuvXC7Ea/RfbX1cAlDh3E76AfhHAfv42iLCx9X6JXkbU35SZyGwaMhbhCwaNgnw+Gs3KX50sZCjU8bH4uYSQN30vVS72wR64k8H+ssDeYulPNvpqf9HJ+MEXv2TDPQ1dulYrb9yYaNt0YZ7rcHY4Fe+tHkYXaXGQrUuDfWPMYt2nlIYX3B4SG1A2KWM32tt2yuX/8o5GKf8YWNoI2fT6TvWXrMWv4xzfh5J1TpwawNv/JjT6I7TRx+ZC1539Sfg/ICojeOpal3C2MSay55m+96q+aUvzCXt9FN1Fce1uwmmDX3Q1W4Lz7baT3vppWyzzU6HCDGY3SOfPcpsMp7YZTwBvNkIam/Q6Qqq5RPtq2M+6ow3TxS9SixFY/3yA7u+EuGvU3iSrw056smnLx1cOHudGKDVJzbq6tA4SDik++0OT+ldjrs0oLsNOn3pwWav8vsRzF/+5V8+/JCrp/tirE29fiDXQcL891U3Bx9jQV+xQ51DmLnHj+aXfuN7MmzyyeR7c80Bafir42c2okUD2MBm9gM6sI8NDlVe+/c2hDw8+modrvHCA+BZXY0buHOYerLoS9bUV6v/+JR9xqiDHh/SmxxjVj27tLM+sQff4/SpTv8//586bdEPwA3A0QcNn7Jdf/GZOSNfLZtqpyNBW8D/2gPlSUcGn5nTDsrs0V4dWjKnDFd7rox/8ELDZrbSb8r8oS/g+cX6jj8cm+hFxvCq1oVPdfigpZdDLF/iTd6MKW3RKdONDsD4Mla1AeSSTy4efEbmQLX6dsqT0rH2JZa2yi7k/FUL8wRf49984juyzSHx4bj/oQf7ySSbPviYT/yEr4O/CyzzyPzxY9Jsx8elJJt9tQZLtpKDn/km5YdqxU557ao1JsimU3XQkZ8qrNb80B5/eG3lz1O6gsFPHRzAiI38i4ZPlNmmrJ4+5ot+0eds1hbwNZ7asE07ZaDtBS4euOseuFwAvMIeruuAVjsQ+m55dXWYrlbAE+iIE2CqVV+7vYBkM6G+Ng6d8qTynpIIaLVpBDH42mULqk0YfvCgdt3Ir112865++FfrtSs8/daAutcSquOLv/iLlwq1daYbxNgifxPU9jMaPtHOrbmNq4APb3GUWtwsBnxoA2HxeNe73rVeC7YIWkDId+OPHt0sNMpf+qVfetgIyoPzOuXbAHpaZOlOHp2nP0eehZbtdGe/V/scQqf+SU/ZA0ZPG25PLqb8Wqb0AjYW9DBGpHytP+RtTGya0SnrK3n9MjT6pfYrsPDoZlzKP5XwKijtgMMfNqXYeb3Vd1P5WZzzFMsm2GYdHT/y7fgVnfzgHFzMX3Nm4qiNMbCRtAk2tswPtDaOYgI+eOBPjxcL6IHxIDUP9Wvti0gxSB37bJLpZTNKnrxxY7ywAQ19pMYUfbUdXeTxR6sN3urgpk4Z0IU9fOCJmjY2/A487HUZ4OmdJ4YOHg7j3hDwZoDLCTqS70Dq6a2Y+sf+2B87XBaIQZ5S/tIv/dKhv8h2uW3eugRwqesNDAd5fhfD6EgXNvM7HvRXx1/qzTFvgegjry2Trd+NAzh0/FatAwg7jBU85QGe+OBnbJEJHFa05RPAR2jw5G96OPQ4+JPnjT020YcNbMQbH7459z9e51CtIjm11yd5SHxAbbx+Asa2vrG+oNUXUjqqpzsaOLLl6aIO32odNGvzRTeg7yc/qXYAf/V4Hvc/1g/jAA4NdLV8Xps/PF7aylfIFlSLFm/j2FzjR74+p5fXYPig13fo4NlMB/7Wh/oITtnarL/Uk6GP+MSYleorfPka0BEO1PWPKut7MsnGG2hXUWFd7ta+5OVvF0/G7thEJzLpjMdqdPqvdvtTdvmiel5KH/aThZ99n9/J8ACIr+wVvVljvuEvTqhDS1/yjHdl9lUHn6A1v+ha+2Bu3oqj3og0J/z4s7b8p423c8QItuNFZzKMR3qyCz/1Yitc7csL7fjevGEL2mrth8/7QR3fn6fqATzQl9LhUa09tP4lW0oPulfrKzja8CMcvdhfrTdLlLUTU/mJ7AE2kiO9wMUDd9UD9+6qYa+FXdUSKzivzOm/CSICzam4grwgNvlqBUNlgVgqMEkfBLwsvgJ4tYIfHH4TmC04bnXPeaAZXvLAAmHjLC/oTb12cDZ8g3stU78DIGgL4vSkG33kpY8CftGWX6bN/Ljg9AkaC5/FBh36b//2b19vCnzzN3/z8eyzzx76xmWEBd7Gk5/I5keLizYWRa+C4is/8tDdFtgY+KVrf5bLWw3Ad3C/4Au+YOntNWevxvqThfLw3lTwBOm2dLoNvtPvfKu/2HQbcl4uT09r/Xm/D3zgA+tvhFfrqYgNibFlE2WM2Bj+/M///OHPIj733HPrFWQy1RlLfpTSfIZ72uHV0p8PAX42977/ajPsgApnzpqTDmYOseLFjBf1/InGxtlTdmMIXl+Yp3h66v31X//1x1d91Vett0zwN7fItYl82FyuHe/xehSIF3gYuw4VdKSPfqcbPfS/DTTd1dvUk1+t3z+hO3obam3Q2/Six3tk0Fc7dsJVa90ZHeHwQWeDbvOLFx08HXRodwHgoO8Abb1RTy6+LkN/93d/9/D2hFeGxRI+ZI+niQ4mUodVMdXh3NNKcdSf5PODi/5U34/92I8dfoPhO77jO45v/MZvPPj/277t247v+q7vOnwt43u+53vWXxkQ28QuBxQXB5/8yZ+8/vSgdU4f8gV72EseH9PdJYSDqgsA9WxgY7XmHZ3Hb3wizz6HSak2Yjv/8Iv+kCenWgdqPMmsDh99QYb+o5d6OHVkSEG1+kQ9fSvoBdWqQ6+tfkJj3PCxMQ6nj8hBQz/24Ge8y1drb4HPYnz6T/4mOJFc/atWvra/yMTbgcnbE+IanwE8EVdLd3lANzrxCT8pD1SHduxihzzfStFUWKw4qi9qzwN8yKQPvDby5gL94FymgWodBGvHY23Jwx+MbmSyR//C00cdfvhLq/W9/elXymmHnj7o9AP5Drz6Cg99hxYNPuiAPBweQLsB9hh72ooJ5qGySzRv07ikpAe+xqt9ofGAhh/U4aUsNZ7Z7dBO5vBXV/u3GPA1d71hYI6jM4f19//5P/9nfb1IDNBGe/Godh/hTxYdjD1tXUiwEw9jVp6v2MTeah3EqzVO8YWXAn2FVp48dkrR8F21fgeJLPL5gr/14+TRyeOBl3rlyWunz/Gtnjd20V3g4oG77IF7d9m4x2GbYEROtRYzAcYriYOTAoGvkl1Ba2Xu/yeA4eMWFkqwqk2rHRyQR2dTo4xOOqBO3mZ28soPgjpPTiyQwxMNPSzU8r4Lqk7+NoEuAyOnWoG4Op555pkFU4dWflL5m2B8NClaf6JJ2SIp+MNZzNhrkfLU35+UsgBZ/Grf8Hs99Z/9s3+2+nkWFm31OVpt8YazgZDeNljUHSR/4zd+Y/1Zwl/7tV87/C1sKX39iSWb9Y997GMHGq8QfuhDH1qbKovgbev3avPnd352kfFq8345/KafHepdvrztbW87PEExPvUN+MhHPnI4tOJv4/z2t799/VCZA0+13rox9tS/613vWk+V5NkpfUrhVVHb3BpGtTd8yjabNr02xnxGbIuOAAAQAElEQVTtUPhlX/Zlh8stfeCSz+WhmOppsTY2e8a8p1rinydc2ukPB38H35/6qZ86vAZbrYODOIG/9qB2nJc/xys/DMiDN26rdWg0Jsi3ma4Om3J22jjb7FfrO/wO3trb0AN6ayNWoTdm4GvHJ+NFDKeztDp86AnoANSj5cPxCZ3QaEeGp9u+AuEvJLg8dIDnR/XGsDWI7x2K6eyyxJrhMkBMReutgDe/+c2HtvrBgZ3uZDoosdeBxqWpH1L91m/91sOFqzepXLg6QNHB1wjAM6e1wCWPw5W+G53FaLawi14uJsQ9BxC+NUfFenn+cCEwFx/WOyB+s43u/M4uPNXxM3+pI8thAR99U9vHyujggHy1Doz6qq7HTbXWNzTkoq9drw8AftV6LX3kHacPWn7gX29nAH1aHQ4+fFCtwxr+yuw6h8GRA05slz51rZe2oPacq9aaUR3GB3+Siy8eAJ+B2rzoy4f6iq3qh1ZKF3KmDj802sGjIYf/4eGqdWCEn7KUnOGnz/U3uXg6POpP/PQHWjKkbNHeeORrbQBeyoBsdpu3xjAeeKGrVC//oCXbgRd97Tq0+NF5QBleY6nyABr6mCt4kqfP9b3LTnpPG+PSHHTpxc6xq7raq8Djw1Z6aWssk+GhBn3x9VaOB1jmsnmO1lsGviI0Y40u9KzWuJGnrz7Ciz7K5qI+8KYpuer5mX7kA7ZXqz/1U3Wlc+08Gm2NbzaQx57hxY7h5UIQH23oIAW1x7E8+fa+dMMXT/gZg/LV0kn+AhcP3FUP3Lurhj0uuybwVCtwedphkZggRA+BSNAUbAUcgUsQA+rxqA6bHYuHMjyoJM8DTxMhhq6uach1O6x+AG7yUu0sJBYRZfpI6SNPR0/X6pqv+tcC6Oj7pSObLwXwKT8qZSufCvLss2G2SNS2zQKHB77s1k8OzhYvuNoLB7+gc0DACx1+YBYOsrwOi84iKL1toIsFkBz604F/6CSdMWcM2Kzwp7Rat+/aPcnAntpzS95GQurgZp691rrbVDqY0YPPbdI8SanWQZ7ff+RHfmQd8o1DfYLOeHLwMR7l9YknL8899xxW66C4Mk/tf6+O4sY0f/Gdfj+fk7V/Nd/XlT74wQ8e73nPe9YllwOcJ1kuBL7v+77v8GN0X/mVX3kYMw62LmjFaTxtKn/hF37h+M7v/M7DpZ9Nb7U28zbfrKjWRrdSvIJ6fvmq4iEZurNDvNDfNtX63PgwJ40LtqlH55CBjTp0cPLnB1/15gMeM8+rdWhEr13tucOPYsXIYJsYBSeWoaeXeGg88w28dtqgtbmnp8O8t4yeffbZdTlrHqJzIeDyC/hhP+2qwxxx4HeoxkNKPl5kac8uZXyO08fh3xql/g1veMOBZg4pDiro2YeX+KffvBbvoOKAj2b6W3u+0wf8pM/ZrT0+bOZH9p5Er7cD6AfopC+MF5cPnmZaP9DzF33ZqQ+0hdMGyOM5+boeL3TRBshrC+TPccrw5NBZyh5fQWCLtxwczMhR5g99qQ0wngCeYPL41rU+aKurcV7Xefrz39jDt+Kc2FVpuvY+eJKxEGf/aQ9qj0U09AB0VScFZNTmKT+0fIx+ZMiroxfQl9XqO/z0nfbq+MX45Tt8qEaWlN8AOjyMe6Bc1/qi4XfjUH21fGUc4Fut9ZR+aIwrepAB4MHkpaA2H3n1oFJcPqVvdRiD/I4vuxDQUZ59Yh6Qx0M9QCOFd+llDDn4opE3L8UicwitOWb9Mr5csKJxcSf1VSCXpOxHy6fVWtvowV59wvdSb8Xh52s/1TpQk0sf9fqwWmudMsAHDZ8qA3z5QeyQqqN3bT/BGYv6dPqIfvjrN4AH3nQ7Th9xBQ4Nedqqx0tZ/kR2+XfxwJ32wOUC4BV2b+0gNGw8fRekq7VADF7q6QiQBwKNFFSHRVUAUx4QoKpVFPgEKgcFCAEMj9r11ZLpAkAdmmotJJXiCsLVeoUSrwmwKgU/qc2UTQXeyq8l0MHTXgG5tg1sg69dfpR+6IfGZo/d+LHXwqYOTmqhnK8/WHTJ4Xd+snC6af/93/99pGvhUr8Kp//I8XTqlF2bAeltA5kWO4sym8ijE9uADQrb5C1+7JVHUy/Of3i+VmD8W8DprA/oUfsJqVeClV9roCMd6OjQ4fBCVxtKT5O9Tq7eOEIrRespNbw+lP7kT/7keoqnH7WXwj+V8CopXXtjbV4OS+Pd+AUzn9U7dDp8vv/97z9++Id/eP1JuH/wD/7B8TM/8zPrR+UcEM1dqc0scHlgY8zfw19/kPEw/5MJhvZRqf42ftHhOfNPnDAvRy6ZwHw1NtCTT5ayuWvDbUzhqSy18a3WhYU2eJ7D8CBXmxl7yp6i8Rsd4NXLw9tsK6MT94xpvNCjBfSx1omTDsWe0tvsu3zxFFEeXlt21Y43/KFMd/zYyC4xjI/USwGb2EkXwBdkO8SLxfR1GNCv+l8bcoEDE570ZoeLCO3h6GW9ZZsymVI60YVccvhBW3zRznijE37nvsZDW4BemW140UH/AmXt8eVrcuBqr9VsUi+lL378hF6ZH/icfcauvwxkzSaLL7TDT4rPgwCPFo30QYAH1dpPoKf32KPv7FPoxX51tXXHizxtgHK11srj9FEGp+z6N235By8gX602eLAZ4CsF8PjQAdCJH/mpOvTb5B1u+Y6s4XGcPsMHTn8ZEw7vdKjWV4HIUQ+n/8kaHH9oZx7AkVH7tz3QaUdHcBJ39a+2XyG0Owc49tNVSkcpfsYnkIfD3xhkq8O//LTHk/1o4ejm1/K9FUMfvpoUL+OQD40rqR/ZdHhXZ8y7+PJ6vwsAOtEPT3Kk9DJ30MJpZ0w6aHsoMm3IlKc7qKi34teU0eBJR7T8LDXnpepcdJGhjb4B7IXXj8rVugydNvjxEX5opLVp5OmNx3H64H1KLv8uHrjTHrhcALyK3Vv7EC941F4QsVcWXLwGPBcAcECwQwMEXwG0dlCEOwe02tjsCHzy+Nb1BhBOsBYAta2P54XGkzD1gqMU4CW1oIApw90WsOmFeNf2oVdJLTBjE/1vavcgPwu0xRveImXTKl+tVzT50gJoEbAAWCTUaycduTYS+LgcgQfq0PEVnWwg6DeA5jah9hM2m0I6kEW21OYEnn3KA3SWHzr5JxXObeJferJH/vzNEPjXCoyL8aXLKuOIfvR55zvfud4EkKe3PpG3gfrcz/3c9fTExsQY8iQaftqie1rh1dK7dgzAj1/5ecY0X5q3E8OqdWg4Th9z2BMsb0t5SurJsA0pvEOSPpuxxf/y+NeOpTaZcPoCnFiui1TpQH18bJ2681Sf1o41dCVPDGILqP2WkXkJxF5AR3qISfI2wHRhPzvwERfxJ682nymjrdalr7FHtpRd8njjYd2xZngzwmHdJtrlCCC7tk/40yEbzuHZa/o20tpr5w02F2BeI3bBoX88ScQXvUMju9GKk/IOsQ4JDips1wdSurOTXfTUz+YI2YAv9KfLWm9rsZlMtL/3e793+G0ChxX2sVWKX+2nqeSTW9f+qdZvLZDPR+j1D13wJV8/4IXGWoIOf/X6hF7850DmTQT12ldrbOJ3nD76AR9ttEVXrQM3emWAN9+g1UYd/lI+5Xt/qs3hDm90+A0tugH8Bk4qXMmaerhzgFfGU4o/fUAFtQ5Y8LXL+GsnBfIIz2mqJbtStcYnWjT6sVr1ytoD9QNsk9fYeAHGGj0BenPcOEGrH+HQaUf/SdGrJ8t44E981Ztb6vGAo5t0/IufdiMH32p9pQetdgAv8rV9ENSfA9rqaqwYH3jZF7IRHzqRaawZY4C92hor9JIfu7Qhw/x1iIfHo/bXOTxQ8oaLMa09mWw3l8lll/0iHuYAgKs9d+Tp5uLA/ohP6GzO4meOa4v/6EI/cJw+cPLgVFxxFk+gHV5o2IwGHu9qfdWldioemAfs127aiKV8pT08Hdkr/lRXY1gd3xynT3X6//Lv4oG77YF7d8G8ai0YY4uJP/kXm563qVaz2ukqvMB/ApIqqUDlR4oEEmV4UK2A7odVPHE67n8ESlkBS0AWLP3JJLqAagWn2npUKzja3JAlEEqH9jh94PwAkwB+Kq7FlRw0aOHQkCMvcEvJF+wFQLfEcK8WkP0gr9o20Y2/qvXU3AardkDXRr1NJr/SEY5v2TDtqof2/7lci9a0xROP8Yd0/KUP1A2tlCyLl7zF1gKCN/lw2ijjo6w9mDLcbQI55I8MsuXpLX9eB6+PpaO//IM0FfQjoZ5PV88vD4PqeX0E/6BMuAfB+NTvbATq9ZXF3GF7cOyUZ1u1xj3a2wZ9Twb5xsXnf/7nr6cZdDGP/NifOnag43Pz3V8KsdmUN7be+973HsYWWnQAD+lTCK+ayuf+MA7Oyzbi52NI/rxe2RwYZdSBKUvrelwObW1cXafntJXiisUr84j/9D1dbKxtktkhphmrDooOkvAO0MaTS2IbVmzR2sCi8UqtOOaprw3w2G8MqTdezAuyjClt2eTAiJ8NL1oHY4cB4408B3OHZ4cD35//9V//9fVVCofraU8Hrwr78U2/4u+wpM5cZB9d6UQ3T+blxdnREc3oSC/zAK5aaxx9j9Nn+octcNITes0ptvEX/W30ATlsogu/+e6yNYRd2tKB39WTD/AdnlPHDrz4Thv+oR+Z9NVX8vRWLyXHwUufqAPKDiJwZOA/NtEBH23Jgecf7QYPN/X0lEdjvLCJTDi86OFNC/3C7/pZezTa4IuW/kOPZ3U1dvGgC13lAR4ATgqHD55w/AqPp7bqABza2ms5m6oVi9WjVQ9qzyG66T8Ajzc6vJWrtW6oJ1sf4YsOwEn5G14ZT+3pQ2dtxGY8zDO6oEXHZ/oMDh8x2Twhe9qMz4wHtNrij8ac4W9ldPhoL4XTZuyRkqGdPKjW3vA4feir3aT0Iwt/+OpgJ3vwhjcH7CnpUR0u19hs7XHIpZO8vR256NmsLVuMT34RW+TRs5ueZDu8e4KPr0sAvLSjOzniijlVHew2j8g6mXPQ05jFk2z0bANsI2P40EE9+4zlaj2cwRMf9pODj7mpTF+8+BiODWMXvaoVW/gKb7T0wVOb0QueDL6pDh/00gtcPHCXPXDvLhv3uG0TzDzxqK6COpwAI/W9eiA/uNoBp3bqe4/H2UegOyuu77gJVmDwtdsqC5CCnE2BMoCTkikVoG346KEMavNAS0cBGv5xgIWAHKnFR95CLQWCtT/bJ4+GT+AEcLjbBHrwycgki9+qqx9zpAe9+FeqjfRx+pBedxH4dDYH/D428rHvJpov/A+vj2xA5PWZ9LbBJsl8Iserz16b1PfKP/7jP77mq3zt8UJX48Kvnpun1eGNEj8uiY7+aKqrtvBPF1y0PffAjNsZkw4Zxoixo84GFb3Yp84YUCfG24hOvdThWp0NrgOeOAjMkeGPJ35Ae+XqcDC1ybVZdqA3txwstfM1FRfLeNLD02Vv2Nj8++67r7a5WHZZZkTKugAAEABJREFUQD7dpPTA18Hc/HNQ0NYmm1xj3HgG5qz2nr6rZyfZtdce+g7QTXvtABvNM+0cBODUk+vtDocg/qGvN8bMRV+FI08bssdHZA6MftU6aA6eHnxBD3aRBcxdtvMrWnVwQL1+BcoOI3yED9AGP3TVOpw8TL72eB+nz/Bn26l49YYCHvjpPz+yxjZvQugPtOShRzcy5cHg5YHyOVSr+GCdcu26avmLrOG/Gt3/D+3gz/NwA/D3yR+aqOeHgfGL8jTgX3TGAxwaPjWPjONq7cXg+cg4kipX6yLEQRIMH7wGjDVjBz1byZPWjucOrMfpY0zA441efvqOvdXq73Pdj9NHHbnVlZ7VujTBA9/j9NFOGf2peDiEexPUWzreyqEv2S4C0PpxTXqIF+rYRx88XACww3iRx48ccwkPc4YcF4TaaG9fKw7wKdnGGTAGyXMhqC1/mKf8hq926vFhJ4Aff5JjruCjDm2FZPlDO3GCLUAenTZswcdY155sdcr4aouRMvv0vTYuNcQEbdADeT7CVxt8pRe4eOAue+ByAfAKe7eug5Xg5QeSauOwrlbgrw6bFFDXuOP+p3Ybr1VWa3G9X3WVCFQKAp2nHeTBVdBrMYMT6GzWJojVdT1CmzSBWVsAp52AKdh7pRAeTt1tQ7V0F5wFbsGaTGVpdXhdmj2AnrXbqL9NsCjQiT+kZJEvDzc6KltU0YPaPkd/gVfmgfHnjEd+x9Em4zM/8zPX/Jo6mz/9oP5xgc0DWTPnjAk/iPazP/uz6ymGOjrBS5V9R9kGy0HMk1YAz1abEPawBe6pg4vCVx6o1tc8BmHsunwVx8S5an1FpDoc5jy1swE3VowrKVpj3Xhw2MbDGIEHtZ+4oocXn4C2NulS48l480vh6LRzWWVDjafNP9kOz+aUH/nztN86YbNsTdHOocObbPg44LpMgKcfvR285B0UHAqqq6f3dKMHOxwW5PHWBr2DA9BeasNPLl2rqzWRbeaRjT0dPDE0b1w8fNInfdLhQMyX5OCLnzw+ZEqtc1Iy1NU+0MEP4ElPdHB0qW2PeK8Ob3h8gTyfotdPfIOPvqYzHBp68Rf76aAtu4CxolxbJ23w0Y/kArzwhDee+MJFiP7gZ4AOr9prpTJecEAZDK5ah67j9BncKbvW5ilXi6Z2f2gPpl4KjtOnWgdZ5ReC2nxO5Ovf0A3P8cP0Ab8OrlpPmfkMvloXJPrEJZMxAK+fzgFueEj5kr9GBhyo1l8CwU8fVestRTrW1tterPaTeXn9qv/1lb7Bm3744V9d2SmDl7Ra41tZW+30r35Vj4fy4F0a+9N8fs/EgZy/yKAru809NqGnh3GBhu3mOl4O/3hI1ZlLgDxzgs2eqrtUME5dAnqwJI5Yt/AFfEumNuRJ8TC+zcXafqvr8cAXaNmFB121YUO11nR+VKaHOYMv/c0ncJw+ZA8fNqGX8uOpevFhG5/iAyfu0a22PtrrO+3oU60xflw+Fw/ccQ/cu+P2PTbzqvWnm7zGKYgQPEFIXgDyZB3Iww2gE7iUBUzBEU55oJrsWoS86qiN4KaidpCVBw4jo4cULVAn+FkgpwxXm391+N4s3OOAsZMdgrDfSRDsyab31Ps+2hvf+MarzfR5HdrbBItMtRaF2v3Md3SzIB2nj7LFd3Q/odbiI73Ay/eAueJwbHzgwuf6Hl7ZK/cWcHhlaV2PZbjbBpsXY8R3+I1RBxpPT10COICRr974mPFCb09pfD/6i7/4i5Gs8WWjpcBGdsk/bXDR99oDxqMNLox8dXiSJsYbw8aDzWx1iMu+i2/zXq3xYGyJKcaFejHSWLKZVcZDe4cAG3l5Ywfe4YFssoDxZB4Zhw7YxqmngJ4g2sA7/EuBdQgdPsDm2OHfBbbDPxx++OLjEOrJmgOQjTqgI/tqb7S1AeMHMXN0pecAm/EG6sHg2McuPPiFHWR7E8hlBd+pQwO0VT5On2rFZP4DdMdjdJTC053tfCU/eAcSQG91+JLHfvjacQdf7eDozXf6BugnduHBP/oVoD1OH/4BeNc+0Nb2H17a8gFgn8sPfiNDXt/I0wEfKVnV8w7y+I9v5E+i1wF00rqmV89edQA/UF21GZqhU89vlSZXdNXKVx+HxwNSOlAt+uHHntq6oWUrv6gnW3/qOw859I3xoS/ogn74ygN4PLVDB8cveA2g0T/GBlpl8tDhJ8/X+tccUMZH/+gvdehq2yI/MLTK+KHVhl0O49W6RMELwDvM20cC8aA69Lu2HiD5MU7y6So1v+2rtGWnseMAzx68tDWGgLwxyofii8vBmfPK1iv6uQTAh858Yyzznzyd8BdDvKVHr2rNPfT6i73kAfXK1Rqj/M7H+o6+7FAvL50LDDTgOH3IVccmep1QK37WnkPK5Iht5hs6fOnDz9Zp7YcfHbS5wMUDd9kDlwuAV6l3BRKbN4FQHttqPf2QF0gt0EAeTkCSgmoFek8xbCgGJwWCk1SAsmi4AFAePJwygHO4kK/NV0DTFs4iJZjKD2iDB91tCuHhpLcJ1Qr6tW/R/8N/+A9Xr9bTp1oLh02eX6Y9Th/Bm27qT8Vb/ac/R57Filz+sZjqPzgLCLDoWUAtXLO43KpyrwPm+tgvu3sKwVzjmG+NZfn5SwD6Ba3NyYNjW7vbAmMDb5sa40Gq7AkNfeRtjOBnzBhTNlDGzOA8lWCPzVftjeK0x+MpgouqD3jA2ByUsWkTbfwaB2KFjb0xbZzYoOp3YwHOuKnWmyTWBWNMPTqXuBN/jCfxBy+yyNQWTzLg8DRea791YC0Sy2ye6ePrAS7b8FK2kcZTW/yMTTytH9YpvK159GAL28gC2tMNzmHCppv+6NSxobYedCZrQHnAHJGnw7SR4uOQxw/8SQ980YsB7KQHf9G9WgcCNOr4Fp5PqsNHHTy7HB7pTla12mqnTnqcPuw7JWu9gtdeGV9ptdrRwQHD69ieqPKz1FrBn+jJrdblPnvZwffiA3vQ4E8fOlunJ+U3OvGvPpr+O04ffKfdqbj+VetQjedCvMB/1apBN0D+QLXsI6P2Ok4ntHDjP/S1aeXPoVq6HPc/2gJ8QLVq4KpFCw/g+I9/lIF+INeYM671o3y19mL6TBv+0x6g5zs+VK+/qtUXaJcCp//wB2zj0xNqPfRRZhM9jMNqjQltAX4D5OIxoB0+8OeAXlt1dMJbG2PDnPUGqH5Wb6w4dHs679Btr8RmOjrg+5qA9ch8xwPe2MLfuiMPyHS4dpFR2348jVNvChiL5hr+9DCeyWcDvvyIH3r8fG2T/8khk5/4mz1kSfFUr70UX2ntmIc3v6hnk7K5hEYeXioekCGPLzzdyCFTqo0fKBWL+AsffjVnzCHtjR/0ZOKFxwUuHrirHrh3Vw17LezygzwPyp0g4hZWAALy6KZOsFEGFiJPiOQFotoLqzKwSMEL6sqV5Hkg2M0tcF3X185PnUa1cZN30LKw0I0c+NuGam0k+OG5555bFyFks1Ughz9Onze/+c2n/4+1CVCv7rjlj4XBIlWtv8VL3Pd8z/ccLiPcbvuuqSdnFjt/P9d3uy0u+hntBV6ZByzKLsx8PxknY6Gux6wNlz5Qh/Zx+508mw/ygTFpAzL56uq7/DZA1fq76PLaokfLRikwttVPHdzTAxdNzz1Q12O1Wn9azFsiaDxR88TceLF5hnNoFT9sTI0DeLEYjTEhD28Tbq1AJ0bZzNrIilUzrqwD1WHjjA5/cwQN+jkUkOE3AH7lV35lvVJt/TGm8QFkG58OEOTb5Dv020g7ZOEvrdYbWtrQkb429MaxWI6nVBmenXREP2B+qx+AH71tzvHEWz08ufQA7GAfOYCuymQOKANtyaKHFE+84dXjx65qvVZONv7kwUvR8Q055Ok7eHTq4PUvvPZk6KPzHzGciwAHJgc5gMbBzT4BLb/rM/zIAfiRQ2c20Ml6hEa/8i2bq7Vesot8KRogP6AOTLl2O7gBdbXx9fGpeoBeWq11nayBum4HV7t83P9oOzB9LD0H/QXg8NAHxol2/M/3/IKlOQJXrThsHqDVFj3f8aN+qtb4147vhq8xqh2foldPrpTfyas9z1yOTf+gIWPa44GnMvkPA/RAHRvJM7/JBsaCJ/9+jA8dW/D1er79hwO3sYLWZR5wUEcDT35tO81pOqqDx8/YMybtAfnQWzVsdOHgLQK2+p0N84NebKEj4EcXci4Q+MC6zI/s0I6/gDbkgdGJDsY+vdWj004e0EU/ysNPnlx6s0MbPKVw6IA25ItZ3oylE58AcZAOaPAA2oNKcoGLB+6sBy4XAK9i13pNHTvBRlqtBVAQEjwFdSAPN8FG/jh9lAU2Qar2wV8gA6fqq3/KeEzQUgFXO2CR4ZXIWdTUA/RS3z+uTasd3IDXli0CD+Kn/tVOR45UkLcRtdgojyz+YdNnf/Znrw20IM9XcENzW6mNFln0sViQ4zbcBYwFRD/4TqzvXwJPq9HwvUVQ/gKvzAM20B/5yEfWBk4/AByn/+cVenhjSB2YevnbhHOZdCDLpqn2HKZHtWLB0Jrnx+mD3sZJarN6Qq1/M1dX4Wn676Lr8zygX8UPSHlrg3624ZWKL/JS40TMsAkW84wV40jext9GFQ/0NuB42jTD24yLTw6SAB5OrLThRYOPti55PemTqncQcNAk2xMyT/fR4kGew4DDKL3INXbVj87VOmQaszbkZGjHVvlzcGABcGgH6ApHH/V4Seleex7hWVtW7VRsoDc/8ae4Sy++oaO5BfDRD6BSvS6a+YUsvofUhhz82KlOWzzZoz08OWSjhVNHzuiivTwahzIHQ4cjeG3Inf6yjugLKZ/zAV/Ie5p6XqctXfAGZNLHpYzfHyJHX1mX8KA/mwa0p6+xJa3tC7arA/Kgnl8HB6Zd7afEfFet+Fa7DRyZx/1PbXy1xkq1aqrnlSHpcA7Da9KxSZn95MBpyxf00x5OWd9Uq7/RaqcevTGGB1/KG4faa2O86wO4Gad4aouPPhxabc0b48JBc8ZMbR/pCzzQaUsHMHk8gTIaMskmQ94c9BUcewx9a49GlvHkQO7hkzdizH37J6/t/+f//J8PexNyydfnxpbx4ZA+wFYyyWOfywXtjE/6eOpPV/seb56KAWzkN7zFEu3GZn71BqpLSryV+QmNVJk8gD/Ahzxp7TFBV3WVJutyRqxSYCud0PAb+/CT1qZXz2Z9Ow8Kav8YqrmGnr+GDi/t8a/db/IXuHjgrnrgcgHwKvRstRYxh+4JJudsBRWvbQlUQB5uaLSZvIDpCYxgOrjzdGgFsPPgiO85nQ2BDRHcBN2h96QAXlkKKskh+AvUD/JblbfwH1nY0oXtNjxuuGvrQ3dBXDqLHHoLO7z8bYJ+qtYrfeRY9KYPam8q4G306Dh1FmgLt7oLvHwPWJQt4L4aYqwYI9VhfOp/i/i8GcL35o06EieVvy2gj41Ttb6qYhwfp4+NzMink7FBV/XGrs0l3DO6kQQAABAASURBVIl0PTWtDhugaj1xhH8a4aLzx3ugdiwzftUaM+KKWGIMGBfGiPFibKCDV2+MoxXvbbTlZ5wYQ8BYg5e3oQXij8MD3nipBzb91h9x1lNmf9qLPp7WfcVXfMXhchgfPOlkvA4vB1hvj1lXzEu2iHtk0M08wMvBhExl9sizCZ05quwQq87clg4oO9QMoKUD3bVXRuNQ7RDiLQq0dFWH/9DRg//g6cq/QL52n7ADf3ggjwc7AD8o1z4Q4I1Onf7BW5l9QJ4uY8+U+Wz0pf/ohZZMvgJ44MsmQL4+c/DhY2X6a0cGPzhoOeDoG2+XuCxygHNoxA+QwQ76VOuwTvfj/gd+AKpaexp5eCmoJFd1+KqvFs/asRme3OP+B8397Irdk39YivYc6A3wlILJ8xVauGp9VaaudWAjOJdT1zZoy5f6k77GQ+32+gPwOXl4DC906rSvVgx3+YKXPtG/xni1Lh7wNnakdNVOiqf8pOQY63ibd9qQpe/ti/Sryzp4B3H9/Rmf8RkHmQ7+DvfAJcGMG/zk2WhP4hLBeIKnp/GoXoyhMx3JAfAuAMx9fP/n//yfBxw/sBUPerIBr2r9cKI3EtTDoa3WBX61xgk7Qe2+IBMvPqGnNmw8Th95eD4Qs8hib+05qcxHeABjQpvab1yhfeaZZw5fj2C3Nxz41/ySVmvtxgNUV/u94/K5eOAOe+DeXbBtAgVbBBVBR9AWBOBugmq9kiuIgLoOKoLOTW3VaTPgDQAy6aBuUoHGk2F6CW7/43/8j/VaJhogUOIhr40fchGIlEFdByRBsjoEYwFbvTbkVmtxFcRtOFwCsAGQgRYdPeGqq4V85P+X//JfHusBhF5s5Rc6sO+jH/3o8/SqqL5wX/iFX7jybK6NX4hb+k+fYU23ai30fAjHh/KAPsrw+rtuXzey+M9Yt+jJw40e9FJWJwWTnzo4UFvf2il74V9rMC7oavPjr1OMPuZ8tcaqr1/Y7KuDtwmgf21bxh9SgG5S+VcCZGlPnjEgD87502nq0OmvB2ng4aTo5Z8EqNa8q4enD+j4ccV6eLva+I9r8ACiNl09PH2A/OOK9fB2tfHToHa5djp4/QGUa9fVdQp/E4gf015c1rf63/iYjTQcMNa9gWUem6c25uK4g57Xuh3cbeDFfjJtXh324Hyv3AZZLHXwt1F2UWBe2PQaf/ioowedXAR/2qd92mE9+JzP+ZxjnqqRrZ2xjT+eDpdAHTygA9l41/YJvoB9aBwOXEg4jFqv6EIHfrExRzt20gtP/LQH8uj5jF/EVn7SXjs07JLHC7262us6fkAMgZfW1lUZT/V41v5NgrkAwZMNfEA+OvLI0V940VmqDj985IfOBYmyOrL43FsW7OBLfMnhe30tj+4Nb3jD4SmqwxdafjReyLVGshNvtjuc6S94Dw/sH/B1gENf+yBEB/aMPvJ0B7X3DnDa4M9OKXowNqEH6tmLhmwpPDmAHcNLHd7Ser4sfLQjY/K1aeDI0Fa/4IcG1H7tnt/Ir64O296aMG605Wf0dIIznmfc8i1fKxun9ENLHzBl9ex3yKeL9Ui9NuYaGfrOobxaFxFka88GPOloztIBXj2cOnbJ042d+hod29ST44APtPMnLo0Pc9fbiC7I6YRvdTjkohUXAL3Y4ACvjhzjx7jhFzyNGbbgYVx7GATob0zRwxuav/mbv7n2mfaX7DF26Upv7XwlcniTaYya++KTMnlSOvCltnypTUXcOoCrg4cw/unnzQa+wkMqntABDTm157C+UjYGzTeXZC5OzGX2ufjEj3+V+Zs+/MBOvPG8wMUDd9kD9+6CcdXVJtXEZ5OJb9J/3dd93XET+DVugdukn7a1FxJBBq8XAwKJQIi2kiyd8BTYBV2BRllegJFHKMjVbkMPmwSBSF21gq22ymiB4GhDCFe7LXztvAXJ5kE9mPYWAoEWLfzA6CJI4j34x5HyBTn8LQj/7u/+7jFBHX50tbi47YYD007+toDfAN30DTnS6qp/+Y4uxhzfWtDQ6AP0twkWLos4v9GBr4znav3oEdn602ZbHp2UPUD+SQfzh47/6T/9p+VzeXbyu7yF/k1vetOqM0bMndr9o/4Cj8sDd09OtZ5Y1R5PtdPjRX7EDuNUbBiwCbWhdUA3N8UMdViKe+alMaxsTk8cmTZ4mhPaijUOBxXyw6ZWvQ23v+ai3pwQI8QArynPoUeZXPzNJ/MIE/LJBdrRz3eBrR3qvT1ANjp6oKuuDj1ijMMAYA8ZeNMLLVnyNu/446kNP6mrvebB1+arPXnVelqHDj1b6H+cPnjiA+TFYH4E6EG1+hMveHzpV/syUezE1wGlWk8zj9OH3mzGUz04oa/WZnVkwlUrFqFlP1p86cpf5Frj7Rf4lg4D9MJLXHeIVX7jG9948D8ebMOPLP6llzI6/O15HA61IduYUV/bFvsU/I09flNHzwH6y8OTMT6DVyZPe/nBkS1vrNFJWzh84EElWX6prlI0A4vg/n91TVMt7Dkd/vqNHvShF98Y/3w8OqhjA1pM0AG88DD+5PW3tujR8Q1fTTu0Llrg2YiOf7UjDx1eUrRS/SyPH33OdaUDQKOODvSUp4e8N0akg0NPhrc96KLuF3/xFw8PTBzyjSVzVN8aO/oeL2OC3t4KsL9Dg9bh3m/ruFykp3iAbnQRN9honvKtp+j4OYS7CKAP3cgxfo1PbY1rMtDSxYUln/GJSwBy1WmLBzuq9aOL1YojZONJH7LRu5yQ8reYhzd78CYX4EUP7avDX+USb9GgNUZdnLDXHMMbP3zpol/1F8BLeoGLB+6qB+7dNcMEFTaZ4G75fvzHf/y4CeaJsuChHdBWsJZ/sWBBF2jxETik1dpsWCQEaPjqkBeIlI/Tp64XOPr7Lp/F/FS1FkopflK6TTsbvMGrO4fqcPM59fhqawNoEUFb13KHzt+VnTyaxwEWBnKqdfNrcRGsBycVqKV+B0CAp+P4Af62wAL97LPPHj/3cz93/Lt/9++OD33oQ8cHPvCB433ve99h8f21X/u14/3vf//xb//tv124H/iBH1i/U/A4dGOzBe67v/u7j3/+z//58UM/9EPHD/7gDx7f+73fe/zwD//wKv/Ij/zI8U//6T89/HChTaQFVTuL3Usd49o9buBHfU2ujY68saBf4IxrefPY4l3XhwdlNBd4TB54CsUYT9Se9DwPZ/xVKw5Xql8WzIZUDHZxa00w/4xlBw316mxWyVW2ATZPxTsxcjaq2tmYK9sImwPWH3xsdIfW2wSeAsI5TIB5gkkuGWSxkRzypdW6SMBfHXDgsCapH5nmFxpAJ+05B406ZU8JHQisOeyBq9a6aN7SvVqHenXK2tJL/XH60JMP1MPT54RerxTjqx5OHagWP3jxDh9tj9OnWn2JHk49utprDxvxsD5XB/7VkgWvzYnNOvhXsuupM73VQ9TGk8E33n5waaIeHfv4U385dDmMkSuli3b6x2HJeOBPdfyoDZ3R4CfPPmVt4BwQfS+cDHJnrOkj+gF02tEHwNXWWx4OfbX6qnZcpQtQX61L5tp1fOZQpr6uedXO106P06d2nh4AP+mpavVP7fpqleEBmmr1L/3JcngDfM23eOknY6ZaB0p+Ok4f9OziL+35Wxu6S6vVn9rztYOs+aTsTQFtHRyVtTEPydZ//I2fukmnLb3ppT059JBW6+Arf1JvyZbX3iWO34NiBznq7d/IMa/f/e53H96Kqw6vt9vvGi9e8Tfm6PsX/sJfWG+SkI+PvaXX86vDwZ3PtHG4JoNf2FKtV/3NdfbS55M+6ZMO8YPdv//7v7/+9CA8GjrTT5keeBi/ZGhfe34ZH+Twg7ikTjt+AtoBPgT6yPjlYxcH2vGdcU1vD9Pg8eFfbao1ZvFjH33oh4+3mI7Tx6WHOUL30eeEXmONDyrFC1w8cKc9cO+uWWfyChLsErwFhZtAQEMrcAB5IGBKXywIqgKOQKPNeXvByRMZeCAPJw/oJ63WxsICbmMA9yDgC+DdxEqrtRDLg7HfkwDl2sGsOtziCtJ41JaHht8Ewv/3//6f4mMDeszibANjkyjY+5qEQD+KjF8deP0WgPJ5fw3dq52SQ+Zf+kt/6fi8z/u8w0ETPHu6FPjLf/kvH295y1uOv/gX/+ICP0ZnwWWTPmXPq63Pg/wskF/7tV97fMu3fMvxt/7W3zq+7du+7fiGb/iG4+1vf/sqf+u3fuvxN//m3zzQvPH0JIlew0OfT/5JTs0ruv73//7fD08j2Pygvm9+85vXoq+/+F/9ua3KF7hdDzyt3Ge8SAE7HkwHBz/wYsbXjNXah2rj0wWA8exwKdaJx7U3yMa3uGGz7sBOlvGPVtmhBE+xulpvSqG1sVVnU62N2Ggd8Bq4J3DWQrEV2BTbONPfppgO+JGrvXZwwMEAjVhcHTbM2imjnTye2rOPfDo5qNAJP2Bjz1YHCAcBPpXSlX21X9vHi39mXZAC9PjgX63DEnv4h0+k+MM5MOOJN17aakdfqXJtHtqhg5fHSx4tXtMejXqp9gBdtWIPvDLf0LNafyaO/1ysW/PppQ4NXZXxZB9ZcPxEd2WHKJfhUmUXKnxbe7xU69BCNt/zLf0dFL0BSBb56sjk7+ogV//S9zh9avMZW+EBH5yqlwx11dqjwAE0eAO05M04GHp0D4PavLQbQFdJFsCTUS0dqoX3X+2LGTYbv+wjkz/5kb+kfMsn2uAlRcdnyvxAZ2UwMrVziNYfg9cP6M0ntpoDeJibHgDpG7R0mJSs6kp/9CODXHrznxReW/1PBjwc/dmC3tN9B1ixojoczD/rsz7roAM/mHPelLQv8fU4fx3g2WefPb75m7/5eNvb3rb2gGQYIw7BdGaXue7ATr/ac9Eh2wHbvDcvjRtt0bt84GN4fqArHQA90KjTZnSvPW7Ri0FjAx34mb/l8eIPuuhfPqcDn1br93KU6Wt8T5/Ko+dzDzzooo7f7H3pjre9sbb24ujR4M3P8uTyu/wFLh64qx64MxcAM1lN8PPOEghuArSCCxr5AcFgeA7uptRrReotClIBZFIbMEEHP/WCok2gMho4KaBHdbgEoMPwgVePFi95t8DSam2GhraCXoF+Ze7/p17AVxRcpaBaN+oCvU3KcfrU5nHK3uo/OhEgQLONnXAf/vCH1/e71QG+YLcA/ef+3J87+BD+toE8+pBDP31GF3ryoXJt/6OxeLFF+uBYVP9qA59YNPElV0q2dPSl42wm0KsDY5f8kwp052+ppxq/93u/tzbb9GWffpC3oHsKyqbB6Tt1F3gsHriTQownY29gytKXYrCxKl6Yfzbw1Xq9XBzDW71xbgOLzibegaJ2bDF/XURaF2yU0ZjncyCki/GOhw0tPjbe+NrEi0V0dqhx6S2Pp5hh/Zs2+NJxwDqFhzL+Nsza2uBrIz/6o5M3/2z4ydcOoNPegYEOaEZnZW1tyB0Mah8Spo16bZXRTTuGRx8eAAAQAElEQVS82KVOqsw3Um0AWu3ope2DQDdtAbpq/T4P32qr3eD5lt7VOgQPL/WDx48/9as8HVyEyDsQ8QscGnqSW62Yhn+13iDztN/hZWK7w47DknboAPn6jyw64I0n/vjyhfb6TOykIz30ce0DXnV1MFVfu3zc/6DnA3Vk8rW0tg+Q0QEdmWTTa2Sor+fzhMMT0BtMXt0APL7q4CrJle/VQfCJcaNMNzBt+QPN6AivfJ5qR2d4IK9+7OFXeTL0AxvNHX4H/Gyu6i+0fAWq5Vs88atdlieDXHpNGS94/MmTZ7s9mbnBLhcDwOHdD3Z+4zd+4/HlX/7lxx//4398PZ33GxCf+qmfejj0qxcz0GorDhgHdETnoZUxySYyxCW/8u+yCh392OwCyoWDp/76n8708YaRfsaPvuY7P2iHlzq28A/bxCS0Ul9HsC+Wx1N76cw7fcp+INbQk0xltvApPdDhqR25ZJJnP+4NWA890JGPRry0TyDPX0lgHx+Tja++UMb/AhcP3HUP3LsLBgq2Ju7YojyTWPooqFZTwUUAEUgEBHxWxSP+q/0KFrLavOhTrQXAj7SoG8BXoK0WqnaqQC59PeWu60VWG/X4StEJwAKgsvrafOTh3IAKhrXx2gqK6siQwkkBPdlem374qLstGBnVelqiD8j62Mc+ti41Rk9BHl69J/EWFoEd7jaBP4wJGwkLBCCvWhcU9NcXUnTo+dTCpoz2NoFs/MkF8nSRKtfWU3l0n3p6wj/JQEd61x6Tzz333FKXbWO7MWJx/5N/8k+u+bYITv+Nnafs5d+te+DpFmCcjQUP5pXPYeheTGqcoptU/JqNLJwYBgfQGbNijcOE2A0nxot3NrPnuOrwI2A23Q6HNrkOm+aD+IOPg4rYCUeGOeN1YYCfGKUd+9STY75J6eKQj492+NCX3jbleFbra1s21OirdZl8nD5443nKrh/adShwsEDrDTd8pfjN4QRPcxkNWWSSXXv+q8dP2ze84Q1LtnqAdvRGRza75IEyWedAZ/y0Zzd6efzl2a9ttdajaTu81MlL0UvZrc+A9vrHxQ2f6Xu2oQVkazN6aKtMvgOVPgJ04j+HsanXFl11OMjoc/bDoZcny+HNoQ4NOaOXfLViZoXdxwFZQAV6fMdP7K7tF/Xk6YOph6trvuwF+A1U60APD7QB8mjIkJ6X+WiATvJsMl7QK/P7ub18D4+PPsSTLef6qsOP/gPntPxLhn5B61CKp8uaP/AH/sD6uggfaKu+tu1ksQnvao0jfMw7dWD0lmorVS+vrUu7P/Nn/szxNV/zNcff+Bt/Y73R99Vf/dWH37AyttjKZn0vdqCnk3jBdmPHAx7jx4Mj+6uf+ZmfOX71V3/1+PVf//XDYdhXL/2pP18ttT/9v//3/64fE3QJ6JV7OrOVT1wY0I9M89DBGhhvYhE8XcQf9tGBLezylumMx2rto6o1Dqr1Q8vsYTdZ2hrDeJLJx2IE3+OHL7zUVyb4xJsPaPAxNp555pn1OxrmIv1+5Vd+Zb09pU/018giTx4YH9ILXDxwVz1wZy4ATGQBQEfVDiby8DdB7QCEVnuT/jwIwD8KBFkbKoFOAESPlxQIqoJMtW76yRBca+s5bbSv/Tq/X1JVPu5/zvlBVesvAViElNkoPQfBzmIwdfjRUxmc06oT+Gvr9KC8c9rbyPMBGN9bsPxi7bms2gvqp3zKpxy+1/WgDee0r1Zev1lw8KPbLEL8BTebAgsRfWwo2KGdMprbBAsf/saUcSiv7+hKl2ptyOHAcfrU9iMdT8Un+h8d+VpaHTYuNgRsqeeP1T//5//8+r4ng2wOatupfIFb9sAdYG9MgRcypbrxsPRC7Yxd4xFvccLchKsd6+Fr581hMdsGHh2eYo68tg7KNrBSh2m0Lno9xbNRRyPukGeT7sBp0w5vHil7u8A6MBtk/Cui1p8Tg3cwp4u2+Nn842FNsbFHLObIOxBNrKnWoZx96NHZgNPPWuUVdDGLLtX6bj17AFpPNyfeVlfzGS/AD9qicfCgA1nnQF+8+BXtpPIAH4AX/dkGL27DT1me7njhrzy6kwHgtcULHX0Amfig1xd0rf0Vitpxy9qhTnt8tMMHDi/8+VVbFzv6RZ34Ry/t1MMrGxN4VutQpZ/1oUMY/3uCSye66XP2kqMM8BtQBnRAA68sD5TpIk9vIM8OPtU//AUHpq12Aw/WD83QKw+g5Rv6A7KV0eInD9TxAb8rq+MbOHn0eNV+4MB/dKe3vPHHb3B4kS+t1luHyuwzjo1nMswR85A/tcOLHCn/Afmpw0O70VFf0BGejvBkaqdvfZXDE23tHcz9SLJUnzq0+8tN9kr2TNX6egc7zGG6mZ/GEPsc/n/nd37n0M4r+A7WvibkQK49P/Et29DCe4PE5QG8fsWTD1w8GF/8pcxG85heaNRVB/v4g9+NQQ+a0LAV1J4P1dqrsN8YR08fvnZxgT8fsIdf8GAT+d5mcEHyBV/wBettCPrQm854iFv08dcSHP593YG/a8smiy7H/U+1fpvhfvGSXDxwJz1w72m3yiRmQ+2JLA9qb2jkb4Jqberwqeu8NnDSR4Fg5EBarQP+cfpMW6lAKrjISwGcMjiRr3+C1cqc/hPw0Z2y6995fiFO/9ngCYLDY1LBTF5gtAhYSE7k65/XwWQGh07ZguSVrMHDVZJbBcGebELkLXwCNb1+67d+63n+5INq/bkq/rYYaHfbYHEmg050s+jUXiD0vUXR4oRGH7JHH9AX7jaBLvQi81we+eTCyfMtPeGmj+GVn2RgG/+zQ97Fmc0JP9O7WgcOeX/SzOagnh8L1F3gdj1w17lXa52onZpD4FF21x6fxq4xbJ5qZ4MKzMFqxTl1cDbrDm02rtX6fRdx0UbYpt3m1WHPht2TuaG1sbZRNtfNGRcC/jSYmHWcPtX64S58bNDReUIG6Ff7R+/ENGuHdp7qkW2toY+4Sx49xV/zDb3DDx4AXqwREx1ElNF94id+4mGjDodOPTsAGWTiXa3Nt9hWrSemfHMO40NpXfcJnnBAnhxwMn/9kwf6AtCTH8QT9PqDnYNTPudFB+3RArZhjFe1vtZBb3Vw+ItXaPgJrlJclx/shsMHqFAmQ15KvgsAry7zD3763sFK3/E9YAN+dMaDDg5pLsztA4wNbdCyA93IQH8O5AI8avcB+nMaZTT40V2dMvvZrb62rSNHPUAL6rr+nGby1XoyjJbObAR4n/OZPBqgTHd0Q1+tOTx1xne15h799Q8/GYd8zlfw+OFjTNDjOH0cUM0xeGNb22odYLU9Th/ytR8YP1VrTGuLNzl4VadWx7poUIeneaaPfd/eDw3/0i/90vrhPzY51BoXLgvt61wEPnN60m1uO/z6qzme8Hu6LxaQY+65/PPmkPnockFbPID5DlxojB+kMyfYpv0f/aN/9PDGHVp28Q09xSa6efuA/fykLR+Q7wcKXTroA3TasbVal1bGDh/zh3qp9i4u+QOwgUx7X74XU77oi77o+Jqv+ZrDbx+Q4+1Y88R88PsILjJ+4id+4nD54Q0E8jmbLPKnjC9QBmgucPHAXfXAvafdsNqbBRNZcJIKKvICgOBxEwhatW93BSy0gozAXDsgP8pHgpZAKmAIJujxoou821pBRR6og6vWggSHFp/JC7CV4gK8V+b+f4KjrB8CrNYiJtgdpw9aUB3+fuvgbQYEbDoKyFJwarKetPiRNbop03fqlF8J1LUd+FRrUacjm/UV+8m2KAvgFmKLHXpQLRvZDf76X//ra2OMx8Bx/1NbXu30PvplJXxgLGjMJ1LypPSWKo/+0tpya6doXi7gDbQ/Tyc/8vhu9KxruXylr20kbMrwGZz8OdR1u3P8q5GnLzjnVY+WZ+za9LJTW/PVWwAzTsZmeL9v4VeObRrGVm2mn6TgHCd/gVfsgSeWgTF3E1QrBtfNKQMfxgf+JtDGGEZjDhrHNsUO1J6WGbc23sarg7nXva0/nrjZ6JrX4o42Yr25bP7iCax1NsfmiMsBTwJtcNWRod1syqedcrUOq9raSItz9NOODKlNPBy+9LQ2mnegdgynG3rzqrYP2cpuAI+HSw0xXZ1LC08dvXFGR3qpY4P5XPsiAl9l9fSjk7ldrfUKf2U+4Fe8pXxJpja19wdo8VPPJ9rRXZ6PtWUfeei0pRsgFw4P9qCHkyeLfvjy5dA4hFnb4PSr9tV6vRmttuzlS3RkwxsLcHjC04s8Bx3rosMYX5KvT9hOBhpgz2Nc0YMNgJ0Oew5uxhYbycebH8hVBtoBdcraqwfneLLwhUNTrd8uoDPakVF7nMDhCdBrh7+ylH/wVEYL5NWh5w8pvDy76c4P1XqdG5592uDHZ3ga3/pZXxkXFdbrsI4OXhtjkF6A/uYfnurHp2xWx8946UP15Kqjk/bqlpDTf/BoyCAPLT+hYwcd5clCq/+lcMaOwzy7zUevuL/pTW86pHRgGx5845DvrxX50d+v//qvP/7+3//7h7cFzHeyjRsXeL7/7wGTA/yzzz57+PFil+f2h+qso35TwKv0ZPmBUT806IKBT4H2LglqP+E3Bs1rOvMJfxuv4zcXVt6EdTBnE51d/NUeH/zGR3yhjr21+1Xc408XHvbZ5ggaOn/lV37l8da3vvXwyj//+fFovxOkj/jIftdfb/IwiR+0O3XJmodo5KurNQAO1Mapv8DFA3fVA/fugmGChgDHFqlgKO8pu9vBm+D7vu/71vfnBBhttJcKQNJHAXo383So66BROy8A2kQITsNLXuBWJ2DCkzd5gZA+Ap26m8ArVVNPF/lqHZbxs/DTTZ0AavFRPk4fOAvNKbte06IT3ZS1ld42TF/RhWx+INMi4dbWIjc4els46WxRspiivU2gl/5zc2wx/chHPrJ+gbZ2/96m7BfDm35u+C2SNuo21RZAT8r/9//+3+s7fFLfnde/w7O6enI+uCcx1d82B3TT78aCP72obKPEfnnzxXhwASCFs5BLL3DbHrjwv8kDxmi1LiyNSePZZl1c0c54FfONbxtU9HDGtPE/MXLmL7w47umfjTawuXVp4LDgMAlsfh0avBkgRoivDpAOOuSR5a0vXyVQBwfo6GAlVba5x8+Gnl540EEbupqT7KC/FB2whqChPx3pIY7apIvv1jdz2IGCnXiDar0BQL62ZOA7OqEB6q0J/EkePdCyizw4utMBWG9djngSjoYN6NHqi+FHJln4VevJJPl8gZ4v1KEjmy61D/fa0WkArb4hu1oxV1u+0R6/BwE/wJ/TV8oOVtOGvsOHLWyly6RwQDs+prsDlwMYe/ncGJq+pC89Jq2YvA5GK3P6j84j81Rc/7QB1RVt7Xztw512iKu1L3kY/XH/U9dta7dHP3rhpZ/YxtfsZQ/7pMqzz6Gr8n3W640LeXYbb+orqNXH5Iyv8CNr5OhH/I0jOCnfArzQ669JMdVX1ZVf4EB15Yexi2zy8AVscFHK2AAAEABJREFU05946nepA7cfuz1OH2/2sM0YNoc/+MEPHu985zuP97znPYcHOWKBse+Vd/sCejngeyD02Z/92evAbG+o/5955pnDYdqhnwztANsc+u1vpfxq3NB1+sAllIM/er4Tc8iiPzv42tj31N+8M+/50oUAQIsHX+F7Mm3tx7WFt//D18WFw78fNvycz/mc48/+2T+7nvbTXxv7nl/+5V9eX21w0SHumSP/9b/+18OYJ5MMPq40+bh+WcjLfxcPvI488NRfAAjiJvWAvhMsBSgbG4vvTWAzIohqNwFXXjDCU/4mqNafYalWQKnW613aV4dALBDhVZuGznACIPzwF6DktaWTAK18E7hVxUNb7dBOSo5b/6kTxAVcNNqor9bTeEHaBgGtenXS2wZyRt+RTab+oxP74AH8gAsANkz5tlL6ve997zssmn/6T//p40u/9EsPB2r63ZbMl8LXkzSvv1kYXXRJ/Qqw19685sdP0i/5ki9Zeg9v/nxSbBidXii1GVBnQyL9jd/4jfWapLyxY7NhI6Xs6UUle4HH5YGLnBf0gPEpThm75pu88ezi1oHCuFUHxHybesyUbWJtZh04tLPJtqGeQ6HNungOb42zuRYzbZzhPIX2Y7IOCH7oS3wnz5NNhxagDT2sR/SydtZeE8QI8U8dO0Z/Oth4a1/7sK4t3cmw2acPvg4f5NuEWwvR0d/lBR50AXiyBdCRvdVaS/lDmT7yQ4MXPL0G2G1ddRHCD+rFB3aqQ8dG9jgUwOGLJzz+QJ5O+sEBBA4Nfi5iyMb3fM8wZTLktZGnC79U66AJjy+5/Itn7ZhFL/arlxoTdEFDH/y0qdaP5tKpWodbdWymk77gf3sgutb++sd/+2//ba0D+sfhig7qgfbk0AFUV3saOqsD5CtX6yn60B73P9XVARetNsfpU13h2Tbt6lpO7bw6cJw+Uv6Q0nHsYyN7zQ9zQb28OWNMaaMsrdYPUbLXIZYvRzf6KWuvTko/PiFDqj8nbz6Qy/fGBtBHJ1WXv6R4S2vbUymu+uFPL3R0Ugk/KX7Kxq0LfX1l/2ZOm3fmENpf+IVfOBx8f/u3f/twwabP1Rs37OIrh2Pf+ac/+9jqUP+Wt7xl/bUAT/ddLAB4Fw7a8p32fF6tvqYXu0cGHfmebi4I1PMVYJv55W1XD3NcvpkLbDIu1fMB28gAZI4NdDhOH5f6ft+HvnPwFz/w8BWHd7/73cd73/veg5+Ma5cjHtaIeWKReX5is/QnEyhPKn+Biwdejx546i8AdFrtjcIEHUFIYAGCyE0gaAn2gqNALKDhqW3toK38QqCNW9Wpr9aTnil70mMBUR495OlqYyQPRu4EJWWvMKm7CQT9acMOMs7pvaqlTE/52jZpM7TyNmeCNdra/qSD8m0CnYc/PeT5Hsh/9KMfXU9N5IFFQgrO88q3BfxEt+qwIFpc6Tf9eltyXwxft/r6rXa/akNX/S0/YNPK1xb/2v07dU9yyg6+pqPNgdQhx8WHvlA2TqePlCc/7eAucHseuHB+YQ/MWERhLNc+BBrD5qnNtDp08mIKMFfFaxty7dACG18HHG3Qy4vdNtYOIto6nFjP0HtyZn7YhHtSZ20UA9Rp75VfhwltbLzpgTdAgw/5DuvaKpt35pbDhDptbLIdvG2+XW542qeMJ95itcOLCwkXlC63xVG6OKzRhc0OFuTQmQwpPeijjo3wykCdtoBu5PKHQwa9AB35pfZXC+iBns70Gr7kA3bRqzY922vHVzHIAVAK8Af4SPmGzWIymXjRlw61ebAPfui1ZQd7QG26acPm2jEbLb/ynbyULfQGdMIL2GPQlV/wMFbYbE9iLIyuUrzIBtqCkV+tg+vU0Rso65+6rq+gF706dACyWnh6qpu0Nh4NqF2unQ4tPnxKX3ayT56efKpf+ZqNFVbr4Qb/sIcvtOczUPvipFp/+nHk8AX6kVF7zpKvzmWOQ6uyfnRgNoa0oQsaebpUy2bK1M6TA9iPDv3UK8sD8q1z7DTv9SG9xQU2eRvR9/z9ST3jXduRz07t6egC4Dd/8zcPh3Cy4NTh6+DuTRxjXBwQL7wRQF5tv5BJHpBnM1343JgSo7RjE77s5g/8PSzxkI2Oxp0Dun5A5+JAypf00pfmDv3oRIb9ja/Dihn+gpVLUfHEDx++//3vP7zhYI/oYsuYBt5+ZKtxX62vC9EbX3L4FlSSC1w88Lr1wL2n3XJBhw2CqbxJDuBeDAhA6AQsgU1e4JC+WD4O6gKvNqCuA4sNUV2X1QO6ntcps2FkCuZuZNHeBDYD9NUeHT2GR7V+Ld8GC87mCw1AL1DDV+s1qQmOtfVFg/Y2gfzhP/LowQ7+8P0tvpBHZ1GRPi6wMPKTxa62X/ib/NFJ/rUCC57Fni61nwrRhQ/500bWwg1XrSfnfI5+8OqeZOB/+s04YJfbfYu6caJeHWDblLW5wK174CLgBg8Yj6qNU6myuWcTO7HMXIU3rsUZ81nZ2zs2v9al2nPbIcfGGR1+aP2wlnXA67do8TUHpNVhM+1Q5HBMto21uaKeDGAjX60LTht0+tmQk0OmNUQsgVOnLb3l6YGvOht4dfKe0DlUOGR4M8crvHTHS1wFeAL64sMHtQ+7ytZlvoB30AJk0V8b+okD1Xp1WGyG5wdt6TK+l/KXFD/t2I0fW+ClbHKgwos8+tX2DRzb8AF0hNOmNo08f5PhIOUQg48yenGXD2o/LGALPKjWU3I204csNrJJuTrmUGj/oP44fdiAhr3401mqjcsm/aIfHaBO5Ic+Hr21gaNftQ7N2tGrWvpM3XH60O2UrINtteqrVT5On+r0//43tLt0LJpqtcET1DX9cfqct2E7GDp19DqRLR7K+oyNfMpGtsLpA7Ro9Amb2YofXwF0/GROwLMbDby89mSpR2+/6IJpDq3w+tZYqpZOtX1I5+P0If+ULL9KQXXlCzLQALL1qQskc9qTe3LNbQdzezjy/T6S19vJoDcb5PHCAxifeJHnAO7CwMG5WodiF3W+Jmusa0s+u40lc9PcNX7NEfMJ0MNhH/i9EmOb7XxrL+JBA34O+364UGwyXj3scknJLv1CTu23UrTlazj+ZYu+hGMbnNiFjzdCPd33xoNDv4M+W9Hh7YJB2dyHYxM+fCHlC8BGNstf4OKB16sH7j3thpvYY4MJb2Kb9HCCofQmECAFHu3QCTb4yKuT3gQClQ3OyJIK2HQAvo/1YKCp1kLhZlSdNsfpU3vhOGXXP8F+ZW74T8AVeKtFVdc88LY4zaI/Fwr0AhqwHZ3vkCuD2rzkHweMLhO0yYQD9LJ4wAG+ler36Sfl2wKLGR+Rp5/oCMiDl76WYMNjoaYLf1nkqvXqLH0tthZEOupnKUA3eOUnFcxLdtGvWpsoen/4wx+GunrbplpviuinVXH57zF54CLmUR6o1nxEZ3yae+aluO0gYc2p/TTSwQ2NeptwT8odmsU6sdxmW9mcR2ej7aDgMGej7o0280W9wwlZnvLL20A7CDgsiQ3mkZjgV8Bt6G3wyXXAGN2sHQ7v9KLPzEdtHbQcrNiFP/kuG4B1sVrf5VfnIEEn+tvgswcvqTKd2UNfqbVXKt7TEe20RYuuWq/1ji5SPnIocVARp+ksNlon6asteYDsul7rtHco8iqxAwd/sJv8av1ODhp84QDeLjr0ozpy6K6O7mznX75hQ7UOfurQAHhpdfhUa38A52mzvjBGjtOHzmQ47OgnssllF3/Baze6s189On3OL/qGL/DGCziE6Us8asdSOp5ELn3pCPCGexCqRVddVdGpWjFbnnwgX13ZiGftdlM/6dRVi78yvegC+JdP6K7MPrbLs0X/sN/84EN4cJw+UroYC3gCNHDG14lkrSny6pTJcZBFp8yXxqU25NAbXhugrA7ASwE8QIMXPeEBPJw+o6P56wf7vArvlXa/gePNT3MKz7GTjvxBHz7RFs7YM47tpfwJPL8HYpyg1e+ATca+CwHjip304Dd7IDTaiA90VkeuNg75DuLaiUV4uJxyGNfGfNCeTfqPXvQemejMH/yGvxiFh0uE//gf/+PhQZC3GFx6eKuAPDT05PcKyxVn+RAvAElfIA/IR3OOg7/AxQOvNw889RcAM5Gl03mCjLyJLn8TCOCCpPYCAlrBc9pLbwIbLjeh2qHDo1qBqDr8YMl3fMd3HN/5nd95/N2/+3cXyMOp02aCvzw9pHR6MRcAAqzvVgnI2tJDHg8g8HvyAu874mTRES1AA7wmJgVopeiktwn6qHbwpk/tPJnssAC57VUGFms2aKf8OMBCOePEImZBpCtdHof8m2Q4ANDFppRPLHrK1fqV79r+VGeh5FP8lJ8E/enyKJhxaFzSn302ATYOM1eHB7vk0aKTv8AteuDC+pEeEMsRGZPGsvhlLvp+vM2yw5h6sRytOpt/m2ZjWOwRx132VYfUYRqN79arM//ROvDZFFfrV9nxcChyiMffK8NAW5t1OtCJ3Gr9OrY2DoUOiHhbP2q/Dmz+iYE26jb2ZMKZhy4mHHZdANDPYdwmn30jAz/xFL12QN3wZPsAvHjGN+SQZz1Qz4fKbGKLmIwn3/ABe7Thc/Ro1dPLAbG2rfhV6yJRLHVJgh9/8lttutpP9/EkQ72DFj/wlQMMcHFAFvl0pD970ZMP4OgkVimjrdZlCZvZqw7Qz2EH72odmtnHXvLJYiNaef7Whp58y1aXOA6B6OX1J9vohQ49mwF74Kp14K4tc2RIq2M+aIFyXePJBvBAfuCcvlpy0MCDoZPyFeBLdeSD2nssa5g+ZQ+66nAwRqOOX7TD39jjOzj+x5OM2n2Mjv21+0KduYfvAF/xs/4cfni7pPGgwpzB45w/PnijA/L6mXz8zA9tyIBTp+yAaz75cT77zH//7//98S//5b9cb2uyFx9jUT8aR+wii354kYUXvAs+Fwh0Nsa9Jq+/1YkXxg3dyZy4MAf6KYs1DvveSnBJ5i+OeMDlMsK4Hx7sIZteZMjTp/bFUrUu7tTZu+I7X1GiAz72o9Z4v/dj/0cOvdWJT+Y9vfUnm/mbP47Thw/h2Mq+2mPMPOMndOpPpJd/Fw+8rj1w72m3foK8QDeTWt4kB3A3wQSLagUlAQK9AIz38YiPxcZGR6BBSraUbOnb3va29edY/LWBf/gP/+Hx/d///Ye8P9GiDg15QH7a0cPNL9xNgN5B6NyOoa/WIVDwF4wtJhZGuoJqbSiO08fm55SsxbiSXTf3K/MY/mO/gG7xIq62DvJe9dIfFhFlNOyQfxzAtxY1KXkufPQzPZRfS5g+tYGm0+higwKnn+EmtQjW3uBYNNU9ycDnxjj9xz4bWZsArwMaB+wwfoZOG/gn2a67otvFjkd7YMaimI7aODVeHeocGhwC4B3q1BnPxrfNrk2y9sa8zW51ONQp26zbMDsMiO/iJ77aaS9eiuvWMb9TY62y4bZxh7ehtnY4wNpQi7Ezx7SlD8wOHh4AABAASURBVDxZynQUB+ktNc/YpA0Qc+hGHpBni7k7m3ExiRx6aquMRgrwxEt97UO3PByZ9EFHH37jA/ook0Eufuq0cTARpx0SHaL4SXs6qOfb6uAzhxt+851mb17UPmTix3Yy0OPFJ2ThRRbf8yN/wqEjlxxtgdjLZnzU1T4QodXvbFdHL/TwbHK4ZDucOod58qR4oqGL9nRQRy7gH/Voyaa3CxprmMsAef3Ex/RmKxl4KZNZrX0Cfaq1Rzjuf+h9P7uSaqX+U1fXZTLggHpQ1/XK6gbQ8xM9+EVZHbrREd4h3R4HnfHBF/DslZ8U3ezV1LN1ePLV2MxO/MH4Rp02oPZvQ+BnPKlzWPbEWmre0AWevoDOUjAypfihZScd9B0b9JvLOWPLfH3HO95xfO/3fu/hYEyGSyG86MgmX+Mxx30d1UUcm4GYQTab7BVcBOpz44m+xhZ55qjLBGNFHbzYQ46n/OaRiwB4Mcc40w5Pb9zwA90BeVJtvbHAtvHF2FutryOSwU6xCH/zkAwXo2IVHmIVHHn40LVa+1O+5gcyzQU2ywP+lKoH/D0AzyfSC1w88Hr1wL27YLjJbTLXXkyqtUhVjzRPOyAwIMarWr+wK2+REFimzoIgP+AX1icvRTttJlhNwCKntk6TJ8OijEb72oczeeDWFq38eWphG9zHPvax9Z0uPPAbW9QLvp/yKZ9y4GOxwAONOqk2grXXwwZHb/mRIf9KgJzz9srV6iN4ZXrxQwW1Nhwy8B/4wAfW5Qzfss3Ca9FUXy0+leIC/GQmrb1YDI7N+OIFZ6FQRg9q86rWjwPpT/W18VOmr/b8qp08wBf9OQ7+lQKeeFTLZnm6AHlAJjr9Lp2+HBplNGgBGv3MBnpP3aRoKslh0bfAVusNF/2hvcpq6aRsQy6Fx1dKbnX1K9hw5zKUHwZknOtFPtscNj70oQ+tX7+mP17VKk+b6mEsn4dDW5uOzvgjMEaA/DmQO2VyJ/86TZ94s6s1Luvh6W0bUHujS47Nr3FqTthoi7s2+ja75oeNtzEortgUu+DypA6tMV8dDvs2zdoZn+KgMfzpn/7ph0OdCwWbde3xlPfa/5ve9Kb1WwDiADkOFdo5sOLn8GvD7TChHT0dhm2+ybIxJ8tG37g3D5TRKFcHvuz8hE/4hPVbAjb0Dp7iK7kuIPDWxjpqXrPBxp4u8HyEB6hr3zkI0dPhR14sQksvbfHBm2xz2MFAHCKDLeSpI0tb/sRHPT3xkf9Df+gPrT+Jxg/4sI3/HWTYAU8WvPZ84PDigKI/HaLg0LMHDWDP9C1+ZKGjD/3qet1XVgfIcVBnK2CHQx5fTx3e+sXhTupgxyfkkjkyjA8+MCboyz5rqQsNh0Z5vPiGDnhV66BlzNIZP/aDyfM73bQF8nBoALpqvU5PLzi8jAl0gDwytEVDT7hqvZXC9+gBPwN6soGdxoY2ZOlfeqjHA41Dr74DcNV664NsctHjSbb2/Futfcfoa8yr4ydtHH75Td7+6bnnnju8rm7sAXh21vbhuSx5euMnr6/Zro14gJfX3f3I3b/+1//68N39oTeu0OpD45bt/GJsGCv0Mg71H91dAvDB2ORHBO0JjRd6ihmewuPLRm2NUTLwpRuf4YcXHzr0e0PV11/h+c64EnfYRCd26AM26Rf8jtNHHp7d1WGuGLOnqnURZ1wDMtmMVv/rX/1jvprblSZXgN/IGCTZk9cXD5bJuAmm7SW9eOAueuBOXADcZscIoALHyJgAIojBeZ1OOiBA1Q5M8oN/obT2xkmgQyNQD2+B1Wv7ApS6AeXRSd6mSKq+ujo8oxE0BWk/IDN8h/Y4fdBYRATPU/Fqsyw/tsq/VkBXGxgLrDwb6MxPL1Yn7dBW640I/JTxsWBY7CwyylJ9rl676Rdypz/R1PXmVN20kZ+2g1N+UoHNgH7GSu2xy3Y4dTYA8jZRNgTje2MGqENvvPCNDQQc344PpGiGvrYcdDcB+dppj05eql+8FkgXPKXwtflOP8DdBNoObbUuEJTJZY+2ZOMPzxc2QPB8IX39wsXyl+oB4xcYW+aHja0Ns02tDbj5I16jEfPgjXUbc22MSwcQ9TbvDnU2/NYhl7zmqM24mG4D7mDvIsFTO+0cEBwUbNTJt76QSYYfCfOE0QHBgcBYt6l3AaAsb+MvDjp80Mka5eKA7g4H9OITcwa9CwY2AnrBA2Vy5cUdMthKpjJQj45u7JZXr425p97a57BBD/OST+gyurEVLz7mC68r0wk/lxPo6UuGp8gONWIC37iwIEtbNA57Um1GvoOLA7S3BshUh56uZJBFT/EDL3l+YAde+hQ9QF/7twasUWjpIu5YoxyKAD/TXdtqrdn6BJ3+R6sfyIOT4s0m7cVnOLrRAT3/wSkPL/RkAO0H8AbKQ6OsrXTopcrwlWRdJmgHIOgnfRid9vjzNX8BuNq85PWbsWO863f+5zvt9HttWnbrH7LIVAcH0OLN11J8+QCokwL9UfswjxfAB95r8X6cztdrXAjhYY6oo3/tvQcf4zl4PNhuvBjL1rTf+q3fOrwSjwc6OmlDPzi+G4AznlzyuSTw/X5j3HznG3PDE3xj33ysDjHAGwPihT+rZ77rf4dqdC798ORX/qKjuWWcm0/KxjOgH9kuKuVdULLHXKaD9gPwk5+UbfJkkck/+occ/NjNVrKqQ/+iGz9oe4GLBy4eeHkeuPfymr1+WglIgs1YLCDJ115Y/A1VZYFMoJIXrAQvgV/QuwnQ25gJwPIWAimZeHrDQHsLkFQdUC+F85oUvciDo7N0QID3a9LVenILr13tsk3M8KvWhgLN4ORfK6CnBd0PwFgY6MFOeYuf8k3AF9Ui4UN9M+2GBzst5GgR2iBJLXTVegqgDV2O08eGqVpvXZyKV/6SH0CL/5Sf5JT9oyu9z3WFt0mCq+1HY02Zf/gNDZCHU2fs8me1Nn38bn4AePToXgxoU1u2ftBeO99DtMkYfeBq08mjlT4KRhd+QEvX8YONCDwZ9FBvbmuDTvl1CxfDX5YHjC3jaWK9TboNsw26g4yn0A6UDvDGt428seYJnjY24uYkPmKVw6BNvbXIRQDeaG3kHUY8lRQ/HfodED1BduBUNr4dVPB3UfCzP/uz69VchmmLj7XJeDff6OgAKgZaN8xz+tOTXHzopp5evsfrUsFTxurwGr747bAjXmgjLtPHIQAv85ZM8w4/OjjciS3sZbeyNuodCviIznjzkTWDrvxKx9pv9ZHPf2Q4SNBTPR1cvJAB52IFD3zNe37CH0+gjnx8+BRPcQnQmw7ihLWdncpsdsiiv3YO4H7kzBNQOmjLHr5WTz/02tKPXwEf0BVv9vKhNtpa611UaA/UV2uNmrz2Ljf4mAz6as8+tlbrIYI8XQeO+58pS/FEV61avJSBeqmKuq6nF7x6dUAeVFey0cEB9ICefKCfpMfpw8/GA9Avxgt/Vut3FbTTB/pVnp/5Dg94NvDhidW6ACZPHX+qk+d/40xbYGzzs/bGmD2YOeAAb66Zx9UxfYe3enONrNoPEODQ6AeXbH4Y2mFav/OlOvZpQ3d8AB2ldJECPNg+ftOe7sYuvznc/9zP/dzxzne+83BRUB3seMtb3nJ85md+5nq7CC176EAmO4YnnxrDvpL5b/7Nv1l8vJ0gzvAnX6A1P9jFZ/QCo6/8ABwZ/Ex3cw0PZfryAVvQ6zu26mMAd4GLBy4eeGUeuPfKmt/91rUXkbpewKp1kBaQbKZ4QV46IPhZoKq1+NbDU0F62sjXpsNPewd39YIlqF0vL0hWhwAseMKhBRYL9VK/JeD7YbX1hh9acua2WTt4IP8kgVvx0aea7CPTc1vZZaGxyExDC4tFdspo+JNfLHjw+kVqMapWf8JV0GssrMzpP4t1bTz6E+qJ/8dmSlpYbXjkz2HqbdAf9Cd7jTEw9lrUbTzQ4sNX/Dl84NBLHwV4aIfn0MLJ67ePfexj68fOhh9adaB2P8i/ENhsnPOu1gb0OH3ozL5T9vAERNmc5CP583ZoXm9wsffFe6Cux6IxauyI2Q7TDhZwDoQOyg7zn/u5n7suHkkw3swtB04bbGPWhtthVmo+VOvJnrbmnvXH/NDGocMrxQ74cGKe+UKezb5NPh0caFw6ePMAbwdETw/R4UuuSwGHAIdeOJt0hwY62vSTbW6InZ4GWnsc6v2Kt18gR08O+eINH4jJ5hn+dKFvbX/hgx87qvX7B8pswFcsR+MQrW21Xhkfu9DRz/z19sInfuInroMOn/Etf7DTgR+d+a3OQdJBxtsNbKoOFx4OemygN2Afni4AyJLSSRt5B2220mfs0ufs9aRWf4uP2vCh/q3W5bJ2cPqeTuyWVuuH7hze8AFo9Ln9CFvw1JZv8dFWSmc2s1MfotPW+EODv7K2cMoDtfuE39QBPJXB8IKrVhyVP06fal0EK6OTntBr7Twv15aBNz3ME3Rsq11HT/7ib2OJH/jbOOALbbUzZtjKFjbgQe60l8Kj1cb4g0PHP7X3fnirNybQKxvb+lYbF1z8qg2ZfrjOAVsbeDrIG1/mK3vgpm+UjV2XZfZibCCH3tqpH6jW/qNaKD6qlq+1qZ3Xjl3k8Mv4Cs7XCvwe1Vd91Vcd/+Jf/Iv1uwLeEP2yL/uy4+u+7uuOP/Wn/tRhrf/VX/3Vw9N9lxL+8oA/PSh1ySFOuEBER19+5Tc20sM4Nr+P04cup2T9m/yk2gFtzSs2s0nMARqpG77iFHnwtX0gf4GLBy4eeOkeuPfSm7y+WghOY7HANnkBzE26hQBOkIITbAUoZXi4m8CCg07wq9ZhRlkgrA6BWdkiKa1WsD9On2otBoKtTdmDMmsvYBZJT5VOTda/2u0UqsOGTx6MrvJPClSHxdFiQz8LMN3GXvkXgvGbvrOwWGj5XL/ipZ1Fmf/l9amF3OYN3dDAq4e3gdM/yqD25kZ+NsHy01b+SQf+seCyma6VZAG/Ad8Z5DebCXTjA/5A6BVa/rYpUrb54IOh1RYeTvpiQTtt6KiN8vT9Bz/4wTUH6KfuHIb+HPdgnr5wM6boSm84dQAfmz/5sdkGFM3rGC6mvwQPGL9gmhhL1grjTvx2CDW2xDhj+bM+67PWgd44R4dGqk5b7RzAHeLQWHPwF8usSQ5FNs3Gs/lqbtuQO4iKpWQ5FNvge9rngO6wgp+DqoOCrweY09qIm2IgvmKlslhoLpoL9K+uDnTq8SXfQQk/ByMHCIckMdY8Y4+DNhyb2Ek+XekjZZPDEhp1Yizd2esSQJ2npw4l+NFJ6hKDvuITHvjzId34WV6sIsMTdfa5/LWW4uWgg47ug8NXH2rDh3jyNx8r6wf9w/d01JaOZOkvh3M82CL9I3/kjxy+wiHGONzA84F21UF3vMhBwzZ01fo6Gxx55OLHBn1oTLANH3Vo+Lxar1GzS0zTb+wB+hHN2AFXrfhaKS6gA37k6QMgz0Zt1SGs3UY9gJOeA1qAJ/xlXyBBAAAQAElEQVTQwOFpDMCxRwqHTpmufMyn+lkbwA60xi1f0mv4V1f7J7TjG37EE8ijZ0u17DdW0R6nD/7Gvj7hY4d2fjYGTtWHsfLRj3708HWA6tD//I2nen1s/Jgb+la9OemgbXzTq/ZcQj9QTXZdpvADhBRvMPnatPjjRx457DBfXDx5++SHfuiHji/5ki85/s7f+TuHrzCw+au/+quPf/Wv/tX6y1UuuIwn48r4tQf41E/91MOfJfyMz/iMdVnAF+MbOog1YHSTArqdp5Mnk99dtpl/5re4BI9GXe2LvRkP1eoX9Re4eODigZfngXsvr9nrp5WgVa2AWy3D4WQczgU/QU+QrdaibIGwILz73e8+vCJ1Ewi0eFnALDzygvQsWjYH6uABWbX1UB5wiLegTHlSwRPeRg6urtviBefVMOkAfF3TDf61Si2yFnMbMn6mB/9KHwXjU35Aa6GywOhDfhk+Nlrq0bsJt1gqD9j0yv/hP/yHD5tFiz0ecNpIgY1oPTm+o9OLgeqwKRg/sWl8baMF/4Vf+IWLlfE5tkNYqNHYEKAbnA1StRZqm24bj2odEvBH92JgaI2D2pdaxqi2Ni02hfpSGS3d1EvhbgJ0dGcDOrykxoM+BjZRcOY1/vI24ZNXfv3BxeKX6oEZj9VaT4w1hzBjSVwyzoDDgkOz1/mNS3UOMsb/jFXj3dh0AJK3XuDjoOvgLkZZn3yVQL06Yx0/T7HNYesKnRw+gIOMeepQaN2x2XaI9n1hbR2KxU5z3IGC7ua4A416+pFDHhpvHLznPe85pA5p+NDT03oHBO3p4UmiNw3EXLaKtdYzhyHzEA1afNU5WKmv/Rq1Ntr7HrZ6PrQus09buuLFbmuItnD6j58dbhw8XFCwkW5+gM2BjH/RevpPDlo+dFjhC/rpB+sI0D94unTXv3QmR9mbAspksMd3sL2ZR1+81fEnnfkUDj99yp/41bZZv1XrTQFxiGy+pZv+0xfTTj/qFzxcVrAJPX9LyUODP131Jf74WgMAHJAHaMHQ40M2nLbw56m2ytU6gNeeA3gdp091+v9YawMe+AHt+IUf2EQndigD7dkJFoPTf+xHw8dsIxcdvniow5vN5lW1dCKrWusVW/i/9sHTGDjuf8jSZ3ii01f4kVctKm8F2PcZc/jQGw/js1o/QGgeGI/+vN/v/M7vrIsCjdHSuTYvOAA3oDyAHlTLDvbxGbDmasNu/mIjXav1Q9cO93zw/ve///j2b//241u+5VuOd73rXetHPD/v8z7v+K7v+q7jG77hGw55b5e4BHApYB/0aZ/2aetHfY1ZMuwfrMdsJ8O8OO5/1N/PXiVwdByEOMAnLlDEoaljGx/yH3+j1xbIX+DigYsHXp4H7r28Zq+vVgIqiwVP6cAf/IN/cAVAeIuvQDV1NhH/5J/8k+Ov/tW/eiO8/e1vP2ZR0NYiJaDaWOAnQNvMqVOW1l4YqrVgwvt+pjqgXNc0cBYsKf7Sam1CLZBuW+GAttLa7eVfa+BfC4qnR7X1gnsxetWmr9bCblFx8y3V3sLIB/rY4iL/1re+dX1X1QJv0UQHvEL6FV/xFeuSR1mfS4HFCFj8LFbVWoyPp+TDvw4Ao+6MA3h2wfs6iu8KOgjzP5/Bo/2iL/qiq7dV4AC8FNj02oSft4F/FOgD8wGdvBSMTjYMNur6E47Mavle+XjEhz42KmgdnBx4HB5qzw/zhVwHGP1KjjGDrTkqfV3CxeiX7QFjVGNzyDrhIOIA63DpkGzTblPuaZt4ZGyKNeaBuWc8zhiUGpPVoZ3DDx7Gq8P/J3/yJ681yji2zhjDDoMuGchGTw/6kOkC08EWD2uGmIBeHFTvoALn0KMd3Rx86O9g7aBMZ4dg30eX9zUdB2o6sJENNvP4mL8OouKD2ImvA8Bv//ZvX/0iuMvfan0Nhw/o7qDhcGX+8gG7rGN4iOPmsNjF1/RzYHcR4SsM1eEQY23Fi+0///M/f/heM/54fPjDHz7oyj/iFjqy2EAfQG8HezbyvcO1ixN0dNCv9MLToVFbPsePTPKl9FRXO+YMPzz0NR2qAz99zSZ4/XLeTl/wn1Tf0IMf5PU9P8DpG3rrh5FNFrnGmfYAjhztARx9a6+ltdNzHP30hxR9bZumPd3VVZqtPUi1vu5Sre/s0wGQX7tOG23xNhbZUa2DKrwYPnh2TZn+aOlCB3V4sJU/ydA/+JOJBi2/HqcP/xj3/Kct0G/8Wh0enqAfGXSR19665Dc1XFgZ5w645olxaz54e81fOFJvPpzErTdAtZenk/RRQGeAnnyyAdv5BJ4dbEWHv9SYddA2bvmAjnT5x//4Hx9f+7Vfe/zAD/zA4esC9DWOa8cYNthv+m0Rc9i8N7f+1//6X+trMvzBT3z8oO7q4CalB/3opj/oZI7oC3qiZZO6GdtwYHjIX+DigYsHXroHLhcAj/BZtQ4Tx+lzHnAsIp6qwwlUFukTyVqQBDV4mym4m8DCgl7gE7Dx0lYbQdFCZsERBGsvmupA7bIAauM17ap12MUXnWA6dRaGyddeQG1IznHaPClQrdty+vjxmUp22bcyj/jPwodkfMCPFi84/pYCvrJY8rc/mWUz6LBrE2yz6CsUf/tv/+3jm77pm9amBV+LHH9Oe3m34HwJyFL3JIPxVtunxpBFmy/obFyB2k9BbIh/8id/8vgrf+WvrA20Ta1LMJci8HzFL9rzJZ/jo2xzYRFXBvwjfRSgszlBx7/K8vSSkuFPmsnTXTowtFN+WIonHvzwYz/2Y+vHkRwkPE00f/Unv5BBJvsAXrNpk3+9wcXel++B6ip+2dQag8aa+eOpP84Oaw7wYpSxaSwbf5M3v+Ck5gfAx7rkybeyNckhXNmhz1pjc+3g6DDiMGxeojOWrTd4+DoAOq+nuxBz8eoXxsVBMsVPm3+HGG3ohZeDvsOCtvT0Owaf//mfv540Ohz4DQC/5eKCgX7s9OTd4cJBxLyjowsAbyRYE+nHF/Qnm64uRviNTmIKHzjEoDdvfaUAf3qJCeYrGjxcbLgUsXY72PHFP/pH/+jwFPZP/Ik/cdDN4Z8f2ave+ihGkE9PIKZVB1sdgqRk4skvnuyiYxMcG9nlIgEd/mSp4yugD+jONvytH7V/90A9HnQAbCVTaoygRcMf+hCtvmGzdQoePf/yu8tL48KY80aAdY9MvsJfyu/yQBsyAL8OTFlKPrv4Wn1dj3M8QLX2U+iP06e6KlfrAoD+5AM6sQ8ODA+penXH6UMmO8knm4/ZWK0LsNoXEejU8w0fnZquQzccfvjWpoXT73zMf3xk/Lk8cQFAlnWBDuSh156e5ODtAP1TP/VTx4/+6I8e3oZxIfCDP/iDx0//9E8f9jP6W3u8+IROdGM3PnXtQ/wGauPJ1Q5eGyAP8MRr8rXtoiMc0NZFFhvpbDzU/tN8vsZAV5djLuRcjLnw8NUeIA+MdZcCZNfeK/Ab/uBcnvI5sN24YTc6YI7QGw/6AXn85dGf87jkLx64eODleeCJvwColmUmf7X+liyEQCEFAqVUMJEKEugFZOWboPaiMzS1ywJibXkCknoBUlCVt1jYSNSmhwPkVoeAKGjB3QQWLbeuE8jZNXqTxTaHT3zZhV5wxBOtVJ0nHLV9BUe/2rrhoy28AC/VpjpsXmrbCV+bh3ptyGC3VL0Ub3mgXLsNXeEslhZIdWyRwtOjWr8yXbsNOer1nQV2fAZPvnYAH7fMnrzY1J3rpO3woFu1nigc9z82Avez61d+/bkrZYuOFG885Ad8B/e55547PJmy2LnN93qc+mptKsicxUhqw2fRHL3HH9q8XOCHB3XDa/xEdzRw8lJl+kiVbwI6otXWIu8gcq6/PPnq8XHg97UV48Zm3yb8J37iJ9bTMvL0sTZ8M220t4nQZ/pHfe3+J1s7vIH66uqApN5GVB3eeEjpDWdD9qEPfUh29TlZq3D6D19luuBrfMGdqhZ/fOTNp+pw+PKKo8OEtz0cfjxJVZZWyNeGsVob1+Mp//DNy4B1CabdSzVfm3OoVl/Uw9OXyv+l0p/r8rD8S+V3E/2Me2PXODQ/xDIbcPFbnPIEWew0bo31yasTrxwaycADbmjMAwcTeG2MVyk+6Bwq0ZAHbx0x123q0TgMamvds3Y5tDj4aivmOvBL0VlD5B2U3/e+960n9S4a8MVPTGCPePjpn/7px1/7a3/t8BcK8Hd54Kmn2OFwLb66YKM7fcRZ851+Lhj5xiGZ7fzFXr7zOj1/ulRwqHVZAcRF/Bx2rUN0xcvry1639xaTOMBmvnzve9+71kCXmGjYoz3/4Y+OH1xgAAd6h2p6scfFB5z121sJ73jHO9bX/n7xF3/x+P7v//6Dfi4l2AvQOxT6pXj2ugDhB/0jDrGNDXTHVx0bqkP/0QkdneiGTmwzdvlJylfVerOQHxzw6VwdfIu/2KevpWIsv/ILGWwB/IZ3tfZdZBt7oJIsfO28+mqtsWRoSxc2IZbSWb72YRSOzmj5kx70kYdTV3sfY+yy3Tggiwx9yCa26DPxG08x25gyXtmhjfGpDk8pG9lLJ3yrFdPxrm0HvmToA/rgiw+++sZFGl54VOuNzOP0oWu1+JkrxsZcpGmjno3ViqXy9KqeFw+P+596OJ7e004KatPiWS2d5LGqXR46KVCHRn9J9YG+4CNj3Rh2sWUvZG6zweUc26plJ12O+5/heb+4bISrFkqezxS0Mw750Vyu1ldb6KD+/7N3Z9GWXVXdwNe/Xr488owOCYpCAEMgIowgXehBIUDAII04REFQGYAgPQFCI30A6fsECNIECE0CCImhFQgMwAgjiskDDH3z1Se+/Zu75q1TlUpVkqokt+5dd9Ss1c1uzbX2Oeu/9tr7mOP4jYuUf+onzQjMCBxZBPYcmfgNL+1DwYc32rz45ZPUB4sPBtQfGLzSfm0+KHzw0E2GLTL09Ac+vb5Y8Pig8iXgg9HixJ0IZR9kiA5fKGz7gNSm7lDkA9cGA/kk9eEvT1bKlzve8Y517Fwdfj75YEZ042PPB6UvJXV8TFKgCP/Y+8c3tLc4fJj7MqJbHV1SlERSb1X2JaqwGS96xEzacWNLrNzNwE+fssVFsn6pKpPpvpAh74vcgrPb6Rbn1qNvFk90kU/2HYtMUn3lH73sjr1/5GTFUgq8On5njJW7Xh6RFQ9+uOttTOX5ox3J45G3eJPa4bdY0IafL+qPhPSVLjrYEyd59fLqzAPjzV7zalPGeziio/v82c9+ttj1SVzEmU6kgV7zhe5eDBk/bfptUeY6IUdevbsENrnU8xsfPeSkeOnD26kx1KaOjPnHTzqk6tWZ8+4WWuiS5Sc5PGKijJLUy6/UkW0eseMPfqmxltLFP7zKUrJ84RufkfrdR7PHRxIB8wbRIQXczDEA0dwy98xH16TPQ6l5L/W56jMGn+tLuzls3vqsclpMHgF+9CP6yCBzGB9dAI7r2fWQpL5/fA5b8NtYAXMoigAAEABJREFUA1hd095Y73OTTn7YCPQZYTPw7W9/+8BLH3/4Cvz73AWa6X7Ywx42Tj/99Hq0CohwygCIZVu/Xb98U+ea9p3HjtjoL7DMHv1JBlv6naSOKbubahPCqQPXKWBNPsnwHaJPbAH3vm/dufWZROfTnva04bTF+9///uFuJhuufTLu0AI5Un44QWDc+EWPNp+DPoP0SR/I6jP/xDlJbZI4IWFDQDxtMJIVK3xtU5s68vwHaAEw4+T7ik82aNgnp6/mjr6RM9YoSW1U0mPs8Ro7vvGRHfXiSN6c8HkqT48+mkPmGJkkBSTp1qbO56oUdV4bHiSvLYnsFmljR6pSqq9dR8Y1wB96u12qrB2/fiibO+Ybv/VXLMna9NAHefqS1HqRHsS2/tEhjs1Ht/jQh7Qj8TeXxIodc5LPSQoA82vs/aMf7S1u24SPqB1MstUX/TFHxEDapO9iJB1H6Y8PYtnUatU3dd1MZwRmBI5OBLb9BoBu+vD1wSCfrLvRSWqx4kNJPfKh5MNC/tqSL1ZyPuwQuf5gY9MXpAVJ83S7D0V3DH2x+PJQ9qXR7Xbv+a18OHLMWD/YwMs+X3w5WaAcf/zx9cWlDfGLLb5b9KmzGOFrEsUiPDJiQoZeNpTVI89vSZu0JasOMhYO2vgjJU+PvP6hJLVJQLbrpeKiD2TEB+ERsyT1RTP2/rGTrGOLXzU+i0h57b6g3WFX1nf++YJXJmOc5JEva/LttxRpo9MRPDosrtTjpU+7PvG7+6mNfak6/SCjf3S5G2A33BFyOtTzJ1njSOf1JQu9Hkd62RdD+swZvjRZELErTtr5KD0U6ZP25n3Tm95UPwukT+wkax/YpVtcLID4Qk7M+SGvTZy00Se+6h0jFCd5C1XxpbtjxQf6mx+fMn30o7ahjQ2p/sqTA1DYVC9lR16blC7+8419JE5ipx3hkbYtPpDhH1+NgzIedckaG+VdRbOzRy0C5qr57Xq48sor60Vg6pLU42Q+381Dc92cdowc8ABGyZmHnHEduDMJ9Lg+1SNzHEClnw6p7wltjsGb0/T2nGfbNcEXgJU9RBZQB64ASYD3gQ98YP1SgY0Bd849NmUjwB1+7woAcG0AqHcqgG7H6l1DNgGAav0D3tz5o9vnBP/cjQfincKyuW2j2uMDThi4TgExfdYPvjmh8IEPfKDeZK7/+uyzk6zPBqebAHSgn20nDwBH79fRr3/8x38cfPWdnqwbDDb++eW7nE6PhvVjAuIKnHuRHzDPDnCufM973nM84AEPqBen2QAQL/3i793udreBxzj4LCKrv2LhM4bfxlBcbnnLWw4xVK9sXGxg6K/TSXwwD9g1huZJsn4mibXvRjbJs+UznUySukuvbzZcrDHMAz4lqXWVOUWOHqSMmkedz9BOjYl880iT7PcdP5Y/8vQejMwL9UnqhB1f6V3EavMhSW3yJ6v/+mze6oPvcWQdJIbmEjJPxEH/+TuWPz4sSfVTHrHTfOIoxnRLyakz18STX+JlY5vPSeokBB0HxoCdY4HEoEmfmsRA35E64yNF8i2jj/LS60LJOt/Its7WS4961HnppBmBGYGjE4FjYgPAB0N/CPgA9oGs7AvRh7KycPSHlLw6bfKHIh/meMni8yHuQ0+eLV/e/aG++SVi4eDLHR+yQMAvz64FB7+VD0fuam/qpodP5HxpO9qoTpluaRJJHfOTsdixENMfsVFHRj5JfRHTqX9SfUoy3OEZy5+6Jal/SeqLliway5/F5pLU8/jJeiSvy1Jfnt3f1mV8fJhr7zb5Jn2mlw3xJ2eh1O3qO0/eF76jdL6UfbHrQ/OQpQ+/flvcGMdux6usHXnjs0WfY4LKdAKL+NkRT7Fil5wvfP3ZtKPeIkP6hje8oR77YAfRiV96JKQviF/0GF++yJtz4mBO4FGHOg7Np+5wpF/J+kzra1/72rrDlqzjbAz1iQ/GSRnJG3d5xIYYWtAq89Wi3DHbZL0jhYceKZ10iJ84b/ZBn/DQj/AqI7xSpI/subNmDNnF67rVzgcpotO4kkf4+dLxkicvFvildMkbS+1S/vAZr7bdRrO/1y8C5g8iLUXmpNS8QgCe+ey6VnZNmGvmqmsLWAZcAR3gz/w3D81husj5XFA2x9W5m+77Cq/PNHXI/KZfHVJOUp/9ZPnh8xawch0B/QD4gx70oPo+sRHh58CAej7aKAC23UUnh/RBnc8Ap4uAetc8nd/+9rfLFv+BUMCXD665JMPjADYhbFID6TYXPENtM0EMEH1sj+VP7Jzsete73jXOP//8+vUBNmxGePTA96yY8dv3Ax/46M6/jQHfBUC9TQCPCvCFfrF66EMfOk477bR6ER/A6S3ogDweGwvsGB9x851g86DHwfcJe2Ktjz6D2Pa4hz7oe7KCSLHAz0888v15Iw6+r8V06W6dKiArnuTUSzt+Ser9C3jVS7X13LC5oC82L5DvXv3hJ52tW5/Im6fJuu6gC6mTJilAnawpO3Ql0bwf0Uc/ncZOWZ4uhDlJzbEkpbf1SfGQJ4vMazpcE+JpzdR9MK+NH5Inn6y65elBY/nDw2e66JWiZN2Mw9d+io0bN9rpEdOWX1SVz9LtTnxPUm52XM0jnzfmnv6iYtj7X5L9+kcOae5U/tpQkmIjJ5Yd47Yp1YaKcfkvSdlPspTmvxmBGYHrG4FtvwHgA2rz4vfB7ANfh31YJ6ndYeVNPh8cPsjUH4ro0O5L2U66vA/z/iCigz0f7j4UfUjR7fi/L3z++KCUkpUmGRYZ7kKrOxTh8Ww7m83HJhv08sPiC5/27iN/xEaddvI2AHzJAdVIG39bRrmJfv1xd0NdkvrCHXv/kvXDVXzYQuywaYGjnp/6Sw8xvkrZxM8n/PJkyJPTjvhlcZOkTjjgoUMf6JGno7/M1VlkOp4qb8HCB6RMjj/JClzZS1KPT7Q9fHwwdu52O7ZvEYTX4jlZF018aV7+84EvyRoXbWJo3jz3uc8dZ599tqqai+Jh8VcVR/ifPiWpExY9pnwRG6r117xVVq+OT9JrQ+T1XV+S1BywyH7Oc55Td5/G8mcMEV+QPFqayi95pGw83Yk0JjbBnve859Uinx1xcSeLLfFJUmNDTplu/VBOMsx/46bfUuOmrXn4rUwOKNBuTrHNhjZ1Urabn62+noxp1+uDa50+elCSWvSTwYvoQy0nv4todvUoRMDcQuZakuGadf36bANkzU9zzTzG19eP+elaQPLmNXfIJutz4q4/ZD5rB/49i29TTNldZ3fYbSb4bHONkDefySSpzwHXmU0AdexLgXjH5/3qh89NvtLp+iBPH399TntmGEgCdMm6Y+qoPlCtX1dddVXdsXed0yVNMvjrM80deXU2FMjS6U6/EwVOgrmT30DMHXSx1EdAEKC3ycs+38fyx09xo9OmhM0Fevhz/PHHD481SB/84AePu9zlLnUiwHeMl8G68w+Q88WvhdiUFxv+eBeCE2D0Au7iSr81ABnjZBOGziR1d9umiRjw2Xj47qH7U5/61BA3sdEnYwOc649NELHVB/PFZ63PU/OEHf1QbwzIGT+2ySzdr89qMWBXmR59sDkh5T9eY6XN5y5S7zNVHSJPt7gqN5FNUnOHfXqS9budzFj+pM0vpUe6NG39ax5tSQrs0SdWSeo7li369RWfMgXJ2s5v/nU9+SZyTWzhkfID0ddEho0k1a+x/Fk7OCFjzrKxVG2dAEhWf5Oo3vak7wdzUr2YIHmEL9m/X12vbTOvfG0oWfWx02QM6EJ0SDdJ3aQZgRmBI4/AniNXccNq6A8FX3I+jH04sKhs0SHvw1xqAeJLQh5t5pUPRr741Ns1tuiSZ4csvXQq9we9dnS7291u4PflgPCrx+fL0heyLwp1hyI8dq2lPuT0lz629Y9eizkLDvW+mJLUnXi8dPuSZ9MdE2V+WdDxhXyyfsgma4qHLe0WGsr0qpOnN1l5ffknqSODFg9k2MPXY9ByYkUPX/BJleUtpMgriyeigy7EJj71SQoY0keHNn3HL2+BJA+k66dYKSPyUrFrvfxD/NUmL7Wg9DONXnhlwZmkQKfFA1/Zxof4JhZSPsiTefazn13gXx2+pk3Zrrs+KRt066d40JGkFkXyFo7G2HWB1OEXh46ZukORPpElh/C6i2YToBeV6rSJjb6LIbtiyg55epIVzLz5zW8e973vfWsTgRx5JK7SJPXGZ7qUm4dec4ReY6gf7ODRZqy1KdOVpK4FYMF44teOjx58iI9JZGuMXW8KxkmM5fnAprz+0CHf9tnDLwbqlaW7i2Zvr0sEknXOHUzGfG4y38xRQNJdXnMMmHXNm8/mprmHX14KAJrjSFmK1+c/YOh7g7zvON9XjrCb03QfvwBeoJZO1yD7ZPmAh7/s8ME8R3QC3F5u5ySAu9lAeH9/sQOA8oNO1yMQrI5+1xYbrj368LkDzx+En12PJgDRgC9f1LtGybsW5X2/+nwH8NnSD3X8YwsfWzYfbCjwjZ/8BdycZpAXN3f9vT/Apsid7nSneh8A/+i5853vXBsSNj1sKPDhfve7X33muOvvVAEf2RB3n8fkjKPPQ+CeD/1d5ZSBDQQnCHyn2wiwWWAjGomH72SbGPrkexNAFzP9MR76ZlzJOu6OzyMNNgjERrvvC2Mprsr8VhZf/PLizHd66cNnzI1Lsn4HizF+fVGvb9ImZW1Inn46k9SmvvjS2aSMj7w6eXXkkvVaUdaGfJ4na32SAuH0q9cH/TT+/DTf9UmsjDc+hFeKktR3Z7Lq6ja2jDmS5wMfxUV8jKvxFSPjYaOOHXb1IcnY/Gtbm3XbMa+fiG9JKjZ8b1K/SXiRGCH5pk2+a5tv2U5bpxQdTE/zSg/WPutmBGYErl0E9lw7tpueK8mWEz6UFSyU3BnwYSzvDriyO+rKjrjhOxTR5XighYovbbLuirdObRY+rcOXDhkf+mw4lueLl7wvYbKOBOJrmcOlvlzI0OWOCl30WGRZHAA3FhC+iFpXkrqzOpY/H4RJ6oV+wDHQZmFET+sQG31TlpciX2bJvtgu6q72T38R+75g2eBrEx/13a44GzZTLE4pSta7UvLqLBRsVOAnb1GG+KufYoHHF6svY3LKvpDkfdl7FtTdZTLGQD/4gOjlny9rcSFjrKQoSd1BsCCiU7+e//znD0c+/e6tOzja1OuvLyHyvvjVWzDwHzi2WHzHO95RQLbniAUJO2Tolz8SEkuLT2NpboivuWF+muv66lEU/rHDb6m+i5v8oYi/fMWTrPPAIlX5nHPOqbg84xnPqLtSdBpD/WoZqRiJi0WrUxWAhlMRdBsHY0knH42fa6PHlh191Cd9s+h3PSHjisxRNtlpUiZrjKT66vivhT1Zi2g6zQcpMt96nMggY8ofi3Tx7LiaV64TMlJtAA9+/ZAnv+todvioRMC1RJE0yegj4z7ngV+fpccdd9wwL3vOuo4AOp+XPqfMW9eBetcTwKLONVysBHYAABAASURBVEEG+ARqXZv0ezbdM+iuQTb80olnybXT4RriD530qAco6dXGLgAKEDol5O45f7SRYde1IU+GTnU+F+jxWeFaR8rALVlAiow68vzzeZesR699jvCHTvEB2AFfL+TTH+02CWw08FkK5NPrOD87rmN31OV9xlgb8I0vQP5JJ51U3wtkbSLg8/ku/k4tuAOfZIinGPlM9pnCH6crAHqbAHzjA90+K93V9/mhP/Sq55fPE581PrPe+MY3Do9IsEneZ5zxYaf5+WXMfQcAt+aGdnERQ+PPrnpxVuezSp3Ymmt08Ukc2TAnzBFzwLhqT9bvAONAnn751sEmSlJgkV662KNXOUmBf35okyJyXZYidWQOpCQF9tkfyx/dePnCT/X6JpbIPFRvfUJv+yMe6sklq1/0LCrLf/1K1k1kOszZZD2loY2stPWQNTbGjw/izjc2Ufez9UuPBUpSbiZrWoUb+T+xReKI5G9kF6a5GYFdFYFtvwHgA9iI+ED34Srvg98ixG/3+nkh5A4H8kXs535OOeWUccYZZ2A/JHl5kecY7co7AkiWHjr9/J67mAC1LxCK+OFDH/DDj9fiwR0ERNfDH/7wYYHhC4LMoUhffLk/8pGPHL/3e79XCwwLGwsNdwj44AiiZxp90fkyIiMWiG514iQe97jHPernzPTHM4p08BHpG6DrOCJbfKWj+0YPfWjzw9fCTJ/F3ALk0Y9+dAHD1gnw6buXFjnmePHFF9exaf2nhw06fcFaOFow4XcHytuXkUcqPGdpIZekTgDoU/uWrF9Mvhgck/QCKnLGwALOYk2sjL+FrYUXm0i8pPznj7xFJl3GU9lmwgtf+MKKP9/48tSnPnW85CUvKZK/973vXXeD6PfCPxtGZIFcIDVJLSK7jn75I6Evf/nL4173utcwnvpnDMVNf43taaedNsTM2FmI6CN7HTf5Q5EFj8UNHqmYu5Nm8afOnPPCRH12x0kMbAiceeaZ4wUveMGQP2O5zoyDxZeyjRhxNt7k+UaneFisi7l827Mw9hOL+mbOGkPzwXVlvvqdbn1rn8wn8vzjv1S/6TC3yCK6XEeInsc+9rH1zowktbhM1hMf/BHDJz7xiYNN9l0j5F0nPgvEGpBhjy/yYxf+zS4fvQi4RpBrFXj0OeIaM799HmkD0NzZTDLMPZ/FPneAWfPWNYTfnEz2fW4CdMCrue/atCHAxiMe8Yi6w+3uN8BpXttA1CvXEKIvSW0wu3Ztyo7lL1nfZu8zAh/7rkPXOOIfP8j7zOWDev272c1uNoByn5M+J9jULnX904N8Puib71x2fYc0aNV3dn1f+j6ix7XZ17xYsMe+vruGxRD4B56BddczP+kRV+sEPpDzGUB3sgJAYwHo25zXZ/r46PvNZiU94kPWZoBNG5vDfuJPu9MB+uI7E6/PDD8F57tJn/H4FQVgEhj3ucMnvpkLPovE0TsM/KwgP+i3ASCe+iO2eM0T6wZ9Id/9EBNjYqz53mU+Jxn6aG7oX5Iac3lxT1K/JKDMjr4iPiF1Y/mjV8yl4r1UDak66aEoWb/XySC8ScoP+vkxlj+66GdfnTZ5MdVfJMZiwV885oj+mlP8XdTU9zM9bUeKzGXyYkU3GXrk8ZPlAx7xtxnGFjn1eJA8Xjql252S1EZI+6kPm6Q+WXmSNVV3tEic0NHSN/XMCMwIXPsI7Ln2rDcNpw92ln0oSZEvL6kvOR/A8j64N3ksNNRfG/Khjq/TtumDCWmjX9oEQHYef/MBPc3bvjXfwdLNLwxfWAfjobPr9bH1b9a1751qwytlo/P8ZGfTt87jw48OtKGuiXzrI7Nps3Xh7fxmu/qWPbDeeGrnozZxbT/Y1Na0GRN2uoyfHB3Nq9z5A1P+dx2/2LVg88IpP2911llnjVe84hXDho+FnwUdnpaR9nxkky+bdfJHSq2/fbUQppO/PQ+7j+q0dVn+cNSxpavl5MnpE53qbWqJgbiIiaPAb3nLW4ZNNHfM8ZExBtKmrpduxo5devG1PXXKiB72u6551GnfpI576+u0ebudjDq+SJWbzL+ua/m2iR9fp/K7kK7WZfE6FB0okKyLyGRND2y/ruVk1ZMcPD2cvuTgcslafzj5w7WbL8mqS5yaHyABYFzT5iawYZOvAYfPIPNRu40oPMCM6wfoATZtqskDO/h8BpIBrOkDEoGU448/fgD6QCLAZ7PZiRyAUhlo5Bd/2Dfn2ek6uuXp5IN2Nl2XPpuAVnJ4EGDq2sVv006eDnw2AcjzQdl1xq44AV3Avs+3JLWRzc8kA69+6R9e6ec///k6maTNZjR5MWATAb1f/OIXB3BOjzi6e+sznI/AvzHB58SQmDsxlKQ2em0IOOYvhk5PiPVHPvKR4d0BNlDI6K8Y8Md4GBcEIJIH7ul0tN/pJHbdcWfTpoQNiSc/+cnjKU95yrCBTs543ec+9xk+b52oslHAB32y6aGv8uIqFmJvo6fHUZ/EhD/8wiPG/NRGl7FjX2pMUY+XPtFtA4YcSlKbpp2nx5iO5S9Z5zc75NRr7zkurx4t7KVHii9JbRbgIW8+8Jmv8lI2+YZfv/HRbS7ZKNN/fddfcx5ANxeMub7ixSM1r+mUIrr13Zxkz/zDx5ZrTnyMAz468Th9yI5NHHzqzFljmqyx0B995CvqsjqkjOS3EyWr/8ma8o2fm6SuKVn5kmuXttxmmuyT7fpkrevyTGcEZgSOfgS2/QbA0e/y1DgjMCMwIzAjcN0jMCWubwSS7CdqQQ0YANLACUAJIDmy7g5/sv4iR5IB+AIfAAsiC7wBrMoACLAiRUnqBBU+cuwAQgCmU1NOwzj9RS8dwJO7zR5rAXjIAVz84R/ww3k2kHyy9idZTybgVY+XPUf06WOfrtYpj08/na7jP8AFhPENwGPDaQU8wK56d8jV8RXoAtjYctrIyTfAHggGfAF1/QLU3DFnExgE2J0GUKaTTX4DckCheLDDH/KO/eNxZx2Qt9HJng0E8dc/AB4YJAO46huQL47GFfEVP/sec/PYljHmhxN7jv17keC55547gG6bNfz0YlmPDoiHvp122mnjIQ95SP2MINtiyq52fWCTD+aAjRD1YqWP0mQ92WBM+EVWv/HzG+GTahdflKxjbVy1I3kkjx8fklenjX9N6puS1F1n/ChZNwFaBp96pI4+deYin5N1zgHc+iyOALjxk7JpTIw5fvL0yNNjzomNPpKlQ4zIG2863EDCY9zMSWPqGrKZJNbiRh/diE26m5RRl2c6IzAjMCOw3SKwZ7s5NP2ZEZgRmBGYEdiGEZguHVEEkmzJAySAA5ADfLiT6e4v0NJ3IQFHIMJxdnd+ASCgBD/AC4hKgT16ADv8jAAtwA1ACahoB2Lk6Tv11FMH0A/0qAesgWKnBOhhh39J6o4tsEQ22dcHOtXhHctflwEq/SCD+K1PABSAxX82PLoFyDqCDgTbmLjZzW5Wb1T3GJbHeABsmwBAuOP+Hn+yEUAP/+jyuIANFMDMBgAdfBIbmwj4xAqo46O4AI/AHL/IiAnwn2R4RwCw7o4y/8kD/vTpr3iLm0cCxE5fxY1efbX5wQd38uXZ4p/HCZCTAE4JAJFOYThR5X0KxsopEADUu0/wiI04eeTNmNHrZAFZwN1mh3eeOGHAhg0DbUAuX5PUsXd9WIaogLe5px2fvtBj3qjHJ0b6kaTGQpksHu1I3KVIG1tInh6Ev1P1Scp+kppT+Fs3viZ12sSeDjSWPz6xy3cx0nd9WJrqFw7MIXPPOBgfY6ONj3QnqdMG3V9ziB36k9U38nT3RgpZ40In205jsEkH3eYZHqS8SfRulmd+RmBGYEZgO0VgbgBsp9GYvswIzAjMCGzTCEy3jiwCSbYUACQABQABTAAj7grLe7Ed8APsJRnApef4AU0giAyAIgUGHXmmD8DWDiAlqZ+bA0KAFykebeSAfUfggUsnAxqIA01AUZICf4ANQKaefrrYoE9npEienHZ8wC9wrQ3ZwGADSANqgTftQD3gDdQDv9ockUfqAHgbAfI2AbxjRnxsELCHxAXItokCcHuXCF4bB+LKPh56gDl3ddV55t6ddY8GsM0fmwSOluuPTQEbKcZE/22Y8AOvd6Hoo40F7WLLF31H4sAnGwn6mmQYT8DUGADq3gXgMQYbCx7F8JgB/eo8usCe+Ej5ZhPCLxF4KSE/6Qf8vSPAowo2LgB6cyfJ1nP0yQp89RkZUz7zw9iah5ukjg59SlJgXV2SAvDq6TCP5JN1rpBJ9tkay5/2JdnvX5LSKV5j+eMTPrQUq80cE0N21SWrbX1G+qkP/AbIzRubWGJvrMjRq49SOvDym582oOgH+LUjG0jGk36+aDNnm89GE6KLvP4jevHTkax+yuObNCMwIzAjsF0jMDcAtuvITL9mBGYEZgS2TwSmJ0chAkm2tAAJ7vIDQoAm0KLREfAkA5gBGN2hBoTlAVhywI87lVJABSAERAAnKeADnNCvLkltCAChSequsE0A5C67O+vAOd0IwAGe+YOU+Yk6Ty9edQgf/7yslD6Amw4ACmgG9AFuBGTzGVAH2PgF5MoD1uT0WxmPDQTxsDEA4Hvxn00AQBCgI8sXAI8P4mXTBIAD9G100CEu4iPfPgLfYstP9vipHaAUH/JOJ+iDzRIbEO7+A4zGzEkBpwn4azOBTfXei6KNb/pkI8c4A4vGxfipZ1NMjNf73//+4VduxBMYRTYK3vOe94zXvOY14wtf+EK99NXGgncReNGgjY+2wW/9F5MmupLU3W/xYYcPfCQnbuaRuGhPUiBcfix/SaqMP1nnrzb8ZMfypw0la/tSVf+0oyS1eZCk6vHySxtfkLz69luapOS0I3PGmFNiPpgnALt+y9sIEE99RMY7CfZ6iSafjQHZZH2UAI96qTGxucYWX+g0VjYZvMtBnp/mPj/EAalrKmPzvxmBGYEZgW0egbkBsM0HaLo3IzAjMCNw00dgenB9IwAYABTSA3UAKQA14AEEA2/4ENAB0ACm7mwnqWfEASOADSCRJ48XcMELnLCHB4ihix3gBS8CdtgCfAFXQNTddb/oAvTSa2OBProApNZHDohCbAFy+sWOOsAfqHY326YC0M5/wBhoVwZs/TweGf7QIQ+8kUnWDQttdJHhCz53822SeI+BO/H6AMiKFTAmjn4lBRjXJ8BduxiIB1/oo0tf8AP9wD0gLnX3H5/NBycJgHckPtqdIrCJAXy6m28zAK9NB+AS0U0fcKof4g80Jhn6Inb0iLW7+970750F/DSeToT4qcDvfOc74xvf+Mbw/gDyxsNRdL8Q4/QH/50SEHcxME7JuoGk32zrK734nUiQ9viqNx/EH9Hf49lp12tDygcS3iQF2OW7XT7ZV5+s+SSatihJnVowRsnalqQ2q8w/Y+s64avYmStip80cHsufOrHFuxRr04MfyuKiTnvHg7z6ZN+1RT8+4+eaMkbiZc7S1fFqPrw+cjm9AAAQAElEQVSbhCdZ/d+sn/kZgRmBGYHtFIE928mZ6cuMwIzAjMCMwDaMwHTpiCMAGKBNRcqABGADkDUgAVDUSYEdIBIwAl6SFMjyjDhQog4BJnQnKeAjj+ilBwAFaPAqSwEnPiQZgDJA7Si6PPDIH3qBJMAPKAKeAS1+8Qm40uZuKTAOPKtjg37Anw5A1Z15Prkz7sV6jr8D2kAqefxs4qET4AXw+AhUoyTDRgPQzl/H5G0SICAYYLfRIGZ0kOUr+zYlbB64qy/PX/V85pvNBX3ig7w2NpE8X4F+voslkA6s08cuv/Rb7FqfviUpcCvmYgOEu4uvf+7g00lOnPhLxqYCPWT452QF38Ve3PDzyXjYwDE2+mm8k3WOKCN9Ekc+m1fGk7w6PrCrPJY/dXwQA6kYakfkuj1Z55n+qEN4FxU1/8jKJ6svSRS3iE9Jtk4XsN919NCrLHWN0C/W8u1Hxw2P+SNe7CarLeNBFxn19HVZnLouWU8D0Ic3WeXZc+rAdSbmfEgyxIzsOOBvsy5ZdRzAMoszAjMCMwLbIgJzA2BbDMN0YkZgRmBGYPtGYHp29CKQpAA8jUmGu4uAg2e4gXTgD/gCaoARAA4ABATJADDqgDkviwPMAB9tQA1wAiDRCcCoAxTx4CXLhnY63TWW8oNdd5PdXXenO8kAevhCjh5H4+lijx0+0gVMA80Af9fxtXUDqPpBLln7DeQCsPQBtnjYw8NXoAv4smHAZxsE2vmq/16Ap86pAamNC2AdqAbO+aWeTwiAfsADHjAc4eebTQD8+NjUT3rFTR0SE/1W59SCcWoeOm06eDu/xwTYclJAX/SJz+IG3OqPu8meI9cftowV+2yLmVjh0z+xpENZu/iKFR6+O6nR+oFffrKrLskA9NnQhyRU1LzjDz7jyKb5QR8fMZGRKif7QL6x5ov21ikla0ykyoi8svRglKz+AOSILWmy1pOlU508u8r85Ye4AeviqN/qzR1xYJ8+qTJ5MklqE4Ye15k6Y5pk6JP3afSmDFn62Rcfc9BcJSu+2pNUPMf8mxGYEZgROAYjMDcAjsFBmy7PCBxLEbCIan8tPjsvtZiSbpK7Nl1u/k7VyyeRrReVyVgEStlKMiz8lFHbSFJ3m8byZwG8JPUPrwWjAt1SpJ4+pNxtykn2W/wlwVJ3JmWaVx6/tG20r+qa2Op8p3Qkq94kW32lr3U1b6fqySnjQ/JiYIEsjwAa6SYBL13u+Oz1a7++4uk+tP5k9ZNtAAVPsoIHPBbMnR6Y57M6QEiK6JDScyxTkopdsi/t/iRrfIwLwOcoOcCbrPMX8BAHQEVcHS8H6tyFBkTUOYbu7e/JKoMXaExSwJ0tY+WOMxDFljrzAZ8YA5bApjZ15gEgbRPA2LCD31wAlIBecgCRtHkASj9rh9f8wY/I89tGA1CVrD9tSBdAyy4QzU88Unr10VF3R+ABbvb8hJ7j8gAcvQgfkOe4PUBP1lzih1hJlb07wIkBd+b5rB8AoHkpJmzwE7gUe/6JpzFQB2SKj2vH3fi73/3uw+mDBz3oQcPxf7z6ou/06QtZjyKwZ3wBSf6qT1KfR3zXH+PDVzFL1vGzYWA86Oc3P5A7/jYa9EHsWo4O8vrCF7EQIyk7/DfeyuKJT3/4Kg5ij/iIyOh3x4Ocenbkux/qEB3q9Hcsf13mE73KS3Ud66cjWa8BddpREsWKDRvmDN38MI7Ghd82Yoyfvpu/ro8kg6/49BuxKeUXWePENll6xdjGjnllA4Dv2vXdJotrzDse6KDLHJHyDSXZ7xov5/f+l6xte4tbSXLw+i2Go5Th36HoKJm5RjWHsn1t2q5R8WyYEZgROOIIzA2AIw7hVDAjMCNwTRFIsl+TBddmRZeBfgs0bRbD0iTDQkxeamEmjyz6LMLIq5daBFq0WVhYBOKz8LRwtHhTjzfJsKi0SKQDr4WhxWfbkVevnU668JBX1k6feqQsbd/pIcsuH7SRT9aFvTJdUsSWdJOfDnUoWeVaZ+uiI0k9UyyvHgEh7Sd5uiya5QEDi395+qTiCYTKG4f2R5qs4JJ+/UxWX/CyIRULbex0nXrUZX7hEffOJ/t0tX98MmZ8Ir/TCSARI0Ckn+t3nB3QAD6SNUaOvAO0AKGxEBcgCKh0TNk1JK7GQto8+JIUoBrLn/YlqTJd5hxe4wIMIuDSsXYvzwMY+Wgem1fmBPBkLPnNFmAJgOPlpxRvsl7D8myQM7/0A6Bl3917QJYf9PEPyP3v//7vAXjZFHG9usYBVaAMkfesP78cv3digR2bAOaOeNCpPzYapGzzQ728+consZbqJzt8MA9dK/jp8/mib/rJHlBOr77yQSqu5q5+2RDhk2vN4xr6kKyfh2ywRS8fxJA9sUVs0mcM9Ed86dY//Ub80X8pm+6G8ztJvfBRLOlkR6q/fPH4gnmmz+rEwljiSVb/6CHfxPZmuzIe/eC7snaU7NOBR1sTfeqQuk6TbIFo9UgbH8WDnDpxkRdLfWFPfMxX+SRDrMQVPz4+6h995pXPGTFPMnxeOy3iRYtO0+ATEzpsrPjJRicD+EAG0ZtEMmlGYEZgRuCYjcCeY9bz6fiMwIzAto9AkrrbY3GGLMI4LS+1mOvUQjVZF1YWengtgjd5LdAswizIyCap45t0WBBKETBDDp8Frrx6epG8BT8d2vBbKAINFrTybPHBYlI9Pm3kLRDpsFi0+OeTsjySx6/eolMZqeuULmV9VIfY47M8m8rJ+oIqdfy12Jdnmw48YqdNvdTCl271/Fff1PLq8epnt0nV8Vsez69+9ataKLMlLurpJie2/FSnXYq08Uuen1JEd8ejeehghx51gBre9lN+p1KSYYzMKePeQNHz6+aYDQDtYgt4erbdMXqgT3yNs7fNAynms1gbIzEVsyQFrIwXG0m2ns9OVqBINyJjHMxfAN0d1fvd737D0XZg1jx1nfCHDXOEDL2AOVCqXb71sMsPAI1vAB1wDMDTzw5QTQYvvfoltSGFF8jWbl6QEwOgjz28dDixYNMEPzuIL9rNK76rM//0VT2/9ME8kyapUzb8SFLHxcVZ2bykz5jYrOCzPNJ/MRnLn/EAMMULsQls//znP6/NTLzJamdhr7HXVza08UNMjXX/0gEd2vXdyQMbJmLicQYnAcg54eHutb7Qy195/tgcole/+eKFgjYB+Ck2xgo/PUmIb80RMmKWpDaM+CF26qStVz5JzbUkY/MvSckm69wjO5a/JPXdQHYp7ierDulD+yBlX2qzw+e92JgPxp5eMsZEf8QVLxmkbJykeJEY+AlF8WDLPBF/RL/TJ64tvHRJ+YqS/fupbtKMwIzAjMCxEoG5AXCsjNT0c0bgGI5Asm+xlOzL/8Ef/ME47bTThudy3d2ygNNNIETqDs1DH/rQ4cVk2ize1FvQWejJo9NPP33c5z73GY973OOGI7nuXAIMAIFFqsUdPgte7Y9//OOLT/7hD3/48NNejgezYVFpQame3T/6oz8a2izI3RG0EARO+Ige/OAHl//SU089daAHPvCBQ/kJT3hC3Y1jG/FbaiGpv/e9730HkPWoRz1qPPrRjx76yp48vy1EARzHjU866aRaSOuDnzC7//3vP9hRppPv+vuHf/iHQ//JWtTrO3vuJv7lX/7lOOOMM8ZjHvOYWnBb/DfPIx7xiEEn+dOWMcGnrF5ejNgBPsRNTPiPxzPQePRZfIyTo8/qHZPmC1nxVKfP/GIbL3BFlzumFvd4jYN0J1PPB32UB9gcFTdeQK7YdDyOP/74YQxtDgCCZMw/mwbAH6AiZmTUmw90blKSAl30I7z4ktR8UKdM3vUD/J9yyimj7zQnKSCbpB4xwGs+AOh0kWOPb0CY8TUngTRtxhw/8K4fAHbPX/KIrHnJvp8oBHTFAui2+UGf+USfDQV8QC5ftJl/6thuX1xLNlgAwCR1HeFLVjDOB+DPNck2/UieT3TTRY883a1Lu3HzmeC0gs8sevD9z//8zzA2eOgby596uoxV+8C++qV5GGePX/i8weMzR7xcR04eiIG42QhwagT4N0e880A8+MVPbeyLjTptNoucqhAL15z+sWGs+ISSdS7whX89J7SpU+76ZB8v/7UhfMnaRi5Z8+pRkhoDMmP5S9Z2ZfJI3me8uMmbO1J90199MGbioS/qF1W1caO/iCz74m9c8CTBVvMYyPfLC3jF3fwRC3b8xKJrqzcs1ZXg8p88WrLz34zAjMCMwDEZgbkBcEwO23R6RuDYiICFcnvaC6ZkBSEW8O9617vG+eefPz760Y8OQNOCDb+7mVLA4+Mf//h461vfOix61fUCzcKMTgvYN73pTeNjH/vYOOecc8anP/3p8dWvfnVYGL/iFa+o9wEkqYWhnwX7xCc+Mfyutt/UZlv5oosuKhmLSotEwPq9733v+Od//ufi/fznP1+/wW3xbLNh7P0D3Pl34YUXjs985jMDH/rc5z5X5de//vXDQh27WPBXHlnUf/KTnxzve9/7ynf+y3/2s5+tsjt+fPFcNR9f/epX11F/C9knPelJA98FF1ww9Ik+BPh85CMfGX5P3ILZQt0i+rGPfey47LLLxhve8IbxoQ99aODx7DhAiQ/I8Dvj+sEWX9797nezMfhofGxKAAw2WvTvS1/6UsXkU5/61OAHnW984xuHBTlf/viP/3jgs6GhH8aNDbzib6w7JoAem3//938/LObJb8ZKeSeS8dEvY2A+KwPyAI7rQ8wchRcLYAeQFl/AHMhMUi8RNC/dzQREW1/HN0mB+2RN6WIHyMLr+gFAm1+qTsqmTRkbDu5okwNyASaygJW77zap2MZvrPHRbyyBd3OZTv2xAWDDgE2ACy/Z1plkmMf6Sg6/sutfag7qA/10ALU2TcwlZTrx0st+sj4XLsb6ZK67JvgDHPJJfZI6TUS3eu1s0EO38cAn1U96kvWzzDUJaBsD+sgbQ2Rc1ZEVr46b/rLBFzb5x3cgX0zZTDLE33F0fSNPD3vuWjtZ0Pq1iSMfAFsbAlK8xsTnoUdGkgwbnOYRXW2HX0kKmCcZ/vglBlIkzw6SJ6uvSerUgDpEVj1KVl3qkpR+9YjOsfdPnqx4S5E+8zFZxwar7wZzkA8+Q8WMLMJLTiyl+k1GmzqxoJ/tJMO8ET/jaZ6Zl9psnPgJRrEkn6z9OzCvPGlGYEZgRuBYjMDcADgWR236PCNwjETAApGrFlUWYUnqDqQ6d/Qcp7WQswi2mLNgw2vBjCxgpeotpsnhp0seWUgDBgAR0ArkvvOd7xwWik972tMGsAw0WPgB+Bbd7sq98pWvHPhf9KIXDXlEH93ADn2OywLTL37xi4dnRYH5N7/5zcNikS5HRNkje9555xEfFqdvectbxute97ra3LCYtDDVyPeOSbIe7dd29tlnlw8f/OAHB/10erabjDuLfBYHNtVZqErVuVvIV+WrrrqqXoJl4ZysC2+xAbjF49xzz60TAMqekqr1wQAAEABJREFUYdY37RbLb3vb2wY/bFrYHABwLrroonHmmWcOwN6dMotoY8EW4PXa1752APVSMbB5oP/aLcylfBF/cTUGbBlrd/xblzZ87lLyUx4v+Z1O5r7+A2/6bIzFwHwHWMREzMTBXXPADTC2eWM+kQEEXQceGXD9AKPmhjxZfOSVk2yBNbLkjKs8GWPV8y1JbR406E0yAEu+msfGiR+uB3LmId/p44PrCJA3F5IMKVDOF0SvOaCfYtD2zW93ZPszwgaDecqG60U/2NFvm30AHKDcfaCTfvz0KpNhj8/6x3/8YkOXeP/v//5vnWzgBzvJekIAP13GCrUe4NH4kJeyKQbs0aVOLPggztpbr3yynqjQf3qdmkHsA+t85SPfrrzyygGUOrL+rW99a/jswSc2PpfEzNxh12cOGbbp5oeNJOMmpsbE9U1eXPiC+NmknKxzhQ9IrPRDio9sE3510iQF9JPU5z1Z8zDZVz+WvyTL/+s/7fjoRvLiKE1WPvX65TPGmNiYEm8axNUYydNlfPFLtalX5mP77Bl/c9SGER4xEb9vfvOb9XnPNjky8snqh7L6STMCMwIzAsdqBOYGwLE6ctPvGYFjIAIWXJtuWnh12eLN4guwVOdxAAtSRA55dlibRaxFt8WeBZ06upJ1QWZRanELjD7vec8bf/VXfzX+5m/+phbzjrRbGJNBFpXA/Ate8ILxjGc8Y5x11lnjVa961VAGUPAAL/gstt2V1u40wiWXXFJ39J1WwAcEs0cW4Lc4tXB/znOeM5Aj9/Qk++5gtf/6ZCFrYc4POv7u7/5uPP3pTx/PetazqK87/jIWnBbz8kh/gQ95d+b1XR54ALDoJSNej3zkI0vPl7/85fGUpzyl7uj/9V//dZ0IwA880GXT4fnPf37F4etf/zp148ILLxwvfelLxzOf+cyS47uFN98vv/zy4rU5wneEt/sLjFKizHcLaGOG1HvcgY/yxlaK10LcAh6p28kkFmIg1U9A0p1a42EuieFmPGyY2QAwrk6GGDtyxhsYFmMxND/MeTF0HamTZ8cYJut1Y1zMP9eDjSa6tCNgyljzj16ySeoFmvQrA958wA+IsuWuabLedXf3H7GvDYinr3nUIXX6ae7qGz6AVn/lAWEg1gYXcCsu5p+NKvr9rB85fdYP1wPf+Y34B2CbZ2zxR4of0Q346RcefvCn44G39Yij8UHqpdrk2eCrzw9+8FNftdPls41f8uKr79r4rg8e9bGZwh99YMt88NOBxsib6oFWesXHexRsfIi9WPGfLNv6zA49+Olh3+kCMaMbj3HEx/8mbfxK1nnSZf6KnTa8nSapE1atj040lj88ZMguxdpQkqqXJtnakMKDtLFpfion6+dn98V1Yt7ZyDA/xNK4sU+nVF/VJ6l3LYhNsm7oGHPzyGYWOb4aJycCvAzQr0/Qg5I1BvJIv6VsSCfNCMwIzAgcixGYGwDH4qhNn2cEjpEIWLxxtRdNybqYsuiycLUocxTfws4zrhZt6shYKHuO1ULQIs8iDZ/FoQW6+tYrr97ilyxyRFYKMJGVt2izsLfYs1DnX5KhrM3COUktZvG1XPN5LlRdsvLwVZvFONt8dnfbgrd9A5LwJesbquXH8gcsiINF6lIcFvHklMUByMbLL6R/bCN5sk4JeDeAPuoP/y1s3cnii3hZJJPxuIM6tiysL7300lqMe1+AOsSm/tAlBULJKlt0s9vlJPUcLZ+TDDz8ZYP//FOmd7NsrABWjwYYV+1AlHgZVyn/6NO2k0ksxFwfxc34AXrmEpBi/otJsl43xhXQMwYAo1Mc4oUXcAEk5c0hY0+/cUTySWpuk09SG2TAoU0r/GP5S1I84o+MY5ICUWP5MxddGz3u5gS/2XYdsSVvfpvTNtX0Ub2+kDOX+KCeX+YHnWzpI1lluvED58CvnwEE+m28eXM7vic/+cl1TN5GBn5zKUm9e0M5ST0GRK8Yq+NLx80cZUO9uLle8eqnNrxiak6S4a8y3133ZPSLL9IlRHUKyBjymzy7+iZlhz36ETknOjzK4zNQXGwgJBl0kOMTGWPEN48JOPlj/G0Y0Gus8PCL3/jEkN/0dJ1TJMZFP9hnL1lBePdPGz+Tdd51vTqkXZ2+ySepObOpbyx/eLTjI6ecrDrVJ2t+Yd3aBFCP8LaMPP/NLzHV7iSDfoi5MdBXfHSZT/oldmIinmKgjY/mq8dmlNXT6Tpw4qu/N8RUOz1IfpPo2SzP/IzAjMCMwLEUgbkBcCyN1vR1RmCbRcCii0tSi65kXdBZfKrvhZOFnHIv0KR3vetd63joxRdfXM/rW8g5EYCPPgs+izA65JG2JHW8X55N7fRbBLZdbRZ+2i3w8KjbTC2U1fFFPR0WdcoW01L22aWbPotpMhb+2pO1vxaQFpvkLS7xNLGfrAtswEF9kgLP7NIvBfa0sZGsepNUjNTjsfBlV6rua1/7WoE4IEh/1APVeOjlj1TfAIXOk/UM/5lnnjkAR+UmfceXpJ7Hp5NuscSjTV2y+sgvsREr7Wx2mYwyAKDvdNPlPQk2LZxAELdk1UW+CV/nd3JqbomnmCH9vuKKK4Z54DownwBA8dXuGhFHQNe7KvAYA8AFqJHHa8zFXTlJAXhjl6Q2fuSNDQAqvuYwna5D15F288iGAz51QDad6snw291pPOQBe/rIAmg2AtTxRT/01YYAn80NgJZudeYHfajbAD5x8PZ6wF9cnMJxh9ajBzaR2NNHcmyZT4gNPoqZvHY2kvWa0o8kdR3yg2+uEbGlL0mBWr7zAY9rVKpODPhpbPTBMXLXnn7aOLPJ5a47X7TTiciSG8ufcRI7L8e0EcdXbYC92LlbL474+C9OTk6deOKJwy8FsK1eioxd65Dqo/jwn13P/tOrD3TyJ8niyag5MZa/ZC0v2fqXrPGiA9FJl5Tt1tH2uq/ak5TeJAcF+PpKvgzt/U9cEd3mUbLqsLFpjtmsElMnYFwLxIyvOroQ2+T5RAd98vz3eazd9475wockwzw238wROpPVLj3kk6je6g99VbGN/0uy5W9y9fw2dn26NiMwI3ADR2BuANzAAZ7qZwR2cgR6EWSBZFEl1V8LKWmTegtDC0cL7STD8VWL5QYuFt7uapKh10JO/lDEpgUc4IIs3pTJsCNlE5/FsYU5gMUXC8ZkvVNokdy8UgtFCz95pGyBjU9eutmO5/oQHfyRbsrr/2b5mvJeUmiBC0Don36RFW8y+g60qfciQIv/bnPywmMLnivGCxBIyUv37NlTmwvySAyl4mtspIjvyfoyOu36I7W4xtf2kvWOM37PbScZXqJozNqmtrZDlp6dTt33JNVV8xh4VABWjK85ZyzFBLnzKbUR5U6wGBpnj9PgF3tjTrf4yycpsLupC3ACKm3GAL/mEL1k2JeqY8f1RK96+qTsuo60k2NbPb3mBp+Np7wNBCk+MlJ62EDyxp8OevmJxMIdXM/A2wBwwsbGh5TvdJlz+gqAuzbJI/Hjj7mdrPFV5hfd7OHhFx8QealrRbs8mST1XLs68vynQzvfpeLjMwbw57O+4BM7McHHljKf+Oszz/sOyHe7z0IA37iIG14bDOpsAKjHQ4+Uz50aL/Vj+aNPXhsdfFmq6x97+iKtir3/KavXR/2TV4f4Toc2ZUQsScVGW5It0Dn2/iXZr31s/NGPVCWpFzEaSzbELFnnrTobMOrFy/jrkz7yi7w2PqhPUj9fakzMQb76DDdXPNplQ4EM0k+bC5vfW+xpmzQjMCMwI7ATIzA3AHbiqM4+zQjcSBHohZcFVpu0AEtWYL25sNOOX12ybgA47myBD7hYyDkGiw/RIz0U4UEWyRbBjrfyBTDwU3UWdP08uwUdoGIxbGEJIFgUqsfHDh+0A2HyeNSzASjQS9bxY3XajoTY4HfraJ186Hy3HSz96U9/OhyNdvcQKNB38SXLzyT1iwL48HjHgDGgC1AAUCyalcnyR0yUf/WrX9ULBelC6lpWXPCrQ0kkdceUDgtwpJL+JAUAxvKXZPi1AQtu7wEAUOhP1sV/ktKjH2OH/yXZOuEh7sl6usWz7uagOJt35icyXknqJZTGL8nw7gzzH78Xw7me5MW0x8iYJKkNHTrVaxdec9qdYdcOgNS8Uu10A5+ANl/UtSxd/LB5YM4aa3LmiXFVBq7MRdceHeYFcE0H6n7j5xff9RVQM0foYheodjfcG/GlfOYvfUkGeb6yKQY2RGwwssFukroLnayAsm3Qm2SwQ5f+0KEffMCH+EaXMQDy6Xc3Gih1Rx0PfwF//oqNWOk73eSROHl+3bF/J2CchNIf/PSzj7Q7HSCPyAC+nt+3cUBv91k88YiHOPtMSVLXkb5rk9I/lj8xR66xTeo6/fe5yCd1/EZJCtzLk9OGFpVVL2ZJFKu82cZ2kqpP1lQ7W3QlqWuBXfqTdUzoVFZvXPXD+1jER//FFg+jdCkbR/zGRaqdffZcW47665sYJhnmnHFTl6Q+q/g05t+MwIzAjMAOjcCeHdqv2a0ZgRmBGyECFmZJ6vlvizGLLAsnd6T9TrwX8AHiD3vYw+rOjnYLMr/tbRHbx89tAFicWdxz2yKObvlDEVsW5BZyFm9eyOdn6SzwXvjCF9bP+L3jHe8ocIAPD7IgfuITnzj+9E//dDzhCU+oN+MnKR/ZZZ9dei0e2fG73F6oZ+H/3e9+twADniMh4MiC9jGPecx4/OMfX/7IAwlsHk433/RXf8RcfI2DhbB+KHvRlRf16beYuOuvX+IBMBkHdtjTb7LGgmyS/RbDyRoj8jYcTj/99PG4xz1uOF2AyCK6kxTgUqaXfjrlLeQ9zw3EeYeBfozlDy/deJbirvmnv2KerPEFLB1JFguxAmQQoCIo6gE9dzcBQ+/TMGe8E8KGkLE3BnjpRZ03DspJCnCZf+aAjQA66DYefJIigIq8+UoWGUt1+PhCHvAkn6RePInH9c6mOUoPfnk6+KmNDbbxstG+q8OHgF/XYL8YlE0bD2TZSTKAcdcn4A+Mm09tkw7+SgF78QTakbjiY48uPAAhHcA8Xn6pF3PXlJcuGiNj5acb2TVWZOjXF7rodU0i15vrxns53Mn385fGDy8/6BdDfPjJKuurUx8APp349BvhMYZ8F1ebAfLNJ8VDX48N+WQfCDcOfJCKGTIuXTYePj/waEPa6ZGiJMJb17x6BfVSPiQp8K+MknX+NY869thIUu9tIMdn9sXdWBh/70rQV+3kULJuGOgrncbBPNCGL8nwKInNW+MlHkhfjBcbzYtfftKMwIzAjMBOjcCendqx2a8ZgRmBGz4CFkrIAsoC2cILqPvwhz88LrroovGZz3ymfgv+1a9+dYFwiy1eObaM32LMAs+brdVbGAMI8teGyLJJl+dBH/KQh4yHP/zhw/PBFvV0WVBqTzIsoC2WTznllOGn8PzsnZ/e8zN3gGjzW1jrE3DrlIKFvrurFqFAr0V/LxivjZ/XxDH0RVsAABAASURBVGNxDwC8973vHR/4wAfG+973viHfd7euSa7r9d3v9Cv/yZ/8yaCP7+otwsUbIPj4xz8+/vzP/7yeA3/KU55Sv9svDkCHhTL57rv8nj17JKWvMnv/E0u62XAc2Tifc845FcuXvexlg9/0YsfDB3lzRD5JAQR1fjLQAtwvKtCrLkmBUn4r73QSE7ERK31NUndtAU4vutMG1AI+YgQgqTO3jStS75oD+uQvu+yyOrlBhl42xFNKVp0UuX6MAQKczAGEJ1kBlXnu+qGPDsQPPHjZlNoAsJFAT7cnqVMHdOBn0/yRknM9aUtSnw/kxvLXfgG+jmrz73d/93eHO+L0O5GQpOYzUIdcpzY/8CerXTEhu6gsP/gOyAKG5j3b6tzRl+Jz3fPVS+HEnk/JaoucemSMXD9kAUqfCTYBlNXTk6TG0zUhNu70u4OPjJlNDXz0ss+fJMMGQLLGhKyyWBhvsU7WsSGDkrUsNvorxSfW4iztmIp9ktrYS9brTR/xSfHSOZa/JPXYCL/4abzwiM/SXNcyfkQGySN5hA8lkZRMktoMwJekfJGnmwxffZbpg7JTGja3jJ33Izj+z1/zelNO35PUS12NA5+181sfPG7mNJT40JukHhPAl6TGCj8/xGnMvxmBGYEZgR0agT07tF+zWzMCMwI3QgQslizCLAgtVC2a3B0DCv0knLvNb37zmwvcAhF4ueW5V4uwH/zgB7UgdDfNgtwGgEWyBRi+w5FFYJJaQFpEO+bOD0dEgVMbAn7ebuz9A2IsBr1Q7KlPferws3dPe9rTxstf/vKhTn+wWkg2eOCnflkk2mRw187dJ33GeyTEf34/97nPHU960pPGX/zFXww/OwhIiNfhdJMHejwb7fEJsQM+xCBJ3YUFVPh/3nnnDTz68YAHPKA2Z9xVZMOCW9+R8v/7f/+vFv7Gq8eCDtRldzuf/vSnjz/7sz8bz3rWs8Y//MM/DCDMIl3MLLiT1NjQM5Y/i24+a//iF79YL7pzSkSstYkp/YhPi8iO/6fPHffNzjqqbG6YrwCmmIgjXjEGjrwkLskADs1ZMfTzeDaszHX6yJCVZ2uTgCyxNx7GNlmBWZK6LukzXuzxgQ51dMqTsRmBhz98oN/c5SdePFL18trMDTKIrm6X5wvC6zowD2zc8RMQphfIR1/5yleGF2E6keMdAXwhh8e8x88vehF7gKG+uMOvTj/4hFwb0iT1c4diyL44iSFZ8941xo6xoYcvfAVU+cA+uz4n9E381NFjI8B15/QCHWzwQxteeXFEYqYuWX9BxAaAa5scvxG9KElda80vhvL6xD5/2JCqp4Nck7qmsfzJ4yErbvqvb+qNBd+SffNEPWp9i4qtOdR5bXiUk9RmHxvK9GsTb6QOGUdj63rgu+8I/eATIk8WyRs/46TfYsim8dIPY6ed/+agOsRuss59eXYnzQjMCMwI7OQI7NnJnZt9mxGYEbhhI2DBZVFm0WqhJc/ia17zmuEN88DsM57xjGEjQBsiA7hYpAH+Fm7ohz/8Yd35cveejmtDSernvshbuFnYs0GX593dNTrjjDOGO0YWxBaWFuUW6+9+97vrbvvb3va2gSwmLa7ZtXjUp/e///31tm1HjwF07S960YvqJIEFMN4jIXYscG2SsOXu/1ve8pYB+F0bvfoj7v/0T/9Ub+wH7PVDvf5a5PIZD/Dg7elOOtjsuPe97z30RTzEDw+bZMeSoYf8kq3HHbpevy2aAc13vetdtbnz1re+dcgbA3bpQsm6qKafnmRd9IutjaJ/+Zd/qZdBOtKbrLybfPI7ncRMrMVVX8XGNQK0APLa3bkENM0LgNFYqDemNqWQO8p0mNs21owRXcYBL6If0e86QXShJPsBtmS9+5us9caLPvKIXn6zY54AVsZZvbw6fOYXwAW0AWR4yCXZenQIH//o5wsd+ulOuxMyiCxAT54v7s67647fHGdDDJxE4FOSOlWQpB7tYYNfPiPE1YYjPtcgH9nnM31SPqp32gBobxv8oIusMUKuYf7aECBHB1/x0qs/+g/026Sj06YGHcbCNYPYMIbiQI4usvSRp49tdVK8+JSTqNrqK17t+syOsRYjKcZkjQtZOpLUBgJ/lPmQpE6TdF5ctJt39NCfrHaTNSU7lr9kLS/ZmlfsIO0oSZ0C0E6/vtLNR3ptNhgb8xn4N17mgcdd8Lec2NDHN3PDOODln3iq06bOOOF1HUnZkNLFN7zySFk6aUZgRmBGYCdGYM9O7NTs04zAjMCNEwGLJAtX1iyykIUncN/1Ser4rcUV0g7ku2tmUUbWgs97AOQd8WxZ5UORBSOb+C0cpRa7ZCwEAQh5+i2ELQiVLSyl6shp12ZBSKc67YiPFqEf+chHxoc+9KEBbLlrza72IyFAALBrexaj+sAP6eF0W+Ti8aiF9NGPfnQd27eY1jd9aT8tfvXTYtpjAGLgvQNADrv6TwdZsgBH+2Cc1Un5itdY0k0+CdGtzRhtQIJKuqVsN1nAJ6nHQ9TZYMHTvPTjUbeTKUndBdVHQEaK5MXCHUtj7Ii7vOsKeDE2SQbAaT4CljbVyJn/NgzoEUNjJp+stros7tq7TaoNJanj0OYCPvOIbfxJCijiM/541JtPSL2y+mS9c22O8Nm46hfiKxBsPtGvjtxY/uh1XbhTrl4fPfvtusCjnoyTPt4x4kV6Hj9xtJ4tPpBJ9u8zn/TD5gFd4odsGpjryeqvGLLjeX16+GkTwIsSkc8w1xM7/EPmPL/ZWLpQm2auGXrI+1y73e1uNwBY5SQF1vVfjOngO93kxJIu44/f9YRPHZ3ip40tJB5SbXRpw88vpJ1udfiS1OeyPiSpMdWGj3zr0aex/GnDK22f5fEn6/WfrOnCvgXu6dokOro9WfnZQvTxUbtxQU5V+AxOMmye2ATgE7v4xEEqLoiM2NHDLl426TGnjLuxY4tNeuTpQMpiJz9pRmBGYEZgp0ZgbgDs1JGd/ZoRuJEiYEG1acriVdnC67jjjqu7P0nqbpx6Rzgt4C3kvKzPT9l5U7+X8Vm8+YmvlrWIs5jrBVqyT4+FWi/+LPQs5pSl7CB5fHxyR06dPH3qlaXkLPqBAIvFXiAm+xao2pxYIAMYSNmVoiS1iCZrgTyWP3aWpP6xU5nlP3mLVZsUNgH0camuu/jq5ZuAAncZ9QUIYJNe/WgeR6DdFfVcvuekbXyIvb44mu+Fe3wGBMjgd5fY0XEgSp3+JxXfAgbq+CmlRx4Zb2U+aDNmfNLGd21si0PXG0ft+pusMSX/pS99qe4wAnHsk6NTPDqvvJNJjJLU4xBil6SebddnG0/iCwAaO8DVHWx8HSOxNbbufgPJ9HksxEaPMVCHV72Y4+/YmvfqzS3joyxVx775lqTALHCtnjx+IEnZKRt5AB9QMwfkAWXzi+/8A7JbTrvrSRt+Os1zBKSpw6Md6OMvWdeVPFn1QD+fgWqfK91Gj88XfSGj33xzjdBPN59dV/zkm88c9thx/dBPL/3yri0xIGMcxNR8Nm99trDl2qC740bWi009inSPe9yjHtXgCz/Z40OSeuEdHWJOh/7jI6+eTm3GnYw2PMr87TZzRDs5nw94xEJ/tCmLnX6yj098+EMHGSSvjYw8YitZPx/YUNbOF2Vzgay6JPVZqE1ckvWaH3v/yPLbuOsveX3knzYktvQZN/4bI3HkN//Fnwz9/KfLtWJ86NNPvOQ9muTdGP/1X/9V7wcg49pIUt9P7CWpTQv94FuSvd5u34SvR0JH2rPD2T5S/VN+RmBG4IaLwJ4bTvXUPCMwI7DbI2BxbLElDhZzUot2qUWbhbXn9r3gy0LNYhWA1U7WQszCzoLOwtKCQ712izZ57eTIu7un3DYtYvEBRxaGQJF29XRboFo08o0NC0Yp4EIOJetCkG122MZHD3llbfSpsyi1kFXflKwLTXzqktQdVkCB/bH80SWPpxev8mwBAXy2aF1Ya6Fq4Y5fX8XSywDFSNkGCzn1AP7JJ59cJxfoQPyzKUAXPfyQZ+///u//yjdlsZAibeKhf2zwUX2yxmeTVzz1J1nblNkUP0SOr4CqjQg+8JV+euk3tvh2OwEtQCtAJEbmgHkupmJjbriOvFDuxBNPrI02se7NKmBVTI0fIiO+nVdu2qyTx2cczQ/XpTFO1jE1VsrmAx/kATPj6245wCZvbNmni51k3VBwrZiLZFw7+kOOjLFnX16/9VneSQfXJpv0mUPk+acMFNLFH/JtG8gUQ8QXfeE/GTHVR7zJuvnCd9cQ3fzEg/jhsQN3k+Xp4Cvf9YWP4pCsoN5PNNrcMi58wsNnfuoDu/jFhR71/MbHT+18TNaY40N4EPvKSeqapQuRS9bPHHMBb5I6oaOdTjxj+aNDzKT4lqoCxeqU8Wvjd8tok6cnSX0ekWvCj7pMz4Gk3bjwT/zo1G+pWKjXLs5se/eKMTEOSWqe46endZPzuaeOPPKZ79dmPPbh87Lb27eZzgjMCMwI7MYI7NmNnZ59nhGYEbhxImDxmGTLmEWvO/zuYnr5ns0Ai2yLY78MAMQDrLe+9a1LxgKwF3f4LPg0WKxLkcWjhR8Q4Fn/JHWs2iLf3TePGiCLc3ciLQrJJakjuPL0WWRa7EstFC1uLRaleMhps7i0KFW2WLUQ7nZl/uAjx3dtSB7JJ6lFM787Rr3g197y+ivPJt3amp8sGW1Jhp8DxMMvPqgn6yVpfPHTi9oQEHX3u9+9+u9ouf7QXX2R2UtsyKpH8nTSAQQpi5lUrKSIj3gQOfbVy/NN3lwQj8997nNbgIMf9Os3nt1O4gjAm4/uYtrEEh9AUWyRmDpFYu57lwIQjd8va4gnGaBJTOlD8uSuKb7GpdvwufZcO/LmWLJeO3S57gBmcxFAM658cE3Lmx/k6KPXXFDneuQHHnPCtU7GtchnvgNvXgBnrukrebrEwGeIuauvHotQl6zA27VvPvKDPvNYmR1z3518uhD7fCcjr3/yjv7zRx8Rv20gsKkveBEd7S8b+mQs/NLI/e53v2FM9BUfftelDRz9lcdPvzxS5rMYyWtjO0ldJ/Swj/hKRh6P2DSRS9aTJdrV00unvDRJfVaKHV34kpQddWzhkxe71qmf8oiuJESL+IPIkFcpRerZ2ST68dBjnmozv/EaV+Osbx7zMA/ZpFssjRtZxL+OKx4yNmu87+RHP/rR8B3Ah2T1lT1yk2YEZgRmBHZjBOYGwG4c9dnnGYEbKQIWahZ0FnYWZBa9FnLu5F1yySVbR80txizgHPW00Lfw5qIFH7kk4253u9sgK73nPe857nWve9UxU+1sWDA6SeA5W79J75l9i0t3mC3aAQU61blb6u6cI6U2JGw6OKJrYUsfHywWLTKVyTUpAwjsdZ3U4lo/yCgn60LzwLwyop8dAOq+973v8MsI+iXvZX4Wt2ywhyxqycmT1Y+OkwWzF/wBKOoRXnzqxfZVr3rV8I4Amy5/+7eNsBj6AAAQAElEQVR/O5wK8Ky4RTLeJHVXTZ5dqf5IxRfJ043EGcARN/4+7GEPG2KJR7/4j48OfqjXh87zCcjxCAgAhU8M2TZvlMnsZhILcRBPPwtoLNUpi5/UNWVOAOGOs9v0Uu/kgDuf2owdPfLIGCC6kDzqWONJVpCv3lia89qNjXZ5bUnqEQHXuI0IvPJJ6lcojDnetsMP7UAxXvX8pVcer77Z+LABAASqd/36fLBJKAXqkD56R4JrgD9k2aDb/KOXfteKa1Oc5NXRaw4in0k2DMji4SNZPHSaozYibCZoR3iT1E/J2bAQF6eN3K12LRgPsSdLD5v4jJnPGm108FVKXp7fyRo/eW3J+nmij0ic6NwkdXSIecuxIa9en+hPUp+dyaqzdSSpjUn6u45tceBv61FmQxu9ScbmH1l21dHVpH6TktSLIDd1iI2xJO/zzGMwNp/ElT1jlaw/lUgvX/hmXtgAEGM25D1i5pqhQ32yzlV+Jfv7rG7SjMCMwIzAbonAnt3S0dnPGYEZgRs/Asm6yLKYsyjjgcW3Y73J2mZRqd0C37F07cBwkro7ZcF9wgknjM9+9rPDW+O9L8BL7z72sY9VO3mLagtyoP973/veOPfccwdw6plfz8BbVLKNLBbd3aPL2/P9HN2ll146Lr744rrzhcdCOVkX9snqp8WnRSZ/3EW0AE5WH8nwA0BgC7jRJ/UHI7EAKvSVL/pmsXrRRReNL3/5y0PfLHrpsDim00KXLotegEJZqg5ZLHumXp5u/rJzwQUXjE9/+tPDM9Ef+MAHhjuqL3nJS4YxeNOb3jQARTJJ9Ve24ipDXr/k2ZXySepFjuydd955QwydQDjrrLPKTpKBX6wt5uXJ6AefbXrQw0936BxXV0b6y66UzG4m8UtSzy0DMe7q28xCrhft5j5wY/PEfAI+bZyZD+a1mIq5+dKxxK8szsamSXuyzvckW/NAvTmNjz5zK1mPywPo5hJgxr75AmQaP4BbvvnVySN51xkfyOKlmy0yrjNA3x1gqblDt+vcXHYXX9/d2fUeAn6IidjorzmmbCNBX21gqGOXnHlJH+KP+PHDdS3PD7LmKN6WUc8/MWRHGzv0ehGj+Ls2XL/ixba+0ctXMuKkzG6yxtlYIvxIXnzYwpukrik6m/giL4Zih5IV5Ha/khVkJ2s9P1tGno5NStbxb5146ZW2Tm1J9ttEGBt/ePFIkSZpkzZELx+k4mmMzaWO+ZVXXlmfUzZ2xQGveWicEBm84i9eeNSbDxcvn+ff+c53huuG3fZBbOXZlE6aEZgRmBHYjRGYGwC7cdRnn2cEbqQIWLBZNFqcMemIMHDr5wEbeGq3wNX+nve8Z7hT7c60egtA5Wc/+9njhS984Xj+858/zjzzzKI3vvGNROrlaX4+z2/Ra8f7nOc8Z5xxxhnD2+UB/V4YXnHFFePss88er3/968dLX/rS4efr8J+56GSHQgtTpwae+cxnFrDlO//UA+j4bEJYSFpY6iM5z5i+9rWvrZ8UtCBV14Sv81KLT4vd5z3veYMdOoHyF7zgBeXX29/+9jqyCiDw+dWvfvX4+Mc/TrSe9XWs/5WvfOWwwVGVy39Jhp8TpEMc2Wi7T3ziE+v3+r0nwGaDnz102sCvGiyi9Wyw/v3qV7+qO4AWz+LjxVkW2Xj4kmRYVL/4xS8e7L/85S8ffLPJonz++ecPoIndr371q0O7kx5k6fjgBz843vCGNwx9V5ek3mRvLM9cxuALX/hC2TdebZfcbiZxMJ/E1F1N14RTG+Zlg1Ig1DwEfjw+44V1ALTNFY8O0IHwmMvSjv+BsWWnSRt+c8n1KJ+kgJ88PmDrqquuGv6Uk9RJEiAaWJO2rJRdc43/8tqdHHD33bjjAdSVydt0o18f1eEF/h2xv8td7jLcuQf+XX/8BK71lS/iJmZ8o0u/2QUK27Y6fSELTCYr0KbD5oM6bfjpBsrp4482Y8DHJMMGAPDPR3b0h5zPCsAW+OcHPcr6KhZ0uSaMGZ3ssUEeDx3K+oTkm5TpQOqSbI3PWP70T4zpbB6p/pFdWLb+KTepxKcfZOnhB0pSm0PJullABv8mbdbJo812efrVd8oWEi+fI+avOW0+4+eDsRIXfHxRj1+djVn9IveVr3xl9NjTkezva7KWyU+aEZgRmBHYbRHYs9s6PPs7IzAjcONFwMKRtWRdbFnUveIVrxjve9/7VBdZ+FrAKQDWgKS74RZ4FuBALQIygU3AFGCWt5gm97rXva6ApTvawCSA6+4+e8AEXRaPwJDNAXeqAU4bEWTpApzdqaPvm9/85gDCgVhlshaqNiaAfHfV1W+Su//sv/Od76zqZO2zAlkpPUgeGLAZoW8ve9nLBp9e85rXjDMXIMwvC1lyNgAA6XPOOYdYvTXfc/Nk3O1UmaRAvI0L8duMrwUzXR/96EeHn/171KMeNbx/wdFY9QAGHnrG8h+bTgzwwwbAUlWbDknqqDd/+MonGwHiYSPjRS96UY1Bj7kxxOdEQ9e94x3vqA2DLluY029jgJ5NXvW7nZJ1DgFIrhGpTZ++ZgBcYwdAGkvxBIJs7gCZ5uQll1xSYQRUySuQAZ6azMkkdYfZ2CD2zAW8dOMxV6Ta6ZF3jZoTrjE2AFj1fCGbrH1Qpyylm8+Iv+7q43etStlx5NsLQr27wh1/IJa/rpsG3B5DAbqBchsjNgLo4hsbALUYKbPlVAQe141rPVn7zKa+6gNecuzoS/uM38kKeumgF0/3WbsNTn6KFx3k2bSBISXPV+CfbNtkN8nWxgkdxk8c2n6yxpHMJiUpwC82SHyb+IoXOGaDX8YOyZsP2sfyJ1UmI1XGpw/y7Qfd7GhTv0lJagMvWdNuW9Tv9y9Z25PURgJdyfrICdvG6j/+4z+GjRqPtHjJpTFKMvgthvziB2KHDjH+4Q9/OJwCkxc/hrUnka3PMH1I1nJVzv9mBGYEZgR2WQT27LL+zu7OCMwI3IgRsGizYOsFmIWbhajFmoUbV3qRZlGGgJsk9fwwHott/HjJb6Z4lS22yVo44lVWbzGpLK+NLTrxqlO2sLWYlNLHZ3J0SG0y8Bm/PD3K7UvrJ0ePMr7uMzl5aduVb178yt0GJCiLG/v0KvMPyfNtM6WfT/qjXlmK1Ev1W0qvtAmvPimTBxbk2xZggwcw6DrlzmvHTz89ybqw1q/m0Td69QcvkKZdP+TVoWSV5XPLqt+tlKQAlfgBjeIC2CT7Xu5mromreBoL8+Wud73rAJrE10aMsXMdKdNh/NQZM5SkQqy+ddEnn6ygSxtejOaQdrb4ZROAbnkpObxsILzkk1R/5OkAovlPjzrAV1/JA9Pu7ruj7lSDeaKNfbzy7NlAwCcugDZAro90usb4w5a7wY7giwNe8xEf/4477rja5GKXfvOYHiCcf/qCtNHj1IMUQAXkyduk4COd/GLTSQ02bTjw18kAesnRixfRa+yccEA+A2yGsEkuCZZrJDx4m5KVX986VvxB+qhOW49LK9bWpK75pK7HJDV+7OBrHmlTks4eNqWDT4gvUvEQPxsA7Dj+L65iooxPrPQZv7LUmNqg9diLd0Jox88J84AtefXy5JQnzQjMCMwI7MYI7NmNnZ59nhGYEbhxImDh1ZYsIi3Gu9wLMIs3dRZlncdrIdg8nVqY4209+JQReSlqfnmgXoro19a8yhbC2jrd9Fk9kCJFm/n2QT3alGs+trQ1sdG2pZv+a8Nn8Sttar2bvnbbgSkedZ3KI34g+bbZ5bY7xqi7a+KOr+vFj6/qOv7y3X5gX1u/tHnIt16yQJg0ST3jm2R0e7ICiPYP324lcQMupWJgLABKL77brAd2k/VuKoDjeXcvyxR/p168aBFoosfcAOaMD16kLNVOxliYd8ZAG9keM3w2ipJ1zJQBLjJJCiC6Q0+XNvrImjvy6vju+gGGHd1Xx4YyHjbxA3CAtY0B/ddP/EA3cC2l5+Y3v3ndBfeOBLEBnsWKnu6nsv7gT1KnHdQB5Wzznx/4zWn9Zx/h45tHgGwc6B//6KJTTG95y1vW3WXXr3qPOHlx42ZsnMigF5jVF3JJBvvGzPtA+M4mvXzRB2W8ZNUlqTvnYiwuzdvjok6MbSbYIOG7Ml1kxFhfk9Q1r8xGkno8R9/Ywas/bCepU0ZsaLOB0TLJ2kY/2+Sk+OTbv2SdH8rinax3/fHxwXjyVZy8F8TLWh3/txGDn8/in6yPDvEFr7iI94c//OFhE0Bf2VWfrDaTNe2+JOHipJswAknq8yI5eHoTujZNzwjs+AjMDYAdP8SzgzMCMwIzAtcmApNnu0UgWQEagAT8SIFpmwDuugM6wGayAjDgyN1S4NLz8YCmO6PAFGAF/HQfG1Qr0ytN1oU4YAfMIWBQmSzgBlgl+4AbOT543AaAU8YHJAPOwLSX+LnrrR3QwwP08gnA7Hp9ZFOKhx6EF5ijT9/c6aeXXfz66b0A/HTn+Kc//WmBanr0U1zokPKfDrLAdpL6NRL1iH9NZMQbuPR4ErDpbr6YyIsbm0A2Xr7wVz1fjRMfANU+MaDNuIknUKuf/EJJamOiZbThp5NvSFn9JqlrUk8eAc76z34STbVRwmeUpACYBvL0I/bEQB/ESV47neSkyijZX4c6+pJIDkpJyi5esWBTjJO1/zZyjJFHQDwKIjb6gMwXY+KEiLltI+L73//+8AJYMaZPbA9qeFbOCMwIzAjMCFQE5gZAhWH+NyMwIzAjsMsjMLu/LSMAfHEMuASUADJ39S+//PJ6TAYYa4CUrG98B6xOOumk4eg8MAQQA+R00QFMA3L0blKSOgrPFrBFL5AKjOEnn6zgbez9S1I/gwfsAuX0swmMAcr8BZa7XVuSAXzTRwagkyrznS1Ajgn2lQE/wB+Pu+rAHz8BQLo8K+5RAJsNAKRNBUBWH8QIQEfy7vpr86Z+dpJ9Gyh0Iv1ny8aFdxx4qZxTB97BoF/06yv9Nh/4QE5s9dmGCBv6oM82O5A2PPJk+QSoS9lMQqTGQSzYQPIapEh+k/AgdfrIF3ptAMhrQ0lqE2Ac5I9epN/izkd95b/61islrk6arD7T3302Zslaj08bkieD8NhQ4aey8TW3jaFTHXe4wx2GR1nw8UG8jDc94i9eTllceOGFwyYX3XzngzY6J80IzAjMCMwIXD0CcwPg6jGZNTMCMwIzArsuArPD2z8CAA4vAeof/ehHw3H4ZB/IAn6AM+QkgJ+kkwdabQAk6x1Wd3YBKvoQnShJAU+AEYBC8scdd9xwxxXwUmYnydZd3AaL2ulD9KsH3vgAlI3lT1uybgC4c68NIOaTTQCAc2EbgCvAR44ePI5320iwYSAFBhEbHhX4rd/6rfpVAKDdSy7p5AewyGcbGfrkqL0+SdlIUi/gU4cHGKdXzGw0OG3hZAGwyjadbOovvlvc4hajQSz/2SNnDPhgMwQv290Xdhz7d0yfLNvaxUP/9ZtMp0lqbJJ1DLWNvX9iYblJaAAAEABJREFUitRJ6TBOSUpmLH/0iIF2JI/k8esPGak6ftqs0Fey6pKUPjxk1I3lL9nnk7oktcmQZPhTh/jXpMyeWPFD381rgJ69O93pTuPXfu3XhjzeZN1oSlKPWvDNix/9somxpostuqTkpJNmBGYEZgRmBK4egT1Xr5o1MwIzAjMCMwK7LAKzu9swAoAPoJWsx9SVuQmUAaR+rhFoAqIAZOAKOAM85W9zm9sMeaAViCWLyCP5piQF2thD9IzlDxgGztzlBlK1AVfSZB/wAxjx8VEb3q4DcpE6eoFfoNedePrVLabqeXSbAIgsfjr1BZ8+2PSg3wYAsNekziaAUw82D/wUHDDeAByYZ4N/2tmnXxkBkPxgTz1KUgCULH/ow4OfPX7pg9jwTz0SWylecsCqmKlLUmPinQEeHbCBwDZ9+BE/8SP9I6ceJdl6/j9JbcIkqUcH8JFNUmNJPlnz2lCS4Y/vrbtt8wNp14fN9mSVS1K6yYzlj05EnxQt1eWXfJP2Jn412QRxWkKMtRtf8h5hEVtzwSaN8XIiAYmpDRa/jOIXW+jiN3+TDHONLnomzQjMCMwIzAhcPQJzA+DqMZk1MwIzAjMCuywCs7vbOQLJPoAHoPLVXWU/d+bZaSDJBkCy8uFRBoiBKADUnVUAFjAC3oBJepqSFGjrMuAGUAFf+N0td2SePB7t0iQFSAFtdUnqZXFAPhBJFtB1PB9IVg/0IqBOmQ1tQDcwZ8MCKKQfHx4bGXzWhp8f+i0OAKE+and0/Pjjj6/HEvhDn3Zy/OEnXnr5lqz+0qkMSPJDDNklI27qtEv5JTZtT5zxskVO6pEAsjYb2MLPLjtArxMV8skaP/1JUnfYk3XjQR1dSF/G8idF2pZi/Uv2jZ02lUlqU4CPfOK7eqk+qldOItmiZC3Tz38NeMnRjdQlqY2AsfzxD7+2JFvzSHlpLj/k8eAVC7rFVTnJEBuPbtjY8eZ/P+9IRvycFJFPUictPCbghX9+4tI8T9Z3ZbCVpF5kKD9pRmBGYEZgRuDgEZgbAAePy6ydEZgRmBHYPRGYPd2WEUhS4Br4AcAaQEk57Ei6t94DtYCQOsAKMAbagEygXb7fA4BPmT56ySQraEuiWICNDYQPPxDrRAEZddJuZ9NJBIBOG2CrTUoWGLYJoIzoAkoBO2WAFNDDp9yAna/KCGi0CYCXzt/4jd8Y9LhzjB8vP2wkeB+ADQs2AHO6yScZ+MSLPw0+6aeXz/qVrHEHRhF77iqzpx2vQLHl7r9NFnV0qxcHGwVSOjsmNjzY1cZXuvAnKTDNDt6x/GlDfNQ/pA/KdCbrWCUpwJ1kkVr/kZOjT98QvZv1YqO96/mzqZ+N9l/fUJKaG/SgZC3jRWzSl6z1eJB6KeI/O+wB/Z73Fzeg/gc/+MHw0r/73//+9X4LOsU4SW0QkPc4y+c///nh6D8d+pCkYqCfZMSKv+xOmhGYEZgRmBG4egTmBsDVYzJrZgRmBGYEdlUEZme3ZwSSlGOAD6CjAOAAUYAWAOXOPkALRCWpDQP1wDVg6u40wOn4vOPT2uhD9CUp8JREsUgbYkMFMMW+O+vqgTL1fMED0DmSzQ9lvEAYPkCTfSBcPQLKk9SLALXTpR4fokMf+ZqsfnkJIB1Iez/vzw77+OmhzymAzQ0AwFsfEJ8BR5sJZFtOvRiyKQV+vfzvl7/85eCTeOqPNnrYUbbJImVbG19swCiLh5MMTh/Q4Zl2JyHI05+k7vjThfRrLH98EedkHU86+Szlr7aFrf4l2W/8NtvoY0tsMZOlO0nZ1YaHDN1sNA8+/VHGQ0eSrQ0A7erH8idPx5ItX6RIHZJH8ngRvWzKe6njpZdeWj6deuqp41a3ulU9emFDiE/mLfvST33qU+MTn/hE2UnWkxJ002U8k9Q7ApTVT5oRmBGYEZgRuHoE5gbA1WMya2YEZgRmBHZTBG6yvgIE14VuMkdvIsPAUZtucJOsgE/c3PH82c9+NgAjfEAlUKcNkJWefvrp9Wy90wIeFwBK6QLegM5kH6hLVt3AFqKTD3QB3kA38O6dA9rZB9DcGU8yvHwPaKQf4JXnD14gHK88v+gDAuWl7NAHmNPHP3r4a3OBL0C4PmoHDvHLs5usx8DJAOTk9ZmvUsDb3Xe25Nnljzv7Nhf4Sc5JBmXg31vp+UUXXr57K714qxML9vEA+nQD//wFap1OYJ9dJzEQ2+Le/WSXHrbpBFz1gZy+6y+f5LWzhdjCpx/qpeqTFJBWRy+f9VGsmh+v9iTDHx+kbBhruqVOP+gr/vaPX/TQRyZJnV6gQ7/oxa8fYoZPHRl6x/JHNz10i7VYiZkNplNOOaU2XPierACfbo96XHDBBQOJsX6xk6zzN0ltCizqa/MgiewxTfp3KEpSfU4Onh6u84fSre1w8odrTw7uV7LWH07+SNuT1U5y7dIjtTflZwSOpQjMDYBjabSmrzMCMwIzAkc9AlPhsRoBAAuY8osAwB+Apa7BmtRd59/+7d+uLjotAJgBalWx/Jesi+MlW3d3D0wBtyQFKgFJOgGyZAVn7LGbpI5t0w+guesNUJLnG0ABtI3lT14dWXkAMcnSMsoO8GcDgR79s5GADz9A7K67Mlvq8AGIgDJAqZ4Od++B2PYPr77bjGATH93AuHqgNFn7RU6bPiAy+uLIOt/YV+d5fu02GfTPm+npVUefTQunMPDZCFBmz+kM4Jif4slHcuIiEFJlfQCO2ea/ein/kxQAxI+Sq5fZMGY2TGxW6CdeevShSR1iEzC3ocFukvqFhGQF2uzq54HyrWczxUsf3/WPjBQPWz1uNkr45dl/j1Tg56+xlxqLD37wg+Pcc88dfLJ5JAZ0TJoRmBGYEZgRuO4R2HPdRabEjMCMwIzAjMCOicDsyDEbAUAKWPrOd74zADagCGgF0LQhR+FPPvnk6uP3v//94gPCAGnt1bD8Jw+gSZdibQbQDQziB+SAV0BNO1525JMUcAfM1AO/wBswzk7L49dOF8KnrD5ZwSswDGAjPPwBJPFJx/LnLro8Stbnw/UfWAbE2QO22VcvLuSVpUD3oqZ8VgYylQFS9snbwFDXeToAejz6qV9OAwD27HZ/+1EL7fznqzEg02TjwCYAP/STTX6gJPUYB/mf//znw4vxbGzQxZdkPemg7x03fiZr/OSbktSmjP6Jh9SGgHa2xBZt5o05kO1Ze5sqfOYrubbJX/6QRfRJm+hrMh/xJuvGijISL+OfZHzjG98Y3tvwwAc+sJ71FzObAuJz2WWXDW/7d+dfHIxDEiYnzQjMCMwIzAhczwjsuZ5yU2xGYEZgRmBGYAdEYHbh2I1AkroD7AVqgCJQBSABqgAYoAUk3vGOdxyAnEcA/HygdkAPMAPaklQQ5JvIa6dDI/BJB33a1AGEUsQuWaCObnVALHltUnV8tKkAYPODXjpRkgLlnbfZIA8IAu/KQCy/6FQGpoFoeugFXtnC5443Xn6pAyoBeP6pJ0+//qjHp0/yQK4ND8CXn2KsngzbY/m77W1vW2DdT9e5yw4080O/8QH+XlbIlyRbR+X5Sy9b7EubxvLHnk2F7373u8PLG9vXpakAfZLaoEnWlN/akn3jqKyeXvbEwvjplzaUrPz6j9TxXxzddTdWTn3YPKCDLH+l+PBfE7HNb7HGww9lsUFiicfP+BlDp1TYEUd22TGn3fn/6Ec/Wnf++UCXOSZ+8pNmBGYEZgRmBK57BOYGwHWP2ZSYEZgRmBHYKRGY/TiGIwBAAVbAGCDl7jeQBeg2oAN8/aQaMAp0/fCHP6xTAEAccEaWHkSmU/VAGD4APMnWz/sJGYCLB3/bBBwBe3q1JyvAxMc24KzdMXoAF9Cji41kH5ilD0gE+JIUcHZnXT1Aqp9ssQMw6ps78fjZcafYhgHACyiKEVtiwQcAkk/0aRMvGwfy9PItyQBI1ZFlnyxyqsD7EG5/+9sPmyr6xF9y9LJJFo9HMABcfiKx1C5uydrnjrs6eoBvd//pG8ufPusb3Xj4JEXqkPzCWhsD8ohepL7HMlnHRF2y2icvFniROIkDHpsXfG55tuWTfXrwJWuZ3U2im076xd2YKYvjT37yk/HjH/94nHDCCcPxf3LmjfTf//3fx9lnn12nA/CySY4tRJ900ozAjMCMwIzAdY/A3AC47jGbEjMCMwIzAjskArMbx3IEACJACID2MkB3ixuMqgfWgCcA1AvW8NsA8C4AQAywxQdwoY6FPOCWpJ7/pkcdeSBW2ryAmTzASB/wqAzIAa1SsoAtnQA6wA1E4+M7wsMXRAd9ADxb+gDQI4CUHvq8/A8vPhsAQDc9APRVV1018LiLzw931cnxR9/1iSwf6NUOoHqGH9kQ0MZf9XzgG9+ld77znTUPj1XgcbJC7OU934+89I99/jWIJ6tPfKOAT+qQOvptYLDvXQfujEv5i6d9J0uPOr7J67sUyeOhH8kn+0A6HrJIe5N6+vTZvOG7NvXGmt4ktSmjTvlAUk+Gz1L69E1s2ENi9a1vfatONOij0xTiZQ4B/6961avGt7/97YGvN0z0fSx/5gsbS3b+mxGYEZgRmBG4HhHYcz1kpsiMwIzAjMCMwE6IwOzDMR2BZH2uGqACjr73ve+NX/ziF9UnABowA56A3pNOOqnAFmDsaDWQDACTxbdJwBXgRhFZbckKHgFZ9dqT1E+uKQNuzZesfgHewJp2/O4k80cdMKncPNoBRf7wC1gEIAFRYJhugJ8uL9XDq699GkC9Y+785QvgCNQDlZ5hd+pAmV394wfbNjSS1V9H+G2OAOHiY5PC5gBd7ItxkuFEhZfV/eAHP6gTAPSS0R+22PR+AMCdDWQjQB/1BRjWx2S1232mx7jpizjf8pa3rJ/EEy+yfMcrLsk+WXXa9auJv/jokk9Sj1eoU8bPB3Ekj9RJ1fNRH3rDhUzbxzeWPylqm1LlTaJf3BDdyLsFgHyxNZb3uMc9RtfboHrlK19ZJwP4upipX7FgX77r5CfNCMwIzAjMCFy/CMwNgOsXtyk1IzAjMCNwzEdgduDYjgCwqwcAmzu1wCugCyQ1kHQXFzC93e1uN+Tx2gQAboEuoK3BFV1N6ukHXumTB5oBU4AUH6CHT0qvPF30Au7kktR7CpLUewj4AFQCxPyiEx8d5KQIYERAIl/ZswFAryP/gCUw7W45smGQpE4s8I9O/gCY7OFpIK8ejxMD/BG7JMORe6QP4ieW+kW31MYCv92txuMFdXzterEB2r3EziaAUwk2GJr4rD9S/tHBFzr0XX/l8ZN3ioA99fiMRZIC8knq/QP4kXb6NomNZI0/8K7P6vCQoVfastL2Q3/1Q+yS1B1/OvDzH+81ER5EP155NpMU0BfXyy+/vE5onHrqqTUvxVjdWWedNWwCGBe+juVPSn7JVp+lk2YEZgRmBGYErn8E9lx/0Sk5IzAjMCMwI3AMR2Dbu56s4CVZ023v8FF2MFn7nazpgeoBLHYlHQkAABAASURBVCAaOAKy3EH+2te+NoBkAAowBZ6ASMDUC+mAOI8LAHj4AT51dNAv1aZOmqxv2QceexMAEMWLWh4YtLHgDji/1CM8ynShm9/85gNQ5hMCwt1txiMFBAFyd9S9eI+PdLCtTwC0u/7urvMxycCr3gaBONhUAF6BaLJ845e+sWNTgC4AnV5EzgYBf8TNhgFfPItPTpzpucMd7jB+//d/v15K1/y3uMUt6i61vnnunw46+SFWTibQpf/APVtIf/WBTzYc2BFnqXrySJyMI3nt8uT5I4/EWru6ZJ0v8vqP5OnFSzc9wLlYs89O91F8teuX2OJPMsRYv+hIQu3gB9t0q2BHHTIP6dVP7fi8MNH7FGy03OY2txneo6B/X/rSl4Y7/96pQI++0JGsGx3kk9RmUtfj28mUrP1NDp5u974bsyOhw/UvOXhckrX+cPKzfUZgN0dgbgDs5tGffZ8RmBHYxRGYXd8JEbDA1g9gDlh2dB1obQAFfAF4QJZfA8AH4OID7Mgr45EH4JoHYAO2AD4pfsBZO171iAw7AKJUHaAIAPIjSd2ZBwYREEwPkMl38mzxAT8wTJc7//Jk3A0HVrXzF7C2CeAONVl9B8i10cM/cviV9R/ZGADI2SaH8PJDnZQOvtuA0Bf19Dv2/6hHPapAr2Ps+kA3X51KsMliowGQRnxMUvz0iEmSQYZ+sWKLj2Iqxuyzx3d+0iPu5FGSetGfmPH72hK9eFtOyo4U8Uks9EUcxco4NU/7Rg/+Lif7wJY6/UDyxguv1F1/42lDwcv/9OtBD3pQbZx8+tOfHuedd96wMaUe0cHWpBmBGYEZgRmBox+BPUdf5dQ4IzAjMCMwI7DtIzAdPOYjABg2UALegC53Vr1ZHbAE6tQBfgDlySefXMetgWrvCwDugNLmkd8EmXQjfPRLgW55OoG7ZB8gBZIRfWyzo4wXGEb8ACwBd/7TRY+ULSlZdQ2QyQHW/Os6OvhCD14gmhx5eboAdECbD+RtIvz6r//6AKyT1HFyfPxAdAGryQpq9YM9oJWM4+qAvncPePygY8yuzQEnLLp/7MnzjU/iqpxk8K/9krYe9pLUZon+8Uff+ZakjuGP5a91SpvEeGmqzQF5pE2aRNNWm3pEr/7L84mfNjaMm77os5jTgUdKkTxfpeqQsjjoC13y9KlXxit1h98JAHHU/rnPfW68+93vHl6iSA9/8IkXW5NmBGYEZgRmBI5+BPYcfZVT44zAjMCMwIzAdo/A9O/Yj0CSAnWAHPCkRwDlFVdcMRrIAVTAFyDriPqJJ55Yd6A9Z+1ub5IClnQgeoAvYF8eSFNPhzrH55XH8gfcJalj2WSU2QH+6JYC3w3o8CQpe2P5w8+/JEtp/Uc30AsgAsHJ2sYPtHKNAsnuFAOoZOTdtVbGR68NAEfv+QJ8A7Q2DfDoDz6+ySP22NaOlz59wAMQn3LKKaNfXgckizGQLiY2AMjzRZ3NBr7qI936jpTpbOKnOjziTb59tRkh5uo3CT/f1bGRpMYgWVN1aLOd7WSdL12Ph30pnfI2O5JsvXyQP01JatOEPOIDallxQvqmXuzpplNczYUf/ehH9R4A/T333HPHJz/5yeHli/jEjZy8GEgnzQjMCMwIzAgc/QjMDYCjH9OpcUZgRmBGYLtHYPq3AyKQZL9eAIsqACrHqYFxoAsoQ0AtEAu8eV4emAXSkhSABL7cwaUD6AMaATX8SD0ADVgn2QLyY/nDD0DSRwYlqfcR8EEbYEg/slHBHvAI7PE9yQC+6Qeo1ekDAO9YOh+Acjz0sylVtgEAiNPFb7JSQB3pvzqgmpw82/Rr4yP99PGLHnrVeWzA8/Dk8OLhE8Dvmf/f+Z3fGd4nsIShTheox5ukXtjHVpICvuTFgY2x/PERr7SJbYBZmX1+InbJdT5Zxy3ZP13U1j+yMvQ0Jfvz0qVN6lSDdx8A4mKZpMZYHBA+PqDOs6G8Seqa2l+nJr773e8Oj1WItU0qv0Yhr7/0yY/lL0k9NrFk578ZgRmBGYEZgRsgAnMD4AYI6lQ5IzAjMCOwvSMwvdsJEQCyuh/yQJQyEOeIP6ANcAJnABxg6g32wDKwhcfd2WQFhfgAQYAUP+BKH8BKPxAPHLq7rYwnWcEaWSDduwXwaUPsA9l8YRMYt0lgA4BueviD2CMDEHqRHl7HxekkCxR7gSAecsA8f5X13eYEwMl/bWyzI6VLPRt4tcuTR/Tja1+TdTNCPXAP6POFnM0TOsRSvZ/La102WfRfLNjTF23io54tvus7vxEeKX6EXxkfOSl+eUSHMkrWsUuiWCdC8DefvIYktcmTRLFIH5JUvTG2ceQFgPqjn3xB+KRJtvRToE7KBkpSGwZJRv+Zi2J4ySWXjK9//ev1s5HGn51k5dMf/tJBLkm9G0B+0ozAjMCMwIzA0Y/A3AA4+jGdGmcEZgRmBLZ3BKZ3OyICDXYbOAFROqb+3/7t38ZPf/rTAXgnK9AC6txZv9WtblXPoX//+98fgBhgSraBGGCXrACYPjqkADJw2hsA6hD7ZL3o7T//8z9LJ17AkS/0A5hAuDvn2tjTTh7YtQEA4CP2gWK8QCm99PPfJgYfpHjpJ0+PzQEAHi/dbPJNu40AqTJe9vjANzqAVP2UIjoAVW14bS7Q4di/tt/8zd8cd7rTnYbTAUA/n+mV8ptckjoBMJY/Zfb0Sz/4oh9SdUiZ34ieJAWo5VGyAvCx/CXrmHZ/lqotcM4O4qe0eaQIL0pWHXj03Rv6bVw47cAffrKrHW3K0MNPddqQPJJnWxyN37e+9a3xr//6r/UrAknqMYIkw/jhQ+zof8tLJ80IzAjMCMwI3DARmBsAN0xcp9YZgRmBGYFtG4Hp2M6JAODUvQG8gLIkBcK//e1vDyAMWANeASx3d/2UHTkvXgNogWYAEGAGVAEyebrIyneaZADfbOGV4uMD8AhEukPeJwvIIXyAP1v0k0Hk+NKAE9hWTlJH5oFpQBwfsCwl51EAKV3qyQDi+sFO+6ytgaY8fkSWL+JChg35TslfeeWVw4mHlmfDhskJJ5wwHPs//vjj68g/oCwm4quvZMmxo99SsUoy8PKTziS1QUAvf5LU3fgkBfzVIe1Inv6x/MkvSf1T18QeYhPJd9tmWoJ7/8NjI8Rc4LufTzQOfGSXHv5jTyIpEC9Dp/YDiR5j57ECP00pbmJiXuDlv/hLjb06NuTFh+5JMwIzAjMCMwI3TATmBsANE9epdUZgRmBGYLtG4JjxC7g4FG33jhzo+9H2N1mPSrOTZOsOMDsAlTv8F198cYFMANUdeGDv9re/PZYC2J7LBsqAY0A4WXUCwsCfFBAE5PB4uz1wR1/bxUehdj/15tECmwGO7gPF+Nn1bD/QR1eSepEfAKgO+AM6gT8pX/rIPZ2AoZMH+gWgStUlqbvwfADgb3Ob29RLDskCnXxPMjxS0HZsHtDPptSGRZJ6cSJf6XWSQZ/4Q5YMX52ecOzfCQD1TgYAtmJBn74p669+8JONLosbnWIhlvymV+yS1FixL27qpEkKcNM1Nv7IKdLNtnb5JrLywL20eZtPvNgSF+BfzNz95x/fW6Z9JK+f6lsH3WIm5QMeqbnm7v+FF144zAP6bEZp5xf5JDVnySapzQ95fiXBOukQETAWh6JDiO6IpkP1XdvhOolnkw7HP9tnBHZSBPbspM7MvswIzAjMCMwIHC4Cs323RAAYBca9ed1CFwgDiIE8JwGS1EvZAFRAXztACJwBYoAeECpewKayPOCLJ1kBHN3qpeptKADQ8sAl3fQlqTvbSQrsJalnwgFMvHjG8qecrLrJt11Ak4/q+u5yA2r17q7TY/OBL/oFjOMBSgFbb/O3kUAXP/E6MUBnp8AweX7wiRywLmZ+ncCjBvTSTw/Ct7hemxp8ETfx13f+A71ii7QpJ2scyImvetRtfEDaURJJxU5GG6Jfqg4l2eLpMv1IGa84sQOo6yfwr/9+KUK81CXBXiCdzIGkf/jo0cZ3cRBT8f7GN74xnKKQpyjZp0950ozAjMCMwIzATROBuQFw08R9Wp0RmBGYEbhpIjCt7poIAHzA/6WXXjqANaAPuYMO6AFml19++XBsH2gD5BqgSgFCdWSSFZDT6T0CAF+yArrNgAKjXvxGL4ANqAPBwDJ7SWoTgDywSJ+8u77uEONRN5Y/gJIs+3jpA04BbvzAKz/Rwl53ybWxBYTzHb92mwMAvGf2gVZ8+qff7PKTbXbcsdbefpCzAeDN+DYPgH/62WeLf+y3HXbpEXMbC9r0hQzCp9z6tcur184/dfSKDUpSoD6JpgLlYn0g4cWQrOOVpOTUoWStp5us/usDoC5GTjhI8SL68CF5dU02RsRNf20sOalBl7G56KKL6rl/Y4afLB3yk2YEZgRmBGYEbtoIzA2Amzb+0/qMwIzAjMCNGoFpbPdEACgDyJwCAMiBPaDX8XPPrwNljsn/+Mc/HoAq0AsYAqdAKF48UlEDUrU5QSBVh9RLEX4A0PFv7xhgE7BW12Aen7oG0HwEFAFmeT5oB0Tl6VRPF0BPHiXr4wr81u4oP1/J4dNPsshRfRsf9PYdfroBWHrZJ0uPDQw62fALAGLVwBzYRfQA+XjEQqyRNnr0RZs4qpOKk1SZTJLatOAH3q7HByzzG2lDSSRbhKcJH9pq3JtRh4e/bUeTemPCVz/N50WLHm2wMaQNr3STyPENJRk2LPCZO8a2N1L8vOT5559fL/0jk6Q2LOSbkv370vUznRGYEZgRmBG44SOw54Y3MS3MCMwIzAjMCGyTCEw3dlEEgFndveqqq8Zll102gFxl4PjEE0+sO8PAoVMCUvzAHGArrw4AVJYHXoG/viOuDQCkE8mrAzaBwZ/85Cd18kAdvYA2YE0X4GkDAHCU8g0YB0rxStkCMgF5ttkAxNXTqa3l+GvTga+e19eOXzlJvcyPLL/4wVd59tniA+Bvc4D/bNLvnQIeG6CLDb4D6vS7Aw70A/PqknVDAh+dTg30aYEkBfbJJSv4pQvxRcpGsq8NL1KPOt8pGaR8TaRdf8RdLJTxSvlJL8COR1/1mT/6ow0vkk9Sc0YeuePvcRDjZQPBuJhLF1xwQW0oJal3GtBF59j4a50bVTM7IzAjMCMwI3AjRWBuANxIgZ5mZgRmBGYEbvoITA92UwSALuAL2P7Zz342POcNCCYZt771rSsUygAg4IuPDKrG5T9AEalLstSM4Ri8u8VAOSAHPGroPF56bTwA1QAisClVj1/afPJN+IBn4JxOANOxfWAbsFfHH/zkbRoA9HRLk9Rz+MAu0n8gHLDFQ46f7AD/7Yu+85U+z/jb5HBqwC8msE0OD5AL9CP+AP/08aV18dEpBBsANhJsPCTZugve/FJ9OZDUoyQFuOU3iX7llpNXh+TV80faZb416Yv+IzH5xS9+MfTVCQlySeon+pLVPr1JJNUHeujAS0eybnzYZAL+f/7zn9eR0NtVAAAQAElEQVSvHWjnA36p2BkPPpWy+d+MwIzAjMCMwE0SgT03idVpdEZgRmBGYEbgxo/AtLjrIpCswM1z/oC+59sBY0e9gT4AztF5bcAvsAbcAa1SJGjqpcAbUH7yyScP4LbrktWOdsAPWKYbqHanWD5J3QVnHw+QDEA3MJSq7w0AoB0o9ew9fwBxgBUPv/grdQoA+Acy8dHjlAMgD/zbsFDmE91kyAKj8mJChzr9dOyfX9514Of+yCB29Zd+svL6Qod8kgLsfGgd9NgoQWSQGJGTkkPy/Efy6thJIlvAW32Tyk1eZaSdn+jAdm36ZyxssKBf/vKX5fNtb3vb+nnHJIPPdLX9JFv2+S2OxgGfO/9i53GPz3zmM0OaZLBBB5tIvvXxS3nSjMCMwIzAjMBNE4G5AXDTxH1anRGYEZgRuNEjMA3urggAXAAbMAiIezM/MC4KAGrfxQcKr7jiinpEALBzHB5oA/SQPB1SskD1CSecUBsAbKgDbIHcZAWsQLEykOl5eDYARrzydAH0wDKgj/4/e3catGlRnQ+8z/AXKWVnABkQWQSiRsQNiWhMiRo0mJiKWjGJqVimUkkq28cslU+pSlWqEpMPViomGpfgisSgqEQQg7gCEWRTWSJLWBy2ATGh1DD/59fP9DvPvLMw2zvzLtdTc97uPn36dPd1U6XX6XP3rZ/emo1H2gUpzGecuZzas9FG2NWtFwnVz09V9c/+HX300T313zx8DFv2/AhA2O94Bx7Jr6r+brs1yzwwP9/6EFc4WB9fSK7x9mOv5rYHexIcYUOqai4Vnl2b/IyZFP1f1RQztoSyqvpliVWb9o3+NvnN1quqE/mJupN1ayXaVRv76GBrP3AQ/JHJcNJJJ/U12oNnyaZq4zh+jLV/ffYu6ELvxN+lf/770vbcrI0feNAROj7UPStlJAgEgSAQBPY8Aqv2/JSZMQgEgSAQBILA8kegakqgqqblnt4xsiVVHWFDxryTf8UVV3Sih4wdf/zx/bQXyf/KV77SEELEF2FGbJFVRG+QRT74Q14R4/FuPF9skUNj7dPcCKLAQ1V1Miv4wAefSLQ5EEGy//77N5/Y48t6ZShIw5dtwAcybqy1Iu5K46zX+swvIIB4G8cXYov4I+TWzMa81qXPWORVMMC8iCsCDAfZAy94wQuafmPtR6mfLR/G01mH/jb5WRuZVDsRZ6vf3OrmZzv86EOSiTobUlWNb8Kev6rpf0fa9OwJ3/rpPQMlH+pEm6jDzdplPbgA0rOAtecKO+uqqgZrfvWPObwmYqy56PkUOLr44ovbf/7nf1L3/7bMo6G0zqqN6zamappRwCaydQQ8w23J1kemBwLbwk4fm0gQWKkIJACwUp989h0EgkAQCALLHgGEzyaVCLi7AAiid8YZZ/TTbmQP6b3mmms66Rwkjx4xZYtE+z/NSB09guzSOOSwakro2CHhSnMi8k6Y3T2ALBuPONIjhmzVzfHUpz61ZxQg5t6dJ8g/wmw+pFppHB/qTuYRSmLNVdXfPbc2ZB6B1WeMdSutS2ms1x7Mby7+6fULNrgjwdzG0ZnPOu1Xm6ibY/TpJ9r6qopZ44PYP7Gm0WZQVT1AYgypmo5jS9rMT5vMqHqgYbY96mMec9FpC3Z4Hk7rpf/zNYuX/RDrgLOAjv82PEdBAnuDnWfMx2c+85l22WWX9TV4duYxjp16JAgEgSAQBBYfAgkALL5nkhUFgSAQBIJAENhlBBA5BK+qOsF04o70Xn755f12/tNOO615FaCqevr/l7/85YYgInCIH5KH+CO16ggyUlxVDWl2QZ539GfnaJMf8kiHeCKbLgN0B4H5kX4n9l4NQNoRcMTygAMO6OTdvIgkAq+0Hv4mbpu5jeUHYbcu8whu8CMrgS9ivU60YaAPiTVW2xgn4E60rZHOGPYyBvixL/Pqg4H5iLp5EVxjCB0xJ721msN4pTkIAq6thKV6VfVnYx5iTNU0AMCOjZKotw0/9a0JW2IOe4ebuufqnf2bbrqpua3/u9/9bifuAgDWP+uPPR/wty7ieZne/mVGnHfeed0PnbGeg31qs1dGgkAQCAJBYPEhkADA4nsmWVEQCAJBIAgEgV1GAJnkBLkbxBTxvfTSSxuyj+D5HCDyhhzKDEAKkT865Bap5cd4RHIQSiTwuOOOay996Us7gTUPH2zZVVVPB0cKzelyOCnnAgDsZAQg8mz5Nk9VdV/abfIzFxtkUiloYKx1W5tgAcJpDuTdeuzVGvQZzy8xr3UgtObUVuqrqr7WQf7dHUC0Z8UcggCEfwEKgQpzWmPVNBMCdtY1q7Nm+rbhN9uuqr5v667a6IPNEGNHXak9X+gJ/Sitwz7h5uTeqb9gjE8m0tmfAIC1sq2aBh/UrYfNqPPpvw13JrjwT9o/33Bpk5/nMCn6ayX06pEgEASCQBBYfAgkALD4nklWFASCQBAIAkFglxFA2DhB2hA5hA45vOGGG9pFF13Urr766vb85z+/k092Tsm//vWvNyfjyHJVdWLcJj8Ekb+qmktpl6L/8pe/vLlBfhA+5Hhi3i+kq5qSSX4FFhBHBJwfp/EII5L+f//3f90nH1XVCSQbryxYM4JpD/xqE+OcSFdVv70eiUXG9SkR29FfVU0AwXz8KgUAEGK+EXjr4d/N/zIb3P7v6wEyHdjwyU7gQ6ltrwII5jR2Vqqq41o1xQDuQ9rkV7WR6FfVHF5srBHpHvVR0g8Z/RNX/RSfftZOfayLrT3DQ+AFdvbgrgSZDgIZVdXXK/jiWRPjBTo8M/jZs+yBj33sY+2LX/xit+cXdsbBRulZWU/LLwgEgSAQBBYlAgkALMrHkkUFgSAQBIJAENg1BKqqO0DIEMKq6pe7IW0uBLzkkkt6e5bEXnfddc0psXe+kWSkHIFEBquqf2NfnWPjXAT4spe9rPuhF2ioqrnP/bGjQ+YFABBJ/hBEpbX88Ic/bEipudhXVW8jq8i30372CDeSWTV9ZQGBR/wRWURV4IIP5Ja9IAD/TruRVKf6bNWtxXr5tCbZBV6HEBAR0OADMeZX3bzsq6oT39l22/Crqh4wQYIJzNuGn7o1ESq+lGS2Tz9cxjMb/fNt2M32jf5R6q+aPge+4ED025dAx3HHHdfcd2Ct5uSPGGt99MZ6BupXXnll++hHP9quuuqqHrARJOCPvfFVNRfI4CcSBIJAEAgCixOBVYtzWVlVEAgCQSAIBIEgsCsIVE0J2fCBrFVVJ6nI84033thvuUcI2+RXVc3J/2233dazABBnp8bI+aS7nzQjwwQhFABAzgdpZoMIIoTqSiQRKefDKwCINgJeVc1YRPPxxx/v7/cLFCCpbLyrro6gO4G2Xr745JsPfUTbegQs7FHdnPrYCWjwibTz4/11AQn7MMZXBnw14MUvfnHzOTwn3cbbnzH8mbuqOgbms+6q6sEAdcJGWTW1m8XCurSJPVRV86MndPoQbiXRT/QPGXb6h26+zdDDHKYCHOr09iyzQQDA6T9yP8ZbO7/2rm4uuMHIBZHnnntu87UIentlBxs48W0O4/UZz28kCASBIBAEFh8CCQAsvmeSFQWBIBAEgkAQ2GUEELRZJ4gbHbKGGCNr3gd38o206UcW6Zy+jywAxE4fYYf0IcZOx5E/n5FDnvVrmxO5V1ZNXxmoqn7BIDJPrAHRZl81tUH4rQtJNzcbPpB1Yu1s6IlXEBBcgYWq6oENBJdP60PsrR0ZtVen/lLXZTmw8WrCXXfd1fh8znOe06T+2xsMBEWqqp9oG2/fyqpqflXV56Mnxo1+OAwib51DrIFoV039tMlPmxg3K1Wb27AbMhna/2n3yuSP+hD7shcCu0l3f73Cc7M/rzcIklg7vGA39qAOWzg5+X/Pe97TXCDJhz0QfUoY80Gsf8zFNhIEgkAQCAKLD4EEABbfM8mKgkAQCAJBYDsQGERna+V2uFjWJlVTAllVnchWTUt4IWkIsE+5OQVGYpE5pPzzn/98zwz46le/2tzgj5AjhMZJs1cS4CHh0urdBYBUIv5IIPKojggjlebzRQCkVD+CTw466KD+RQJzWAOi78QZuTTO3QHmNJe1OrU2JxIrW8G6TjzxxP5VAoGMqmrmREarqqeqy2iQBeDuA0EBazfW/q3z9NNPb2eeeWb/CoF5jLUW81dtPM03rmojhvZRNX2tgn3VdD446rMO/om68cQcfCurpv7UjSNs9POhrk9J1PVZ4+in55/QKZF+JXsEnSD51kl86UDghk1V9cAAPNh7joI05vnUpz7V/vmf/7nBXlu/MZ6PZ6pdtXHfVdP9WJO+pSz2MCtLeS9ZexAIAkFgFoEEAGbRSD0IBIEgEASCwApBADFFiJFyhBDBo0MWv/nNbzZp+Iiz0i3+VdVT9ZFDECGCSCWi711yQQB6fhBEvrQJYssWGVdH3BHOBx98sBN2PgUEEFsE36sH1uZ0n73MAGnr+vkTJEBUBS/4rap+Im8tfFdNSal1I8XGKe3FutSJ9+Cf9axnNcEDa0aOkT57axt+VVNSWzUt7Y/wWTUNEBjDnL6qVLtU1VzwRR8lW3Nrk6qi7najXVVbfb2gamrvOSHh1sofv1XTcfZBp8++BEz0a8NoYOyehKrpHo488siOoVc/pP6/973vbZdddlkTuGmTX1X1NbXJj69JkX9BIAgEgSCwBBFIAGAJPrQsOQgEgSAQBILAriKAQCLaTt9dpocoIo3InUsCkf/bbrutBwIQafbIuDEIu8ABokkQyle+8pX9MkA+xtqGTzrCDzIv/ZyvtWvXtkHIrcMciDWdk38Et6oaoioAYB7j+BIAQGzNUTU9xdYWEODHeO/72w9/1m0OJJgO4X3Ri17UU/+tZ6yZb/3aVVOyXVVzBB1JJ1XFpGcZWJMxxPjZdlV14lxV3Ufb8KuqXjOG9MbkT9VUX1Xdvqom2tbvHxi++Z8Vej5IN578sUZ6eHpGnhkcZHnA8ZhjjumvP8CPzmsfVdNXNT7wgQ80p//uiRg++Zi47f88l17JnyAQBIJAEFhyCCQAsOQeWRYcBIJAEAgCQWD3IeCUHZl3MswrQojgScd3Ku+kHnkWEEA62SLXTuGRSmS7qvrnAE844QQu5mSQUApp6UimE2ZkElnnmw7JND9/0vO1zePCOu+pI6uIvboxxiKt2vRIrnWrWzufXl8QbLA+J//2Yh0E4Xdvgff+BQLMNwID6tbHjlTVHBGvmtbHvoyBCaI9xPyItnL0zfejTYxhQ9TNTUYf3RA25uPXnqyharoeY9gNG3b2UFU9QCHw4TnrF0yBHXuBAHM58dfnfoQPf/jD7cILL+wXQfLLD3z1G8M+EgSCQBAIAksXgQQAlu6zy8qDQBAIAkEgCOw0AshcVTWEGmGWOo9ED9KH4CPOhI3XApRINoKJVBqHkBqDTPokoGwCvhFUdlXV14i00l977bVNZsE+++zTibVgAl9eQ0DM+UT+zSMAgKAPn2yRWERDCgAAEABJREFUeqn/ggAEmR2BAPPxJW19EH7El/A7yKy0fwEAvo2xNuvVr6yartnC7U05K3SDEKuPPvsb/uBCtmQ37I01hqhX1Vy2QNvw08fHfGHPRDmE7RB9VdMTfVh4nsg/nAVbBCms1TO3zq997WvNZX+f/vSn+38T/AwfY+6q6uuDUcsvCASBIBAEliQCCQAsyceWRQeBIBAEgkAQ2DUEBvnjBbFXOulFhquqObGXBSCN3um/S/QQd+PYIYXIOKI4COhpp53WXMrHhk6JVCOZ/LP1GsAVV1zR7rvvvkZfVf0iQCTeST9yyreAAnJ/7LHHNsEJ5BW5V6cXLBgBAGP4l0EgSEDsw/wCGMguksvGpYUu/jv66KN7AEKwAaG1FkEH6zW/9Q+x7vnCV1V1Qlw1fY9+2LTJz9yzwufoV/KtHDIZ0tdjLdZQtTEIMWyUxrHlb1b0Ef1Kz08/TDxf+Nq7oAoMBQLsXcaFryO8613vaoIAMOCfH8KXkq5quqbRposEgSAQBILA0kIgAYCl9byy2iAQBIJAEAgCuw0BBBXhRJYRxaopwRukT2q4zwL6XB4SKUVcHbkUBDAeiVQim0j1z/zMz/Qb9ZFEvvkiSO0IGNx0003tmmuuaeZE5I0VbLAOBBRBpUfKkX0ZAMR7/07/6ZF+PgcYCL71Wht/o6+q+kWD7Izx3v9P/MRPzK3RPuj1E+OMt/5ZsQeij7Ct2oiX+Ykx9q0kbAmM9CuHaNuzko5/Y5T8K40doq1/VuiI8YQ/AgvPhsAU+T/88MP7RX98C4zIlPjQhz7U3vnOdzbP2bo9I3jAgR1RJ+Yh5qePBIEgEASCwNJDIAGApffMsuIgEASCQBAIAruMALKHWCLACB3CyCmyWLWR2CL+7gBAymUDeLfeSbzxiCbCiMAiiG7Tf9WrXtWk2OvnG2FETPWbB4k3l2CC1HQE35x33HFHkx0gKOC02lhj2Dq15g+JpbNOwq+5ibUgu/YkQMCeD4EEOusQPHj+85/fZBfwo99c7I0nVdPTfP6td1b4GKKfaJvf3Mabq6r6ab5+49nQE2tWGjMr9EP0E+OGjq360NtfVZmiDTvzWweR9aCtD8ZO/O2VH3pBGMTfO/9eD+CPLVyMVR8y9tAnm/xhMynyLwgEgSAQBJYgAgkALMGHliUHgSAQBILA8kMAyZqVhd4hcmcOZLCqeio74tgmPwQPIbQehNHpPOI/6eqfhUPUZQIg7sgiUmosQo2kn3XWWd0fP8Yg3myqqgkY/PjHP+6n/26ZR0T18WUeJ9Ps+UHUkVZBiOELWa+qJijhU4HGCBJYp72wpVO3Jn0CFvycc845/bJCev74GuMEOKxhrMX+q2qOyFeVrfTb+NkQfpDyqmmftnkZGk/Mow3vMdewM5YfOBM2dOzU9Sn1VdUcptZZtbHdJj/j+PU8iLHKSVcTdJFBYZzXOaT8//mf/3kThKFjYx6luay5qvp89tA2/Kqq4zFsN6h3qTDfrOySs904uGq616ppuRtdd1eze95SvRvlTxAIAkFgARBIAGABQI3LIBAEgkAQCAJLBYGqmlvqfCKCRCK00uoRbu+LSxX/7ne/2whijSAiz8Yi3+ou2HPDvnHSyZFw/QRRXbVqVaNzpwARXJBdQIdc+lIAco60I6PmZmNOBNalftoIrn7zWIsSCWbPB50x5n3Na17TP/nHBum17qrqhLaq5jAYFWNGXalNrI/ARkno2VRV96c+RD9b+ybqRH9VzZHsqtrkJN/eRiCgqnrqvr2Sqmr6PBv75XesgW96bfvXFlDRFrT5/Oc/3/76r/+6sTFOvzW2bfyM3UZ3uoJAEAgCQWAJIZAAwBJ6WFlqEAgCQSAIBIHdhUDVpmQVyRuCEA6iSYdsIudO3BFrpBoBR8Sd6LNBqJFrY71j/7rXva65Zd9Ya+ZPSfbZZ5+G4Er7R0r55U9wAaGVSfCtb32rvxIgS8ClgV//+tfbd77znf55Ojb8Cji43d9rA9pKAQJZBdbJJ4L7ghe8oPlCgVcJkF6vBVjvkKqyrH66by9DKKtqjtTT25+SX/UhdFXVCX3VdAwduyHDVlk1tYWLdbTJj9767EVpHB+Trr6GquprZEennx2hG234CNbwK4gimAKX9773ve2jH/3oXPDAPMbxNcR8ZLY96kp9RD0SBIJAEAgCSw+BBACW3jPLioNAEAgCQSAI7DICVVOSOusIsZuV0UeHZCL7CLc0fe+Nq0u3d+LuVJ2wQURdBvja1762f4deFgAyyl9VNf4QX+MRdYQV6RcIEATgw+k13/pvvfXWJlhgHoED9oir8cR8dGxlEghMOOEWXDj55JPbG97whh6MMNb78NZhPcR6tIdYG9/a+oZo61MSc7IbQscfMYatPnawU2ejj80Qbfphr6SDD5vRxw/Cbl+EHZ98a9s/UWdnnJN/QY9vfvOb7W/+5m/aV77ylWb/npP++WJeOr6HaA+hG/WUQSAIBIEgsDQRSABgaT63rDoIBIEgEASCwG5FALmbFYRT2yRKZBOBHqfuCDryTdSRVZ/lQ0hlCxxxxBFN2v2pp57agwDIKZJfVf1WfvZ8I+xO6p1SI6ZIO8JvHoRfoAGp9WqBQIJ1mM+JNhttAQOvEsgWcLGg9coGcNLv1n+vIzgJN97nBI0z93wxbggyPGS+Hf2wGyUbexp9SLh1E5hYJxv9ZNiq8wFv/fQDJ23jjOePqLOF52x76PXx51kY+5nPfKa9733v63c3wBdWbPg2NzEnoTOWqA/RJqOdMggEgSAQBJYuAgkALN1nl5UHgSAQBIJAENglBAapG+WsM4QQOSTq+tghnkgkAk6QcUQdqdbPzuk1G58FfOtb39pPnYd+/fr1qj0IMOxuuOGGdvPNNzevECD6yDp/2uZ3gZ1P2Dm9RuzNK/BgDvMLGEj7l/ZunPUIQrziFa9oL3/5yxuf9oAAI8qCDRZhvdsrSDNCbT18zZZ88Df02sj5EGPpjGFHtGeFb6KP3RhrvUP0jzF0/LKHo6CBPpjABh7/+I//2D71qU/NXbxoDAz4GWs1Fx9bEz631hd9EAgCQSAILD0EEgBYes8sKw4CQSAIBIEgsMsIDGI3yvkOkUokkagTNuwRT68BOHVHxtWdvCOeAgTGIOoI57Of/ex25pln9iBA71u18f96sEPOnfJ/4xvfaEirLAMEFdkfKeyD/AsIIPlS/RF8deTfnQTmp7M2a3UR4Stf+cp24okn9vfmrd1pvHXxbQ572ZroH2If/BL2SLO1D+Gb0BM22kSbnTUpCd3wxYYYQ2euWfJPp2++jbWxJerGPPjgg/2ehK9+9avt/e9/f4OJfrgbD2u+BAG0ifYQbWsjszr6SBAIAkEgCCwPBDb+r/Dy2E92EQSCQBAIAkEgCGwHAtsieAgg4oh8IpdDuB11RB3BvOeee5p37r2vj4Ai4QgnHwi3E/pXv/rV/R184wf5VCKt5nF67eQemXf5n3fV3QXAt6CCPkECJ/sIvDHm9uqA4IPAAD1bvrz3/6u/+qvt+OOP7xfemZfe2q2J/dj/bMlOW8mWwGCI9uhH5Il9zoqxbMy3JRmBgFlfxhA6mFijObWH79Fv72yIZ+DE395hIzBy9dVXty9/+cs964HeWmBtrezHeL6J/iHmIOZURoJAEAgCQWD5IZAAwPJ7ptlREAgCQSAILEEEkK5ZeaIt7IjtlnzNjp+ts0UIlfRKRFGpTZBTNkj5Lbfc0m/rR8gRdeRaMADhRMil87uIThbAk5/85H4arw8R5XP4QowRVmORWRkB5JprrmnXX399Exj49re/3U+4ZQrwTdwZIFBgLH+nnHJK+/Vf//X2zGc+s8kgsE4BCWuzD6fg7OiJ/RBroif0Q4yxRqJO9LGnQ9aRcXp+7APxtz9t5FvbGHb0bI03l7o+daLNhm+EXcl2Vm9OvvkzVgmjT37ykx0rexw27Phjp74tMT/ZEVv2uyLz17MrvhbTWBhuSxbTWrOWIBAEVhYCCQCsrOed3QaBIBAEgkAQ2C0IIKZIphN+N/Q7jXeL/+yJtHftkVcp9z4NeNJJJzWEGJlF/PRZDF9D+ER8EXan+y4JdEcAUafTJ/Dg9QPjtIn3/ZH/k046qSHi/I95kHBt8w1ipj5k6JTWh1QT9WGjTiegYF62+vidnc+c+oYMG2uwf7iozx9j3KzwCw+ZFUSdzjrU+YfJ+eef3y688MImeMK/NZozEgSCQBAIAkFgPgIJAMxHJO0gEASCQBAIAkHgCREYRNXJu9RzhFwpK8CJMz0yqo7sSst/3vOe1w488MDumw6RRWKRWkECQo9cD/+M2SHdSL5Tf4EGdXqkl733/d/85jc3dw6Ygx9++VG3FqW2OfkdQqdOzyd/RJ1OP2FDh2Dblz5zIPJEfdiNujbRHjLa/PExRHsIf9agz4m+tuwKwo81SPd36v+lL32pv4YBo7Gu4SdlEAgCQSAIBIFZBBIAmEUj9SAQBIJAEAgCQWC7EEBIEVkEFdmXiu8mfxfzIa6IKEIqQ0BWAHL/3Oc+t5166qntiCOOaPoQWafhyDliy8644VddNoB7BRB+/XzrN9YpOHLs9YJf/uVfbj/5kz/Z6IwZZJ+dtWqrWy8Sv7VN6idszTNEe1bY8EHHv1Kbnn/rsi99fAy9PSHvo20/RJuw5Qce6tbNHx2s2HhFwj0JF198cX81gk+vO1iDfuPYR4JAEAgCQSAIzEcgAYD5iKQdBIJAEAgCQSAIPCECSCthiHA6lfeOviCAdHVEFIlF3AUB1q1b10444YTmpP5lL3tZf0ffST3CLhjAHsHdb7/9mhLxRaLdIaDURoTZCgSwOeCAA9prX/va9pa3vKWtWbOm3y/AJyJMrMv6Rt34IeYbQjfqyi2NoeePr0HqR11pDJvhiw390NHDC1kn6kP0Gc+/ksBOmy38BDUEFGRAuOTvYx/7WHNRonlgo99cxg5/6pEgEASCQBAIArMIJAAwi0bqQSAIBIEgEASCwA4hgIAipk61XQTonXSf5UNgkXT9Xgu4++67G6Lq/Xyf6Hv961/fXvrSl7anP/3pnfDzgfCOgAB/6krE1liEf/Xq1e2oo45qp59+evuN3/iN9qY3vakHFmQYjPnYzm7CeGQbmSbaSDLRHsJG3xDt+X2zfkedPV9EnV7deKJOb3+CAkrtoVcnxinpneiPzAd1+LgI8bOf/Wy76KKLGnzZwXes0Xh7N4d6JAgEgSAQBILAfARWzVekHQSCQBAIAkEgCASBJ0JglmQireyRda8A3Hjjjc2lfYguQuoE+5577umX1CH1xxxzTHMnwNlnn93e/va3tze+8Y29jeTKADj88MObLwccfPDBDelX90k/AQOE/7d+67c68X/DG97QP/VnLQcddFAzFmm2nvmCJJtbqQ8xV7fmIdr0o1+dINr2N1/Y6WND1O0ZKR99dOr0s8KejDnVrUOGA3JvjJIIoLjl/zOf+Uy77En/aK4AABAASURBVLLLmlcAZDrwbU/WBTv++YMHXSQIBIEgEASCwHwEEgCYj0jaQSAIBIEgEASCwHYjgLgioQgrAoqsygK44oormjpCK20daVXSIetS+5UyAmQD/NEf/VH74z/+4x4QOOecc3pQ4Dd/8zfbn/zJn7S//Mu/bH/xF3/R/uAP/qDrzzrrrHbaaac1ZJ//ww47rCG+2l4XQMCRY2uyEaV1slHOtumG6DNuCDt7QqiHaNOzGaU6MZf+YavUpiez9TGnEvEncJTKj/S7UFFGA78u+fvwhz/cfBZRG9n3agWf9irIMtZOx6cyEgSCQBAIAkFgPgIJAMxHJO0gEASCQBAIAhMEkDsyqW7yj45sotwLDWsYshemb4jo7LyD3CKv9913X7v11lubz9O5pf/QQw/tKesCA97fFwRgj+Ai7ERqv0v83BEgAODd/jPOOKPfFeDSwIMPPrh/QYCtsUiuIII18Ek3iDBcEGJ99NbKng7RRrLptiXsjecT4UbmtQnSzS9/SLsgBL/afCrZK/Xro7cu45Xa/NiPtgAJUm8vAiXm9ErFF77whebkX2YFHXv++CH8mIcPaxqibyHFfGT+HHRkvn5Pt61hb8qe3m/mCwJBIAhsLwIJAGwvUrELAkEgCASBIBAE5hDYEtGcJVxO42+//fZ22223tdZaf9cfyRcguPvuu3sAAXlFggUCjNVH5513p/oE8X/qU5/aEF+kmhgzFmKcMYMEaxO6WWFvzcYSfgidviHaZNjM1+vjHwkXJDDvmEedHukXZNA2hyCCki864+wH4UfsYWU+BJ+N/muuuaY59b/gggsaO5gYK0Aw7NhGgkAQCAJBIAjsCAIJAOwIWrENAkEgCASBIBAE5hBAhsmcYlIZZBhJlsbu3fW7J4SfnXf0ndp7fx3pRWyRZQEAl/ghysgv8qxfn3H0g0DzO5mmIcOEPTuCfGsrR5860TaOv1lf/M2uWZ2OndI4ok7U+TMP0TZGqT1EVgC9uYix+ugFOu65554e1BDgoHNPgn3TS/l30Z+vKlgzP/qU2pEgEASCQBAIAjuLQAIAO4tcxgWBIBAEgkAQWMEIIMhj++oI7hBEVR3Rddp/yy239EyAtWvXNkTdxX4Is9NsOkLvVJxP6fCyB6TAe10A+dWPKPNpnPHmIQg5QbCJOj0bbaJOZ11EndDPytCxoefL3Ep+lNZhnWyGvZLQ6YMJ4q/khw/jhrj/wL7tER4CI9ddd1278MILm7R/uNEJEPBhbqVgiTWYIxIEgkAQCAJBYEcRSABgRxGLfRAIAkEgCASBINC/uT8LA3KqjQATRFf7Rz/6UXMngGwApP7mm29uTrad6hvj5FuAwP0ATv2NQXaNR5oJwquk59s4KfN8KAfRpid8jBIpny8IOaHnb4g2mW2zM681EOtQsiOjT6ltrPnHurTZG8eXPiKoMdaI7H/xi19sPvEnY0IfG8EOARB29ir13xza+iNBIAgEgSAQBHYUgQQAdhSx2AeBIBAEgkAQCAI9AIDczoeCjtAjqo899lh78MEHm4vtlAIBCL+gANLsRFup74EHHpi72d/rAkgvP4M4I8DuA3B6jvTrJ+pklnQjysYN0SajbU51OnMMsXY6ok6vzh6RH2PUyWiP0hj2xhF1Y5XaRN1e4eOSRKf+H/nIR/rFiXT2ZK/DF3vjRls9EgSCQBAIAkFgZxBIAGBnUMuYIBAEgkAQCAIrHAFklGwNBkSWPPbYY80pvwAA0qt0sn3HHXc0qf7S/g855JDmDgCE+gc/+EFz+m8s/8jzEKfoTse9AqDOfog2MZZ/dkSbnrBV0hH14RuBJ7NtxNsalMYao2SnpLd/wQekXaltDBvCRptoW5t9y3ZA/N/97nf3z/uNseawBv4FRwRC+Bw6uGhHgkAQCAJBIAjsDAIJAOwMahkTBIJAEAgCQSAIdAQQ217Z8Gc+QaVGfBFe77w7+UfgkfNB9p3cCwQgwUQd4SXGIsPGyBKQQXDrrbc2bWSaH+UQen619Q1B9ocg2UPozDMrQ4e8k7EG6yDa9PZu7U7riSDA2P+sDTv2/Lr4UCDk3HPPbZdffnmT/m+t+o21fyW/7K2fXzKw1KceCQJBIAgEgSCwowgkALCjiMU+CASBIBAElgQCSNes7OiikTAyfxwdma9faW0YDJm/d3pE9sc//nFTIq8CAOPk26fvEF6CKOu78847m1cDpMQbw4dAgJR/2QFs2bggD3n+l3/5l3bFFVc078jrQ+iRf6TZc0eckW2ij14d+TaHYAKbMVafTAUiS8Ft/GwFE9gNH+ytj1ijtuCBfcBh6NRd4qdtjdbGx4033tg++MEPtu985zuNb36slx9j1JXaxhK+iTpRZ7M3xTrI/DXQkfn6HW3DYVdkR+eLfRAIAkFgpSCQAMBKedLZZxAIAkEgCASBPYjAlLytn7srQBupRcSRYZcBItlIsD6kViDAibg+JJIg1/RO3g877LB2yimntFNPPbUdccQRTXo8PRu2Ag1DBA30I9jmRPARexkIAhDqyD5ybg1O4Yk6MQbxVze/0rrpEHnzmstpvDb/Snu0H+n75jEfO/P8x3/8R/vc5z7XXHjY8gsCQSAIBIEgsBcQSABgL4CeKYNAEAgCQSAILHcEkOA22aQSKUbQ1RFomQBO930V4Kabburv/Euhd+IuxX8QbqQZqXaS7lN5CL3P4h1//PHtxBNPbAceeGATOBAA4Ns82uoIOEG+J8vodkg7W6X1sOUf8UfuB8nXHgEAayH62BrLB+LPhk7dGgUbtNnbo/n13XDDDc0lfx//+Mfbbbfd1uzVmiJBIAgEgSAQBPY0AgkA7GnEM18QCAJBIAgEgRWAAII9u83RRpCdliPJTsKvvPLKds011zTE36m8ewK++93v9lNyJHqQemQdoXayL3ggIMAnso68j1KAgS1yLhAgACBwsP/++zeXDa5evboRwQN+2CD1xvFB1IcPdcLGWsxJkH16ok7UiTmRfNkMF110UfvQhz7Urrrqqg6HOfnqjfwJAkEgCASBILCHEUgAYA8DnumCQBAIAkEgCKwEBKpqbpsI8xDEGkn+1re+1ZBtp/zf+MY3mnfjnZYjzk7JXfQnUIDIS6P3zr4+xJ2dsU7liWACW8K3OQQFjEXw2QseuE9AIEDwgA0iThB7i1Uaw8co1QUtnPrzRdjxb098W4PgBZ1+vuzvk5/8ZPvEJz7RvApg/pB/yESCQBAIAkFgbyKQAMDeRD9zB4EgEASCQBBYpgisX7++Ichk/haRZIRan7qTfvcBINFO0g866KB+y78ggCyBYYtIs9NG4Pk1HkFH/vkZIiiAkAsUKIk6W8IecedLYEFmgUwBp/fWhfgTtoIE7Ig2PX8CAQIF5lI3XqDiS1/6UvvoRz/aMxusD/nXP+zMZe2RIBAEgkAQCAJ7GoEEAPY04pkvCASBIBAEgsAKQODxxx+f2yUSjABTINdKJ+dIuIv4kGqly/9uu+22ficAIn/99dc3rwjQyQJQCgi4xR95R+iRancH6KcnAgXGyy4gfGsj7cj8CB5YE7E+67ImIghAN0SfwIS2IIAAgJJPhN8c1uBm/8suu6xdeOGFzf0G7Iwzp3n4JfYLg0gQCAJBIAgEgT2NQAIAexrxzBcEgkAQCAJBYAUgYIsI83wZZBoJR46dvivp6RD4b3/72+2OO+5oSLVLAi+++OL2ta99rWcFIOj0d911V5MNMMTdAQg5Mo7wCwwMESxwUm8t5nNST/hCzhF1wQQlYs8OUZ8v7O3LOtkJYBCZC15jOO+88/ot/wIQfLBD/O1tdiw9P5EgEASCQBAIAnsagQQA9jTimS8IBIEgEAT2CAJI16zskUl3YBIEcVaeaOisrfoT2S90vzVsQ+bS/+c/gzHG+pBjxBwJR6gR4yFOyZFrJ+zIvpv0r7766nbnnXf2G/0ReQTd7fvuBdBG+JFxhN9YgQABAcTePHwSc427AKTjWxO9dVgTMZ4/46yVDT+CDEQ/nYDF5Zdf3i655JIetGBL+Bh7Z2dOe9NHTzeEbk/L1ubemn5H1zf87Gy5o/PFPggEgSAQBLYPgQQAtg+nWAWBIBAEgkAQCALbjcDOGc6SRSfyQ5D4e++9t0mx//rXv96+8IUvtEsvvbRJt3fy7rZ9BNt4pN9rAr4qICvAWH1ItxJ550uGARsBBen6xvj6gLZ+xN54daVxggSyFbzTry4r4YILLmgCEwIC/JvHZYM7h0BGBYEgEASCQBBYWAQSAFhYfOM9CASBIBAEgsCKQgABrqrt3nPV1BZ5N0hJnO471SfS552eO9mX/i/tHwH33r+ggM8IunVfH4LuEkEn8AIIAgL0MgPcAYCk82+8NmIvZV9AYFw66K4BQYVB/M2L4Gvfcsst7dprr+23+zv5FyAwp0wC6+efvXokCASBIBAEgsBiQyABgMX2RLKeIBAEgkAQCAJLFIGqKZnfnuVXVX9NYNYWMR+CwCPTUvCl3iPs6oQe+UfKkXh15N1rAu4MQOCRf6f/yP044XfiLxAwfBkrAOA1A0ECguQj9XzKAlAOHy4ldOovA8E85pANIDjBl70IBghYqEeCQBAIAkEgCCw2BBIAWGxPJOsJAkEgCASBILDEEKjahMxv1+qrpmOqaqv2ggDI9SiRf6TbCTsirxQMoNd2V4CMAETdp/h8QeC6665rxKsCXh9A4JXsXDboywPS/o1H4gUb+JU5IBDgxP+b3/xmT/OXZSBTgC2S/+QnP7nfR2B9NuE+ApcLWrN2JAgEgSAQBILAYkMgAYDF9kSyniAQBIJAEAgCSwiBqk0JfFVtdrK/M9upqoZkz74KoF5VnXQj2/qd5gsKIN3aTuAFBZB5fS72I4PYu9iPIPbe+ZcVIAOAvUACYSu7QAYBsi8TgGjz3SY/85kX+feawiD+/Ey68y8IBIEgEASCwKJEIAGARflYsqggEASCQBAIAosbgarNiX5Vtbadyx6p/sotDUGwCcKtRLTZKgnyjdjTIf1O4wUI2CP+xEn+IPAjtd+7/YP0I/ns+FHySUeMFQywthFYUCdV1YMTbcPP+gQNhr3gxIauFEEgCASBIBAEFhUCCQAsqseRxQSBIBAEgkAQWJoIVFVf+K78qaqePVBVzak64l1VDeEnyH5VNYSf6FfqQ+BJVTWBAKJPOYQdcu+9fqf5TuuRf4LAywzQr+QLodc3SuOrqq8N6W+Tnzmqqq+parp+gYSWXxAIAkEgCASBRYhAAgCL8KFkSUEgCASBILDrCCCL25Jdn2HXPFRNyWLVtHwib1VTu6pp+UT2Y+/sqqZjqqblrA6BnZWqqY3L7RBnfezn+3PKPXRuwN9g20/GEeVBzuePpUfuyRhPV7WR6Gsj3vrVxxqqqjnpP+CAAzoJt0YybKyhqposAASdqBO++CHWZI3mQPwRfP3G829tbNhWlWqXquoBCv6qpnV+iPHdaPKnqiZ/F/e/qup7mb+HUH1lAAAQAElEQVTKqi3r59vZ77Zkvn3aQSAIBIEgsDgQWLU4lpFVBIEgEASCQBAIAnsSAeRtzFc1JX1V03JWP1uvqtFsTs81qqqNdPn999+/PfvZz26veMUr2qmnntpOPPHEdvjhhzcBgkGqkWeEmxhP6JBodaKttMahr6p+so/wI+nHHXdc9/+sZz2rnXbaae30009vZ555Zvvpn/7pPv/znve89sxnPrMdeeSR7eCDD25PfepTm6CFtYwAwmGHHdb7DzzwwL5Gnw9kZ17zR4JAEAgCQSAILDcEEgBYbk80+wkCQSAIBIEgsAMIVFU/Ca6qLY6qqt4/OquqV526I9RV1dPfTzrppHb22We3X/iFX2hveMMb2tve9rYub37zm9tP/dRPdaLthH2MM9bFeVVTf/oQcHoEvGqqVxcEUJK24YfEn3DCCZ3wv/GNb2y/9mu/1n7lV36lveUtb+nyu7/7u+13fud3mvL3fu/3Ghnt3//9329/9md/1u1/8Rd/sdvRvepVr+rrHMGKDVOlCAJBIAgEgSCwbBBIAGDZPMpsJAgEgSAQBILAziFQVZ3kV225HKnwVTU3gfR678kj54ceemhz4v6CF7ygn8o//elPb0cffXTPAnjNa17T3vSmN7VzzjmnPf/5z29IvrR778nLAnCiXzVN23/44YebPsGAMdEg/Uop+8Z5R98n/3ymzyV/shH0VVU/6V+9enXbf//9m/IZz3hGkyXwnOc8p2cnyFAgshPOOOOMdtZZZ7WTTz65ueX/y1/+crvxxhubOcb8KYNAEAgCQSAILCcEEgBYTk8zewkCQSAIBIEgsAMIVG0k9FU1FwSYJfyz9eEaGVdH/hF4ZP+oo47q7+fTIfBO+qXyV1UTEHjlK1/ZfumXfqmdffbZPV1far6xggj8sTeuqpo2MUdVKbrQCRog/IIASLsggAv9GPDBn8/60QkmCAwYoxw25lGX7i/o8LnPfa6df/75zWcB6a1LGQkCQSAIBIEgsNwQSABguT3R7CcIBIEgEASCwHYggNgPM8SaVFVP5x99VbVZUKBt+CHPqsj00572tLZmzZp+uu8de+/oH3LIIf2de35lC9A7aX/1q1/dU+/f+ta3NkGBY489tknn9zqAeQUQ2PNtrJKeVJVmF7f1/9d//Ve7+uqr27XXXttuv/32tm7dun4fgQABH3wh/oIFAgN8CBLoo0P83/GOd7QPfehD7Xvf+16zBmsXMOiT5E8QCAJBIAgEgWWGQAIAy+yBZjtBIAgEgSAQBLYHgarq5J4tok3Uq6oHAaqqjV/VxvrQOd1Xl9J/zDHHtNWrVzeX6XmHH8F2Aq8fuRcsqJqm+SPYLt875ZRT2s/+7M82gYDXve51/cI+aftIuGBBVc2tj5+qabuqNHuqv4pP+n3lK19pn/3sZ9tll13W7rjjjp5BgOAj/dYpEID4Eyf+N910U7f/9Kc/3VP++fHev4wBYwQ16CJBIAgEgSAQBJYbAgkALLcnmv0EgSAQBIJAENgOBKpqjmAj/8SwquoBgDb5VU1tqjaWE3X/hygj7N7rd+O/E/+q6U39yLRAgBN3J/CkqvoJO3JP3Bvg9P+FL3xhfzXgD//wD9tv//Zvtxe/+MWdwCPhxpsMgRdUUI51+vJAVTXp+kj+d77znXbRRRe1Cy64oJN76fz33HNPe+CBB5psAQEBp/wyBgQLLrzwwp41wD8fykgQCAJBIAgEgeWOwKrlvsHsLwgEgSAQBFYmAlUbSWvV5vW9jUrVxjUtxFqqNvpHpBFnBJog6EgzYo7EI9d0SLe60pqkwtOPupKfqqlvJN6n9g444IAeNECkpd+z458tX3xUFXVTN6fMAEECY+h8LtBn/NwT4GZ+mQLW4tS+D5z8YcffpNqDF/ybx/7orFcGgMv8Lr744vbFL36xXX/99e3b3/52u/TSS9v73//+9vGPf7xdeeWVDQ5V1f3AgZ+qadu8fBN+Z4WOzOqWY90etyXLcc/ZUxAIAkFgJSCQAMBKeMrZYxAIAkEgCKxIBBA4G6+qhkhXVSfqbfIbRBrZnTT7N/arqtvpI8i5ss37VVXXuNzviCOOaE960pP6qT2lFP6q6gRb27xO/KX9I/leB7AueoR+BAHoEPk1a9a0F73oRe20005rxiHm9G3yG0TdODJRbfZPGr/sAF8JQP4Rf6f9l1xySQ8G+GrA8LfZ4CiCQBAIAkEgCCxzBBIAWOYPONsLAkEgCASBIFBVc8Qe8a6attvkh1RXVT+Zr6o5uzb5DdtJtZ+UV1Un+lXV3/f3aT0XAP6///f/ul4wQdDA6TqCro7Ye+/eu/pKNoIK5nViP9rmMo8AgkCBLwscfPDBVH1u/npj8odPYyfVHmjgS79gAjGvwIFsBITf5YDqdMaMudQjQSAIBIEgEARWEgIJAKykp529BoEgEASCwIpBoGp6Sj82XFWdSI/2KJFihBxpRqyrpiQfqdZHEHo24+RcKfX/pJNO6qf0Yxw7fdpEHTF3ki/lX+p/VfWb+p3SO6H3zv773ve+9p73vKen6J933nnN5Xze4ecPoRcksA7BAetW59unBGUM0Fvv//7v/zYiOGAMW/N7nYCo86lfXyQIBIEgEASCwEpDIAGAlfbEs98gEASCQBBYEQhUbUr4EXKCODsBR6IBQYfc0yHH2giyOhKNWLPTr62O0D/3uc9t7gB4/PHH++k/gi2IwA7R1mbv5B0pl5rvQj438HsH/9xzz20f+MAH2gc/+MH+Xv6//du/tU984hNdBAWuu+66/lm/qjJln8OardWXB17/+te3t73tbe3tb397U3cZoa8RCDSY2z7Mb/0uLLQnOuOtsTvNnyAQBIJAEAgCKwyBBABW2APPdoNAEAgCQWDlIFBV/dQf8UXoq6ap/k7V6QZhh4h+BJseWRYoqJpmA+gn+pH7448/vvmmv/GrVq3qN/Ej3fxWVX+NwM37SD8Cfv/997evfe1rnfD/3d/9Xfu7iSD8SL7PBc6ONbdxSLvSepzwW4/5fWrw9NNPb0QGggwAXyHwKcGzzjqreXWADz6R/apqflXTkh96ukgQCAJBIAgEgZWGQAIAK+2JZ79BIAgEgSCwIhBAnG20akp8taumn+JDohFhxBoZRv6RZmSd3sl5VfXgAR8E+VZ6P/8lL3lJc/kf2wMPPLC52E+fk3Wk3ak/nc/w+TTf3//937e//du/7Sf9MgAEEaxBJgEx1vzmFVQw1usC/Fk3e4ReW9q/TwW6gND66dRlAJxwwgnNOHr+7Msa2ZjDHugFF7QjQSAIBIEgEARWGgIJAKy0J579BoEgEASCwIpAAHGu2pTEI8MItpN6pHiQarbIsbKqOj7qREOJnKuvXr26OXFHsvmTjq9uPBvv9rvszyf3/uEf/qGf+l911VVNP3Ju/vFKgGABMq6PL36QffNpEz7ZKK3XfIIQVdVGWxDBJYNeLZBVwD8fAgDKIdZPqqZ7VI8EgSAQBIJAEFhJCKxaSZvNXoNAEAgCQWDlIDBI39bKvY3E7LoWYi3IM4KMXDvZR7wRaeT/9ttv76f71kBXVc3JOAIuI4A9Ei1IUFVNm17/Oeec0wQBfNbvkEMO6X3Gslm3bl1D9v/0T/+0feQjH2nIOP0g9earmr5WgNAP/0NvrdYDDz6tXx87pT15z/+QQw5p1kNnXz7555UCn/wb46tqbo/s+Kya6tSHVE11VdNy6Jd7CZNtSdUUj6otl0+ET9WWx1VN9U80Pv1BIAgEgSCwMAgkALAwuMZrEAgCQSAIBIG9ioDTb4LkWYg6QciRbyVBqhFtRLqqmr6q6qn0Uvmd0jthZ/vyl7+8ee+eLVK/zz779Fv3+V27dm1717ve1d7xjne0e++9t5/4I/RbE+syboj2EDrrUCL65qqqfuIvgEFvDfpuvfXWdv7557d///d/b9ZrL/T2HAkCQSAIBIEgEAQ2RWDVps20gkAQCAJBIAgEgeWCAEKN4DtBR5qrqjkhR66R+qpqo79qSv4RfQSaTZv8jEPijzrqqPZzP/dz7bjjjutEnM1jjz3W9Dv1/6u/+qtOwidDmqAB/ZbEmrYk8235Hzprsgb3BrgDQBDAqwY+F/jOd76zfelLXzJtv4ugqnrwoSvyJwgEgSAQBIJAENgEgQQANoEjjSAQBIJAEAgCywMBxL6q+o38Tsvb5CcQgExPqu1pT3ta22+//VR7Gj890q9k5xUA79szQL5//ud/vt/8z2aQc/WLL764ueTv5ptv7nMh5yO4ULVpunfVtG1t/FaVYosiSGBeJWFkXuu65ZZb+ucD//Vf/7Xddttt/SsE5hQUEHyQMcA+EgSCQBAIAkEgCGyKQAIAm+KRVhAIAkEgCASBZYMA4oxsI/RO09W9W2+DbtqvmhJwRJ7tsNNPEG7lC1/4wuYTe4g1gi3N/sc//nFPvX/3u9/dU/6dzrN1DwCbqqlvfulJVfWMg6ppaT2zUlX9vf2q6ncStMlP8AK5N6dPC7roz/0CAg8PPfRQD2LwIf1/Yt79a6tHgkAQCAJBIAgEgU0RSABgUzzSCgJBIAgEgSCwbBBA+m0GIUbyq6qf9tON03J9BPlHto1hq/3AAw/00/U3velNzc37dLIGkO3zzjuvXXDBBf29+wMOOKCXTuwFCfgYIgCgPlua35xV1Ql71UbiXzWt84P0G8cvH4888kiTaXDDDTf0QIE+wQbSJj9BDXvwmsOkmX9BIAgEgSAQBILAPAQSAJgHSJpBIAgEgSAQBJYDAgi2fVRVJ9nIMh0ijcg7qUeUxyk/fZv82KkT9meffXZ73vOe19+rr6p+Mu/b/v/0T//UBkl3Mo+kawsejGyAibvG3xDtIVVToq9dVYpNxBqtTcbCo48+2gMX1jvIvvUZUFX9TgL2AhNeYaCPBIEgEASCQBAIApsjsGpzVTRBIAgEgSAQBILAUkcAeR+CHNuPsqr6J/SQaSSaTolYD/JsHNLuwr83vvGNhnYCjozffffd7dxzz20yAWQIGOPknZE6f07qq6qf0ldtXvLPfoi5ZuvayLx1EW1jBBesk632EHvRVzXdm/5IEAgCQSAIBIEgsDkCCQBsjkk0QSAIBIEgEAT2OgJI76zMXxDyO/pdvKcu/R0xV6+aEm8678p7j54gyk7r2Tix9yqAi/WMq6o+DRJPXvGKV7TVq1f3m/6RfCfx73//+9v999/fvyZQVb0PWa+qnmmAsDu5r5q2rZNUVc8G0G/+NvlVVR8z+tvkp98arc98yom60VVN11dVfV597KuqBxu0BSmqypDtEmNmZbsGLQOjquqYVW25fKItVm15XNVUP4vplupP5D/9QSAIBIEgsDAIJACwMLjGaxAIAkEgCASBBUUAqTIBsj1ILx0yv//++3eCjNTTIdjIvjpib5zTeuQZGfeuvZIIGCD03vkXADDWGLrLLrusfetb32qrVm38vw/6CRslqZqSQPOQqmm7atNS3xBrm5Wht//MFQAAEABJREFUTxkEgkAQCAJBIAjsPgQ2/i/47vMZT0EgCASBIBAEgsBuRKCqNvOGLFdV//Qe4o7gOyVvk98g9E7t2SHlo1/AYGLST9TZE/ZKfmQJ6D/zzDPbM57xjP5+Pf19993XPvaxj/XT//Xr1zPpJ8h8DxEEqKqu7waTP1XTdlX10/6qadk2/KyPCEYQdbKhO0UQCAJBIAgEgSCwGxFIAGA3ghlXQSAIBIEgEAR2NwJVtYnLquoEG0kepJ4B8lxVzQV83pNHygexr6q5QAG9sVXTNHoBAeS/qpqfDILDDjusveY1r+k3+8sUEAC45JJL+uf+qqqx40NJ6Pgd9VHSb03YEH6sfZTqRF8kCASBIBAEgkAQ2L0IJACwe/GMtyAQBIJAEAgCuwWBQZyHs/lteqQbOXdqj8Qj/yeffHIn7u4FQKQJOyUbRNtYxF9dkGAEDOhdqPeSl7ykHXfccT3Q4PUCn947//zzG5/r16/vlwhaD/shfKkrif4h9POFjTXNCh2Zb5t2EAgCQSAIBIEgsHsQSABg9+AYL0EgCASBIBAEFgwBRHpLzgdZlurPZs2aNc27+wj/IYcc0hB7NlLzkX8+tNkKAGjP9mnTn3HGGf0OARkGMgA++MEPNpcFGrtq1areZw7Cl3Fbkvl9xs+XLQUA2GzJX3RBIAgEgSAQBILAriGQAMCu4ZfRQSAIBIEgEAQWFIH5JFqbIN+Iskv7kHhy5JFHtnXr1vWTerf3S+dnqw+RVzfGWHULH4EB/fTPfOYz20knndRkFiD9l19+efvGN77RZBkIKOy77779/gCBAn6NGb74U5+vozcvmSX86kOnJGz5UEaCQBAIAkEgCASB3YtAAgC7F894CwJBIAgEgSCw2xCYT4Rn207nTTRu+tcnE+DOO+9sggIHHHBAk76PjCPqyLYSyR6l8Yg/X/rZnnjiif0eATbf//732wc+8IFmDgEBdkp2+om6ubck/BNzzoq5ZttshvAz6imDQBAIAkEgCASB3YtAAgC7F894CwJBIAgEgSCwwwjMkuHZOqLMmRLZJk7sEXzEG3k/6KCD2iOPPNJJ/913390eeuih5vT/gQce6Cf1CLWTe8EARF6QgD9+Zv0Ncv+qV72qv/vP9j3veU+/T8B4c+277749M8BdAHxYm0wAYj3axJxjH+zU6WdlVs9+yKxN6hsRgOGsbOzZO7XZtWypvndWlVmDQBAIAkHgiRBIAOCJEEp/EAgCQSAIBIEFRgD53dIU9Mi1PiTL6TvSri69X1q+S/yQb4R+pP8ffPDB7eGHH+5Eng9k2zglH8YLCNBpS/VXHnPMMf30X/3KK69sAgrszM9PVfWvCZjPWGXb8ON7Vswx2tZGRlu5YViKIBAEgkAQCAJBYA8ikADAHgQ7UwWBIBAEgkAQ2BoCg2CPkh2CPQIA2oiz03+ltgAAsq5tnNN/AQHk+/777++39fOhf5SD0Bs/X57znOf0SwTZf/7zn29eJ+DfWP7Xr1/fgwrGzQYA2JuTqBP27GZ19NpEXyQIBIEgEASCQBDYswgkALBn8c5sQSAIBIEgEAS2CwEEGlEmBiDcSgQfkdYmTvrZCAz4hJ++e+65p8kQkKqPvDt9V0rjR+j5NlZqvwCDsXSnnHJK84rAXXfd1a699trugx0xxxirzt561IdoD73SnHSzsjX9rE3qQSAIBIEgEASCwMIgkADAwuAar0EgCASBIBAEtokA0jxrgBjPCvLMBmlH+hF1RNy7+vTaiD2if+CBB/Y7ALTJgw8+2IwXAOBzzMOXAAEdH2z5ROwFAZ71rGf1TwdecsklTQaBcebhq7XWP//HXtt4vog6n7NCN/rUCX9ktq4dCQJBIAgEgSAQBPYMAgkA7BmcM0sQCAJBIAgEgSdEYJZAqyPayLl3+meJtz6EHcFG0NesWdOQau0xCfKvj44fY/hSsh122my8/3/ssce2W265pV166aX9sj9zDrsnPelJ/f1/PokxQ9jwM+bRFmwwnyCD+ciwV2cTCQJBIAgEgSAQBPYsAgkA7Fm8M1sQCAJBIAgEgc0QQJ5nlaONaKu71R9pRqa9w49oH3744X3IqCPc7NkZI2sA4aaXNcBOW8mPwQj+qD/3uc9tjz76aLv44ov7BYL62SLx3d+Tn9zvFFCn0z8r9Nrm55OYjy4SBIJAEAgCQSAILA4EEgBYHM8hqwgCQSAIBIEVjsAg0KNEpBF0IsVfG6FG6OmOOOKIfiEfMo7sI9wjK4CNYIA+evbIPIj5pxNIULI17rjjjps7/Wc/a6vO3+xYOkJH1MlYp/oQ/eYn6kOfMggEgSAQBIJAENizCCQAsGfxzmxBIAgEgSCwSBBAVLcle2KZ8+cfcyLJSD/CLP3fe/5k//3376n5++23X0/5R+Kl/7v935hB3A844IB+mR+Cz5ZfFwTyh/Cbl7227AABAP4//OEPt2GnX8DBqwT77rtvn49/YhyfSqLOdgQctAkfRN2cRH3o1CPbhwDMZmX7Rm20gv2sbOxJLQgEgSAQBFYSAgkArKSnnb0GgSAQBILAokVgkLuxQER9EPh77723X8CHbCNxAgEPPPBANxUAQN6d0B9yyCHNOBkBiLwAAR/IuXEGmEdJ6JVsr7jiinbrrbc29gTR3yj79EsFzW/8EGP55WdW6PRFgkAQCAJBIAgEgcWFwKrFtZysJggEgSAQBILAykJglkzbubYSKVc6of/e977XT/S1yVOe8pQmAKDPXQBu7DdOYMApvE/5CQoIBiDzyPkg5ez4EDBQErrrr7++f/aPT7b6h6xataq/bjBs2auz45uMeegjQSAIBIEgEASCwOJEYNXiXFZWFQSCQBAIAkFg+SOASG9NEHlkHIl38u6Wfjqn8nSPPfZYk56vvO+++3qGANIPNRkAbBBzJJ2OmEs5q2NHJ1uAb3PqVyfmNo6OP6KO8M8KPT+RIBAEgkAQCAJBYPEikADA4n02WVkQCAJBIAgsYwSQ6q1tT5/Tdyf93//+95sL/wQAkHT6devW9bsAEP277rqrp/0j6gIBxgoEIOnqSLxSe1ZkGNBbA7/qyD89X9obpL//j+wLQBB1gQOiPZ/8G8dvJAgEgSAQBIJAEFhcCCQAsLieR1YTBIJAEAgCKwQBJHlrAgIX+Tnh/5//+Z8mzZ8O0UboBQUGmUf6pf7TP/LII8zagw8+2FP2EXkybJUMRimAYA1DJ5sAueePnrTWenYBoj8IvzqxnuGLD2IMUY8EgSAQBIJAEAgCiwuBBAAW1/PIaoJAEAgCQWAFITBLlNWJ7Std6Oe0H8FW3nnnnf0iPn2IN8KPhDu9FyxQsqWXAcCGL0KP2Cu1hxjPt7ZAgVJQgM48pFFOhD/Cj5IvMuna5B+d/k2UaQSBIBAEgkAQCAKLAoEEABbFY8gigkAQCAJBYKUigGSTsf9RR+rpEHpE/Y477mjqdAg6oo5o00nd/8EPftDotflAxIewUzd2iDH8EuRf23ivHXgNgA9Cxpjhhy/6+TLsUgaBIBAEgkAQCAKLE4EEABbnc8mqgkAQCAJBYIkjgBwjygQpJ2NL6vvtt18/0XeiTtgj40i4FPzjjjuurV27tiHmbvzXh/R7LWDYK538u/Vfn7EHHnhgv81/+NNvDdoIvDHa0vnHevTR7bvvvv1uAesz7/r165vXAryGIChgPDsyxs6W/AyZ1ae+9xEYz2WUnuGuyN7fUVYQBIJAEAgCO4NAAgA7g1rGBIEgEASCQBDYAQRmifN80oVoO4Gnd+qPoB999NHt0Ucfbcj7kUce2Qm9AIB+vpA4ZJ2NcU7/BQCIukDADiyvm/JJkH/jBQh+9KMf9YCANZnXXN04f4JAEAgCQSAIBIEliUACAEvysWXRQSAIBIEgsJQQQJwRaGtGsglSrUT+6RFvWQH0Rx11VHO5H70vACD6SLnMAEGBETQY7/o/9NBDzVh6p/VszUfMPYS/WTG/tnJWrMmJ/w9/+MP+hQHBBz7YRoJAEAgCQSAIBIGli0ACAEv32WXlQSAIBIEgsEQQGOQZyUfSEXREX1uJfEvjR95tyen7Pffc05z460P6DzvssH4bvzpbBN2Jv/EjQIDw88mHOWeFjvCnHILsDx17ZN/8RJ3/YZsyCASBIBAEgkAQWNoIJACwtJ9fVh8EgkAQCAKLFAFkHLEegpgj/0QAwLKV7LzXj9T7jJ9+F/451T/ooIOaEkn3KsD4/J9MAO/mr169un/uj49B3t0BoE3oRqluTmJNSqLOvzqyL7AgEPH444/3gAP9rMzaz+pTDwJBIAgEgSAQBBY/AgkALP5nlBUGgSAQBILAEkVgkGUlQbSJOvI/ggJPe9rT+oWAtimV/+677+7km50LAA8++OB+GaD3+5F/Y/mRIcCH+wCc2LNXR/bJlsi/OYawJ8PWiT8/ZP369cNsrmRL5hSpBIEgEASCQBAIAksKgQQAltTjymKDQBAIAkFgKSGALA8Z60a2nbQj+nRO7E844YR+275Tfmn9TuFlBDz44INd76R/3bp1zVivAiDosga8DsC/gID7AGQPOL3nl+2Q0VYOETgwlo1AgTUptdlUVc8uqNpY0usn6pEgEASCQBAIAkFgaSGQAMDSel5ZbRAIAkEgCCwhBKqm5HksGXFGtJ20j5N6p/hr1qzpN/3LBEDm9TnpFwBw0i9IoI60ywYQIBBA8EoA0s6/VwKM9RqBeQg9ma1rE76qqgcVrImwMx9hMyv6ZmW2L/UgEASCQBAIAkFgaSCQAMDSeE5ZZRAIAkEgCCwyBGbJ8KhbYlXNpfM7zXdarxwEu01+7E8++eR+w/4xxxzTrrrqqobUywQQEHCaLwMAuRcI0Nbv84C+DiCAMHHTP9HHFxE0ePjhh6m70BGNqk0DEXTWZU3m0K4qRQ8IrF+/vtdn/1TVJhkBs30rsQ5bMn/vdGS+fk+3rWFbsqfXk/mCQBAIAkFgcSCQAMDieA5ZRRAIAkEgCCxDBLyz76QdEZOyj6Qj3ki+9H19iP29997bDj300P4pPyReRoBUf6f8AgAI/yGHHNIOP/zwhrTzQTfIO+jUh2jvmmR0EAgCQSAIBIEgsBwRSABgOT7V7CkIBIEgEAQWHIGq6Yn4mKiqRrWX0vFVEH+kXamNuKvfddddTWaA9/aR/qc85Snt/vvv73LKKac0wQI6XwIQQBAQGFkBiL4AAr9V03np+KZjb66dlgwMAkEgCASBIBAEliUCCQAsy8eaTQWBIBAEgsBCI1A1Jd5V1VPjzVe1aR3Br6qe6l9V/UI/xB5Rl8pvjCyBqurBgP/+7//urwIICug33vv4ggmyBmQLGK9/BAAG2Uf8+RUIGDr+d0YyJggEgSAQBIJAEFieCKxantvKroJAEAgCQSAILDwCVTU3SVX1QEDVtETIXd6HtCPk0vaRdqn8buof6f+33357kxGA5LvoT9r/zTff3LwWUFU9I4AtG8ECgYCq6q8CmAPhn1BcXvAAAA1PSURBVBVzzS1q5yoZFQSCQBAIAkEgCCxTBBIAWKYPNtsKAkEgCASBhUUA0SZmqZqS/qpp6dS+qpqTesTfSb6yqhoCr47UO7F3wZ/P/CH3DzzwQE/9/973vtezBdjdc889neyzHTf9I/7mRvzViTodsaadl4wMAkEgCASBIBAElisCCQAs1yebfQWBIBAEgsAeRaBqI/kXAJgl+t7jR9C9068kggNV1VP/2boHAMkfBJ4PhJ/QywhYt25dWzeRsTG2s+S/arqG0b9TZQYFgSAQBIJAEAgCyxaBVct2Z9lYEAgCQSAIBIEFRAD5JrNTVE0JeFU1pF/Kv5R+BL+q+i3/TvyN8yqAsU75iTqd4ABhY7zsAfW77767PfTQQ02WgOCBAIEx+tirV03nV99ZybggEASCQBAIAkFg+SKQAMDyfbbZWRAIAkFgQRGompLNqi2XCzr5InEujR8BR8iRcKfx3vl3Wz8yj9gfddRR/ZTfSf4RRxzR1q5d2w4++ODmfgDbQPAR/e9///v9M39V1V8DOProo5t7AfQh/Wy9JvDoo482dwhom9ucxPyzon8nJEO2E4Gq6X/3882rtqyfb7erbc9+W7Kr/jM+CASBIBAElicCq5bntrKrIBAEgkAQCAILi4ATeMRbEADRR74FApz4I/iIOx3xeT/p/8YQ5B+Jl9pfVQ2pd8kfQeoEBYYM//zpq6qmHDK7y6pdJZ+z3lIPAkEgCASBIBAElhsCCQAstyea/QSBIBAEgsAeQQCRNxHSj+RXVaPbf//9+0V/0vWrpp8A9N6+E/2q6cWAiP7oN9bpv6CAT/y1yY+fEVyQBcBGm37S3QQD6IhAAF1VKbpUbax3xfb+iV0QCAJBIAgEgSCwrBFIAGBZP95sLggEgSAQBBYKgUG8nf4LAjixR8id9HvP3yf9EH0n/VXVjj322ObE330ACLxTf68KqCP3484AhN/rAvrZV1UPLCD/+trkZ05zWQOZqPq/quqfIuyNnfiTIUEgCASBIBAEgsDyRiABgOX9fLO7IBAEgkAQWCAEkHbp/kqkXh0Zl7LvM36mReqd7iP6IzBw2GGH9U/8IfM+/2eMrAHBAoEDgQRBA+OR/qppyr/2rIwAwKxOnT/lTkiGBIEgEASCQBAIAsscgQQAlvkDzvaCQBAIAkFg4RBA0HkXAKiqucv+pPwfeeSRDal3KSCCL+UfaT/00EOb8vDDD28CAwj/uDDQib/AABIvYDDqggxO/fWbr6oUWxXjt9q51Y50BIEgEASCQBAIAssdgVXLfYPZXxAIAkEgCASBhUAAOZe+7+SfOL1H5J34Cwx45x9pV/d+/1133dWQeoS/qpqvA+gXBBAocNO/VwmQfP6sWZ0IGCD16oIBVZsGAKqmbTbE2B2WDAgCQSAIBIEgEASWPQIJACz7R5wNBoEgEASCwEIgIACAkDv9l/bvvX1EXyAA0fclAKn8yDySLwOALYKO0Ov3nr9+69PPp4wBQQJjiSBDVfV7AIw1p/FtN//iLggEgSAQBIJAEFj+CCQAsPyfcXYYBIJAENgrCFRVv5CuasvlXlnUDkyKjCPcTvCVZOjc1j9IuFT+O++8s3nff+3atY2NPuQeqZf+70JAY5z433zzzc0YrwI88sgjDeF3+l9VDeE3H9JPLNeJvzqf2oSN9ahXlWJOqqrjPqfYvspmVvzPymYGC6yYnVt9gafb4+7taVdkjy84EwaBIBAEgsCyQCABgGXxGLOJIBAEgkAQ2N0IDMKNgA/fCBuC74Teqf84vWerD8FH6JF9FwEaKxtAVoA+JTIvI+D+++/vRF3mgDFs1Wd9qZubb+XCSTwHgSAQBIJAEAgCKwGBBABWwlPOHoNAEAgCQWCHEUC+nbQbWFU9BZ/Oib4AwKg7tUfe2SL4yDrSLxvAu/3sEfs2+bkfwDiBg3vvvbcp2RurLkhQVf1zgYIC0v0nwzb7Z8xmyl1RZGwQCAJBIAgEgSCwIhBIAGBFPOZsMggEgSAQBHYUASTbpXzGOfV34j90SgQd0Ze+r4+NAADCj9Aj/VL91fkQDBAsUOozTiaAseahFwBA+vXLFBBYMHahJf6DQBAIAkEgCASBlYFAAgAr4zlnl0EgCASBILALCCDpCD4yj/wj59xJ9XeqLyNAH50vASDw2i4F1M9OsMDpv3f/3QnADz0df8i/AIK6Pm3+9oDslSnscVuyVxa1Gyfd1t707cap4ioIBIEgEASCwHYjkADAdkMVwyAQBIJAEFhpCCDnyL99V1VD9BFz4tI/pb6hd8u/2/2d9A+dupN+AQFBADaCAsZXTdP9Ef8f/OAHbfgbc/I9ZJY0ztZH/86XGRkEgkAQCAJBIAisFARWrZSNZp9BIAgEgSAQBHYEAYRdOr6T/5GKL01fvaraUUcd1dzyj9CzQeKPP/74Nl4BQPoffvjh5pRfJoCsAMGB4VeAwBiknzj5r6qG3LMZa62qXqXvld39J/6CQBAIAkEgCASBFYNAAgAr5lFno0EgCASBILAjCCD1SDcyjvQbi8wPnVR/n/FD7vUh8Mccc0zPEnChnwCATwEKEKgLAAgOIPvs3SEggGCcTIMxh/awMXfVNABgzEJIfAaBIBAEgkAQCAIrB4EEAFbOs85Og0AQCAI7hEBV9c/UVW25RIR3RXZoMQtsXLVxj2Mqp//q9oiII/HaCDrSf8cdd8yd7rM54ogj+q3+LvdbvXp1Q/xlCaxZs6YJBCD1iP5dd93V9PtMIF/mERzQJ/WfmKdqmg3A92hXbb5OfbsgWx1atXGuqtqq3dY6rHtbUlXb/O+ratP+rc2zt/Tb2pu+vbWuzBsEgkAQCAJBYFsIJACwLXTSFwSCQBAIAisCgVnChuwTOin/VdWczju99+4+gq7fCb53+p32I/hu/EfkAXb00Uc3GQLGIP4u/ZNRYLxxPgEoe8D9AHwbYz6iXlWKPSCZIggEgSAQBIJAEFhJCCQAsJKedvYaBIJAEAgCW0UA+a6qhtwj+T7Nh8C3yc/7+oIBiL5MALYu7XPKX1UNqRcAWLt2bXOqT4/0I//r1q1r999/fw8i3Hfffd2Wjp1T/4n7fhKu1Cb8ay+4ZIIgEASCQBAIAkFgRSGQAMCKetzZbBAIAkEgCGwLgarqAQBBAORfIAAhP+ywwzpxb5Ofi/yQdyf3ggHe42c76Wp33nlnk9KP8N9+++09GIDsCwTIDnDqbyyf7KuqyQwwjzb9niT/5owEgSAQBIJAEAgCKweBBABWzrPOToNAEAgCQWAbCFRVP4mvmpZO/N3Sj5B7Z9/pPcIv5Z9eIMClgNL5BQic/gsGGOf9fhkEMgdkDagbw5dsAUS/qnqwoaqaH52SVE116gsou+TaXrYlu+R8EQze1t70LYIlZglBIAgEgSAQBHYYgQQAdhiyDAgCQSAIBIHlhkBVbULG2+SH5CHtCL2MAKf3TvoHgXfBnywANgIDSL+TfPcCOO13UaA+QQFj2Drtn7ju//inI7IGunLDH/NtqC5gEddBIAgEgSAQBILASkMgAYCV9sSz3yAQBIJAEJhDoKo68Ue4q6an7og5Qd6dyrvd3+V9bfJD7gUClN7zVxcUYMdeVoCL/aT5K70GoM8rAJPh/fWAquk82kS/cla2pJvt3y31OAkCQSAIBIEgEARWHAIJAKy4R54NB4EgEASCwHwEqmou/V+fAIBTeyf60v8FAGQCSOV3+R/SX1Xt4Ycf7rf9I/iCCDIBfAZQBoB3/0f6v5N/wvd8cl9VWwxCtAX+xX0QCAJBIAgEgSCw8hBIAGDlPfPsOAgEgSCwXQggwduS7XKyDaOqjaS7avP6Nob2rqrNx1Rt1CHkVdVt5/+pml6+Z3/e45eGT6qq0XnPX4n003u/3+m+AEBVtTVr1rQ77rijaR977LFNmr9Tf+TeBYCIP6mqfurPB6mqxqaqNgs4mM86q6Z96gsom7k2/47IZg52UDF/rh0cvsvm8+ef397lCeIgCASBIBAEgsAiRCABgEX4ULKkIBAEgkAQWHgEEL6q6p/nEywgZnXqrw9hd/rv3X59AgBO/wUMnPh7b1/daT+hkxGgRPL5WrySlQWBIBAEgkAQCAIrEYEEAFbiU8+eg0AQCAIrAAEkfkvbrKquRvCRfYQdwac0hk6fLIBDDz20ueVffQQAZAUIBHjHn63Tf3VjBAD4qZrOob4oJYsKAkEgCASBIBAEViQCCQCsyMeeTQeBIBAEVg4CVRvJeFVtkno/iP8oEXp1ZP7www/v2QHuAnCjP8QECJz6I/pS/AUPfB7QBYBV1dP92VWVYtFKFhYEgkAQCAJBIAisTAQSAFiZzz27DgJBIAisKASqao74V03rAKgqRRvE3+3+VdUv5XP7/0j/d7mfk34X+UnvV0f+pf67ILBNfu4DqKo+VgChLd7filiZYM22ZEWAkE0GgSAQBIJAEJiHQAIA8wBJMwgEgSAQBJY/AlUbLwFE6klVtYMOOqhfAuiUH+l3uq8uKwDpR/Kl+xM6AYBZtOgG6ZzVL656VhMEgkAQCAJBIAisVAT+PwAAAP//Dc5opwAAAAZJREFUAwA6AUnF4oPb7w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:image/png;base64,iVBORw0KGgoAAAANSUhEUgAABAAAAAJGCAYAAADFzPfIAAAQAElEQVR4AezdCdRfVXU28F072cGazrS1bWy1oHVImUGQRAOYQAhzmIekiGkYxEjFYoWiLqGrFUqDVMSASCBAIRABiQFMgIAQDBRxALWm1NrBDnSey5ff/dxwvLzz+wZIstdyc6Z99vCcG9f/Oefc+74oIp4qKQzqGahnoJ6BegbqGdi0noHv+q7vempTlhe96EVPke/+7u9+qpXv+Z7veYoYSxkszxxvy7TV9o2l/r3f+71PEbGQtKtkT9kKnVb8ezL/+77v+55ep+///u9/6iUveclTL33pS5+2zQZ7RJ0N85REXyv6Uswhxs3hiw8l0UeXTgpdfX3R34r5JG3QN552tIk+JV1CX18rOaddR/hkuz9urJ0/UD3nbqxSDCWb1v8n1nrVetUzMKJn4CkbABuwqv8VAoVAIVAIFAKFQCHw3CHw1FNPBfm///u/aOV///d/g7SRbCB50Rfj5vclbemnM5CwNVB/22c+W8qBpNUdqL6BFHfdbPC3gRjHBoLc5fHf//3f3dh4/sOuuJTwSvmf//mfIPpzXNmKsZH6FjvZQNJjAxEPeRB9fZvsEv3D2WePjYHEGBtDyXD2a7wQKAQKgUJgIAQiagNgYFyqtxAoBAqBQqAQKASeAwQGI3mDuR6IMA6mm7ZzPOdq55hSm+S4MomscWJcSdSHE2SZDjvqG07muw0AfSPZAOCHiKUVfUQfWyn6Wslx5UCS85TmKVvRl5L9iLlccnNDPx052oBQaveF3kAyUFz6BtKtvkKgECgECoEJQGCDidoA2ABC/a8QKAQKgUKgECgEnlsEED2CVKZopwxGIrM/9QYrh8sm7fT10l6/XzvHlNojEbk5MSfmtX61B5K0a0xdSbKuZDcFKSeIeQr9/jid7GODiEeZot0KUt8X4+zwQbRzvlKfMsU4yXaW2ack+ttSfTChW1IIFAKFQCEwOgRo1wYAFEoKgUKgECgECoFC4HlHAHFMaYmfwNp2vz7QuL7xSMbRLxFfMpxtpJkOQo54i9nVfCfladP4QNKOq6dO1ttSnfAhLiXhj5hrPEWbGCPqRJ2ok9TPUp9xefVzoGOcZJ1uiv6+5NhgZV+/2oVAIVAIFALjRqAzUBsAHQz1n0KgECgECoFCoBB4LhFAJElLAFv/yGxK25/65raiv9VDRFOyn05Kf6yvk21l6iq1RyL80DOHiNXVf+RZXsaGEjrmsdOKPmP9ua2OOj+E34GknU+/bavzQ/hK0abLnpIe0Z+iTYynaPfFmL4s27q+tDdYSb+kECgECoFCYDQI/H/d2gD4/zjUfwuBQqAQKAQKgULgeUIAyUuSmaVTbJJtJb2UDFXbWIo5RH9K6iKWKTmmHGg89doy9UZSsmsuEt5KS57psKUkWc8y+9ghbX/m29dJX+nHPGJuv2z71Akdwk7a0E/0E/15m0HbWD8OfSmpk226rQzUn31VFgKFQCFQCEwQAt82UxsA3waiikKgECgECoFCoBB47hBIAtsvkfe8Nt+OtYRRnV4r5qTk+/b0+hkho6Tf32/TGUr6+v222M3vE2l9CHTqtzEOVjeHtHPkKn9+ch6dFH0pqZOlfrboKlPatriRfLHqT9FuJfuV7CiJ+lAihhRxkWyPpBzKdo0VAoVAIVAIPBuB7KkNgESiykKgECgECoFC4DlEYCQkZyidjR1q67v1hdylpE6OI6REPx1fvifqxBhRRyJ/4Ad+IH7hF34hXv3qV8drXvOap8vXv/71XftXfuVX4ud+7ufiJ37iJ+JnfuZnQvu1r31tN/ZLv/RLXd+P/diPxaRJkzr58R//8U7/Fa94RWy33Xax9dZbd+2tttoqfuqnfqqz85M/+ZPx0z/908E3Ei2OlIxLW11e4rWhQNQzN3PVEWX6dOm8+MUv7mwjtHLXTj269Ngm5imNs82mkvznf/5n9+cR1dllj27O+Y//+I/uz/0Z9+cF6ainffpZN4cPfXRIv26c6GdLXaltI8DrC/xrGyPqRD8f8tPOefykZCzKFPOIuUSdGNceSvgfStgZSvgYSoaybWyouTVWCBQChcALEIGnQ6oNgKehqEohUAgUAoVAIVAIjBQBBJoukpZEC1Ek+n74h384kFTyIz/yIx0pNjZpA1mfNm1aHHvssXHYYYeF+qte9apA0pHzl73sZYHAI/OIvz7lj/7oj8YP/dAPRZJLdtnjO+P493//93jyySfjb/7mb+KRRx6JL33pS/HEE0/E3/7t34YxxA0pZ4cfmw/EhoCNBHGSl770pfHiDUQesWYb+UXI/+u//qsj3fLT5h/BZfMHf/AHuzkZH1/IcIo4ibltyT5dZfYj0vBlO/XZ5Uef8YyPfTpibONjzxxxsZWbC3KSvza/bKWwo86O+YQOXbb4Mk6PiJeOmOgQfWLRT8zPUj3F/BRzWh1+Uq8t6YxU2nkD1Udqp/QKgUKgENg8EHgmi9oAeAaLqhUChUAhUAgUAoXAMAgkmUKoETjkDzlE/tSTvP3Lv/xLaDOn/qu/+qtxzjnnxKJFi+K4446LXXbZJX72Z382jK1fvz6++tWvdoT93nvvjZtvvjkeeOCBWLduXTz66KPx+OOPx1e+8pV47LHHOp0vfvGL8dd//dfxd3/3dx3h/8d//Mf4p3/6p07+4R/+oevnV6xKhPRf//Vfw5h53/jGN+Kb3/xmtzGgH6kVK2Jss8Ftg5e85CVhE0OpnySZRqgRaSQ8BQZsyJ8g68bMUdKHET11sRHkF45ErGwYN5++PhsNSHnGaUy/Ocb088mPeG1giJcdYzZL/u3f/i2IfAm//PNBT5zyVbIjTnP5hR/hiz4xlw0xEHWiLrbhxPyBRB76s1Qn7GWpztdQQqekECgECoFC4NsINEVtADRgVLUQKAQKgUKgECgEnkEgCdYzPc/UkEZCJ8mhUeQQeUOSkcnddtstzj333Hjf+94XNgGQdnLllVfGVVddFZ/85Cdj7dq1HSFHUG0sIPP//M//3G0OOGlHKpE/wjYf6oR/44R/4wRxzT56xlIXkWXfxoFNAfLkk0/GkxtE/e///u/DnCTj8kCOW3EjAdlGlukiy4mDuhjMH0jEr5+OueIiYjQGVxiwwz6/8NSfbTcXvNaA6LNlPv/wk5v5Sm0+6ImXDfnzw6Z+JcIvHjEkbvr4s+FgHj985Hw22jlioKOfT8IeMUbYlhc9QlfJTquv3vZps5PC1lCSelUWAoVAIVAIRLQY1AZAi0bVC4FCoBAoBAqBQqBDALnqKgP8BxlD2pBseggyoojY6UMWvcd/+umnxwc+8IHYaaedwqn76tWrA/E/66yzwim+jQAE0FzE0Mk0wsolWylIp42A3CBQNw9B5UssYsp5YjBXbPqMIZP0kdkU8+jwTU+dLzGwwY86v2JTOk0ndHOO+UixueZlmfPZUM8x4+aIK/PIWIzREyP75vEnfq9P/PzP/3z3ioRTfrjLydwUcbFtDK7GtdkRoz6vO7DNJv/mKs3x6oXXMdKOeMwVk/nmsKGfjnl8sEGsh3H1FHPkyidRN5eITUmMlRQChUAhUAhMOALfYbA2AL4DjmoUAoVAIVAIFAKFwGAIIG7EOFKr1Eb6EDl1xP/EE0+Ms88+O3bdddf4y7/8y7jllltiyZIlsXz58vjyl78cyLnTd6QakTQviSTiy552EkdEMuupi5Syo5++eYgnMkrHybYTb6fnxukhmUgsMqtNT2mOueYQRNgcfvmQq1hJbgK4JeCUPeNgm8CBqPNlnMiTLaKf0JEn/0p40kP4jdMVH7LvOwVeT6Arnj/90z/tNlW+9a1vdTcl9JkrJ7bEqfQ6w+TJkwOph4fTfjn66OI222wTL3/5y7uPKbJP12sZyl/7tV/rPsr48g3jxmAiPrmJT1184pQHv0rtxFfsBI5EPCnmEvaIuYRdop792Vam8DceSTtVFgKFQCGw+SPwnRnWBsB34lGtQqAQKAQKgUKgENiAAAJGNlQH/B/Cjcwhaa7Oa0+dOrX7uN/hhx8exu6777742Mc+FsuWLeve40eYkVSkEAlFCrURRnYQOj6RSHWOlfSIeUq2jWVd+8UvfnH3kcD8iB9yyZb5hK4Y+UWEkWqSGwT0kWbfJCA5l22bAYQNfsUqRnETOWjrT1/iSf20pS0HNugpzeFbaRxBF5M5XjPwlw+QdSf/5vzFX/xFfOELX+g+RigmOilO9v3VBH8hYY899ojtt98+kH+E3l9E2HvvvWP+/Plhc+a8887rXss488wz453vfGecfPLJMW/evDjooIOC3vTp0+PNb35z7Lnnnl3b2nqFA77ihiP/4pS/HNThABMlkRcRu9zlSGxkEHX9xs2nm6Kdwqe6ktAfSuiUFAKFQCFQCERED4TaAOgBUs1CoBAoBAqBQqAQGB4Bp9pJjl1Nf8tb3hJve9vbwqnyPffcE+9///vjkksuic985jPdl/iRf6f+yDXxfjrSiATyhnw7YUfqkEzEMAVBpEMfuSTIpZNodry370v/NiLYZgspJfSIuWykTX74tikgD2OIJ5JJhy129CG6CD19emzpyzb7fOkXK3vG2GGPmJfCpnExmAdLpXk2JZy4++sIO+ywQ/dnDJ3uf+1rX4uvf/3rQc/4L//yL4fbFrvvvntH0Pfdd9845JBDwgcWFyxYEPvss0/sv//+ccwxx8Rpp50WiP4pp5wSs2fP7v5EYl71t1kwZcqUYMemgY8zatskEXeumfxtRoiLjcmTJ4e/0AAHedGVu5y1ExPxwkXOdIzJ240Cmx3wTyyM0SV0+2K8pBAoBAqBQmB0CPS1awOgj0i1C4FCoBAoBAqBCUAAyRlKJsDFiEz0SVS2h5ucRI4+kqdE4pA8JbKKgL/2ta+NM844I44++ujuK/wXX3xxXHjhhd1X/J1WI4IILhLLBkzYzrqSjn4kk33EWx8/Sn6ItnG6SGPWxcIm4piEU37a5qubyy5ij9T6awD+XKDvENg0oCcWos4e+63AQYyIKz126fFP1FNfvv2YxWMeOxknX+b4qB8Svtdee8Ub3/jG7s8den3CnzP0FxLYQsqRf9f03Qh49atf3b1m4ZR+1qxZgfDPnDkznNY7xbcJ4BTfyf1WW20VNhfEL24YKvlWFw+MvGZgYyE3FNwIeMMb3tDdJHDDgA2Smw2HHnpoeAZgkvmxxy77bOpXaqt7Hmz22MhJXfqwoTMSYW8gMZdNtlrRP5EiXn4GsjlY/0C61VcIFAKFwEZG4FnmawPgWZBURyFQCBQChUAhUAggT1BAahEtpIboI/p23nnn7tT/da97Xdx1111x0UUXxapVq7p305FtNpz0ui5On+hDnhBG5BcZRJ6dBCOHSQr5omcM2Sf6Wh222GRHv7o+8SmJPmNEPaXVSb0s6fClzTZyrGQjhQ4bGaM4iXn66SH6xuVoPuJM2KWDjL/qVa+K/fbbLxB31/fdZkD4zXvZy17WfUDRhsB2223XffwP8U9xeu8mpkjuEAAAEABJREFUwC/+4i92BN37+jYH3KBwOv/kk0/G5z//+bCJ8Cd/8ifhTyzefffd8eCDD8add94ZK1eujNtuu62TT33qU3HjjTd232q49NJLw+sbTzzxRFgn62uTwaaCGwJiRuCN2SzI+LfZZpuwjvJLfOABF/noIzkOVxslnhUYGYMLoZNzc742O55JpXYr+swl5rfCdit0SgqBQqAQ2PwReHaGtQHwbEyqpxAoBAqBQqAQ2OIRQJYQKkQWUVNHqBBZpOsVr3hFeNffVXDE0p/ze/jhhwMxNAc5pI/c6UPaEGJz2UP8gGyDALk3h21z9NsIoEeyHxFEMBHn7BcnfWIu+2LlT6lNjBN1QjeFDSKGVsSAmDp9588YPcIWUc9+9vgkTsuV+mAhZvbk4LTfVfqpU6eGP5PoJJ/uN7/5ze6Dfv68H5JvAwChJ+rm6dfedtttg/g+AOLPH5xsHvhrC1dffXX3JxZtyHz2s5+Nhx56KHw40CsTYnCbAJaZgzyIGK0Xfetp4+BLX/pS9zFHGFgr6whfNyfo+gbBlClTwoaQjwfalPAdg7QvLhjxJU9zxaCtH0bq+tk3D2b6+ST06CjZM6bdij450LHGpB2fyDpfA9nbmD4H8ld9hUAhUAgMicAAg7UBMAAo1VUIFAKFQCFQCGzpCCAyJHFo68imq9/eCXeC7F1/76gjdykIPpKHzCmRNuSSHeTOrQBE14m4NoLrzwUikq6hEyfZyKYYEDuizgYCi2SaizQij8R46iFprehPoUdyPPuVCKSSiFubHn0+iBiMy8kGAUFU9cFAP3KsT/7miNMpP6KMJMuf3b/6q7/qCLbNEnYJn2z6awM2Bry2QH/GjBndB/ucyNuEMedzn/tc95cWnOI78fe9Bbi98pWvDO/1+6CfGwau7R988MHhNYM3velN4bsNBxxwQLeR41sBxKscRx55ZPdBwCOOOCL4c+rvBoKPCu64447h2wTW3ncE4CNPGxxuBnjlwKsIfFpPMfgIoRsJvhUhLhjJTwlT+cJIyZ5NF8+PtueEbXr09dk00lYn8Fbq68tg/X29sbZb++oDyVht17xCoBAoBMaLwEDzawNgIFSqrxAoBAqBQqAQ2MQRQCzJQIRE33Dp0UFak1whZuYgfcgggo5wLl26NLxLj9wiaPSSzCF5yJw+cxFA18QRSeTSh+l8L+Dss8/uvj6PXLru7r1zxNW758imK+iIpNNvJNgGhHfavQ+vLRYbCTYbxCtvvsXTiv4U8fQlx5Q5Bgf1vh05pQ/jRFs/8o+YiwcuTsptBIjTBoCNCxght+y7qo/sy8XGgBN+9rwOgPjbHIEJgg4LuuvXr4/bb789rr/++nj00Ue7v4DgXXyke+eddw6k3Q0BpJxNeMnBn2F09d/aeR3ACb8+f1lA3WbCunXr4qabborrrrsurC8f5thcsCEhZrl4BcEmhBsA4pWvWN1o8D0DmxQ2GGwWzZkzp9toOPbYY+PXf/3X46ijjgobBdbY2nquEH24sA83JRw9Q9ZV29roU+ezLbOun16KNjGeoj1Rkjb7ZdrXn/UqC4FCoBB4DhEY0FVtAAwIS3UWAoVAIVAIFAKbJwLICBkuO2SRIGSIFH2kzHVzhNIVcdfMfejPabwTWzpILQLMh9N5hBAZRV5PPfXU7psBTpgRx8ceeyw++tGPdn8t4Oabb45Vq1YFUurKuuvqf/7nfx7f+ta3wrV1JJA4bXbCjWiLj08bFeJ0uixGoo+o6yfq+pJMinEwYT/zVmrzT+SXfpFexFUphtSlj6iL0cYHHIjNCxsAeVXeGPyM2RyxQcDOF7/4xUCKndjPnTs3EGXY2hCAiff61a2F03YbJ07Z/TUEuMIQaUf03dK45ppr4g/+4A/iQx/60NN/mhG5/8hHPhLnnntuvOc974kzzjgjzjrrrPjABz4Qy5cvjxtuuKHbYLARsGTJkli8eHF8/OMfj2uvvTbWrl3bbTy4+WGdfLDQhxWJGw1whTc89NH/9Kc/3X13wBr/2Z/9WcDGKww2CE466aTwfJxwwgnd5oAPF9oIgSsb1szzROBjLrHpkqJtXQYTdlIG05mIfrmzoyRZV5YUAoVAIfDcITCwp9oAGBiX6i0ECoFCoBAoBDY7BJKMjDQxJNbJNX3kE1lzCu/E2okxIo6MJfmnl4LAuWbulNcGAAJ3//33x5VXXhmLFi2K8847ryOUSD+ybyMBcfWBOnpOm51MI4pIbfpAKpFCX+93Gi0WGwTItnjliORnKT5zcgNAXZ9xsSpTxJhijB3kHuk03zzChtcTEHnX0emIiajTR0bNgZcbE8TH+pycu7nAPvxsJni3300HZB5BRZjf/va3d3/Cb9dddw1+vvGNb4R38p3OI/9O9KdMmdJ9gV/+cHWj4oMf/GBH0lesWBH+BOOaNWsCnk73kXQxisNGjg0DOYoDaSdw1ba+Xj0w7gq/zQibH8j+448/3sXi2w/s2wyyYWHNxMgXPXmwZW3kaQ3Fas3o+tDgLbfc0m0oLFu2rPvwoBhhZ8PDxsCJJ54YNkHcEoANG9ZZXCTXS6lNrFGKNjGe66yE/0QKmyns9uv6SgqBQqAQeE4RGMRZbQAMAkx1FwKFQCFQCBQCmxMCCEnm09azr18iufqQLuQJSXVqjQh+5Stf6b4s7+SVDkKG+Nok0PaBO6fSyC8SiCgi+klEXVlHDPlAbhE+J/vsIc362dHPNlEXtzEklq5+xBLBJAiqtk0LY4SeuSnahH32BhL5igO5R/Sd0hNX3Z3gI/FKJ/f02GBPbDkHyYbB7NmzA1GnL24E1oaH03CkHrn2Pj2fTva9BoD4Tpo0qfuiPv0k5XxNnjy5+/gfouya/sKFC8OpuU0VxJsNY0g6QcgfeOCB8MoAUsyuOOEhZn3WTtxKccDHOhO5ErnSNS4O+sSasydGmwA+GGjjAMF3O8A6ez3DjQ8bHOrWxXrJzbh4bfbYEHBrwQcl3TpQN7b11lvH8ccf390QgKe/POC54bsVfeIksBYnEZ/Y240AuW8syedhY9kvu4VAIVAIjASBwXRqA2AwZKq/ECgECoFCYItCwI/2oaQPxlC6xhDnoaRvb2O1xSAexC0JUN8XHX30iHoSRHVE0EfkkGvk3+mucUQRmaNjHuLlKrsTXlf6ETkkzgmxOU5/+ULOCBvIesamzaY2woa4iZkP192RW+LkP8m+MfPYJeppQ5t9uvS02WNbvMgh0stPtuWKvCOZiCfy7l16RJ2++WyxicCKRV5i5lsJA++/e+0B8aXLhzG6iL8NFdf2fQ9BXOwg1DYKxCwHePKH5NpMMQdh9tHF3/u934tPfOIT3VV8myeItc0KMbk1ASf95iLe22yzTdhcEIN4rJFvDNAXGz03F5BoGGjzLS63AWwkfP3rXw9t3zQQh1z4sbbWh23v5yP+bilYd5sPbi0g8vIRh40ktyDEC1Pz4C9nucNXXLl55FUEf7aQbzdL/PWJBQsWhM0ANyfYU/r2gBzZtFmjZNezBlvrDmv+lJ5bOWZbHzFHmaJNj6ibl6KdQt8zII8UbWIs9UZSpv0qC4FCoBAYIwKDTqsNgEGhqYFCoBAoBAqBQmDzRQDpQWiUCAmCgqgQdQQGYaPja/EIFGJpAwA5Q9Kgg1QhWOzoT0LoOrk6oojUsYOQIZvqiLe56ZvPFDGYk2LjIev8Err8EzayVBcLG6Svl+NikCO75srP6TgCruQTSX7iiSfCn9bzioJc+DZXHgizjYEknUitj/T58J5NA0TbybvTccTYHBsLPoDo43h8sm0chmJDqgkSLi5rgIwj097f9+qE9/mRcQQepuJgw+m71yVc7beJ4Zo/YUssbh64heE2hhN6p+5eu3BTwIcc4WYjgchRvsg98i4m68snLMxx4p924GS9bQSYB1cCYzG6RQAf654bCPBl1xrZDIClbyAoM275i0XsbjzI3ccP3SCwQePjiG5M2EyBu00S3w7gA55si8lmCJxscFhDMRlTF6MxMVgHz421goc10KanZFM8+gkbWaoTevpaMa9tV70QKAQKgY2LwODWawNgcGxqpBAoBAqBQqAQmHAEEAEy4YZHYBA5STX1JCqDxaPf+/uIluvZTnbNQQTZQZCQIZL9CCISitghnfoRfcSPIF7IFf+IF6JN1OkqkS32Cb0s1Vuhn22xEjG1oq+dbw7Rr+SPDTmYJ2aEUQ5OoBFgV9rlQ5eOHOibL194eCcfabWBgNgj1F59cNrvZNomiu8AwABRRpxtDvCFzDrdRuKRUH8NwQk2QdLPP//8OOecc+Kyyy4LJ+r88mGcPURbTE76bUD4Or8bA0itHHzZf/Xq1eHDgIg0nzZy5KXOPzyQX1gg8PJHomFnvfjUL3aiLm/jSLVbD/JzKu8r//Pmzeu+YYCg+9OATujdpqDjrxTst99+MW3atBCv1xoQf8Qd+YdlYs2HzSTY6NO22XDrrbd2H4y0CWENYOE2hZsqYrDJYrPF5oc1sW70rKONCLnaXFDKAQZw1LYG1tdzS7KuZId+CtzU4Zairb8VfSWFQCFQCDxnCAzhqDYAhgCnhgqBQqAQKAQKgYlEACGYSHtD2RrMV5IUhI4gVewgN+0cpA8pQ968W4546qNjHqJkDnuIExKv1GaPHn0klK42X8R8+gTZN4ct+km4tJEtYi6bhC5hQ0n0p9AlrS1tenyLkV8lG8b4Mh+5RHydcCOcTo3pmkeHrjY9ZJINfrzDj+D7M3x02EUonXr7iB9CbvPE6xA2BdQRc3pIqBsHCDsyzJYTeLaR83vuuSduvPHGQIL1I/r0EV51eSkRZ6f+dGxi2Ljgx0m92wLyEjeRA/tiJPIj+s01hiQjz8i9HOUFA7cREGq5+sDj2Wef3f0lB39h4JRTTokZM2YEkm/TCAH3MT+n8+o2SGyG+BOPyL9NAK9JeL//wAMPjMQqbzDYVJArv8SzJF/Y24CwOeLVAN9TcLPB5oZNC88Q/7kRYBPL5giM4WZtbQTI00YKwm8jhW19MLA2coYtHeI59jx6VpSETivGSgqBQqAQeL4RGMp/bQAMhU6NFQKFQCFQCBQCE4BAEoQJMDUqE61f5KadbCzb6ggWQpN9iJ+TWlfXkSvX3BEy18GRotRHlJB4BNJc/QiYOnvadBBNhFpJVzz80kWsEDAl2/rMN56ibQ5bOV+7ldTRp56inaJPnQ118YlTnzyIMSIO/tX5RQ7lABN6ckEqvYOORIodgXfard/77ki02xMf/vCHw5/kQ+oRXEQdkSbIO2LstQF1do3fcccd4aQb5mKAEXvWIokxYurkXKzIvvf1kWN+XLEXrxzpwVeu7KvLX15K9hFfunxYf7pyRrzleOyxx8Z73/ve7i84+IsD/pyjd/LNcePBKyI2HmxuqHttwQaGTQ/iFoK/GuB7AnkDAhkXK1KvhKsNh4yPb5jAF7mXjz5YWzMxsyFvvvi0WSJuNwv8JQq3Avbee/kQrHYAABAASURBVO/uxoFbCF4TkCM/bNoM4Fe+sIAJYT9Fv2eBTpbqA4nxvpifwmbWqywECoFCYCMgMKTJ2gAYEp4aLAQKgUKgECgExocAItBa0CZt38aoD+UDAUHa6CAw6vqQQHUEy3VqpPK2224LfUgnUpT6dLXFro+o6yPsKekhY0SdDl1jWReHtnFETEmHXySNIHxKfcaIeYQdwmcKO4QtffTMMV9eac88sTkZR4zp0yN0tZFMekipE3CnyAi6PqfaBOkWn5NxBB+ZRYLvvvvujvi7Nm/Mn1Jkg21xuAHgpkASejbZMW/p0qWBTBtHfPlHYH1YEIlN4u8qf35LgF3kXX5ygGvmb0y/jQQ5GZeLtRWT/G0ayAWhd4r+jne8Iy699NLuTzfOnz+/+7ODYvS9AX9m8Oqrr+7+nKNy+fLl3YaFD0B6T9/mhTL/6gP/fMIbfuJQ59MrEOpwcGPCxoJcYaYtXxtQ4rRWOUeJwNtAsFECC7HLmz357bTTTuEmi40ZNt00ULoV4KYDn7DN58W6eF5y7fkjbkjAUh4woNMX+ZG2n25JIVAIFALPHQJDe6oNgKHxqdFCoBAoBAqBQmBMCCQBaCfra9vPRx2B4RdBQmQQQoQFWdLvpNg72AiXa/+IJZKKHCJYyCgbSZbMIXJLMY5EKdlFpOjwo9Q2XwzqdBBSPpAsY+aylzEiaCliZp8YJ2zTZ5+wzQbRTqFDzNHHP5/8E3Vx6GeD0HUCjUwqkVCbJK66uyVhAwCZVLod4MaEk3B4uXqPvCPrTvhd04cxEu9kG/lklyD+NgoQZq9dILJiEo+bAojr1KlTuz8DqE9syDo/8nfjwM0Dp9o2DsQCK+vHJ/va6nwj1k7JxaBfKQebFOeee2733QHX8/X5lgHCv2zZsvAhPt8jWLJkSSD9Tt69i+/VCfFYT7aQeNfvfZwPbmJG0G0euAFA1L2q4L1+30TwUUK5yw3OYhebE3txwfCVr3xl2GQxbr1sHsDZyb+bAG4a2Hxw08A62CQw37cVrJkND8+4NbEONgPESIdfZN9zQ7Q9C3Iink2SY0riWfJcZZl1bdJv6yspBAqBQmCjIDCM0doAGAagGi4ECoFCoBAoBCYCgRcCAUiiIh/ERonctrEhhwgSooZMOalFoOghlkileYQ9dpQECUXKETalPmQJgaJHEDYEK+cr9aeOWMylh3DpZ4deK+JJ4de8Vto+89ggfBFkFLkWn3E+EWQ2jGc/H8g+IqoUl9N9hNz77sgx4ilO9pB3H9hDSJFhPpFNxNU1etjyBUcn9U6gYS5X+si8q/w2ERBbp9vI+tve9rbwzr11cSsDaUbK2WLbNXe3NuSATItfLtqwEAddcYvZl/N9t8ArC9ZLbk7ITzrppPAnBnfbbbeOZHvPPgm/P+u4du3aQNp9V0B8/MAPnp4P+MBMzoi6DSObSGz4s4Xe2Tdf7Ag/sekBPxgj9jCBhU0M2Crh6jYB/678WyNxu0UgT2058u82APwuv/zy+MhHPhJewTCHD7cIvA6A8MPdsw1jm0vWBtb802WPbfkQdfkSYwMJLPQr6belekkhUAgUAhsbgeHs1wbAcAjVeCFQCBQChcAmiYAf36OR4ZLs2xpOHwlIybmIGCJBBpqfev2yr8tuv2+gdtoxZg5R148MIk2IqLj0I1R0kDAECiFLUof00tM2h575RJ09Qod9ffJEQJXZp9RGeBGpJFr8t2IeW+zTY499pM2mhDH6xtki9LQJfePpz1x+tfW34/q0iTrfsGCTLURdG7FEdBHFww47LJB1myTm0EXKnTqvW7cuklSa4zTch/DYQJzFbjPAqT+szbcpgvj7Yj8bjzzySNBD1J3GO6levHhxeC3AzQBxwcHH9XxMD2EXA2KNFPNlvpxsTMDZiff06dPDu/tuIiC/xnyo79RTT40zzjgj9tprrzDHu/oXXHBBeNefT5sa8mVfKV55+XChGGws6BODuGDtffzrr78+Vq1aFTYu+DKOpNMVn40HsfIpJ/PEL14bB26hwIJfNylsDDjVt/nAHuzYsabEPPY9CzYWbBjYfLAZ4GOBNhTcHPBtgDlz5oTNALcTYMq+eIz7AKb8PAviEh/7/Cn1pbRj4ves0UnJce22rj2Y8DOUDDav+guBQmCLR2BYAGoDYFiISqEQKAQKgUKgEBg7An7Em+2Hfyv6jA0mxgcTcwYbG2m/WNIOImMeIoX8IK+ILkKESNFFtgg9os98Yl72KVOQIeQOoXPCihilLmJF6BD9KeYjishc+skx/oybwx7hg/BB+COIO3InJ3psmcuW+STtwSCFX/02Gwg7STjZd9qOiOqDEVwQSOQd4URA5YaAwhJB5h8Rhqer/Ow4jUZIzUdwbSY46b7uuuu603fEHwFHgN/znvd0fwIQuRYnguqE3TvyiL2NGTbcPEDsxSVfsfDtOr534W1eIN/igJmNAPG4Hi8mmw833XRTfOhDH4oVK1Z0mxw2fGxkENjAw6YBEm2+PPmUj1cQ+F6/fn2Ix8m7GOApHn6JnD1jxuRDYJqkn2+xmG/MXPpEPGwo4auPfWtuveQhZyJe8cHWn0H0MUKbCtYOlm5B+LOFuYFiPfjzOgDx/LDnWSFsKom6dU7RJw7PmHiJeivGSdtX9UKgECgEJg6B4S3VBsDwGJVGIVAIFAKFQCEwagT8yCftRIQgpR1TJ61uWx9qrNUbTR3JYZcgU8gMYuzUE4lEnJAz44gN0khaH/SRH+P6Mzel+eYaR6CQM4J0pi/ztI0r2RAL8q9tLqHHpn4xIJji56Mv+glbbLjFQPgQLzvG1MWnnn3q+owR85Bd5B5hda0dkUa4s08uCKar8kgvQupkX8zIpK/7+z6Ad+TZR7RdixcbEsqP+f6EHX16TvR/93d/N5DpRYsWxcUXXxz8wwLpFQPyKk9xuHGAMOe7866wW0ebBF4L2HfffQPBlQvs2EHmxeVGgNsI8vZOvtcLbADIRXzWQ6xuKmyzzTbhmwf+jB+y71aAmyLyYotPtuEkL2sjRra14ayPvvUQD6yQbD6sr5smcnJjwHMoXvqeHetB5K6fTT7Z4NfzCic++TKutLEA3wcffDB8XNFGjLb8xAMvmzpz587tPnIod+vAlg0T68U+u8Qc62vtU/iSZ47zmyJ+YjxFu6QQKAQKgQlHYAQGawNgBCCVSiFQCBQChUAhMFoE8oe+MomAEkEg6oRdZYo2MU+Z0m9n/2Bl2huqTJtJaJAaJ6iIkbpxRA35QYYQLP7YVNJBgJTaKcYRR3mykUIvBeHjC4FDspBGREzbNWw+2TY37SGIRBxKPog60S/OFH1iQM7Y4ps9fWySjJmOcX7Fps2ONlIqVoQVoUYo2U7cEFUn1/oQY+/Ym4uYOl2n74R+1qxZ4UN2xrTFYYwvGwfqyP/hhx8eXif44Ac/GFdddVXYGECKEVFfs/eBRjE5HVc6AWcDfm4F8E9v99137z4YiGCzgfTLR84Iu80IJ/heS0D877rrrkB+kWun3zYQ2LPhIG7fC9DPlw/+sSVf780j5W5asC0m+RC24ARTcVhnPq2zPNxg8O0BGxTwOeGEE+Jd73pX/OEf/mH81m/9VrimD0Pv7NsQ4YdfcVhTGyI2hdRtDvBhnTxDNg2UnmFxuaWA+LtZ4HsGbgVYOzHCds8994yjjjoqDjrooDAX5l434E/MNn7458Oz4lnyDMnPc5iirT+Fb0I/RbukECgECoGJRmAk9moDYCQolU4hUAgUAoVAITBGBJCAdqp2K0ggyT51Yk6fLPTbdMYr6RepQ6L4Roi0ESdCB7nlS784lEgQ0Sb6lPSU2jkX6WUDOeIDcSPIG+JOny/kDcmil4Qq57HLpjjVU8zVLxZjRN18uSCifNDXT+inaBPzUthE0sWHbJrLHnKNzBpDvJF2RNEpPrKJ1CKP4kew6SKeTs1tHojFOFzoyBWRF59XBXzQz1fsL7zwwnBizafTdyTZKTUS7DUBeMJRvIg3Yu2L/kg7cs2vTQR/ilDssEVy3UhA6G0Q8O09/ZUrV4YNDJscCPm0adM6InzEEUfEgQce2P0JvSlTpoTc2Uf4xSon3zYwJrepU6eGOrvWEWGmx54PGCLX8+bNC1fu3/nOd8Zv/MZvxCGHHBI2KhB8mwmwNl/OsDj66KPjve99b9gMWbhwYUfObRbQmzRpUsgdQZej9bQJID65qsPauogHBtbTRwW9DuDWBKx9lJD4BoNNGxswJ598crdZ4/mx1vonT54cYrRhxZdnxBpYoxTrKpaSQqAQKASeBwRG5LI2AEYEUykVAoVAIVAIFAKjQwARIO2sfrs/ZjylHUM0hmq3Y6Op80UfmckSWUVqkFPkCcFEdBEcOmKhT5Bmfezo19avzzyi31yElSDzyC77NgCcwLru7UQZiXZ6jHSxYy7b4iHmKFsxTo8+fwQhRPrEgbyxqTSfnnEEuRXzxM8WoYcQi4We+cgzUilO7+WbYwPAqbI5W2+9dSCJCD0C65TdfKQZsRY33/rUzYGNq/dOlc3xp/Z8tV4d+faOOoI8e/bsQGB9Z8C6uKVhrbxn7yq+Uhum8rRJYN1sDNiU8Cf/kHObEq78i8EJuNcGYOhjfq73O2230YDQO/XmS6x0xCtnfcbgaz3FamPChwDlb3PhtNNOC98t+J3f+Z1497vfHfPnzw/E2kcG+aGPVMOZDTh4LmDnRoIP9n3qU58KryP4kKA6ks6/WwkHHHBA+KaBWw9ik7fnS4xwYhcOCD/72uI2Zg3k5NWJq6++Oq699trw1wng7hsOMOHDhsUxxxzTfY/BzQixmQc79viCAf9EXZ8x9ZJCoBAoBJ5bBEbmrTYARoZTaRUChUAhUAgUAqNCACFoxWTkIEW7LzmmHGis3zfedsaH+KojLkgOgiQGpFQdsUJ8jNPj1xw62sayT7+6fuNEnQ5RJ8g1Ys0mooakIYApbJhrnGibjyjSZSPFfGKMGM9S3Rgxnx0iToJQEnkqiX5tmwhKp/bIrVN4RNupsQ0L476IbxMA+XfiLWa+nHwjnPL0BX+5isXptqv48uTHtXtz5HLLLbeEd8/N2WeffcLGAeJOchNDPDYcbJrYBLCBgpDamEDEzZUDgm4DAdm3MWCemJxei9m7+3Iwz40A7/c7TRcXfOTp+rvTcvnBwMYHv8TNAX4RavYfe+yxYE+ecGAj85enHI2JD25iNJd/McnRawZO/bfbbrsgSLhxudussDliQwBhd3pvvr9o8I53vKP76wV0M1alTRsbAzYB5GVdxGKeZ0p8nm2x+zCgTR2bMW4H2BAQo9sLbjm4bQBrufs34lki1k1uKfLWp2z7tPUT9ZJCoBAoBCYcgREarA2AEQJVaoVAIVAIFAKFwHgQ6P/wT3IwVDlef3wOJmwbUyJDWUecEB9kDaFClhCn1EN6iDn6zCPq+jIfBNy8HNOPfKUgZkgZW8Zyrra5SBtyps62eeJqRZ95xnPSASjmAAAQAElEQVQemwRhNd8Y+3TVxcQmfe0cS7uIMpE/gov4mYsg63dC7HTdFXO2XLO3UYKwwi6vkbstwAayi2g67VYi1Eiwq+Q2EsToFBvpdPKN7LJnI4A88cQT3Z8URGYRdyQb8UfWxWM+jG0WiBFpRqadsiPmSLN83SSwEeGVAH7Yk5uNArFZD6fcSLAckX+EH9mlLz4f0HPbgE/Phg0NOHtG+HZrgA+bHOITl40EH91bsmRJ/NEf/VH3br8/L3j77bcHm3IUE1ysOYxsZIg//9KAbwN4hcBfHZAffKy7TQExicN7+zYCvJag7faD9bG+1tkzIUc+1K0//MQOH3mKFcbwtcY33nhj2BCwKeHGgdsUcLOu5rAvR/ZT2CXpN/vbsj+nHat6IVAIFAJjRWCk82oDYKRIlV4hUAgUAoXAJoWAH9mtjDb4dm7WB7KRY1mmDgJAsp2lvsEkdZTIBZJD1Ik6MsoXHXb0KbWJuj71lOxTEv0IL6KCACFMSB3ShLCaj6QiSkgT3wgPMRcBQoDZYkMfO+aKTYzEmDn62FSyqQ/5EgO9HDOubkyZwn5fjLX2jYvHXHGwq62fXTkQvuVLkEF6YkJo5YBcurqv33vjCC6bToGRRO/L02EbeWXf9X7EHYGEm80AscEUuXbCTY+OPoQf2WbDuG8IqMsJ8UY6XUdH9hFOMZiX8dMVE32n98i9D/RZF7G58u+WgPi8W3/cccd1twmSaCP27PnLBb4zgIjbjNBOf2LlFzZysVberefHpoFNBnm48o+Ueyeff3naOLERguT7k4Zs28iwQULcgHDFf/ny5eF6P3Gqv3jx4m6D4Pd///fj/PPPj2XLloUNB/5tVtjk4N9NBs+fPJXWlF9YHHbYYXHSSSd1X/M3Rz+8iOdAG25set7NhRnb1smY3K2JVwE+8YlPhM0Lc20yTJ06tfuLDObCRM7G2GPbc2Ntss0vm8S4fqJuXl/0m6MsKQQKgUJgFAiMWLU2AEYMVSkWAoVAIVAIbEkI+BHeitzbH+vaI5G+jZHMSR1zEQdEA7HQbmNo6+0cetrKlH5bvz42lOzzg7wgNYgRgozoIJ70CR0xITHEXG3zldrZrzSXD3PpsM0G+8aNmWNcqa2fLX3ZZsecVug4MUa6idgRe5sW5honaZcNdf7100dwlUgrEuu9cqU+BJiuPif2N9xwQzjd1i8OhNqmgc0D76eb50N5dMSAZKsj+YivmFyPR7KN88GO2JFihF08CKg8kFsn6XQJv66hm8+vU3ek1xrZOOAHOXfyj/z6boAr8t63t5ngqrvTfLo2CMSvj1+2xQofpBs+Xnvgn33YqctVab6NBKflsLPpYq1sXPiA4Uc/+tFA8p3sWyNjfLtd4PUD82HGV/6FArmxKX4fJbQ54a8TeP/fibw4YMaWdYGZ+cbk4PRezL6Z4AODb33rW+Pggw/u/nShmwk2LWwg2LCAm80L+VgD6wNXzx5s9aV4PeBjH/tY95cZfEPBdwxsDlkjc+iJC3bmq3vWrXf26Re3PqJ/MKE32Fj1FwKFQCEwMAIj760NgJFjVZqFQCFQCBQCWxACfqSTTLmtZ99IS3NTzFFXDiWpg4ghO4R+koMc126FjjH65hJ9reijo89cdcQ8iYs6wmIDAImll0KXID1IoX5thIdd9rKfDXpEn7Zxc5RE3Xyiro+wpU+ZtpUpiLK6mBExBJmu6+MILxKHlCKrBAkl+uVHtMWmT66ueDvNhx3fdBBE7+M7HUdK6elXysmpMdKKCDshdyptPkKJUCPi4qSrH3GEKZKL0IrbtXsEVrzip4fIi8+tA4QduXUqLV6bEa6l+xo+TPmXMz90nWb7k3bGbQp4b50g+UgzW0gz4u0U36k2QiwmJ/Xs8ENPbAgwco5Ey8ctCOQd7jY89NO95JJL4tJLL+1O7eEhV5sYcoeX/OSENPNljlcoXOXnw/cQ7rnnnu6vH7Cv34aB1xjWrFkTNhDExa51t/FgY8ONCRsFV155ZfdBP/ry8v0DHzeUm7pYrKtNGHGw4ZkTG1zgKG44eRZsxMCfHuxvvvnmgIfXO/bee+/uTwWaLx6ltaArRhh6HvV7no0ptcWgruyLcWPKoSTnDaVTY4VAIbAFITCKVGsDYBRglWohUAgUAoXAloNA/sBWDpR19mdJJ+ttqd4XusNJkgd6WUciiHZK2qZHjJO2H6FIoUPoKAlbSDDiqZ8u0oZkqyM19NSVbCN/iA59fcQ40cemPkKfqBtX8tWSJH2EXgodZBtZQ+KJ03KCmBsTg1jMJYg3EmyOnIi6OUo22WfLfDGYp0SWkXMkkI7T5F122aUjegimNuKKpPPrRBkhRqYRduPs0JG/cT4QSXHoMwZb5FWcSOfDDz8c2k6mYW1TwUYCcmvjQU6Ejk0G78fbqEDWEVSEVl7y8DFCHyvkG9ZOyBFnGw1wkh89sdog8MV+ZJl9tpQIOvLt3X03BBBorzUg5xdffHFHxMXovXivRsjf9X3v45vPL+JtI4I/p/1eeRA/fIh+cdgUgDtdeVgXY9bABgmsYGaDxF9AsJEBU/M8A0m+bWbkjQGvFNgMQOTFDnubN/JC9uUFF/jSsZawEbv1cGuBPVhbXzGIyyaBHL0y4faAZ8NGgbzM58dzoy63VvSTtk9dX4o27JQjFXNHqlt6hUAhsPkiMJrMagNgNGiVbiFQCBQChcAWicBgP7KzX0mAk6U60W5F30jEHEQaIVA3BxHRRiRbyXE6xnOeOsl+9RQ6+glbSV6QLgQMiVEaQ5zThzYChjSxISZ1+kr26eSYEuFjP4U9wg7iSl8cfBBt/YQOXWK+NpKMcHv3fcGCBXH88cd317wRWYTMNW8EkV9xycNmhljER9jih46cETx9rsUjieazx8e9994byLHY6BlDPJFo5J4NhFts2oikU3o65iCeSKIYjCOZSC1xss4esomMGmMX2URSxYaEsuNddafPTtzlJH6bEfrVbRrYGECMbQ4gy2JhQ8mfWN0WmDZtWveevDZdvpzGe3ffpoMTeCTeJgEdGwK+jI+Yexf+fe97X/B5wQUXdO/re1/eurBtEwLuNg9sbjjpR6ptFLAtT2sLS5h7bog6LPJZ0Of5IvAQm40Aa0TPxoHXLjwb5tCDr3xs2FxxxRWhbm3Yhi0ciHjkkjjK0XMhbutkXIxsWzsYWl9rKQ/fNYC1DRCxwIIPc9XzWbNubOtTFyc/6n0xNhZJO2OZW3MKgUJgs0BgVEnUBsCo4CrlQqAQKAQKgS0VgfyRneVwOKTeQOVwc40jCUkiEAiin7Q2EQtjSmOknauuL+eo6yP6lPqQHXWECIlBppR0EBzkjp4S0VFPQdToKsVh3HyiT8k2W/wgUvTE3Yq+FP3q5pgLi1YQVh+Zc9rrT9Ihk67FO6lGkJ34i4MNMWR87MkhbfEjPmSdH2TPXKR6ypQpoUSkkWpznFLL23VyZNPGgPfC5YQkJqG3AWDcHBsKSKuSiJ1NNvh2mm4+sor88+/EWsw2IcQgbgQfKUd8kVibHQiw3PXLX24ItzyccCPN/CG/cnTLgLBrLZBgNxHoIOdp12sPyK+r707eXau36XL66aeHD+1pL1q0qPuyv7idtCPDcpGbNXHyz75YUmBkPZz4u6ngy/5ilwPyLU9Y8+3WAnyRbjixsX79+li3bl3Axym9TQ3jnltYs28Ov7feemt8+MMf7j7a50OIPohoDtzl7tmw5inW1fNgLcTjo45igLN+tsWutEHidQBYwsMGDuzgT7e1ya68CJ9taYzQV45U2CCtfr/djlW9ECgENmcERpdbbQCMDq/SLgQKgUKgENhCEPCDnLTp+oHdijFtJcl6ltmnTbRHKggPQoMwICSktWFMfProIB1EnaSfHNeXoi+FHaJtDr/ssqWtH5Em6mzoN0700UdWkSN9CKz335G41GcXwSP0SPpFxhAnZeqzaQ67SDNR188nH2w5qXXS7Fq2E2rvkbsKLkYxI5OIL/z0ET6QRnV2EGwlsqcuFiTRZgJCb75xpHny5MnBrj7xIIduHMgF4Uc+kUFthJWOGNmRjzrCLQ9xsMWXErFHUvWzZTPACb8xpTEn7Mbl41Rc/6677ho2B+AtJ8SVPyQVNkgyfeScL2uUfU7jfbjPCT9/Nj2QWiTXjQDzbR7YVFm4cGG49n7RRRfFb//2b4c/k+d0/V3velcceuihIWcbHbBFhvnh1zoZc5OBf/nQk6Oc+fRag5sDdDwHcqFnreFmvtzEJTfk26aF2Ni3ZvTNI54vtm1qXHPNNUHHzQV+5EwfjmxaC8IHUacvdjaVsGFP3bMoN68DeL3Cxos1sBnDLpviVrKXos2n/IwTffwRdX1EfSTS19UmI5lbOoVAIbCZIDDKNGoDYJSAlXohUAgUAoVAITCWH9jmkJGil4QA0UA6EAvkwXxjSJFSWz+9FO12TDtFDOpKkuREnS1iHPFR14+wtP6Ro/RlnB7CxZZ+c52UI3sItfjpiZkeYUPbXHNS6IndGD0nuwSRZt+4WNh1yu4atg+8IaJIuXlsI/NsO8mlixRqG2MLSZUnYo/ciVGfjQs6yJz42RMPOwi0U3Bz9Nlc4D9jMh/xRcptBIiTL4Scbzki/2KDDxJsLpvi91V/tuUrdz7FLS+bDIi5OM0X+xve8IZAPtkSG7Lui/mItY0QbXMRbBsHiKvTeTcExGPcZglSbXMBAWfXKblr7jYA6CO37373u0Os5513XixdurSrH3PMMWFTAH4+1odY+yigjRJ/SjFxh4cYYSs/+og+XPxFAD6M23CRIz15ykk/HKyD9dev7RmDp5iIcfnJJfVswKi7jeDPEcL57W9/e9jMsC4whoN1Ypc9+saIfjnRszaeN+NysNb82jzxmgOMvC5hHgyJcc+JOYQv/fwY0yZ0iPpYpLU1lvk1pxAoBDZtBEYbfW0AjBax0i8ECoFCoBDYJBDwo7iV0QbtB/lgkj/mjasrW/ttO+tZZkx9fXZI6iEfdJBBJBCpQqj0ITtIuTpygrCam+QiCQZf7BlTEn2pxwY/7DtNZtdcdunwidB6BQB50m+cHp/qBBljBwFDgJAwNhE/NpBQBEsf/wisWPhQIlNIq375iJcYQ7KdsrOFlBMEkd0kiGJDFFs/YmDTCbHTbrYQNzHIg2+xsu3EHumVq3lsu9IuTyfjcIIBwm2ucVfYxcI3QgoP184RbXbZ0Yfk00PwkUnX8uXJZuImdtfhXYWnK1Z5G7fmxo2Jwak+nJFNfRknwu/9eKfjrufD0eaEmwGINtJvzCsBMFEXC0yQW75cryd06fCz7777hj+n51WA888/P5BdRP3kk08Of27PRoePA8IPLgg88m9TZr/99otTTjklTjvttJg1a1bk7QnPDPzlaY28KgAnbRsde+yxR3ejwWbC9ttvH9o2KKwv/D0b/l3QVxe7Z8Fzwbb1sHbanjfiGwUrVqzo7MoHLnTZ8OxaK5hZF7GxYDdVUwAAEABJREFUaQNBnxzhIjcfTeSbX3b1++sANkxe//rXh9cgcsx6sU9P3GLy74BNfghfhA7dFPqtZP9gZaurzt5QQqekECgENgsERp1EbQCMGrKaUAgUAoVAIVAIDI6AH9390f6P9v74QG0kQr8SmWxJQ5JY44SOcaIuBmJMiWAQhEdbPMgIUaeX48gQ8kOMIzFsIrZOks035gRXaa452k52xYZMIYziQWQRN34QY+OIIuJJL0kWMoQc8YVgGWefP33qyDoiiGghY4geP66CI7OINR+Itk0Fdsxnmw1j4mDLXHEh2DY/5E9fDMYmT54cbDsltzFgDnIufrlqK9nTxxY/cEKciXn6EHjYI9VO1a2nuOBlnpsGCOlrXvOakBfiqo0M2ziw2WCOd+1hDQPfHeBfjEgoAi5v62UOEaM+ZJ8eTGCkro9fGyviRPr5sCZIufjnzp0bM2fODFfdXfeHv/fdDzzwwGAL8XUbAHmn71q+1zD8WT64uR7PrjX2HMjPtwWOPvrosIGg9CcIYQYfWMLECb0NA+uM2Bu34eFP78ndM2c9xSBWGzzy1C9/a5kbMzBgm05+O8DmhI0NGz905Ww9rAV8xeFZYE8fGzYB5GNsypQp3Q0IWHpOjcHCGlgXeZorxrRHz7MlTv8ujBF6hP9W9JUUAoVAITA8AqPXqA2A0WNWMwqBQqAQKAQKgUAE+jD4Ad/vozeQ9HW1ifn0lQQJR6CQDeMIhRJxQWyItjkIhbo+4+brV2r3+42l0DGOpCC0SA97CLI6MurL8QgaHSRZvzlsp7BjHoKJWBpH4Hy9Hikz5j14Y3JDDBFe8+UoHn2IEsJOn01Emk9jysQEAUT+Xa1H8uiLj02kC17EfD6U5utD6OHFjzFkE+FDvuWNyDpxZ5e+uezL2zz6fNGFGULuGj3yiFTKhy6SrS5GxFjsbgvwJRYlO+KZvGHjAXlHIp3gwxtO9MWJAHsP3zw2kXnkm3/5wseGg9hsOMBarHRtIMALSbYm3mlHRo3xwb78+ET+3S6ALTtO+135h4336r1q4NTbXGssZwRYjnzy42q/WwmuyRO3KfTBM7HyTM2ePTsQcqfriL6bFuo+EIhQe/ZgYkPACftee+0Vbj+4ISBPeXtuYA0XOfAhH5tNbiR49mwY2KQQ74wZM4I9mGsTawwrz4L40o7c9MvVc8uXzQMl/OjL3esU7PjLEV4XsKGiLS74eo5Jttlng23CjpJOSSFQCBQCI0JgDEq1ATAG0GpKIVAIFAKFQCHQIuBHO2n71P24z1K9FfpEHx2iTdQJ8qBE8JBGZANpQGz0IwxIKaGbc5XGlOybozRHH92co884gqI0L4mQOcgVgopQI4RIqT6x0FNnC9lBsPQjOMaQsDyd1kY6EVgnvE6TzUWq5CYuxNRcMagjqAick2ox0KGPDLOr5I++GJBofrTZMca2OepypUeHLqJrnG3EUW788sm2a+Pmwlu//OCEEOqnx4a5+pBjZJ8OP2JAzOGIFLtpQGxuIOPygYFxRJ6OtjiQWxjZSKDPls0FY2Ixnz5Cyg7CaiPC2vKPaNuEgYX42IEBPRsE1kvMcjMfBvz5SB7y77UA5J99ZHnOnDnBjk0RrwHwRV+8yK9r/J5TeOiHMWGbwAPm1oBvOMBQvJ4tuCHzCLkY2UfcPXPGMn515N8z5CTerYBDDjkkfODPKwfTp08PryiwQ8RsjWHMrzWVg42SnXbaqXslAJ4EPuKEBWzEKj4YihWmhD15swE/49bHZofXIWBgE8DzwS+baY+eOPiyTv7N0eGrpBAoBAqB0SIwFv3aABgLajWnECgECoFCoBD4NgLITSvf7n668OM+RedgutlPh5iDWBBEAQFS6kcasm5ekhR148bMy3bqK/UjJIgIQmauOS0h4d9cZdpCUOkhTU43kT322GCLHfrEXARJv/mIqGviTpL1I7LInVNZZBFhQgKRPuNsKrWRf6QPKeMfCUceETYEkyCMYiLsiAFhE5+4xAM/xCsFMacnb7YQSsIv/2L17ry2+Un22Ef62BG3+Iwj6fJhj10Y28AQn40Q9ughpEi1PnbkpR+ecBKnjZK0KwdE1sYJUg5TV9GdsJsDC6fuyLpNC3bZt0EidifV1oAvmwrssCFn2OhX6kdafczOmiD1MHJF36aAq/xeBWAfzsi6nG1EyNnNBVfrfcuADa8JHHHEETF//vzwVwLOOeecOOuss2LBggXdnxF0i8FmBlvWGV5IMgzYzHwyf69GIP5ukrgN4EYCf/xaEzjCjV0bASeccEK3KSAe68COnFauXBmXXXZZIOs2bPgWv3WCvbVnSzzy9+9FXMYQf7jDF9bmmmcdYEjPDYM1a9aEtfK6g/zgzx4d9j0fxPMsLpJ1JTFeUggUAoXAMAiMabg2AMYEW00qBAqBQqAQKASeQQCBI8/0PLtmnCAURJ1W/tjXTtGPFCizjx5BIpA3pCJFP11iHkKjzg99pTZRR0YI8kLU9bND2NDPNyKNdLu67l17ZBwBYyv9m4ssIZbmIkrG2EVCkR52kEgbAQie+Qg3knTkkUd2f0bOlW8Eb6utturesRY7koVYuwau5B/xJoidEkGeNGlS0FVHupxyOz1GAF2n10bs5ITM8Y8QilEfcskGe+KVAz05wYI+XI3LUc7IvPlIsbYxpFgfMW4Osohos+V9fvP1I5L6zJWLObBGKJFahBJ+iCpya93Zh6VSjHLItbFh4X10YzYs6Mst7cMVRtpw5I8e8o9Mw5c+8g0LsVpXp+af/OQnA7kVm80POmJDuJ3AI/sHH3xw5HV+twasp4/4sW+tPTdswkkcfMOIHbFab5jDwIaT03YbArB3mm4+STzYdQvAib/NBDpsyI9tOcDN+nt+5G9t3Zy49957A/50+SPWxDrB3QaMOMWWNmEjd7h7vpViI+YYh88DDzwQ/iyluLyyYG35pcO+NTenFf/uUtr+qhcChUAhMDgCYxupDYCx4VazCoFCoBAoBAqBDgE/+lWURN0PeWVfjCMcCEV/TNu4MucrU5AT5IgOUqZMImnMPH1E3RhfiAfh0xhRN66O3LKHlKjrM98cJdsIJ8KHCCLwiBGChMSZI0aEqBVzxYv0sMEnP4geQZqRV6QVEUN4nVCzjWSxifw5yabjpBuxRbCQqIwzcxSHujwQLifUyJ+bBsgfEuidb3Wn4sivvOgjivrYyDjFLiYEFbHkG+Ezj55cYChG2NDhXx/SSLTl6dRYXczIq/jkxyY7cEPI9SOiiK84+EKY5aINS/b4YBMm/CvNkw98jLOlbkNAvGwo9Vkbtwasi9sYyL/NEfGIxbqyQdd1+VWrVoV1N9+YTRan/L4J4ER///337/4cIYxtpCDm4vaMeI6sp/hgygZsEHQ+4et50LZJg8j7DgDJzQMbE+L3bFgnmwB8WU++bBrJQd1Gg35rb16KmK0RH3DyyoJniz05WVu4eBbhAFexumEAI+sDE/iI1bpZD32eIetrTY2z4S8x2Jix3uZbS7p0xGI9iXn8Es9HinZJIVAIFAJDIjDGwdoAGCNwNa0QKAQKgUKgEPBjfaQo0E3xo1+9ndtv0zGOMCAVyBPiq444IBTmGCd0zTGmRDaMIzFIGH39+gjyZ55+40gMXfPZ0k/PHD6ROCf3rk6bh+AhVEiyOcaJOUgdm8boIFnIG+KH7CF+Tm4RfvrIpdsFckQgXR/3oTfXqMWEkBE5IV9IHJ9IJYKLiCFkclB3euyU140DJdyc/iKGiKJNALGxZY745CQW5E2+2gisuJFIpJEY40t+6Ys/9o3plz8RL8JuHtvyQ/6QSRhbg9SDCdEnBlgagxEyL560Jy/26NJTahsn1o5f/og44SVudszhS27WA9E3Dw76v/rVr3an4+K2+cIWwm1dvGt/6KGHdn8dwFqZ41mw0aLkR/zmWB++4S8OcfIjd1iJM5+JjAsR51fbPLGJlx0lYccYG+zxaR358DwQ+oi9tbNBYDPBbROvB3idwLgYbRrYUBCTtVOy43nz2oYcrJfn1fNoTcTHv40jc9gyz7NqrvjE5UOJNhLcSKEnRjr65C5u/76snfkp/Xb2V1kIFAKFQIvAWOu1ATBW5GpeIVAIFAKFwAsKAT+aB5IMEqHIelv25/hBTtr+Vr+t00ldP/iJPj/u9fvBT9RzTJ2N/PGvLjaibj5hQ5se0mA8BQFBYNlCgpJwIB/a9I2xo47UIXr0kkCxKyYEB+lCDo0hM4gRAkSHDf1iYRu5QtjZMh/Bd8qJ4PApLr7M5ReJJvrpIHSIlRNoNp2OIlfIuD6nsvJDOH0J3hfhkUy+zXOdHjZOeAlCJiabE+Yhy05tkTxxIbnIGtv0jHs1QCk+pFWdjjzlz4dYET/EVmzsyJcPmPAh/rvuuiv05TibxHw4Iolyhq9YCdLruaDj9J49eFs/6yU/to2bL3dxuTEhNnbhKy4x8W1jwRx+3A6ga8xczw2b1odfdbryFbv8bTTQE4+1EqN45H/44YeH6/2utDthp2vdxYZkmy8W9uUiBjaMp8BEbmKCdcagbQ7hz/MoP5scxLp63tStoe8f6JMjLOjDhm9E27rDQ0xssm8dbQIYsxFw/PHHh40Bz725vn0gN880zM2xTrDxZxsJXXbkDTv+jCthxZf58tInLhshXgXwHHqG2WQHPgQm5vCnbZ410OZjOKGbQlcMyuwbqqRXUggUAps0AmMOvjYAxgxdTSwECoFCoBDYlBDIH8dibuvaG0vyBzj7fGr7cU+yz49+ok3oaSuJvhTzU/TleF+ffWQLuUCUkDqkC7nJfnbMJ8YQFoQQYSQIqX6EBZExhiw5vUTAjOszH/lDjpBBxJR/pZPxxx9/vLs+bp442EKI064+MSJ/YkNQzUXuEE03AaZNm9b92Tcn/+b5c2tIIR2xwkIsCJm5yLBTfoQQ8bJRgGy5qu90my5iinQhijYo+GbLmBjlYCNDbkifE36xiVM/H/CFA1zhaVydwIUNNrWRP6IfjmLWb+3EDQMlO+zTk694xGau+N1oEIsr8XSVyLa5bBg3Rz//8IKJPNgRDxE7P8gy0gpLayEHhBX2TvjdmECWYSUmZFfu4mETruzKQz76PAfq+sxR8kFPPxEXQu8VA39O0GsP+mAjFzmYww8bNn88S/4so9sin/vc52Lt2rXdu/be5/dMeC7NEa+1t0mjtL7wsNnjOZWL2wxO9OVrfb16QFds+sTClpjZReT59mxYO9iK0bNsHejRb8f8+/FvwAaCmwba8PNvLed5Dq1PttXly05JIVAIFAKDIzD2kdoAGDt2NbMQKAQKgUJgE0TgufxxjSQgBwmTdpIv/WLxgx9BoqNPqc+Yel/osEPMS6FPjCN3iAzRh6ggVmkLidVvHBnST0c/e8YQILGypx9BQeKdxDpJJ0gjAkyHHSTIHP6RHD5zLj0ElQ1E1qsESJv3y32Z/fbbbw/vTfvSPELHtpNghMmpravbrkzHnKQAABAASURBVHDbDPBleiQTmUPwkVgx84k8ykdMSB9yh9AZlyP/TsfFKzb9cEDOjItf3GzBWC50+UG0teWJhNOTk1j4RKjp8sc/W/S1EWV6SKJ+a6yPf8RbXHyyo1/eiCtdOggwMpnj+sVMlw/ENNdOPvyIj2iLWV2O6uwnuZYD3/Jzwu/UH6YZL5z4EzP/bIhJroRf/caJOh/64ZA4eqbkiezbwFG3Xp4NmwEPPfRQrF69OjwPS5YsiT/+4z+Om2++uWvr93V9zwbx/InZfJse/jShK/fXXXddLF26NO6///6wsfCFL3yhq/vzfF/+8pfDcwwzGxVIv9sgXgHYY4894oADDgi3UeBlLeEqd7lo8+W5ZCNzgot8zbHOmb9x+YqTXxtNNhiMGzPPepg3adKkgJV+ttSVJYVAIVAIDIrAOAZqA2Ac4NXUQqAQKAQKgRcuAogH2VgRtrbVW+Ez2/mjPvu0U/QhUkr6+pXafWn1kAfEhA6ykGNK8xEXOsgZooPA0Ec4UpBHugiIcfra7KkjSebr01aKD/lDbAjSiZgiRezyy484EFClfn0IEHLpVFu/cWNInHE+ECxkmL1Pf/rTHQG88cYbwykxHaQUEWfDR+j23HPPmDNnTsydOzdcU/cnCpFaMSGYiL4NC22xIV/it7EgT75tRtBDrvWLCyZIsTjlifAhzDYUjCF6yDIM5eBEnC4cc367NvSzn191hBLG8pavWMRonjG5smku/06fxc+XmJBnMclH/Owg7GxaJ3nREy+hJz9jCKdcxCsHPrW9jgFfumIicCHioyd+a8E3u/yKj6gTNq0lDMWJ8Du993X8FStWhDVF1hH1888/P37zN3+z+/OA/lzgBRdcEMj/TTfdFMuWLYtbb701zFu/fn0g+k7/ncZfeeWVccstt8S6devCGPGc2EDKZ8c44m9jgY3bbrstrrrqqli8eHHokwe8POduA9gAOOqoo7pnyrNqDWBuvejC03pbE/8elDCAi7a6Pm3YwhEe8vfRQRtZdIyza5xNWLqdwA994yWFQCFQCAyFwHjGagNgPOjV3EKgECgECoEXPAJ+mBOBIlRtqT4eYZf0bejjC9kixrWV2saHE7qtjjYb2YeQqCNkSmKcHh+IBR3jSAdiQhAPOsgH0qaOeJjLBgKC5CAlCCUySpctpBdhQuy0CWKobQ6/bLDFNkLLnzZdflzNnzlzZjgNRdYRJZsDrp0j9vyygZCqe+fbSTDihuCx5eSfLXriFaNr366su2rNNn9OXl0TR4aTlMJFnHKRnzHkzEYBETPMzOeHjj5iM0XbXDbYFEcSRViKj8hbXHKAGX2xEuvBhvxhm8TcHDkp2WQPPjZa4Mu/+LXpiQ/+4jCmdJqOcNoUEDP//PEvLj7ZJmwYgx3hywaMufyY45lBkOkpxc2v2KxxbhIg+uo2W8x3+u5U3km8k3s3PRBzhN6pvpP6O+64oyPvYnIav+OOO4b18xz4YKP39hFxV/k9HzY/+BUjP9YO8bfZo279CP9uk3huiJsmcLFWcoSvTQhxeD6c0stFznA47rjj4tRTTw0fPPQsGYOlZ1L+nnfYwFbs6tZRbHzAVZ/nCObWywaOZ8cmi3nsGePTXBsvfLPhGVGWFAKFQCEwCALj6q4NgHHBV5MLgUKgECgEXsgI+CHej8+P7n7fxmjzwz8ioEwf+pMY6DdOjBtT6k9px4wTYwgqXW0lYRcB0YdEII1EH8LnOjwSg3DTpWMekofg0UOO2EewEFjXo+kjUGwhL/SQIrEhMk57xaOtpMeuMX180XGCi/Agq0n2xGWcTf0IlblIuZNndQTafKTSnyJ0XZwfxA2xciLsqjcyjGS5nu+UWy7iRojZgotc2YKD69/sIK76fPEeuTQHmXYFnx7SyDZc1OGCtNNBimGi37h4s9SPMIpFjnwRccHUXH75M5421PkQKx8wQ7oRRSfgcLVe8rGGfMBN7Ig4wmku+0q6YuFTLPA0Zm2MWwM2kWjxwM+zknbN0wcLccnP+hP+2Sdi5R+OiDjRTuzEwC5C7+OOvu8we/bs8HrH3nvvHT7Gd8ghh8Txxx/fkW/9u+++e9gEELd4nJTnJoHnBQaEbfHZKPDMOm2nKybv8PuTfOKSMyx9F8Kzc/nll8cNN9wQvg1hbTy7nhUx+k7AmWee2cWj7XmTi2eMHetkLeHBj/VRwoQtmMCVTfOsnY9bysN86+15yQ0F313ITQD9JYVAIVAIDIzA+HprA2B8+NXsQqAQKAQKgRcoAn6UDxYawjDY2Ej7W/tZVxI2kAP1lPSpNEbUjad+26c/xThdok4QCO2co45EpyQxoUdHP9KH7DnVTPJknK7xLNURQcQE8XI9GmlM0osAITV8mo8IaotXG+lxWovgIKPm8Y14aftyPtKNTCKX5tocQIQRJ/YQKUQfaWOXLoJlPoIlJ6emyKB31vnjAzbsiZc/hJMum0gyPfb0mYsAm6NEVpE8sclfHsbgYg5czNNPR4xyNKaEB10Y8EdXHDAXf+qwA39tesRcYq5xfvkxBhPiNoQ2HVjAjH22xS4eRFiO8kY05UXoKJFSJQyVxAaDfPhFmpFQZBpe9PnwHMAXtnTlzJ+2UlzWxhrqk5v57CDkiO8OO+wQCL2/7oD8z5o1K3zXwRf4PVPmI9/s86XP88G/+OHoBN2rHrvsskt4X9+NEvGK24YNXM3lk960adPChwyNwdS62ihh1w0Dz7a21wPcGrBpAV94yoNtGxFuBdigsBEAM2srb2sEN+tOHw7m82UMzur63EjRl7HQZ4eOtWTDxoTSnJJCoBAoBAZEYJydtQEwTgBreiFQCBQChcCWiwASlNn368hcjmWpj/jRT9p+bT/8jetnj2RdmWPqRNs8JTE/yYi52YdgIGYIvf4khkhJkhjEhBhnG0lxlRoRQkqcwiJ1iKdxfrX5MI8Pdf6JU3ckC4HSbxPAHKTOPGQL8XRiy75+cfGL6PGBTLHjijfihtjJwfvcrnUji8jYpEmTwlzzXB9H0hBGuSDENjzEwiZ9PtjRJ1bxIKty44fABSGFm/jZ4QMhlq/YlXJSwl6d8MuGfvbZFo/4tflTNwex50ts1oPQUfJhnD2n2K67i50++4iynGFvjG+EG/mXm5jlK2b2zaPLv/nIMnItb+NwgxXc+RezzQT4GoeFeepic2PAjQzv3a9atap7V1+cdJBqp94Zvxz4N48desi2OhzEwh9S7PaJzR9rJHa3D5yOE8+KjR8bAf6sn80fZJ8YlwPxXHmtwLcibDrstttuYcNAPvLlWyyeOznDS1s+Xg8QnzjEYK2mT58ep59+esybN6/bULBG8iFipANbaw4fuMvdmhB68HALgC/5woSu+Z5lmOWa6S8pBAqBQmAgBMbbVxsA40Ww5hcChUAhUAg8LwggZa2MJAg/uBEbP9T9KCf9ecb7Yl5f+DaXrjF1oq4PEWh1so18ETEo6dA3L+crCWIkRroIBBv6c44SEdFHhz6CgxRlvznGlAgtQu16vXH+kT3EhB/2kCPxmMMWYkK8k43M2xAQK6KCrCE5yA97fBDx6HOazieSigQ7zSfGEK9HHnkkXMPmR8x09CN2SB898diIELO56siZWwQ+BHfFFVeEPwknD3HRJwiWU2GCuLON7CKZYperOU6BYYuU6UPc6NNFZPmjJ0+xwZhtbfnLe9KGDQilvNlH6JBJp7owzjF22LZJwRY9c5B2toyL0xxkkC0bJz6gp53rIj+3AWAtDhsk6mkX+YWp9YIjHUSbPbGyI186MNO2Rp4BfsQrf88FTKyDfutJfHjP1fmrr766+0r/fffdF063kWpz8tnhQy5yEwObciVINxyNiY3vJPZuZvieAyIvLpiIgS2xWSN94rYJwq/SOsJTTvo8q54/RN5zLy4bCG4jwMpzwJZnxGaBZ9B8ePpegVdOYO/1EvPFYENhwYIFccQRR4Q84O6ZkJ8cYMyPvGCnz7g+tuGnn2jLx7pnzPKAiznm0uuLefSVKdrwUGZflYVAIbBZIjDupGoDYNwQloFCoBAoBAqBzRGB/o/ufnu4nPOHuHl0s1Q35se6PgQg+5AEom1ciQTQSdE2D0FAMpFBRMY48uDEEglBThAmxIQ+okMHYUFOkI60jzgRNukpzVOn/7Wvfa37AjtCiZzTNUaPTcQIIVPqV9LhB4km4kZ6kUDxIGDIsBwQe3GzZ542jMRvHhLs5BQRczKM1PHHHn0bCT4o5/SWPXgg1wiuk2G3F5ycs8WuMb7UkVQn5uwgoGJGOuWBmGrLEXG2NmwgaHKEsziM0+fXOD24mW9N2ODPmDkZizU2hw398tVmS4zIImINGwTUfHP8CUUbItZPvp4BMROvPSDXSn6MscMevMyRN8l1gQG/GbdS3J4hufGFRHtmEGJYe2eeDjtsW0t+PSNw5B9m7LJB+DeOgOfVfTHLSx7yVFoLNxqstVsGNmH4N26MT8+EeIg6fMwRq9g8s26J2BxiAwY2m2wciV8edMzzPLEp7re85S2xcOHCECPsrCFhx/Nnbeh5LcBfDbB5QA+Gnm3x0IEHm/4dKa0bOzCHl+fHM2HMmsCHHTnCP/uNmatNtOGlLCkECoEtEYHx51wbAOPHsCwUAoVAIVAIFALPQiB/rCO7frATdYrGiDoS4Me/sfaHvnGiP3XoqbOFhGobRyiQR/ac1Dp5podIEP3mKFMfQTXfXP30zEFe9CVxQUyNORVFxMxBbvhHXMWMtCkRPmPsIY9IkbjY4lc7+53EIozs56kxwur02uYAMsUefSQLSUcmkWnEE6FzwgsjOuw4FfdBQGTNrQUbCWJGrBAu8cpPDnLNOG0SGPc+uDHkVazInNj18SFHOIoj82eTHozYoEtHvggf/0gfX2zxi/TC3zy2cp45sJeTPK2jPJBeOYtdDIgrf3zzYR6MYA83WIiXrcQW+aZHn29xIL78mMOWuLU9Q2I1l46czHXy77q/flfw/RlGfzbv4IMPDifj1pQN8/N5QWg9H0oknlg7cSDu2k7riX5rxZfnBi7iyvjkpU/pdgCS7mOS2267bYiHf9jC1LPl+YEBfc+WPuJWhLxgagNArLC2HnCVO7u+WUAXdkrj/nygjQAxTp06tfvzhb414Fm0zp4ba8SGNU+xpnCXszV128CzLlY68hYPPLTpK/kh6kR/29ZXUggUAlsQAhOQam0ATACIZaIQKAQKgUKgEOgj4Ic60Y8U+dFO9BH9SmTBOMKDaOlvhQ7JPropyJF5CKISKeXDySmCo44wKRE7euxoI0YEqaTDNz9sayNMiBtSYh5iJFbztc1Fprx3jaAZMxexpMsG4kSQHCQMOco5SDYSZD7Sxh49JM5H4XbeeefuXWun93TlRo++6+FOkPlFJBFO5Mp8cSNr6vJB2pArMYldfLCSr3jZQMT4dbvB6S5M2KFDX27yUDdXm305iRt5ROzgyiYdY3widNYC/kgwTMUhLnUMxilkAAAQAElEQVQ2zRM/fcRRv80LRJEfc80RDz90bFqYSxc+Nkjo8G1cDvzpg4e5NiPY5Ju0eVhTBFYMBHlmQ5+NFbcrnKSLx5rA33oa90qGr+w7YXdTgz5CbKOAD5jIT+xiYEdO+uRg48Ia+KsMyLwv+PurAN67R7L9xQDPhA0a62MtxGGTQyyeB6+oeHWAHTc/PH8wsZnk34n89fEnZuvOL7w8P2KyCWEzAMF3e8BGi7Y1tM78sgVvtw3ow2H+/Plx5JFHhmdIvp47a8Cf58D66rcW8ra2+q2LHDzbMIK79VSaI1ZxE23zSdpSLykECoEtC4GJyLY2ACYCxbJRCBQChUAhUAgMgIAf7QMJVT/4/ZBHgrQRDITLj35tgkggA3SIuj42kavsQ2jUkRNkwtwkIIgSPwiefjYQUn7U9SEq/NMj6voJX2wj0YgI0oQIIX1i0EbqEUY2lU5jER1zxSQGdbGLzzVwc5A3pM5pLjvmIEDs6PP19iSAyB3S611tH3Tz9XhfZp8zZ04gjMaRR6QPyeRLHogWrGFks0DO+uSC/IlLPvwhYzYlkGMx61cmdubJBx7mw03bJglM+YQff+axLx/CJj1kUxxs0uVfqc0mnI3LwYm4HNTZsqZIJ59O/OmZK3Z6/PArLnnSt5EBWwTXmsHYutkcoAsvttkyP2NnV7xIuzhcrUfq6aYvRN978k7RzWMLfoi8NfKlfqfoyLu1JOo2d2zkEATamlo7RN58JB8W4ocr/3zDASF3fV8uiLQx6+G5sn7mIv1s29AhnjXjbMLGMwqfxBrBt3nh45I2MKyV3Hyo0q0HOS5btix86NCYNfPtCGtgrufVxwFPPPHE8Gzz41mBkzHYZAlXefHHlrWxEeBZM8czJC5zCFswJ/z6N0lHWVIIFAJbHAITknBtAEwIjGWkECgECoFCYHNDwI/toWQ8+bLrxz0ygIiwlQTBmDbxQ5/QQ3LotoLM6aeD4CKXdJE+9tlkR582wodQmIeEIJ3m80mXHvvm0FciHogJXeQTaUGwnP4iZd63Ribpm8sGsoUIIYTIlo0N8TkpVzp9RfQI8mojgDjhFw8yitixhWQhkjNmzOj+hBy7YuJL3GJDooiYkD0bEOIRPz125EeQXIQ1+8UjNzEih/zJEaZsImZiMo8O8s0/+/AUM8LGDj+JLV15ijGxpkOQWrr8ZYzi4cv89M8vLJBMdvSbb33lzS+sxYDU0+VXXOyzR2DpWwLm0hcP32yom8u+tjiQfoQf2bbmNg+sM3JszeGlzZ7TcOsId7bZlbcY1AnMYEnEQ08OTur10RWvDQd2H3744XAKr3QS79q9+JPwww+B9qoH0o6g560Xa+yZs35y49vz4C8A2Gyy2bDHHnuEZypjFoP85fv5z38+5GnMZgI8YWL9bQYsWbIkPv7xjwd84OBZgJ9/V16JsBHg9oKczMkxOXtmzGHPZoZ/N+KEkbVWJ+Km69nQFpu8+NBXUggUAlsqAhOTd20ATAyOZaUQKAQKgUKgEPgOBPxoJzr9iFcSfQTh0a+uHylAApTaxoh6ijl0EASEIOciC+a15DHHlHTZMJdNJ5OIiD5z2TU/64gLMm2eujGkDhlC+hAX17KRcfa0ER1jSD6ylvqIDyKFpPKT9mwOOLHVnyQSQUO8+EaK2EOUEFJtJ6WII3JlvrlOepE5twD4MdemghsBNhVcy9bPLn/wSJvitmmC1Loaj2CJmy9YIYYEDkgnHBA+/pFlY2JAzI0rifVhQyz0+IS1/NmVF1vG6FoLJXvq1hGu/IqLLfrmwVMebImXDcSff3V9bPFpnn6kGrnWlh9SnLrWw3zx8W1zBLlF/MVq7ooVKzrCC3ubP2JIjJ3gI/U2I8QnLnGzJwdxeG5g5rnTR5eIkz4/2uKw1gShR/iJurhshFgzfjxnrugj7D4CSWwK0JWzTQ/ryib/4naDxPMAv2nTpsUb3/jGcEPBpoBnz/MMF/OJfLXFZz4Rm48wXnjhhbFo0aK4//77w7NvneTjWwhuArDPJt/WDg6eHbjI1VrAm1gzpXWnCxP6SjaJeXCla0y7pBAoBLYwBCYo3doAmCAgy0whUAgUAoVAIdAi0P+Rjvi049lOPT/8kYDsz9I4Yk7MRwroEm3jdJELpIIe8qKNcCFeSAjbSBGygkSwY5yeOjGXLaTQFesk5voRW2QIgUSIkBgkHMlGgvlABJFDNpzKOlEVI5Lug20IFN+IDr/maMuBbf7oIPrIGPvIKht8IkBItVN6+cuNT3mLy3wkmj0xqLNnA0CMBPkzH5FD/hFEdQSTffGYZz77RKwwgaF+cYuLT3HDBuaIKR3x0oGF+WzCUFzG6CB1/MGC6DNHSfijL0Yn5fqsndjkrM0uXGxosCd/WLDHjz55IfNyECufTsjZMl98YkOsEWoCD/rqPqpo3NfxfeyOPrGhwg7/YqVv3eCrDidxwMXmgzzYVRLPojF5yFPc7Fkvz4tbBQRp58u60xGzeJLIwyPz8kzI23NNn38E/fLLLw8n93Lx7r7r/W4YiBse4iDW1LMBR3b8mzDu38KaNWuCfVf/xWGuPK655pp4//vfH6tXrw424MG37wIcdNBB4RUEcRgTl2dCvsRzw6YcYMpX+lUas4ZsikXe8k89OiWFQCGw5SAwUZnWBsBEIVl2CoFCoBAoBCYUAT+Qh5LhnPXn0u/3DdVGYIaSoeYa84PdfH6Juh/0xJg+JV1jfuir+5Gv37h6K378I4kIj346dM0nbCvZQbCMIWRIiI+jIRnIBPJuDPlSsonUpE0EDmlBLJE2Y8iRuYgj0ux0FaFh3xg7/CI/yBnSza6TUQSUbX3EyapY2UOkxCF/+SDVdOUhT6QQadLHB5vmI4X6YSJeQkdM+s0jSD9i6qTah+KcyiJ54hC3+Ph30uw6uRzkxAdiRhcBhwciyAef+hBxurBGtMXHPzItNzmwjbCZz5+6PmMIoE0DY2zBQD/CzAcbNkH0wR027IvLmLyU8LW27COa9PlgW5tPeNEXP3/WiX8n6YisHJye84MAsyEe7+z7yj/82EfQYWdt2KcDA7b59LqAeFzd92FA9tnkU6wwImyJmR11uRHPmtz1idH6ZckH3zAxz/rKS2yecWvGjxjkaY3oyl9uNgOIDQDi2RYLXbHDQU7WwlwCC/nJ87777gubCPLQ59UC3zoQt28EXHHFFWGDQQ6eQZsmp556asyePTvYYgOu8vOs+3fIp34bC9ZWv9yMqXvePZPy0ide88Wsn9ArKQQKgc0egQlLsDYAJgzKMlQIFAKFQCGwKSHghzjJmNVJtv2wHkr8AB9K2rlsst0KEoEEEz/qCb20iUAgBNp+8CNLSJG6OWkfudFHF/EgCIT57CHryA1yhCghLsiEOWzwKy5tNog6O0g1G3T4JOImCLNNAH18ISqIjLa5CI2PwSFs+pBN9thG+pXiQnaRcAQUUeSLHpEb/+KDA7vIL1KI/MlTP10kjLArDrnJHaGjBz/2EDEfo0MYnTAjiEiqnFwxR+DEIR95sYMQmo8w2gQQBz/GjYlJTvJA/s2VBx2xG1Pyrz/jE7fY2NPHL6zMY5tPa86eOG1GWEc2+IWfNRCj3JXGEEWxyt96Iu2ILP/yVNKzOUDETPjh01rQM8dVf760xWieEsmn55bArbfeGpdddllcf/314b18zwa/coCNHOQJe/a8niEmbf7kax3ZlpNnxbppi8l8+bHlebJu7MACruKwAWPDivDvhF+fuZ5F682GuDw/NsTgCVfCFl3PG//isBYw8LrLvvvu270uIA/PiQ8Ryt28ww8/PFz553flypXhLyZYc+vh1oSPVU6dOjXk4t+edefLMyx/PrXlJD7+rRFcjLEDHyJf+CuNEeN90V9SCBQCmxMCE5dLbQBMHJZlqRAoBAqBQmATQsAP6KFkuFSGmmus/UGetvQjNcSPeUIvx9X98EcQkDikyxg9ok7YUdLXjyiYQxAIglQiK+whI4geQoMEIS3maiM6pO9LjPqREWRMPNrIh5JfNpEvfYgMv/SdahpD8BAvxE0MSKbY6SGnhB4SizwhlfTEjCzJiz5/REzi5luuxvhjlx05yNuJsTpbSDV9fXLX9pE39vhA8ORHR4lAqpsvJ2Ie4QuppCcHBFc/Uio2mxlyNx/RE79c5Gm9rIf4xW2MDfOJeORgXA6EHXnSRVb5gaW10C9G2MMZqdVmxzixvnxm7uywrx9m9MXrPX/v/VsD6ylWdsXHD5tyl3eepN95552xdOnSWLx4cSC95iG0NpjEyAbsxEaMIbli4J99GLFpndTFJm94ONn3nMrLZoFXTRB/ZJ0d2BCx8W3dPEfEc4Sgew2FuBFgfaw3feP8ms+eDQIfCeTDZof1EYeSvrjk5HUEf8Fg5syZ3df+bQTce++9YSPA2thg4+uSSy6Jhx9+OKy7jRg2999//+7Dg/KGjbWWt+dR7nLcfffduz99CSOxenb4Fqc+bTHBT8kOodMX/SWFQCGwGSEwganUBsAEglmmCoFCoBAoBDY9BPyQJhm5+kgEoRhK+jbSvh/q6n7M+2FPtNNWzkMU9CFg5iBgCAWyYE6KMcIGMYcgd0r2kEGn08gJwoHc5Bw6SA67fOpH/DI+8+kQxIMuewikUj8dY2wgNcaQSnXXtr3/73QTqTHfHHGYhySKx1zkDSEVR+anFBNRlyNf5iJF8JErooWQwcg44ojcm4O0G5OXOeo+VOgbBeYjyPoRS3P1IYjy02cM2Re/Ont8sq0PWUXy5CAOa0XoIrN02ZQrfXWxmK9kWz78wcIcY+ZZB/MQVf304UeXfTk6zWYDbuaQjJtdmBO2zJcjES9C79YD3MQub2sGE6RXPPxZL+vj6jxS7Sq8NZaP1wR8WR+RNo8PMSH9YrGm5sLdJoMNGHY8k/yJW4kUE88NUi8mccuBHW02EHjxwxz2xMaDDQObDdZe/uKWm1c7fCCQXesiBq8n6PMcuNUhP3NsMsgHIbfpAgs2YSEv8Ykd4XeTgS8+fIyQbTFZ34suuii8MmBjQuw2F7wu4N+BXHN9YQMPHxaUMzzh5jkn+dzTVyfqxuCi7Mtg/X29ahcChcCmg8BERlobABOJZtkqBAqBQqAQ2GwQ8CN6KBkuUeQjJXX9eCd+wBvr29dH17iTW0IfQUKEkB5tRA75I3TNMRfRIPSRO6QLydJGXuggMIieufqQFTbp8CEmfYgMwokUIYH06fFFR50PthAztpBURBQ5RSyRRMIngoZIiZcfOSSxdbJKkFk5G+OPX/YQInORLXGZx5/YEDOCOLGLRCF4iBUb9PmEC9vIIjImX0QSKUQcYcsPO+Kni7zJEW58GqOL6CGixsTgmwdi0+8WgBjU+dVvHmFDTuISP7vw5EspRvaIufqMwUX+1gU21sUYG8bkzyaxLtZHH6JpfbSNmcOuWNhC4GHAH322EF8+6YvH2sETQUX8PU/G5OxqvD95h/jzy5+5s2866QAAEABJREFUPuDIjj72+bHZAjPrIiZ2rYF4lJ5VJ+mIOUGy4cimDRcn7cuXL4/bbrutew/fn+SzoQVD8dt4QNatra/6b7vttrHjjjuG7z7op2etYQE/6yMWufEnN5sBbNrAEhecPD82AtwQcPqPwMPlnnvu6f5UoTzY83zDEMZse5bo3H333d1fUGDTnwl861vfGsboiMdzx4YNBP9WbEbATT9hT1sp9oxLH8l+Y0SeSv0lhUAhsNkgMKGJ1AbAhMJZxgqBQqAQKAQ2NQT8iCYZtzrJ9mAlnaHEvPwhnqW+FHOROWQKkSPIIQKFKBK6yKj5SAaChjzQQ+DMRwiM++Gfom0ugoHkIFFJJvgz31w2+FU3FxFDopVIjj6S9ujRFxsCiPCLlz4yzB6yhYQhSmx5F9t74UgWAkhPzOwTc5ym+jgfIukL8NqIM7JNkF8Ez2aA2M2HH/uIFDv6EbDUQR4RR8RS/PKGgbnsOaHWRkaNsSEW+cCcf8TMJgA//JnLD8KJ2Nr4QBLZI2JB9HxTwIky3GFlDmFbKR6++ISdOpz5ga946LAtH+RSXb818AwgptaYTSV9unQIm+JjUy7wo8ePGKyFa/9ysVbWxThdYzYyrBni7cN5TqnZE4c1cV3dZornix1+YGrt4PrQQw+Fa/jGxcIP/PiBk3g9n9bIBgGBNezFby1hwZY+c8yFmbls0ZMLjIl/I7DyDCHsvvUgTpsU/lSk2MQBC7HThSM71op/ucjVRgexcZEbA3S96z9v3rxA5L3eIsfbb7+9y9W4jQd/XtC/DXY9D3KzYQFX3wQ488wzwwcE6YhH7NbF8wYTdTmSrCuJNfIMwJR9OOijS9RLCoFCYHNDYGLzqQ2AicWzrBUChUAhUAhsIgggdOORkaTJfur5cd6KH/F+wCM5KX7UpyA+dBAhp6lImpNI5I9+2qKHGBB9fBLEgC0lcoNcIJvmIh2IE0EgERBCnz1kqxWkhA0ETD7ipof0Iu42A5A0p6ni8C40EoQsIWGIGRtIMbuIJIKJHLErLvbEj2AiUkgm+/IXm7jFJx8xyJE+Qkj00bNJgtw5hZYfH8i6a9p5qswGEggHNtlS2iyQIzIrHvbEKe7cKBC7/MXNtnzMt/HBnjqiZ56NALHRFz97RKxiMMaPOvzY1ibGEHpYwMAc+cAHntYNbnzqF786W+awYb5nB47meZ5gJmbE1rMkbr7kqCRikZ+cbaSo88kW0ioHz5P1Ns6PZ0CMPoB30003dR/CMy4OvuGqbR0Qbdggxk6+EWx2xGcDgg916yBWefmg5Jve9KbwZX0n6f4ygQ/reb3EWpsjH7HBhh0E32aAZ9D1+1133TVc25ezf09K2LIvB/Nh5RmCQfp3m8V1/jvuuCPEa935fPOb3xz77LNP8GOT5Nprrw2vG4hZ/NbdJoJbBZ5/OXsuxLRw4cKYNWtWtxEgBusCI/9+zPW8wNN6wNC4MXXrbtya07XmdEsKgUJgM0VggtOqDYAJBrTMFQKFQCFQCGwaCCBqJKNVJ9n2o3oo8WN8KMm5rc38EW9e+lFq+2Hvx74f98Q8JNXVeCQb4UAU/OCnT7cVfeyzZy5JgqDfPETMHAQVoUthF/lBghAL+koEhj1ECAlEYpAbbTGygzSzg/QjiHScHCN5yJj4nZQSNwP4QnQRToSHHUQTMXTy6kSYDbFmDGIXiz7kjl2CrDnVtVlgTG7siVkuTqSdtBrnCxlDNPmHl7iNmcseomYc+VOyz554EDdEW6wwEJMctNlGGgkyyb6Tb/7oisdaZOyeDX1iIOpswJg/edCBFTLPJh2lONkxjy4dIgcYWTttz5MNI/iLW07GxS03bTcuxOXUm21Yem48dwg+m/oQZXiaL045u96O0MKYHc8CArxixYqAF+zMEbcNGLdAzEH2EWibMcR6i0WM9Pk3H25w4FPOxuQFY8+ZPOHPr3jYkLN+oi4PutbYppDXAbbffvtuE8Dznv0wkgcfbLqGD182rANs4CTufE5tZvDjewGHHXZYuGkAGyf9NgPo+3cCQ+XatWu7VxdgLy/PNmxf97rXda8p2MCQuzXl1zy+1QlfsFRnj33YWE/ziHHS1rVLCoFCYNNGYKKjrw2AiUa07BUChUAhUAhMCAJ+8LYyWqM51zw/iP2Y9mOZ+OFsPMdynI4xos84PaKuL+drt2LMfOMEgSDtXDrmZL+x/EGPwCA9SAQSgPQgRXSRHOTYdWOki465xvhEJsTMNt8ICzKDRBhjC2nkn20EAhFBnNhCJpAlJ5lIFr/msUm0zVcXo7mIEBKE0PmYGnLEHztOgwl/iDAfxthGepByxBbRQ4bSvpzkxy7yDBsnuUgcQf7kIm9x8CkHeuwhneJGpJFOJ7d0YIHEykEsxuEgPriLDWZssJe+4cknfbER8/mHGaJvbWCujw9xsmeM2CARkzjYQ/TEo24e+4RtZFg/TNgwDnN95mmry4M/WNBV9xywYVNDHubDQ1ue2uJQh7cTdfPMR4TFYO2MwYAfOdKBEbysl00SzyF91+zl6xnwqoB8YeA5EgtfsHzwwQeDjhjlDkO50LW55TSerlsJjzzySPiCvtsB2sg4f07ec8xmgk0LmzL8wEOeBCZy9XzYxPD8iYtPWCL+YnYKb1NAHsRmibbnjZ5nx0aW7xKYL2448SFW62ntjXmmZ8+eHUcffXTIx7MnZ7nT49s8WMvL9xTgqQ8mOc4HvOUkD3FYBwIvQp9YI/bkbr2V4qJrPh1toq+kECgENlkEJjzw2gCYcEjLYCFQCBQChcALFQE/jMWWpXqKPuIHeCv6iD5E049uP97N8yPbj3REiajr86M7S3qEjRRtpAqxJGz6cY+gsWGcD2NOJJV800k/fNDVR1/bmJJtvhAhREIs+hB/bYQl7SNIJEmIk3zvKbta7SNv3p12+4At/pAWRF6bL7EjI0g7Aov8IE3IEX/i1o+8IT76+UJOk7QoncDy6TQWoREfwolAEWSOwIJP4+p82zRw4wAZEyMSx6b5yKPvECDi+ggsxK4uD1jByCaANUAexc4WUoYYy4M9RNyYGOAuDkLXXCJ+OFsPzw19Punxt9VWWwV9OvzSQUrNkysSDmciRkKXmG/N07/Ys863cTbp8E/UxS8OvviWE3t8IOzWQ78Y2YOtZ48+HTGwiyzvsMMO4dnwHNGzIcQ2X+KxTrCSCyzNlTN9fjw/+ox5bjwXng/EH9G3WWA+gm9tlZ4ZsSjZ95xZc77FyS/cYCg3eCrhYV7a86zTZwcm1hA+1tlznh8Q9O/AJhZMPDueYc8XfMwVOzzYFg//NhWmTJkSNgHoiQ3hl5ebAZ5DGwtikDf//Fo3MXj+YAg3Y+riF6M1Ueoj/IkD/nJTNy7enKNdUggUAps6AhMff20ATDymZbEQKAQKgULgBYIAktcPxQ/n7FPvix/0hI75fuSnaKe+caLPj3c66jmebTrZp9QmfqT74a9EhpAxpR/wxhFGhANZQAj80EcKxEaQAPMJ/yl8IAMIiD42EQt65iM/iAn7KWzzwRdCTQcxQWj8ebeDDjoonHDuvPPOgSQhVki2U1OEx7Vq1/v9CTVXmol8CPJI5MQv4oNM8SP3rTaQYaRQjE5n2WRHXY7yQLbE50SViFOexLh4kUREjZ58kEwkELmVpxNjgqxZJ/HARoxw4ssccSBb4mNb7GKhw4541a2v+Nmhpy8FduxaS2vFHh3z6SDR5vJvPh0bIHKXi3niUdLnS6lP7GyZp842fKwtAkz0Kwk/2uZ4LuixRdg1jjTLE5502ISFOJFg6+HWRpJjG0T0xSBezyn74tMPL7jLTw7s5+m5OTYLrIN1VIrD8zR58uTgwwYDnG22iMHzwSZc2bdG9NX5FDeb1p09a+eGCrLtuZAPv3KjQ1e8+nKutdFnjA5/nmmvDYgLljkGb7ZsQNigYMO4kk1xwtW/Ofnzb+PLTRmvB7gt4d+BfnnQ5x+WsIC959xayZUtz4g2+0Sf3NWJedbUWmcc+ksKgUJgE0dgI4RfGwAbAdQyWQgUAoVAIfD8I+CHsCiy9KM4xY9pYyltf79Ohw0/sJWEjn4lW36Yp2gTeiT16Kr3RT99ZADBQCyINkKiToxppx+lPnr8EHX9SIcxRMUc5AShQjARU2QDeaBHzEGckBKvGjiB9TGzlStXxp133hn62ENokDrEC6FD/FzRRrLkhcy4Ru2kl9DTZ0PAB9tsFiA38iFOLpMEsi1GpE+M5purbkx+chG7WJA0+YqfjhzpsCsXhEv+yBUih1gicuKnI16EyTx9rbDHBiJp3a2RcfrmqZuHnPEPP/2Evvkk4xYXEbf42TGfPrH+NlVsArAtT32E7WzTFQs7/GrLxTrQQQoJHbGpi4de2mJPHfbmiIvoo8eueeK3xsSaWRsbQoixTRbkF0lFWj1LiLrnKzdd5CEO+fIjTvNs0tgIEhcd89j1jQgbDepugXgO4KFPKQ4Y2VjQtjGhLk9+PA+eQzcDPJNi89y6ir9mzZpAuv1lAq8VWFv5ylNuciKeFWvGnhg9P3CQl7j4lJ+2Z9s68OPfjc0GuYnHs+ZZt3Ehf3ZgBFs6PpQoHjcDjHs+bbDwz6b4rJPn2zgRk+fGGsFTHYZKtsWtLi826JUUAoXApo/AxsigNgA2BqplsxAoBAqBQuB5RwCpIW0gfkSnZL+2epZtXZ8f1P0+7bRt3A91P9jV2zH1wcSPeHPSR9pg1w96Y+ZqE3W6fvQb1845fvjT8cOfXW2ltpiQFeQXKfFnyhBy5MTJLOLAJn+EHX3ICILEDrJIJ0kgAiYGxAQRdLKJZH3mM5+JRx99NBBnY+ITJz/eOZ8+fXq4UeCjcewRMdoEQKQQWX1IFLJE+BEPwkyQRiUf9BFLMeuXp7lIG59siR9u7OgTu1NdubGvTPIHN3ra6kgl+/IXA33vwMuJT/aV7Geu7PEDX3a02TIXvuxZEzkozSd0klyy1Y6lPzGIj1/6+tmDNdvG0h8M6LAjPnXCl7Z5YjLHXDixL2axI8aegcSUXbaQeCSbb3PYou/KPBKrzgcSCz965hL++RQbgRM/sKAnJnPgTVdsxsTBrufPBlN7C8WmgDEbCcaRc0QdYbeJ4Hlg20aFZ8z6IezygJuczWfTXwjwb8SH/cSC1LvCb65YbUjRtz42JGxOKG04rF69Omww2ISAiWfM6zMEwZevOMyHMds2APx7EYfn0r8RebBPR/5swdOaKwlsYO/fDlG3NuwbV5YUAoXAZoHARkmiNgA2CqxltBAoBAqBQuCFhoAf0gNJxumHM9FW+sHth7Yf4UiLshXjhC4xj6iT9NX2qbdCj+ij70c8QciQAD/sU/TRFZN4kB0EB3lBohAdJIuOOWJDihEkpMJpqZK+PvpISQqixbY4+EIs6CFcSA7yg6Q4qUWWvAM+Y8aM7s+gIfXeezYfGXKDwMaAHNhyTdrJpzjp2QAQO8IrJjmbZyMBOUMCEbD99Y8AABAASURBVEhE0OkpgiQeeuwhZ+KVo366NhGU5hrnDw58ygFeyBd7dOUPL3aQOyRTHR5ylbP1ZoNfuMDdXBsP+vnRT9TFBnOkGXZssM0u39aGjvWGlfi1s1884lSmDj3jRDzGlPrFw66SLTr6jesTF/vGzBOH0rh5RJ0voi12mFkbJZGHvGArb+SULsw8V9ZSH1vp09qxCWd6/IrPODzhiIQrPSskcfXcqFtDz47NHnmwLz918bDNr2daDMi/jS6E2yaADQl/AtCf//NnAHfcccfuz+65XSJPeMBJbOyJUz5s+KCfV1749B2Ju+++O/wVA98rsAHiLxh4lvjhw7rZXKDj1oyNAzbZ8O/EvxHPPSz55B8+8nTbAK5s2EhR6oexjQwbA3L0jPEpbmLc2sITZko22VeWFAKFwKaOwMaJvzYANg6uZbUQKAQKgULgeUYA2eiHgHyk9MfoEz+oiR/+xI9pbWP9OdrGWtHHhx/jSm1zU7SJcT/aCT3Ehi91fXzTQwyIunH9SmQFmSDqCAIyglCLBzmgZx57iDICh0whVWwiUqlLX0yIB+KFiPuYn/fm6SMpTkL5csVZvElCkMVZs2bF3Llzwym/K9zyTWIlJzaQIqU2ciZ2MbKDyCmRQnriQPyRHnGri0/M+pA/wgd7CCcySWwEyIcef8ilubBBzMVmnG8CU4TMGByVdJF385T8InQIIizZ0Ac/ddiIQSz69cGKPSRarHyxZxz+YpeX9TGPDTqwgK8Y6agTY9pwIuJiX7xyEBcRE5t8WX/z6IvfBodYxKTfuDH5s02Ms0f4FZuY6YqJLlvitIZKevK3ftbOc4asyk/b8+MEPtdDrsaVTs1z3eg5HfcOv+v6Noa0kWvfjrCWbJjnuSDpl0/+rb945S92eYrT5pNNAKfynj8bBrCDifjpWzcYWDvP+cyZMwOBd6IPF/6d3Puo32c/+9kQnw0Fmwx5swZu/oKAv1ZATzzGfEeDbxtM8KOnhB9/4hCnDTbrBx86NrBsSlgna+DZEa8x6yE/cRsrKQQKgc0IgY2USm0AbCRgy2whUAgUAoXA849A/ihGAoaKJvWUKeYgBH6IE8QqxQ9wBIPO/2Pv3n52u8qygY9r0S8xMSYcNjExi2jUGEoKpUCRTVsouxYo0EBARRAkJKJR4wkn6okxEjcoIYiYCAIKhbIp0A2FSmmhLYVSS7Eiia0n/gOeEWi/+Rtz3e+a6+m7WhSli/e5n/Tu2N37MebKuMbcvPQCXEidTFGN6y+9Sm2bfQRMAXHAiDvsQDxAAdzZ8Nvo022jDyzoUwd2+MEWO/SUPDABHABHQBMgBXxpiwUBZgAGoocOtugGgNRLFqjyTj1A4yNm7n66m+ljcMA+8GYMAUSAN4DJB744IKCXnLv8dLEvFnEDNwC3+PABWnyUp8oXfypfSnNhDK9cKfmN6AW69LmbSicfAU35Ii9e8mWDHDCI5JIv5I3rU2qLly/4lWI0P3ILiIpLHRkXP//YBNSsG77LEb/wa/NHnrXJ0M8HJB68+tSRfnqtHQCSbjrJsyF/Sr7xEdFBVhxkyRgXrxj1s8FX/qjj4Z/4AVe2jJlTfooRD3/oB8wdHvGFHLLGtMnhpZddvrBND3/Y5bM8OAiQQ/Oljw5EBzlj2vSKWb36tAH1ukbYFBsbZMWiT0k3nUhdn1yp45UXANyrM89//vPnYYC7+XisY4/+f+pTnxrWtuvPBzE9JeP68FSCww+P+XtyQCzGX/WqVw28/HSNWTfWIp/k2OGEQwC5JMuO68PawyNWsZEzz3KpX0mPGJo6A52BzsDpMtAHAKfLTPd3BjoDnYHOwBmVARv0LT2SczbwyKa75LYy+reER1uJABfA2AYb0aW/AA+wc9ZZZw2bbnLFYwNuM64EEoAdMuT1ASHAE8AE8Cj1AwM2/EAMu+SAaAAPn02/O/M2/kAPPiAXwABu3an3J9Q8ngy4AFZADx8ABcDcnVQxABdADYCCTx//xYHEri02NtyRJ18+3HHHHcPH1RwqACUecwaU2Hbn1t1aTw/4CJsSIOQDO/R84hOfGB/60IdGgSL+8hW4FCvb8iUf4uMPosOYnOHnuzo/5cS4vKjzBy8dxvHJM73mB6886zM/8k2nnPPDnX7AVB99DiroNO8e+TaPwBpd9KuLg16+smu+tMXNBhl+mC9+Arp0GscnHnV+mwc8/JUT/vG1yLyyi+jV5ic7dCA6EBnjfKeHn8bZEyMeZK1Zm+zJgRK/HKiLVekutfVKB3l6+CyffHGIpV8OrDl37MUnLwgfHXxF6tYi3XyTE4dC1ql5YJ//7LMjb/LCB3qV9Iof4eETXWT4adz6NUaXuJT00GeuXFtyTge/5I0e8XgUv9b6K1/5yvGHf/iHQ8lHsj7q94UvfGGI1xoSgzVDTi7xuEbl2bcGfvM3f3O85CUvGfzw7QBPDPCTnHxYY9YU/4x7DcHrAZ5E4Jd/y8QiJj5bV65pssYqbjrNu7Z+JG5lU2egM7CfGegDgP2c9466M9AZ6Awc+QzYJD8cbRNgk2xjXqX6dly9dKkjgOI73/nOsEE3BjAggMy4TXfpAW58XMy7vDb8QIJNO4AEfLgzDSC46wkcFgG/wA09bCht+MkAPsYBdCXST4c7hkA4XoAMqAPu+Ac08Fms2u4s8gsoATjYMSYGoEGbXj7TC1QBQuIA7BwO4LvkkkvGr//6r4/LLrtseAebDXIAP+Djjiz/2XOHVOyADZJLIE9MZNhQFzuwiIAyOas4+UInkgN+0gF4KrXFIV7ybItJPwLsAE7zJA/mDTBiWz8gRZfY6BGv/OiXU8BUToE7bbzk6CNjTs0jf+WCbmN8EIuY9dPNPhk+aPMVvzYyTpYPSmPFRwd+erck7hrDi4yLnT45oUsf29aImIyxIw9KPOwhfPxBxvGWXuP68LNhPZtDPrBBxrx4uqXWh3wBvOzgNZeeVnGI5DAJ6PUI/a233jrfv3e33YcmAW0HUA68rD9rE78DKetf3mt9OHwqnfhcF+66mxdzwH8+sm/t6bfuzJH1ps9cOhyQUzHIE3rBC14wfud3fme84Q1vGK4fdu++++7hgIwMXeK21si6Drw+wG/5d628/vWvn98lIOvbGfyXI68q+MsZ6vyTE08DOFzwPQOAX16VYiCn9KqB/IqNbfPCFvvmhYy2sqkz0BnYzwz0AcB+zntH3RnoDHQGOgOHZMAGushmeUu77MDPWWedNZ8AIAOE2agjdQQgupMJJAIQwDBQAETgsxEHNhCwjgAPm3XgA+mzmcdPJxl9xoAWJX4+IDzawBWf8QBjwI+78UAIUESHGMTIJgDrMWcf9/P4MmBRgI8uwB34JSMWoJsef9IMQHM3n48OEwAjH1HzzrN3owESuaAHGJIPdzLpBNSAJsAMWAEggaGKWUxIXPSri0uMYpdP+QN2AEn+GRM3HXjpBU7Zl3t1flSMcoBPKWY+4OOn0hiddGuTlS91OrXxOiBAQJp46eGbww7zRjc5PHwyTl4f4hcbYhSPkl2krs84P8lXXbsIH3/lC2kr2ZcPpG7+1c09PwBa8WgbL5Jz+uhnX0knPnGZKyBZnHj5Si+d5sPhiMfdH//4x0+gC/DTjR9gdwB03XXXDQTsOwQwd0A64G5daFfu+OmOvPzKMzvs8cM650vFxp+KXZ91S7/rEKCmm5xYxMR368maxCs+cuxr6ydPzpwjaxjovvTSS+cdfQcBbOIFysVqXuln1+GApwVcM3wg75WAN77xjcPBmpywZS68anDxxRcP3y4Qi8MO43JHTuz8sxbMi2vbIYJ/cxw4WlPssy1/1ou5bOoMdAb2OwN9ALDf89/RdwY6A52Bvc0AMINsnNFuIvTt0pYHeLQBx2NzjozbjNvwu+tv0+1OIKDsbjlwAWwALHjJ8gHhJUtnER68Nvy1kcdrI680Toc2WaSO2AFgEAAAaAIV+OkDauikH5jHh8djxh7pf8UrXjGAd3eG+VP26AVQgBkgB+gCPIA3dzcBNzr5AvwBbAAvefHjlxM+eRLAgYG6u7108k1ccghAIvbFxHfgCtEvZ0XabABxQBHwpTQubmANiRHRS4Ze9s0fWTlB/DBOhj+AJbDo0AGfPn4gfvGRXrYQkOrARBx46ceHBwgukht8AC3Ahp9d+sRDjj9KeuhA+MSGRwxI3Zh4tGucj+aE7+bdXOMxD2JxeMGeMXNkPYjfXLNNnl6kro+cEh+in4984L+YXAMeg3cXW7zkAVgg1cGRb0Y4AACE6cVvveGljw1xmAM+yg8C/M2fuvxpi1Vc1p+DLu/ku+7YM3di4Zv806fOBhlj5OVUXvS5Xq1zOUPyYu1ao15tAcY9dYBXXOJ1cObacYeefnrFcPbZZ4/zzz9/WOvWpL8o8JGPfGRcc801wzUjf8Ze9rKXDQdwYrbW+ORVAB8ipNMcyR3bZNi01swDe9aHQxNPCjhMkEtzoV9+zY86f5VNnYHOwH5m4Nh+ht1RdwY6A52BzsCZngGb1IejH9R/G+YidtSVpVe9aNtX9e9+97vz8X9tG3YbbQDCwQCQYVMOeAAgABVdxvAasxm3KSfPNsIDgOjHZwwffkBCvz58wIESPx4E0BSv8SLAAegBrNw5BBwAp+rXB+B8/vOfn3digQzg3ri7ie7gig3YAYKAawAJ2AD+3RUFSPho3PvMnggAwIAnPhoDfoAicQB9ZI0DKt5fxgf44JOPbU75Yhx/8Yi5+ORLPio/SiARQFLiM46PXvqUlSNj/OKnPALDSjaqj19yYD7l2bh4kDZeOvipzhaQKu/yz5ZxpG2d8A9PtfmKjCnp4DtSp4Pf5S9d6voRHkQWiVMbHx/5rNQP4NIFeOuXV3zq8ofI0lN+Kq1jBxbWkbVjLYkBiVWf+XTA89M//dPDQZD15VqwTsg7IMHjgEBpDQD5cue6cWigj28APj/kWe75TZ86sibEJA/isVaNmyslfnzikiO5djDFL3rJ0mHOlXxkS4mM84t+ObEeHDJ4EkBMDgKU5lw8nqQB2j3lIify52Dtec973nBX3xMxcu2Dml5p8DSAgxB2PE3g45q+HcB/8+RgwZMAPiBoHYiBTnkSr7ngH9+0XXdekbCGPJEgXvPKf7LFi7+pM9AZ2L8M9AHA/s15R9wZ6Ax0BvYiAza7j0QSUTzbevXtllueBx54YD7+b4MO0AAdwARwADQAyEpjNuWABTBi3Ma8NuFs0Iv0ARGAAACCV1/xqOvbJf3kbe4BNICMDv7wT2lMP2DhkWKgHsgqEAeQ6QMW+M1XoIE8//kAfBgH8IAYoMYBAZvACFDk7qN3nIEiAAk5IHCggBwQOEBgF8BxiKDUBgTpB9SAMX7wgX05k2M+iF9+5EobyYG2UhsQK/AILOkTgzzQh8SG1PXjkUc66AL4+aFOBzLGL/OJ8PBFvsnShY8Me+p8tw7YQhUHXeJT4mW/5kqdT/Qp9SP9iH55UGpJ1LgrAAAQAElEQVTjQ3iV7LKD1PXjo0OdXfLGkPlGYuCLORAT/WTMsfUjp9YNsA54WgtKQFeM7CmBdnMpXnbZLB3Atza75Bwa0K3fmgKArQWkT/7kSN6BeWAbgPYEg7Z5ME4n4j//+EpH+cs3seAVF3+MIf4aI8tffvOPDD6HBeKRH2uCXQdlAPwNN9wwgHht4Jt/1p/XHpC1zS9PAgDyvhngLwrw4ytf+cr44he/OAlod33IiScCXGNiME/icXhAnzzIMT7ziNT5Zs747UkF15Y86Uf4kHpTZ6AzsL8Z6AOA/Z37jrwz0BnoDOx1BmyEbcCLJENdiQCBLenb0llnnTVs6hHgQNbmGyAEaIEwNoATAJEsfdWnjqpfHQEf9OEzpl1knD26q08bSAEAAA2AB3DwKLJH+N011AbUyADj3rkH1D3KrPQoNnDujqs7hgARUEcf0OJL54A+MCJOIIUsIGLcnV486ogPciEPQCW/2afDQQM9AJU2XmDMgYlcAVl4gR769ckpHnkBzIrkQfziYgOp6+M/G8CQNhmgSYlHHFuSa0RHER8QfrarpKPmhwwig4e9AoyAa/nIB3U+iJEu9uWpiC166VLioY8ecuzSw862pBdfjZNTR/qN49ePyAP4QCXd5kme+cEH9uVcP6CL1K1j8yBeJf/pLTt068eHH/h02OPuO14xWKv4AHsgGeAHaj0pwB9jpV+J+EUn4G2d1kETwA3k6nMY4LDJ2r7lllvmn+XzOoC1ivAgfA6r1K1NfslR+SY34pcP40gu9MmjUu74g0dufF/DHfwbb7xxfPaznx0OBa666qrhSRj5tZ7liZy2QzjfyfDIv+vmm9/85vjSl740XItkxMVH14brhYy84PUqAV/l9bzzzhvyJ89y7N8A+eIbe+LmG//5bsy6qrp2U2egM7B/GegDgP2b8464M9AZ6Ax0BpYM2Pjv0tI9/9Nvoz8bp/kfHmAHOLGxV9pckwMitPHYuNuMI/3aiGwRueK1OQeolGTw0skN8sAKgAkUKJE6AizrTiod/AICgB3ADigGugB8vHSxYcwde+/h4wUwADX9gLl3jj2uDzzRC7yxS78+AIM++ukDXowBSEr62K33kt1t1S9uPgDq9IkR6EfiES/d9CGgsuT4IUd4ELt0sUVW/vEq2TGOXy71iW2XzAdec6GOlwz9ePlljH7x8pk9vpgn/iNy8scfY1XSQy+ARm/JsKmfDXVEB56yxR5bpUu9bFQf/eT4UPEq9evje5G2gxgxmCc22VPyix55knNryPpwdxsBlWLgL31slA/k9ItHv/jZkjvzgQ8gth6sF3Eh8dAF5AO05psNvlsvwLCDLIdGDpmM8Qnw9lcBgH5A2nqlA4g2Box/8pOfHFdeeeVQes3F3XpxANvuuiOy9d0AY3R7TQWP9e+6EIdDCteP3PFfyS8HZ+riJOfOPp988O/ee+8d/JJLuZEjMVxwwQXDQcAzn/nMIQf4r7/++gHck1Gy6cDAdS2nDtsc7AH7bDmk8+SO3DmskF8yNY/mUttcKtG2rt3UGegM7FcG+gBgv+a7o+0MdAY6A2dsBmyKt/RIjtrwbmmXfzt2WL34jVWdfRtmoAN4UbeRtmm3+VbH/+CDD87H6gEmhJ8OPEXaeJXkirTxI7IAkrJs2ZwDSmziMa7kD8AHsAFLNv5AgQ0/wANgADC+Mn7ttdcO7xe7G+quKJBuDCjxsT4AhT126QImkDYQ4fFhwJtNQM3dWbbdbXWX0mEAkCZWPgAzZIE2fjsgAFSANYBJzOJikz2EX07wy7s49QNCZMSlj4x8AKnsyYUxdfLGEUDobmz5jY9eY2wpzQfSpkN8eJA6e8g4X8RMDx8Re0pATjzaxskUP1l9fOaj2BH7+o3jR8A9UmefT1XnE3l2kLo+OvDSw6b1QIdS7siLkX08YiArP/wgb9x8s6fPmLxVPProcjCD2DFmDorPmrJW3HmWDzYqRrLqZOTLGJ36ynd1xE8HDNYvPfjKb2Mep7fu3M2ny11wH8oDms8555wBhOMrHfQA7/QAyK6Nio/PgLzSIYZrA7h3AOCwgC3+OXAQN71AON2uGR8u9PSBPJgLry5Y+0oynqBxGGDtyxkZul17rhe2rVE2zKm58bX+l7zkJcMrAT/3cz838H3mM58ZrjGHEuzzxSEAObYdHHhFgC5z75UePhinV+xyr5Rj861exPeqH1Y+0vhhMt3XGegM/OhkoA8AfnTmqj3tDHQGOgOdgR9iBmz+AQ6bZ6AJKAGubLLPOuusYYNts41Pqc09m2dU9W25rduYFx8b5LdU43iqjo9P7AEKCAgAxAroGKeHv/iBKiAC4eOvca8CAEhAIMCG1IE1QN5BgQ/5AUvu2PoKuY+YAR5Ah0MBoIddwIl+4ARABAoBLGN4gU154zefAB99gD4CluSG7+I1XsQnscgBv+kA6MShZJMd/fjIKc0ZIkenUtsYMpdKxDdjePDyhS11/Xjw80WJSqZ45Q2RQ2LhEz+VxuinA1jnp3rpog+Vreqnnyx9Svnjl/yZM7krPVtZtvCSo4M+c4HIAJXkioduevHVOHAN1HoMHdAlY5w+dfzWlDVindHBB3odDFkfYtXHjvnCZ80istYgObrwkUUOkRw+sa0uN9Y7MO3uOBn6rUMfzvOhPAdO7sLzmy2+8t9j8oB56WHTupEjB2meLuCvXLEBqJPnOxljbNErf+YU0WO9I2tQbOr08Nv8eKrG6wBXX3318G0M14UDNjnGa/3zz8GGOPjpAMNhg6cYHCC4Dtn3qgR+uXNYwIacicO4ORGz+ZFPa1feikc/MhfGkXZTZ6AzsF8Z6AOA/ZrvjrYz0BnoDBzJDPxfbGQBDBtlm+vaSKuz9eCDD86/AADYAQHAANBnDG/xaSNJVyJ1VDzqZIvYRNt+dcQn9oANIBvgAFTIbvWRdycUmOEjQMJHYMDjy0C8x4jdOQRuAARjBR7oZA8QcmfU+8nACMACuAA2wBvgB/yzpV4+GcMH5MoHfXR5tNqdXHXjCA/Ax7442KCHDN/FLB7x4eEjKp/5Sc4Yv4A2dXa3pA+RI6+Oiod+RF+R+cLDP34idfL0kCWDtjLk8BjXL/8VizZ+YwivPuW2n63SoR/h18cHeSmSH/J8Igek4jfOrvyQkxs5Mq6uD99WL91I3PjcWXYABChbK4Amogexx3/zhdjiB39KN310sVnkAANgpQuoVbce+MS2nCnxs6NfnGy4BgB4eoFg6xgg9ooJII08Fs+GHPCPfnb45bqwnn37wiP6XglA/jyfD/KpexzfQYM1C5C71uij29141xHfxcovebZ2+adtjTswcLjAX0/j3HTTTQPR77oyLma6gftLLrlk+MsBPoLooMAhgCcBHCI4CJBr3wAQhzmjGzmkoEuf61y8fEDi1S9/Sm3j5kYdaW+J3Lbd9c5AZ+BoZaAPAI7WfHY0nYHOQGdg7zKwu4HVRj9oImyWa5NMF2ADTAAmqOr6ER78ShtoPmxJf5F+PLu0O84Gol9pcw9MID7o5ycQgQAmOugF1gq8PfGJTxyXX375uPTSSwcA4w4/8AOIACYACAAB1AAXgBXAoKQPPxAE7AP37OvjD1t4lHwB9OgAGNX10QWA8UmpH4BzkAE0iYPv8qefHQcKCFhzIIAXuBI3W/LBLhkgDFBkV8mmMWScbn1Iu/JvHGmjqivx0isHRdrFxwd1fPSLEakjvEo89OHfUvlhvEgfGbJ0ld0qAcCqA5zyj9QrL3TxCbErT+zSa40gOozhZct8mBe5Y5cfiA6kjooXENZvPgFtd+rJssUX9qwRvrHDb2vR+sILtNKBgHs+8Q8vGWvCmkTWg77ylS7+Wwvs6SerTxx0WgdKPvPD2sHLDtDOF7boZkPdGH5rzVr3egDwD4B77cUTMR7J10+GH2ToEo+nDzxtwLYxdQcS7u47pJAvoN71hryO49sFnsSRc/G4ZrwKcNlllw1k/TugwOOauOuuuwb/nva0pw0yYjfvnnpwAGIOXEviEJMxcZsPvPJkDktWXxH+ps5AZ2A/MtAHAPsxzx1lZ6Az0Bk4chnY3bjutn/QgGsTbUNtIw3YKL/3ve/Nx//1s8GuzT1St9nejunDt6XiwaeOjONlF2nrL8JrM6/EB2TYzBev/iKyfAUIAB6ACoipu5uAjPeaPbYPINHDjruW3nFGxsgBDWULT/lANwBkDPgC5AAYj4ojbTxKoAhQwk8HsAOUsQ3cabNVfXINZDls8LgzIIQcBjh4AIKMkRcz//kB2MiHPvEr5UK+9CvZ11+kz5j5EyuiT0xb0oePvBzwkQ59xthG5PXhMU4/3XiMIW08Sm1yaGuvxvUj8nTRybY2WXx80i9mdpXG6Deu1C4ZdXkhZ1zuzI2SLQRM6+MTfjrYL9LGb32ZdwdIDhHw46GjiC6A3LhSmyz91og+enYJD//oU/LZWjH3fFe3ZpC62OVBidcBBWAOoLOjj07+emXgcY973HD3nF984o/1yg8+iUXs5Kw9TwQ4CPAov48DOihgDwCnz9177/8D/9Y7XQ5I3LU3zjY9noJxDfpWh4/++VaAGKxtOfMqgO8CXHHFFfNJIx8yJIMcAuB90pOeNMTkdQLXqljZ4ru54TOyFqwXJV/1yaeyqTPQGdjPDPQBwH7Oe0fdGegMdAaOVAb+Lza0QASycUbqQEeSAYyoj+Wnjpbq0IfUkTpSR+pb0ofIo20cNvHbPnJ4gThgBbgAFvTzD/GRHKABHABF7mIC9MAD4AAEkFECC8ARQMQ2EK7UD5gD3QAGchcSQGEDMCofyHoP21MGQAkABBAB/UAUH/nhNYH6mBu9/AO42APo+AdQqZd/fBQzHrkQG0BWOSBPD9IH6IjBwQAdiA4lUi/a1clPcSH5UyJ1ZJxtPpDlF+KXfvaNaRvXJlOEx1j5oSx5/TVOVn+NaxvXJ/dic+fafCN9SFxkEF5y/GGfL3TUmHFj+tQRfm288mqcT+TNtblE6vIh5/TJNz+0HQJYO5U35ZboZoM9esggaxkIt2YAZ2CWHv3G2dXGwx92rSl5sKbNO910IjbFgw+JRUx0e50B6LfuPY3AJv+tSWtPzOLAi/B4xcC65gNbDqCsZ8C7DtJcL8Y9YeM9fjHicZBFhw/3+XihOjl39OnxSsAHP/jB4ZUAB3CI73S99rWvHb/2a782xPmxj31s8pDzOoC8nHvuucNTFT5k6DsB+tjnozwj8YtPnxKp698Sf5s6A52B/chAHwDsxzx3lJ2BzkBn4MhmwGZ5G5w22vb9T+pbUHWK/ImGzfOJ6nwiAD/SZ+OtLMK7S3j4qSzSJoNXHVW7AB6gAxhpF+HBSw8AAyQBEtrAOAKMACEgQVsJBCEyABAZ4ERJFgFOABHgBBABTAAaoOFPnwH97nC6++kgAC8AJhdAEYCGADb26QCC+AvYADTAP5vAEj4ABa9Y2Qf82KQbVR1IMiYW/OwhfiN5ZvpdrgAAEABJREFUkSOgB6nrY9s4Iid+xN6W5BGJB+hF6ohfSJ0MPfQhdf2IPN362WXf/CJt/dtxeeOrcbzG6UPqReKUJ0QGiY8cMq4sfmN49eOlG9W4On4+sYUHv1KfWABx84/kXdx4zBk+cvjkSUzaSF0ekDp9YiTLH4caRXTp4y/iEx/Jyre1zw/+Irr4YUy/NYHIWlvu2rtb7847Pn4b55c43DUH7j1CjzwV4A6+PmOuFeQ68Si/9SdGelxTYrB+HW4B9Py0xr3Hz451bUxM3vN3EAC043GtOVTj3/ve977x2c9+djhQAObFRebiiy8eb3rTm+bdfk/wAP++CeD1Abl0/fGTbTHyTT95+ZE/JVKXlyJtZGxLJbvt63pnoDNwdDLQBwBHZy47ks5AZ6AzsHcZ2N2o7rZ/0ITQtyX6bJiBHXWkbUOtT6kPuND/cEQvYIPUySE6tkTHto0fyLDhB6wBKfJsKvkBlLzwhS8cAAeQAkjoBwzYcNfWu8mAiLpHmgEL7zcXH32Atcf5vcsM3B8/fnyoe5yZfAEmwAt4944zsEOPdvnIf37gA1D4APzgBWY8pcBHwFFsYgbW8AJ2/EDq+ozJAz14xV11MQKJ/MdjXEyIH/j0k9lS9VVJHtGH2OQb+/zc+mMcbxEd7KGyaYwO8uJQL31KRA9ZPqLyj6xxdskievTRUzJsmXu5BKStDXrkQF0/wsM3Y3TTwba2frxs04e/dOnDxy5fzKmSHABvLZGnE1+RNuInHfj5RD9SR/rxIHr4wbZ1bj05MOI7XgDcepIL/pd+suwC7UC2fq+ReJffY/c+/ueJGGvTGvTUiYMCcZpTh0sOBjzZos0H9vlmzOEVEjsf8BgTO//o4aP+Jz/5yeM5z3nO4KdvbjiMcIDgL2qIm+/ilDs++GsBngbgr4MD/snvc5/73PGa17xmvq5Aj4OAm266afiOgHHf9mDLYYK4XKv0ssE3JO9IHckhUm/qDHQG9isDfQCwX/Pd0XYGOgOdgR9aBmw2/zv0/Ti21YffBnZLNrxF1Y9vS6UDUKh+IAGgQupk8dX4ppxVY+SVOpRFZIEGbfXtRpwM/Yiccf7iKSJnHJBQr3F9CBgBFugypg8IAHoACncpfeXfHX13EoEIYMgdfPEpPdLs7qR3j++4444BuPMZcKHTGL1ADDCk5Auf1elD9AEvAAsgRQ97dCDAB+DhH1nxAkr834J//WwC7ogMfjlhl039YtSH37g+/gGk+JRyABAidvEAakpt/fSQR3Qh/iqL2NGHBz9ZfogJ0SNH+PHKn7p5MaYkS4e5lCdgFp8+MvKtD+ExRqb00of0yxuASQ85Otjgl9gQUCp+feUjPkSPsoi9sqXkDx7EHhv62VBq85M8/8Ro/tlT6qODXuSuOKAN9FpnHq+nyxzJpzgQW+YOqYsTsWPerDMl29Y0gMsX68wj9kpj/BGztWONy4fDKnfifTTPY/nWGNt8daAgVrrroMC1xSc86vzhr3zKATv8pMfBGBvitwblXvxIvWJ1aPayl71s+BOaDrquueaawe9zzjlnHqbRwQ45Nm+77bbx7ne/e3jkH79rS/955503XvWqVw1P3YjZgcaNN944/6qAdfHMZz5zOCiQr8c+9rGDj3xGfBEr37WrVD+M8B7W332dgc7A0chAHwAcjXnsKDoDnYHOQGfgkAxsN7rqW7IpLiIKcNiEK7UPp5O9NslbOjmy1oyttZP/Z/9kawztorH8yCA+8E0d4QFw0MI2PwwGJNnkA/weWVYCPsDAt7/97eFOITDkEWGPNQMcL3rRi4Y//wcg+CjgfffdN4AJAAOooh94AXjc5QTsABB3I4EUYIlNfMCYu/cAi/eX6QGWgGQAClgCsvQD/HQUeBMb0AXMeC8auPGINVk62AXm+KItB+wjuaCfL8AXMEdfleJgFwhFZFDNrdyqi5G8kj126KUfVR0vUEinO6wesxa7+NiiDz8fzA1fS4ac+ZBfsuTkAQDUlg96jSuBZPmWM7oR3+mUc/mRf/PH5/JdifSJA+FX6kfG5Ii/dCr5qc4OUtdnDL8csG1MvEXyakz++GLdWWvmjF0yxukSj4MhhwEArTjliU/kd0k/2/JZ/uDx3r678vrlTizqfHUt0Cvf5sK6cbeeT64LH9VzEOCJFTL8kXty/HX9WIse+7cu+U+/Mf7IOx/0sWENmCt5kWP2+ExOjsy5GJG5xecVGQDeUznAuwMzuvnkjr2DAPL8cv368N9HPvKR4TqVR3HykQ53/PF5XcBa8USAmOgSs2tDyWcxkOWL3CjZUTZ1BjoD+5mBPgDYz3nvqDsDnYHOwJHPQG12Bap+GAEDCI9NdgGO026QMZ4gPN8PYS/b2zq7Wyqe0mnTziclPht5AIQO/UC9u5qAA5ABaAEl+IGfiy66aPiSuI/zARjuggLZHs/3zjFQDsywSzfwBjQgAIIuQAZ4YRfwBMCACnLu4PMDwPJEgTui2kCeJw+AGHW+kQHgHCrg984y3wEu3xJw19K4VxLYALj4IQ5+8U9e+ApYFtjiG8AlZjwAFUCGD79cKRHf8AOvZABGxD9xKrXFDWACecotAV148OrHSxaQlBNkDLHHL6RubbGNBz/fzKvc8l1c2vr5yw57Na/k6KDPuByIFZGlZ0t46EL62cBLDsmRMXz8Q3Tr4wediJwSv/GKQYzq+uXdmjFf5s0cWmvWhH5yDj98SNIBiLjIy13FxW75yaZ1zS6/xM0n64g+hw7abBuji36AWL60yfJPG4nTQYW16sCJDjbJuRbkW5ttfliD7MlV9YnD3FkbdPNNn3XFJh0VjzVGDz/xyI3DONchoG4ceKff4RxwzyZea8v15RDvuuuuG17R4QsdcuuafsELXjDE5TqTU9cc+651uTMPcmXOxYXkS9nUGegM7HcG+gBgv+e/o+8MdAY6A0c+Aza9SKDKIpt3oEC/0sYbqes7jP4nfWWvytIBGBTVWJXFow1EAAnIZh4BXHiAHG3AAbhxJ9Pj/5dccsm47LLLBsANbLgDChy44w80AObaYiVfuulV55c6feSBdcBDfoAld3MBHj7g1w+0ID4DKoC9R7DJ+2aAEvCnx2ECwK8OrIgDsUkfv+gHpgAlJVIH+BAAhswjm+JwJ5Y+hwYAE13Am3joJEcHEIfopAOAM7Yl+QFQjbMhRjqQuMnuUulUFp/545vY+MRHZJzOIm1Et3j4wld5cNAANCM5BkD5howr8fKTLJtiVi/SJxd82ZZbPvUiOeEPXv5aY/JpnM9iZJtvSvx4za216DDHIRVg63sR1pIcyKfcyh0dSF1/kVjY4Du/lWKTG6DWIRJ/5FM8xuWLH3JjjcoTn8pfNvmqDfy7Nhw8qdMlNroQP/EicvwjJzbr1sEGHnLWmvxYv3wUA//FVfbJ6ue/a8m16ZqUX69H8Nm1ANi7Zuijw+GEJ2xuuOGG4UBAv9yy7xsfnirgo/iV/hoAn/jBptwp2W3qDHQGOgOVgT4AqEx02RnoDHQGOgNHLgM2xrtB2XTrAxhslAENfUj/w9B/e4j9LZUCttg9HRWfzTtgAmwogRMbfI8pAwPqSsAEcHB30SP17jSSAcLYAkYADPYcAgA16nyjt4gMUEUnoAG0Ae1KNgA8vtEJiAE1/kQg4AGskAP8AT53IkuO3+QQoMQGclAAzABhxvgJxAFcdJsjtozxdRfQaNMnT3jwFp9YxMVnfPqNi1sJYLGBADW2irTJi0eOEX/FwR59xks3+/Qrjemngz629OvjDzm68JEpv5X62MDHNj51/catV/7y3UFOEbBrTuWPXXz0IPZKl3bpoZNfqPyQmyJ2+K9tHL8Y6OATvXIhPrx8QmWfHeDY+nEo5RDIGgWgrR1zruQbnfygizx9QLF42MVn/ZkHdtkH3t3l1m+cLYc/xsjQw19j+sVAn1whusi6luS5bPObDrGRVyJ9fKULqZN1kOCg4/jx4/MjffrFgqxj8yIeeulj03Xp44De25cHd/FdR645uXLduF75yK7xT33qU8PTO2zJoZxdccUVw9MDrj0+sumpArGKH5k//ewXGa96l52BzsD+ZaAPAPZvzjvizkBnoDOwFxnYbnJt7gWtRDbF2zZeoAGpG3soPXIP2dNRSbOPgCsb9CJtfhlD+LWRuk28TT6AAUQgtoAaOgAJ4MEdV6AHUCqgAkjQA6h7VNgdY+N0AT/qFbsS6FDyA7GrD4DRrwQ66NFmG6hB6vTxCQGjeNgyBrgBTUAM2/wSe8XHFn5j9KgXD30FqoBNwAqp8wWp0ydniP9F8kUfopNvVZIp0s8ffPzZktiRfCB143jVATOkD+kvXepFeJG2cYSfrLjly7wVsJUPY2SQOn5yYhC3wxPgFniuXBjDg5+/SvL6iuRFrvDKMV1ypi7fdFln8sPf0qGkE/GFHrkzJ+r6xACoA7Xu3Hs1wDoBnq1h8eHZktjJssc+X/RZ1/LAB3WySJ0u64texDe+8L10iJFvnqTwOoI1DKBr+y4DEO5Ou5L/dLCL2BUn2/QoK3/62ReXGB2C1bUnp/SbGzrlXulgxEf7XvGKVwx3/vl49913D08E0OdwTM7YJeva/fSnPz2//O/6YcvTBF71kV/zLl56HKrRIW9yWH5q811b2dQZ6AzsZwb6AGA/572j7gx0BjoDe5cBG/Et2cDbiCN1G3Ogw+a4NsqnJOlhGnRsiY5tu+pU0M0PJbJp1zaGyJY/SrJKoBDYKZADnAF6AII7/u7+u/PuLiIwBQR5FBpQIPs3f/M3A4BwZxE40ccWm+wDCsADvfrZoVsdIKTL0wMAig+YARz8Yg9QUQIiwAcQBOAAQu76IsCPT4AJnQg4A8I8vsy+WBGfjAFO7mh6x1mpDQwBo5U7/gJ1Sjq2pK9Iv1yTox+4K+KTfIgX2EP4ydKN1Mnzz1rhP5ID60ZfEb10IHrpN4aviB+IL0pkHlDZwUueX0p6EX3m0HpA6sb5w2/zJaeeEPBePJI7cdBJX+mhC/GPPH/4UP6Im74iOvQhfGTI0kGnOhvyYpycdUWfMTnhLx/4TE5Z/cA8sv7oEw95pdzrI8tPsuLHb83Tzx9knE0y9OMjC/B7BQagtqb5aMza5Lc8GXcI4JDAOhcDPezyCzjHKwf4i4fdioM/9IoVLx3WNJ/w0OcQzJ/ve/GLXzwuvPDC+ecCrXPxurbp17bm5dOf6vzoRz86XIeuY30OAVz79Pq4oHjkwzXJX/1s8UFZeVE2dQY6A/uZgT4A2M9576g7A52BzsCRz0BtdgVqE1ylOrJ5RjbtShtkpI13lx6pzV4R3qortYvYRvqLaoxtPgAy7igCEUCOjbxNPeBR5Gv+gLWvinvn3yEAgEM3kAIgAAbAwtvf/vbh7iK9ABCASTcgAhypI2CFLGDCrrwAIcCIr4wDRYClMU8beKzbR9W83++Rf8DfIQA97vTzlV5x0UMW4AdI6QKe2KAPsAT0jQE8iAjQRqwAABAASURBVK9kACI6ACq+OdTY5kdciC65BIKQOAFHtpE60k8/QIboZ98YOTksfeZInzFy6sb1s1fzJQb5R2S1lQgP3i2Zz10Sn3whNvCTL6IHafODD+yZR7L0KcnLg7jk24ENciAgTnL8M/fWFlLXRz+7YuWDvCMy+rZA1jhiC+HBSx6f+bN2kHlkm994y8+yLQ5xsY/o0S6f2DEHSvrpMU6PtcB/etk1p+p4+KykE6/14zCKr9YEH/HTK3/WrXVMhiyfjVurYsDvAKr8ooctvPItVgcHWx9dE64rNugjY7zss+svdLzuda87eBoAL3346HZdsO0vb/zlX/7l8CFPevnh9QOHbQ40+Gltu0asA3r4J59KVH3qTZ2BzsD+ZaAPAPZvzjvizkBnoDNwRmTgsE2ojfFhVA7blBdt+Wxukc1ykTYedoq0jQMONtX69dFpYw48ABllzxg9x44dO/iTfdp0KIvw7crQidih02ZfqQ+vOtCDtBFwAlT7QBjAQi8bdAAfSjzu9Bt3AOBDYMA3UMJ/G3+xAEQA35VXXjk+97nPDbGKm+/ACODFFwACMAIWyLpzT1abHsCDbSDL+8bPetazhkeXHS54dJkvZJBHkx08AKRs8dcdTHcmvcf8n//5n4NP9AE3RXLBJkDDNznhmxgdItAN4Iidrw4Y3LHlEyKjX0zsIvHSKy+AEwKMtNnFI7f4zA3ir7Z+udeWA2P8MUdKbXXj6vJOr1K7+tXJ84NeOulG6ogeJap+vOZF/Ma12VUidfNojC2kLiY5kB8kd3KmpAs4dJDj7jdQyzc2ycgfIIrU5dc8sMc3xI6Y2BKTtroxxC/j8mBMn3H5to48Zu9uObvkxWj+2OODNaBEfNYvTnr5zzdj2up8s5bknqx1UON80McP825NekpFXqxtRDd+ccoN8I6ffrlUpxuVz2LiN3+USB977CD8dKnrR3SRQfzGQ06M+vBY/77h8bznPW/wXZ+Sjw5wAHx+qL/3ve+d3wQQh+8COIRTd9DHLr/0mw/22Jdz8yFuZVNnoDOwnxnoA4D9nPeOujPQGegMPOoZADxsgE9HWwfxaCuLbGp3ycZ927crQ1YfHiVSR+pb4l9RknkAYBwvKl3VV6WxrR/68aKq06sNhAFHNuvu4nlsFzD413/91wE42+zjpQ8YsJmnA+n3uL27mYC1MXcvyfjzeurvf//7x4033jgACACALQBIGyAGogAQwAF4B8b0A+k+OAZ8OGC48MILxzOe8Yx5d9I3Bhw40A+kkQGu+AR4AD5Anj9h5s+X+YsBgIsxAETcAIiYEfAFAOlT6qMPcAXYgCLAjh2kjvAV0VF1sSExIfEicYq3qPr0q7MpXrr4oU3eOBmlvuLhLxKPOZdfc2RO5VC8SFuJ9AOswKZ+baQPyVuRO/dyqR+veZU/a4E9bWTe9bNfpTo+a4S/4hMLUEuWn4CiQxmg3JrDK3aEj7xSzPIpv8bETD9biH1+IG1jZOWFTvzyqTQuHocBSB70scM/xA5+supyz39ttujVJqdPfOUfeWvGYZE1Uj7xR17F7noBjPFYW2KiE698ewrF+iejz/xUvzF1fssZkkt8/KnY2TFnxl1zxhFefaj4XTdywwd1Mbuuzj333ME/coif+Nh2vXuy5z3vec/8d8mYmPx1gf/4j/+YfzGADWvWvxF0841+xLayqTPQGdjPDPQBwH7Oe0fdGegMdAbOmAzYnBZxalvXLrLZ35JNNjKuPIyM0Vdy6vrwKrekD237Duo7FXx00atE+hDggIhoKxGeIm2beQT82PQDN0ARAjoAYBt7oIGcNtBiUw9csE0WWFIWUNNP/9VXXz28Lwy0aNv0A0vGARyAAOinkyyQAXQCqoDHBRdcMIB/42w7nPDEgTaQBaSQo5sMQHLzzTePj3/84+NDH/rQYJcdAEge+Cke5Zb4Lg/80s9HAI8P7kIDgGIG7thTInzyRqcS6QMG8VWJlz466HKIgNSROjJOjp7yaau7+vkpZvMlp2LTRuZJWX3a+Cs+bWNI/pX6xM0Wn8tfMog8wmtdsck2ee0q1fEU0UuObr7LDWIHiR2vx9U9Vu4wwKGT2OVePoBo/tBDP118lCd9bNBhDKnr2xJ9ZOhhX36saYDcGmHfOiGLD5ERl1iV9LFHVk7oEZN5FYe2MTr089uTKGSQftcVm2SsX2vZYQA+/Igse+zSJya5tr75KD/0KOkCxl2rwLaYrHV1pVyxTYdrS5/rtohPbLGDV8mu+MTk2gTerU3zhb/8YFPevvzlL4/rr79+aDv0e+pTnzp8U6AO3cTqCR35kUM26Fc2dQY6A/ubgT4A2N+578g7A52BzsAZkQEbW1TOqKNqK2vzqtwl40XGql469G3JuLHDyFiRzbnNO77q25Y20jb4qPRvx3fr9CA6Ef2ADmBEHhjyeLZNvk0/wIAfGHC3HUABRvC5O+9xfUCGHvz8ACCACcD/j//4j4c7hTb/AIh+dfqBLI/vA3mADJ0ADgDko2LGvIrgbr/H7/nIZ0QPeYDHe8gOGjyOfNVVVw13/MXkuwAOCIArvgMyDhH0sUkeqOGPOkBZJVt4+GIcqeOnm32535LYtY0hfNs+snRsiV42Udk3jrfkzQuiS7klfWWTDH3kqwS+kFiKtMXHprkyd0herZfST3fx8o1eNtgzhk+c2lXq35IxfNYQ/er0WE/mAchXWjt85o8DIHeQvSLAL7r5ahzxhf9VV/ILH3tF2vQVlW2yRWStIU8gWKfurLPJR3bo1XYd8F+bDN1yhU8fm8YBb2sbwCYj564PccolH9jwNAq7dInfuHXqYKuebGFfLq0DNpTkxUOWLdeNa8YhAJuuMeN845M42eCvOTBOlm9InZy6cTJ42eO7eXJA4frjp3ngB6KXLTo+/OEPj9tuu22I3XX22te+drBlDvnp4I4+uss3ZVNnoDOwvxnoA4D9nfuOvDPQGegMPKoZsOl9OHok52zQd2krs9Vd/d9Pn40+Kpkkgx0b9CKbaTwPR+SNK8uuOqo2QG+zrg+gQWxoG7PZByTU77///vlor4MA7wj76J938oEX+vgEMN15553jb//2b4f37vWXTqVx+r0v7A6jAwevG+gHfnxM8PnPf/5wN5Fd9gEPwMIdU0AEgLr11lsH0H/dddcNH/MDMHwU8LzzzhsODoApvAWu+Kjujj7/gU71Lemjh102+YvUATKlNp/EILdF2/mRB1R96ogccFWkvSX99BexB2jpx6c0pp+PfC0CMLc+4tsSPdWmB+HXr84/c24eADtrQh2wReIUMz/oIadE+sgjPOJGVSeLtPGX7+r8NzdInW3za+3cv6w3B0P6yJhPc8c2/fyXC3r4QL/+ImuPrFgAVWtYjOKlw9zTR48xd9YRXjqNWTOIb/roLr2lG4BG2vSQB6zVHQA4gFI6MGPfF/4ddADM/OaPfjYAbnzqxorEJofs6xM3P8TmlQaHAO7Cs2mcvHEy5oXvZNgyTh9ZAB3hNU7OdYB8iNB16Frivzj4Zh6sN3rE7XsAn/jEJ8a1114rjPnUjn8bzB+SF/PHJga2lE2dgc7A/magDwD2d+478s5AZ6Az8KhmwEYUlRPqqNrbsvqVRTbXaMu32y7e3bJktv36tJX02OzbND/mMY8Zu6UxwAw/IoPI7ZJxZLwID1BALz2AAx5goXQDC8ABQAasAADew7/88svHFVdcMQByoAFQcrfQuA3/u971ruHun00/nXTTyw6bwATw8cUvfnEAXIC7P0MG/AMODgKALu8U0wmg0eNup0fFgf/Pf/7zA/DhK/B4/PjxeWhAhn5+0QGsADOADdDCpyIA0Jg2QIiAGjrlic/aSB3VmHE51JZDYwgvUherHCK6tZE2Kj68SFs/XjEri984Mq7PmDYZpE/M5MSJtn5VvUqyeJH4q9zW8YoPiRXpI8vmLuk3jsgot/7yWVu/cWuG3ZKjj9/mz+GQ+fWoO1K3juSdHvNGF5mSp5OPeJBY5ARP9SvZJ0vO+nCHmi/WOjBrvQPT9Bnni7WE36EIPxBd1iXCaxxZ54CxtY1Pn7g8gaI05gDAIUHpYBuvebRWrU25ESt/6WRbXHjEhse4fv56ugCps4GMkZcHel2rcideOvTLDx6lNrvyg8fdf4/wu77I8pcPdImFD2zccccd89Wbf/qnfxr6X/7yl8/Sk0JeFaC3ZMVJR1NnoDOwvxk4tr+hd+Sdgc5AZ6Az8GhmwIYU8UFZpH0Y2YRvycYf4VUeRjVWcniqr+qHtfUBFdOnnPoBQBvuXaKfPkQWJVGcQkmGjb4NPiABQAAoSeZTBjbqNvfAwVh+gI876sC5R3tf/epXD4/XA+N8ADbc4aPTO/gf+chHxk033TQ/DKafnUXNYEM85Z+7oICAL47/0i/90vAnyPw5QaBDLHwDYPCw4f1woN8HBYG0AokOIdDZZ589ABsgBakDXPxXB0oAG3Gpi1Gbf8BPkumzOuJr+cx/PolnS8lJGbyIbJG2vCB1VGOlX1s9WXXh4ZP4jW0JH1/kcEv6kHHy6DCbdNWYcbGYQ7HRVzrwIfmxHvhCTh8bRdWnRHTyvUpy2kX68SG62FSyY84c5JhXcwZYauMF/h0CIHe6+U33YVS2lDXX5lu9YrHm1cVBh7VgjfCDT+x58sBBgDXIb2P4+Ekfv8gr6TCun178SQZQz2dl8TlQYMuBmlgchMm/ebDWPT0gJ2JnCy/fxWN+8IlfydaW8PCfzw4X1OmsNj/I8pvP9CL5oBvxXZtevHQ6hPNajoMSvroe6cbHx4rBod8HP/jB+USOJ4Muvvjied37t8J1TTcbSIzKps5AZ2A/M9AHAPs57x11Z6Az0Bl41DOQrKAreWhpk7x10IZXW/lwZINc4w/HbwzhVR5GxhCi16bfphzZ2GsjYwhf0WH6kswnCYARG/ux/Ereht+dzgLTNvfuxgP8v/u7vzuAdB/kA2DkxqYfEAAg6HCnz4f3PApsow/I8BMw4hvAASABVt651n79618/XvOa1wzv+dMJYAF/wAGdPiQG8PuegLv+9PEPvxJ5RNndSYCJL2zQAfyLSRxsIXX+sAOQ6JOLZJ1/dXnBh8ShL8kQA5+Ucrykbv5ZQyVKMg9Qkoz6JWs9WcvqJ4/EjPRrK1GSqcsYkg+knmTa5Qdf+ad/LD/+WRdF+pPMg41kLfUh+uRLPsRKl3iNJSvvonL+V74lmX6xWbz0IH1IP11F+pLV57H88BozN+ybA31siClZD6j4ZB7xGF9Eh7isOe++A+n0kC8iQ68Slb5dvuLHK1629bGH+MyOtbq9U2/MY/EOm/jlGmCDf+zJpf4ifYC+dUtnkmHdOeQgR7c4xMUPfQXS6ah16hDAuhYHHoCef64xeTFGJ6DOR23xJJnv4gPg7sI7OBNTyZb/dFo7SjbYBezFVf64njwJwI54zAF++tgSV5LxL//yL/MAkL7nPOc5868IqNNJN53FViKVAAAQAElEQVR8rlK9qTPQGdi/DPQBwP7NeUfcGegMdAbOiAzY+BfZzKLdtj6kn9M26javNvT6ioyhZAVPySOX+BEdSSa4on8sPzbVH3zwwQl8gAQbabxoYTnlvyQPkadjLD++0pVk3pGrNrCmH6j36DwAY2MPcFx66aXDHX/v+gM9BSyAB4ACcAFAvH+v7a6/j/CRB3yAiyQDWABI+EKGDXf66XaHELDgBx+MOUi44YYb5jcE/AlBdxWNeRSZD4ivXhvwZIJ3koEPgAU4ceeYHuBOnHQDKAgASVZQBJjxVTzulioBMkDJdwl8iM4TDer63MlFHusu8ri12MVFHz0AkxKpy4MciL/mzfrhl/lE+s2DfuUyZfPAIVnXEB6Ez5iSzqobo5+smOlJVtniMV6kL4liEn2zsvwvycE6wp+sa4a/dLMxlh8Z48qlOf9TRxr48JOTd/lX14+Hz8i6RvqMWzt4ydJffcqKS27NibmRf/bMOWKLLF4lveaALX3G6eKHepH1Yt1bQ9YbAM4Xc2wtKOU8ydAPbCPy9Jt/4w6irFHriX2+JZkHb2ySNe5uOlvkxCAHgD1KMg9t+MGvsfzYsc7lRkxiWLrngYK+Wst4HFC45hAdfFLnn6cO8Mqh9cl2kvm4Ph+sZX4C7L5HwF/9bDogfNaznjUP7FwreMVCL1/ow/uZz3xmvp4jPk8O8dW/FZ4KMA9yK2dkmjoDnYH9zEAfAOznvHfUnYHOQGfgjM9Asm7Ekxz4aiNcdND5P6yUHqWNMQJ6bMBtmgGWZL17qh8xlWQCBPUt0YOqD2jQtiknC5AAC8Zt1oEAwNkm391B7Sc84QkDMAewgRTjfKHDhh8QAiDUAWQ2vJdv009HkkEPMGajD1TxAWAACF73uteN3/qt3xoXXnjhfBUBQMHnbv8//MM/jHe+852DLm0++B6AAwhgxMfIHAQAXuSAGgSsKIElMYpPLvmmzh93KgE5vt57773zTuXXvva14d3lr3zlK+OrX/3quPvuu4dXDRxCAPli5TcC/qs0hoBQX4/3OgMwirQ9Oo4fD7vaRfrooRsoAvj4Bwgq9QFU5gtIQmLZkjFx0Y3opJ9tPjiUQeLgIx72gD0AUKltnIwnMvDw2dwCr/wx79ai+eMT3/hjLWhvfap2+cY/faj46KHPHJkbZO1Z5+RKb/FZq8atJWR+yeBPMsRgzcm/HLBFBuFRInV+i01cyQp4jdFPL6q69QhI85O/9Mqb/CjFhgf4taZdI/iM8UeerFd2xeJaY5/v9LomlPLLB3xiJ4ePj2yp4+FbknkoxE6yHmKVDB4gH58YrS85p5d+1wdf8cgjvfSzJzbrDvEVWZPGyJEhW7lxLfozf89+9rMH3fpdi3yQF7qtQX8VwLg8uI7143MNs4m3qTPQGdjfDPQBwP7OfUfeGegMdAbO6AwkJ4F2kgNfbZIBloOO/6UKvVQBHjbWScZYOvRvKcm8Szs2v+0437RtupWAAFIHGtRt7t0tZwsB1d7ztcHXDygALsAEsACU0IuXWYDBAQHg6O7/17/+9QlQAHEgBTkkQEDJueeeO37/939//PIv//IAmhDgdM899wxf80f00OcOpm8DuGPoMX++4dfPpjZQAoQBPXwSm3j5XOQQAaD3VwaAfqUnCnyoEGgEcsQi12IGdpA6gAawIG3E3yIgTozJ+pQDXQWcABwAjE/K8guwBhIBcAR4A4yAOH8AJyVQrh94xwPcqxt36FJkTtg0p0jdvGxJLtg3zi91fPrLZ/x0IT4WyZNDEz7xwzySlTM5p49eOksXvfShJHOdylPRWH7WEVlySusROEbqeJXa5sZatK7Mt7o5128N4+Ov/MijtUovHUkmSCWHP1mBs3Hzog8BquKhC5Blw/wrjS8uzzva5oF+OUjWJyOsA8Q/Ompe2aALkdeWqySDP9YyG+TEWf5aM3Ip1+YjWZ84oId+/qjLITlx0E2ePutTv7yyZ4xOMRpnD68YzBEe+UP8xGuMPN3suQaQOnJNehLAtcgnvvCVbjnkvwMA174DAK8O0YnXYYC84mOvqTPQGdjPDBzbz7A76s5AZ6Az0Bk40zNgo5zk4G67zfGW/jf8Z8NmOMmBuiQTONmA21yzOU781JH+E10P8U9/suqj36YdACAHENjc6wdGbcyBaXf+3W3HA/QDB97nBarI2LzTy9fSx79//Md/nH/+i5xxABBAAQIAEYDIn/V761vfOmz+ARSHDACl7wW8733vG9dcc83gh28OXHTRRePpT3/6eOpTnzo8cgzsA/8FzNlmCz//ATLAGLi/6667hj9B6DDin//5n4d+YNqhAjAibj4BjgA9nfSzgwAatowVqANq8O8SMAXEeYWBHnHpA+4KoMo54nORNh/kSInU5Vdukxy847+dY7nVlnNxKOlkj132+Q2o8Ydf2vqN4+PX1h5f0Lav/OCLMb4lma+hAHnmUz6BYf4gvvDJnOMxL+7O41W3JoybN+uObnbI6ksy13uylsbZLV51xE8xA5DmpWIVIxm2+FXrly/sikMurHOy1jMefo/ll2TaZy/JfFyfvZpzNpPM9+mtI7FtnziQW7zyru7asb7Fxza/+QFkoyQDr7WGn34lYncsvySD/3zllzHzyH/8dMq3MXGI3TVReTHXyXo4xR9jcs0fY4hPi6n5mg5d9DgQUMeLyOFjl33ybKs7pPPnPD2Vw2/9SQb5b3zjG/OJGvPsNR3y8uZAwL8zeNlu6gx0BvYzA30AsJ/z3lF3BjoDnYHOwIkMJJkAJFnBX23Ev/vd7w71sfOzMUe6kxXoqxclmfqAEmCBDmDEZhxQAiqAM5twd/NsyI2766wfYHMHkg06gGSAAXjRT99Yfr74/+lPf3q4+4qPfmNsIG0fAvOhP3fz6QBY3Jn3fr+P+wEFgD++8847b3i/H7AG7oA24I5uwAMQAfg93v7v//7v8zF+j/RrA6X8Y19cABOAxXfg3qEDoAKAaAMleOgVJ9ACcAE8csF/JTJetIR98B9ZJMeIXTEn6zzKM3m6jIsDcHK4UCQ+wBQgROriNg408VFdn3jkhv/iMF4E+NGPl0786vrwsM+/In7zFXBTN46PPboQe4hf5oPv+MhJQpIJlrXpUSaZa9ZcAcnmBShXWlvAqFxaB3TxR928AZ/KZNUrb8aSk2s8yXx1hCx+PPzip9xVv3UKrCtrXVh/8sFXdvhjzvnDD+PkKw55kRMySJ09MgA+vUmGfuPyZG6UbIiVj8haYFNelOKSU7Jsyztimw22k0xwPpafMfPJRzxk+E+3Nr3y7RpmVxx4klUH+9YiXjrMLxuIr4uJecBB1vXvetCfZP41A7GSrYMluuT7+PHjw3XrY5zWHX1ykWTcfvvtw7yL0Yc75U0c/i2gi82mzkBnYD8z0AcA+znvHXVnoDPQGegMLBmwkQZA0NKcd39t5tcN+wO6HpGSHDwFgBm4ACLoTjJBmj42khWwAEze5QVCAHiPyruLCGTY5AMIPrJnHCAA4gAOOpXel//kJz857wyzBSDY3JMDIth62tOeNt74xjcOAB8P4PGFL3xh/Mmf/Mnw3j3w4FFi3wPwbjAgB6Q7lGBXHvjkTr47/O4qepTfY+n84QuQAni4e0/Ol8qRO5NiRAAZsCI2PmxzwS+gRT9SpxNAUUeAVJGxIuALmBvLj04y9KknmXnXh38rrw+f+OQpyfw44y6PfJZPAB0gpQ+p46cryXz9gq6x/JSIHyhZ14c6fnLiKj10qZctPMgaFB859s2PPMqpNYIH0WW89FgDyCGEPr4A48CgteapDCVwDhTKgxzRQVeSg3UlT0nmdWG+6Uoyc8tfvunjB+BpLdChj17rEjBGfKCDHbzWFvviTDJfF+AvvXSUT2KxdpA8sUnGOnQgxUd2xSsvDmm02bJG2GWHHD/JarODypYxc4PYZlefWMjiQ+pj+fGFLodWZPA6UKvcyq/4jZtHevhKB7vkyanrky/A3/XuGpczY2JxTTv0wCMPrs/Fhbluxex68+dBPUnkMEAuvELiuiUD9Ms5/Q5J2CXf1BnoDOxnBo7tZ9gddWegM9AZ6Ayc6RmwYT6dj0lON/R99yeZwB1QIJRkAhsb/CTjMY95zBwfm1+yymy6Jk+S2ZVk3v230QcOxvKz2QYo6AV+bMB9id9G3iP+HvUHEGzgva8LmLtzbuNu028TjwewAGYcFrjz791wOsmypbTBZ9s7/z7257F/YAAw+bu/+7v5vr94fUQM+H/iE5842HNHnl/F6wN9DgncRVT/1re+NfhCv1iAI4cG7uwDXOSAGD4AK8CdOltLCuZ/5lNbP2DGd7qAPmAI0cF/AkqEL1nzu9WR5CDX9CC5LgKe6APM6CCL+ID07xIdiA5+lTw+/UidPiV9cg/kyU0REKduzDyKGe9YfmQRG/Qjdbr1Jyvg1hZ/srbpkTd6kTFEBvGHLn6bH8DQYYFDA2vNGD+AXwDTfDoUAFTpW1w7+A+fHJXPSeY6ZwexC1CyxW4JGmNH7vlfY/JhDaKyZVxM1op+a1tbLvjvWqEfqSN6rROE3x13sSSZ165xaxFoFjc94gDE2UHq5kU/frrG8uO7PAHX1a9chuYrMnIiNsRPuuVBHQ+/xSRW4F1Mcm2cLTzySQYv3UmGOh/Iypdx15BDNusKH1LXJ2685pcP/HENOrxzvT/ucY8bcsCmj2s6JKHfQRx5cZDjT1NnoDOwnxk4tp9hd9Sdgc5AZ6Az8KOQARtmVL4mKxCp9g9S2mzb9CeZamy8bayRMW3jc/DE/5JMoGF8nOaXZAJTIAQfwGPTbRMOkNmIGwMOjAP7XgOojTt+wMbm3UfzbNqRR+21v/nNb847+PwDFJTAGF+BDwcJb3nLWwZA4K6xL+2/4x3vGP68H1DkyQP2ENuAhBJg8P7+1VdfPT7+8Y9PfocADin46S6/wwKPv5MRE3ADlAJUyrH88AIlS3XmgX9yqg+QQUCdHAAixumigw/k8ZBRR2JL1nmi15rQh5K1P8kpIJVOxEekTi7JgV8lr59tPEokt8g8yav49OMtws9vc4bUi7SRNr4iehCdQJ06vWP5yUVR+bZ0zzvwSqQfjzJZDwfI01/jcsZusn5x33w54HHQYw3KPeApL4Cq9eYwQKx0yT2/SmeSg3VvDPGdH9aY9adPXpLMu/n0m1/j5p4+hw3sAbFkxKDucMuBBHA+lp/5R0A/PfiW7jlv+ugVEx/I+aaAuUoygHjXmHGx0iPXriG8YuQ3f+gynmTqlhfXiGtVDsUkH2Tkky9iEafDBG2+0MV3+SJHxhhepI+MfjSWHx/wi40fyHWh1E8GeJcvORSL+ZIrsfBHe1E1/zQiX/F4Asc1Li4Hd3j5Sre6fMs9uabOQGdgPzNwbD/D7qg7A52BzkBn4EzMgE1ykY2yevmZpKqzNLal2Xma/yU5BRzadNuY22zbKCttuImz+8ADDwybZHfSAAqbeWPsvQsQ6wAAEABJREFUGa+NNx3k9BknU/z68NENYNuc46WDHF4loO6JAMAD0PB+/c033zz/JB6AAwAA/kCau/Gf+9zn5vvCQAcQQScwYJNP1yWXXDI/4Jdk3HjjjeNd73rX8Pg+EAG8AwjuGAJIwAs/fbTvPe95z/jABz4wPHHAD7Hzy9MCXiMAHsUiTgCFnDofxCGP8qQtRnkQI+BhHEDhKx368JS8MbJKPHQg42yhspdkgrUkw48eY8VTpTmmg15Eb7LKkCu+rbz5QjWWZN6hJU8f3hrDx26S+Sg2/fxH4jU/eMmwR74oyQTUY/mZO/k2fwiQBGb1b22IhQ0lPaVXG+lLMvUWn/5kjdk4v4BbawFIBnj18dU6AxAdBADUbOvnxzYOdsVtHuk0NpafHJlX+vRbD3LBF/3suQb45K49IFp6FvHhgMuhl/XPNv1JZjx8pk+//Lgu2NPHH21+OmAwjh8lGWK13tkVFwDNFtvyTCc99DkooK+uDX380OeuPt3adIuNTXpcK65fNhz6jOVHRpxkkvWgRl7oNEZOTuRG27VIp1gqh4ua+R0C80BWf7J+F0AM7ImBnWSdZzr4/5SnPGWuS/8G4GHH0w3ikA95STK/6cAOop+8elNnoDNwdDNw7OiG1pF1BjoDnYHOwL5kIFk3v+JNMsF+crLUj2y0i2zUbeCRDTYgAMzYmD/wwAPza9rG9JG12S4CamyUySH9gAFeYM6G20bephvoAbRs/G3i6TemDoy780/OnXZ3932kj48esQce3LXkB3DjT9BpG+eDkh6xAOgAu3eA+eSr/H/xF38xnxbgm4+F+YsA+Dy6zyaw//a3v3382Z/92QC8gHZ/jvClL33pOP/884d3i4GGJAf5SDJBMZ2AExInAoyKxMk/uUsyQTufkdwBG3KCtPUjuUTq+rekzxiiH21t6MdP51h+xsyr/CB5ETc5vEj+lKcj40kWbSf/o7f0qNOnRLiUu/HRz/+i8pOveLekj/4i+ulNcrC2q11lso5pF/EDaSfruHj4woY5AwStTwBUv7VprVmP9b0Ah0+AszvS1ja/5JJu+lCy6heXtSFONhC9fNDHHoCarKC4+vHQbf178sRhCD0OkfC4BvDQYS75wBb9/NA2ru4atC7JWr/AObCtbT046BAPwE+myByIRQ7o1SbjusCDnx1r3DhebcQXvPLIR3bI8Iccn5F+smTEhVcpPvrowccHpX68fJG70s8HcTi44Z94zZdXhMyXa9xf9XAoaK7Eb57Zd2Chzj9tJdvWGV51PjV1BjoDRzMDx45mWB1VZ6Az0BnoDBz1DCQr4EhOLR8ubpvxIhvdIptgm2wbYPTggw/O935twI3RaVNcZMNs416lzXmSeWeeHht8G2xg2qPXgA3wBHBpAyTAApBvQ+9Dez7s5yN77PkWgA07XdpKwB+fNj8AA3aAC6Ae8L/ssssGYOCbAW9729sGQMCG9/2VYmfX9wP8CcF3vvOdw2PCxhxEuNPvzqF4+QhY8A+p6wOoEHAm7irVEZ8QICNHRXLFb5RkfjhPrsWm5Bu7SRQT6OIlV6SdrOPqKMk8XFDHV/b4oq5/LD/6UZLJj9eYckv60DYG4/q2NE78ksw7reJF5FDlhQ8ln+TAtn6EF/FXWTrYSjLzkGS+BsB/JF+1dqu0LpC2tYEHLxonfnQi/uhS8tO6NMfK8oEueoBpaxeotP4cDKgDqHiSzLv09Carv+r0AKV0ik2s1a+PbW3EB+vL2mXTWrd2gVtxkCdDnzoixwY9ZFxjSutJSU4u6XQtOnTwGot6kuFpANd3kjkn9JWPdCRrv7xY92zjp1sd8SPJ/MsL5MXBJ7a1+UwnGSSXDlfkbiw/c4MfLc35KD//tNlybXtSQmz0yZHxssMvvnp1x78dYvRvgSeGPNVj3HcB9Lvr798IOaDfXwbwSg8f6aCfD4j/yqbOQGfgaGagDwCO5rx2VJ2BzkBn4MhnIFnBRpJDY01O7bfZxqhE6qcj/cANMKXEv0vGbO4BASCEDEAAuLv7ZsNt4w5s22D7Sr73823g9RsHQjzW744nIA4keF0AIHf330bcZh0/PfrY4Yt+QMKG3536N7zhDYMcncC9u4PlB5/opf+WW24Zf/AHfzA++9nPzsd/+eRjgA4JAAJAAGAA8gEOAAiIQuJL1oMO9hGQJQ/kyjf+qSfrHIgDySUfkLocIvnBTweSTzqVaFs3jspujelLcgCYjfNvS/roQ0kOgN9WVr0oyfCreNSRcWWSCX7p4wf9iE2l/uLd1aGNxvJLMv3Gm2TpGfM9evmmi25jBsgUyWlR9Smrb1vqJ5/kIbaSzDjYc0Bk3q0ZaxVAFAt56836cvfco+QOBgBaYHUsP3x8FTfbS9c8HAFYEf3Gk/XbBPrEp59N6846ZZtedjzezgd9SjasSXfDtcmzwwcA23piQyln+PFYv3TQ76kcMtYdP/mL9CWZubc+6Uwy5AGYpsvalQf8/Hf9s1eySVTn2qoxucOfrNcOvZjoYafG6BeXa49OvrnmHYT4N0CfOFDFJiZtoN+rQ657d/29yuEQhW7/1ogB+PfvEBtyou5bIHzhh3yoN3UGOgNHOwPHjnZ4HV1noDPQGegM7GsGbLor9qpXqd8GuihZN+3GH3zwwXl3Go+2TXiRDTLSTjIBtE05PTb7gAWgABgAI/5UGRAD4OjzWLPNv424u3t33nnncPcOqGLPxtyG3WPQePXbyNMBcOFhj1/qbAL5vvgPyNPpLwTcc889w5hNP3CvH/D3jr+7/kmGO4MXXHDBcMefP/TyUQx0AiGABX/YSjLBHD7EByQXSF6ArgJI4kdAjj5j+MggAATgoYsNZZF2kgmi5HaXknW+kkwwm5zkTU720cOG/CN1fUkm4N3q1b8lPiI+F2knq/6tr+ToGssPD35tlGTpHdPPsfnhq2bVq9TPV8QO/VWq07s7Zrz61Ok6jOhGePCXviTTxyQz78A1AratBeDc2nBAQA4odafewZQnAqxXIJI+JAfsj+XHlvVoPdGpTg/d1hx9eNT1uw6sD2vKGrJ+k/VPaJKhw2Ps6gg/HfgAZnLs04mXXvoQ2/qMuRatT3X98orUk8z378WEH9B2PdHrugTIxUc3okPcZB1mJFkiH1OH9c8nPHzAl2TQIT46MbtG2Bcbki/9+DwJwF9x0o9PW768SsQHB4n+1KfvA/j3IMlwIECvPLHPP08m0ZdkmFt9/BIPe/xTNnUGOgNHMwN9AHA057Wj6gx0BjoDe5kBG9jD6OGSUfw24Ss9MA8AbLDJ6SsepT4b6dqg2yzjtQG3iQZA7r///gH8k7WJBwDcyQQ2yNuQA+QepwaqPI7rLh1dgBRZm3vj3tN3AEAX2SI6vU7w+te/fr6rD5R459+rBHS6swe0/Nu//du49dZbx2233TYcOPDd9wB+8Rd/cfgoID5PEAAC7hx6TLjACn+QuCo+9tnmJxAhXiAGASpV4gGe+C0/pQOYkhNtviQrUJJbvGTkR/xIzoq06TVeJV/J8mtLSSaQZYMtBDxpi4lPW0pyAICTzAMCfGjLp43kw6EC2upNMvySTPtb2aqTV09O8o6dn5iQ7iRTFzkkhpLHI2/jxC/JjKPGk5wYObWQZ7lL1oOdioEcTiVb4gMyHWxZV9aUtQ80JiuI9SSAAypr0J17a4IcnXTQlWTmVJ8xfVWvudEWGyKn35y7DgBZ/fwAxOlA/HAAYE2Jx7p0aGZtWiP0GEP46aBX3hwYWK/kynaSmT88fDSGrFtx02Gdu57ZsjaTNTa68bmW+EWeHTz42eKT0pwhY2LExw4iK9diBfb5Qo5dfAXmzQt/+O5JIAd55sGHQr0CQI5PbCvlQOkw5xd+4RcGXeZOHkqPcT6M/nUGOgNHNgN9AHBkp7YD6wx0BjoD+5EBm9jvh2QjWTf3STTnBnhWlv8la99Y6v5LcjBOf5IJwmyqgT+lDXwBKRt5m2lgHRCyqU4y3+sFHDxu6xF9QOaqq66a794DC0C8DT2gQoYOwML71u6s4gdmktV+kvkRPjKXX375OPfcc+e7/sD/XXfdNYBjd/D5rO4vADhQAMoe+9jHjhe84AWDDLu+NQAUJBkOIQADfAAMIECHuPjDL/7Q5XFjffwCZvjNllyQQXK0JQBDzhDAIneABhmyCMhBABFiG9GvRPrx4CdLx64u48WnjhfhRcWvPB2N5ScO/IgtRI9SX8kurBM0AnzmsXJH3pj+LSWZYFhfsq4zvGgsvyTzEKr061dXooVl2lPXX75oG1PygS9soCRTxniSuU7EQhY/HjLmxhxpk9enROrm0bq1ph+7rCfrkIw8A/8AqDVrfZgDutlUlq0kuub1VHrpoFvJtrhQ6aXTUwf6rFlrC1BWkuMHn/huveAFfK0ZfpPBj/CyS5f1i1fJqWTNDR+QHFnnYhE3QE4HG65zfonbOF8RGTbwV47EXmP4yWrTo61ePPzir4MNBy51PToAEA+/KlaxuZYBerzJ+qTEl7/85eFJIIch4jMfcsP/JMMTAmefffaghw5r2hzJpTw0dQY6A0c3A8eObmgdWWegM9AZ6Awc5QzYrKKKcVuvvtOVyQpAkkxQlKyljXXRrmySCdpsooEO4MLG3abc5t0GG/ixQTdu808XAOADe4CNj/P50j+wYINvMw4I6FcCDnR4dxefjTswQL8N+lh+yerrk5/85PGMZzxj0PHhD394fPGLXxxAxznnnDMAFr6588+WDT4/yAAL7vorF3XDXUYHBvwmk2SwCzg4hPAEAiDhGwXuxNLNFwSw0CFONoAHsQNISF3cxsUhPnaAHu0tPdz81ViSCRrp01dED1/oFy8bDjL4isyNNjJfiP8PR6WHr8Ah2S3JFd3G2GObD1uf+FXt3XKc+FX/Lu+J4VkYQ+UvWwAskguUZOZGn7nQp47Uk3XdJGtpHeNjn990K8fyw8/eUp3/qbOJx5h5TjLflQdSrUHznWR+CFPO7r///vn4uTolSQ78YxvxLckpB218YMu6YY9tfPRYjw7Y8Fjr7oCzi1cdoHXn3LVHBxnzKEY68LHL/1qbxh1uWfPsjeXnemODnLr1Y57pYEe8xqwH1ytZ49r+XXAts8U3/rg7T8Y1zzd6XOP4rSH21dmylqzPZM0ve3JMX43zzWEd/XjNCUDvI56uZ7oA+9tvv33cdNNNg49IHGTwu7755Ukg/x7QLWfsyNGShv6vM9AZOKIZOHZE4+qwOgOdgc5AZ+CHnIFkBRbJWj6S+WTlS9bykfhtuB+OduWTVW+SObSVBSq0DdgMJysIeeCBBw7uvCaZgN84oGRTrCzAYKMOMNiMK+nDm6zvDgMYHqm3Efcn9r70pS/NP7Vno02GLqDaHUSP4gPo3qd2GOAbAHQCFWP50b0U0zfy+K+44orhYOETn/jE8NE/oAYoImOjD4CR0+fRYL4ACd75t/E3RoZeQIleYIQcv/jhT4oBDsn60TYAhg8/rNMAABAASURBVD4gA5BBAAU94gFsEBBBb5KZwyTTd3Ejts3BWH5yRkapX9x8Kb6FZQLHJAeHNXjLnnpycixZ68a3Y3SzCeSYQ+UusYuMA1FbklckV8j84yt+QMx4ydSYcXa28SQR1oyHj+JH6sk6Vm2M5TebZYM9NowlOdCVrHX9Yiav1OaDdpI5L+YJsTtO/JJVXtNcsMH/JFOGLjHRp05Wrunhc7LOtXHvontaRE7wJOsBwa4frq1dYnssP/3WGf18AZY9iSJ+9qxH4/Rbh643H/pLMth1feF1PSL63FEHzAuU0y2v9Lp28CWZ3/gQH3/FTI86OYcNbIvTYRBA7SCATX5aI/TS5XpDYpIz4N01hM+cbm0sIc8DEfbEJzZEDz76HcTxwzXt2i4dnuLxVA9b5szhgevXKwFeBRKb7zY4UAD6tR1EPOc5z5nfAmCbTbbVtyQWY9u+3XqSea3yc/SvM9AZOGMz0AcAZ+zUtGOdgc5AZ2B/MmBT/L8dbbICmeTUsuzY0CKbWuABPeYxj5kgR93GHuFPTurQRjbgxvmu1KYLKPAork22u4EAEGAPPNiUFx/AYINed+KBD+AmWR/hxccOOSVwowRc3PkH5gH1j33sY7rnn/9j2x17IIFu7/Y//vGPH97r9zHA888/f2703UUlBJDgdWf1jjvumE8R0Am8AFKAisMGIKNiYgMgEZ9SrpKT+ZEDAIDuLckRki/E/pZ2++gwrp8c0qbfvBWxfxg5mOCf8jCir4gNupMoJphmp4h+9SrV2a82IbrMb4G6KoEzc4iAzCqBLEQGyZU5pwdtfWKPLeDVOkDmCNFnDoE5ALSITnqSzDXNX3r0sUWWfXkuvcqx/IzjL2J76Z5/7o4MogeVz/xNMgEgO2P5GfPKiMMv6yrJ/DglOTrFAdiyww+kbW0Z04/Mn/VsTFzusIvTgZU2e8bwFTkEsFblB8gFhPmIDz99eLWV/BGXPLpu8ZZteeFz2SLrekAO7sjjoYOcua/86nMtOTAA+sW1pGaULPvs6Lde+caPIrz0i4UNOaXfvxdio9u/IXLGl+PHjw//NnjdCL/1Z33498YhgMNFeXOIgZecdtXp5wu7fFdPMl8ZMZasByNJ5nWCr0js8oSqr8vOQGfgzMvAsTPPpfaoM9AZ6Ax0BvYpAzaN23i10bbvf1JPTm5QkxyoSDI3rrXBVtpQ29x/73vfmyDHRteG24a8NsBAEV586vptkG3Y1W2kbcZtwsnaBAMBwAoC/vSJjR5y7qjrA1Bs6AEgAB84wF9OJ6vP2sC8x3Zt2t/73vcOrwrwlz53XPkE/AD8L37xi4cnBS666KL5oUD2+M4OH3wU8MorrxzXXnvtcFcR0HB3FDgQjzrSNlZEj9wALnxiH4mtKImheTdTJckBOOQrH4qSh/Ima5/88Ln0J6fqoatI7HxCpdtY1ZPMuU/Wu9R8HSd+SU7xDzArMr/qANWW2GGzbIzlR2f5zG95tr4AMWRNKIE3c4zUqx+vNYZHnTw9dC7qp//iYROpJ5l5xkeGLBCLrBN9dPKNDJ/Fo9RHN1LXV2NirdiV2kX0sI2SNa/6yMsLPtcCsCxGwNOTMGJlK8m81sTHLpuuG2uMDmuu1pgxbdeXurUgNnfeSx+bxoqsW/x04QOA+ZGsANb6RmWTPL/oc73yS2z8EYvcmiMlXmDedeZadT3gQezRA3TzUan/7LPPHl61cajGpj4x0aMtd0nmX9qg35yxZ97EJJfs8IkPnmxAcicOY2KupwLw850v/PDvi38fHEi61s2n75J4WoB+Tw/QY74cMNLHDj+sO8RHvvGJXZTEUFNnoDPwI5SBPgD4EZqsdrUz0BnoDBylDNg8om1Mu+3t2H+3ThciV2XVtW2kkxyAPm2bdxtzm2MbZ3zKoiTzsWAba5tm/OS0gQ0b+iQD0AA6bJhtqvHi0x7LzwYaIKDXZtwdebrcabcBJ+9OJPsL+wR9AAmw4K6+vo9//OPjuuuuG/Trd0cU/yWXXDJe/vKXjze/+c3DO/9iYR8gAEa8z+9jgf4c4A033DDY5hsQggeIUJKx2WcLEAC6kswPENLJFv/FUuPaqHjJ4kPq7MgBUt9SkhmnPuP4t0RH6aZfHelHyany+hCeom2bjSK535K4ax2IVS62pbFd2a0MfvqK57CSL0X8q3qVYpRXY6j6KycAGoBcpbp1iNg3LwAk8Af8ugNuTQK41lKy5otudhAb8o/U2SrfxSNudqxRdpC8iN34lteYNQX0OrTipydNvFbCJ36IkU7+kmUTsa+PTm0+qtNnbbrW9AOn1nTpIocPqbPp2lDisdbrOmFPP534kdj4I3f0Vp6MyYWDFTlV6sNPBxnjyfrvg7Zr2LXtiRzAm06+OzRwCCA/YpS7JPPfIXVEt/jY4rc6O+SV9OPzxJCY+DqWn3EHEsaW5jBP4uOLuVfyxfXv3xc54IOnBRwY+pAgGf+meL2o9PCHPpREcUB8O2h0pTPQGfiRyMCxHwkv28nOQGegM9AZONIZsIlE/5tB0le01ZtkAk1jO/2zH3CwMbZZtmnXBnJs9pENuE21MTrw0qNts45s3G3SkxUQOBhANtQ203SQs3GvjThQQwZAcbeUbgCH7iQTeNugAxC+8A284zdeYMLdfl/5f+ELXzgfMWbHBp8tINCj2F4Z+OhHPzrcEbTR94qAu39AiTYZ+siInR8AWJL5KLk+bYARgEvWfnEh48ma47H8Sl65NA/+SzJBT9lJTrZLjzE5E6eSbnrY5kORvrH8kkwfydGByB1GpXM7hh+RT9YY2ET6lLuUZMahHw95Oum3bpB8mgdlkbW0JeMIP1m0rdO5pa294iWP2AAG6cdnHXkSwJ1t68B74O4eW2vGxvLjd5Iht4Bv5XQZmk8XyLU++vhR64SP2uSNJWvetAFluvjiVRLry/XhiRevxVj/lTN28bMhBmuriA7EF/bYRsn6ZwjpIctH+vCwj+SCXb6JX9zAsGvUOFtJ5rpxDQLQdLv++eq6JivHdPNTP5vlE5/V5dJ4krkmHHR47N6f5LvvvvsGH+lmx8GIvCTr4/Xs8D9Z88cevfxESSagd0BHXonfHCI84uY/olvc4scnl3j82+IAgG/y4N8B4w5KHB4C/nz17wx5ftAxlh8dYtS3NB/yX7L6/pCB7ugMdAbOqAwcO6O8aWc6A52BzkBnYO8yYJP7fxE0vah0J+vm1GYe2fwXATD/7//9v/n4rU2+cRtsG2nAWAn0G7PBt5G3aSZn080GgAXM2yTb5NtQq9t020DTB5Dht7F2984GnD56lACKjTndbJFPMv+UoA05EGXcl71t+tlgF6AD+l/ykpeMn/mZn5lPKdio8xl57PcDH/jA8Lg/4OUw4tnPfvbwFwO8csAnfHwEiMQH0JR9+UDJChCNa/Mbv/gQPcBBlcbxIfEgdSRnW0oym8bwIfL0IXXzlZzkw4uSHBzeJJngCy8dSJ18UemrNp5k1ZFk+JkP8ZuLIuup6mTYrr7i1UZlky0kJ2XPGNI2VqSv9BrTRvoQeyhZH/nnJ1vKJBPEkqPPfFhv1iLSJgtoArDWjfVqDSJta9W4GJNVX9kfy29rSz9bSnSYf8aTFeDisb6sffodRHglwMcmPRlgvfGTz/xczM3rkVyS+RFJcklmnPjo55O1LibrUluurWd6zEuyHsQZEyfb+I3xmw05Y9+1AWCTZa945A/hLz0OCfg9TvzU+aAUJ0oy/xoCUM0ufa4ZAN1TQK5pdf4A4w4W+I4HJRnio1O85Z/4+ZOsTxx5wkNs+v0b4K4+Pcm6nuWEm/gQO+I29w4G/RUR/9ZdfPHF4wlPeMJ8PcM1wK5ciIU80peserW3lGRef6N/nYHOwBmbgT4AOGOnph3rDHQGOgNHOwM20ej/MsokB8DQJtbmHdn42tAWeez1x3/8x+cHymyUgQGbZ5tpvDbtNuG1ubcxBhZs0I0nqx26ydJhk6xkgx76AAt9gIMNOJ2VAzrJyAe9/FUn6wDCAQDQ7+4/oMAWfqDKl78vv/zyYQMPIABy3u0t4P+e97xn2OTz4YILLhjPetazJohig/+ILwCKR4oBBDoKDPJNXclfcsCIWPmq5E+SuflXR0mGHxlgSonUkXpRtfEnq5w6SjLnMVlL9vlcNpIc3KWmp4hu8kVJpn9JDuJPMvzwkhMjUjfvSmPFoyzSbxwfUteXZNrhJx+RenKqn3hRkhnfWH7apWdpzri2fcZQ6aQXX7Lq0EZ49MuTNWTurUWlNvBozLxajw6WrC+AEJBU6rfG6EpW/UlmbMna5oe1gKwDZI3zgS021UuP9eLa0ecAwiPpPhTItrzrTzKvRbx8FH/ld5z4be0a5yufAWn+kuMHf/AqxUxcfPTxiax+lGSuC34D5frIJpkxq5d//i1gi8/89G8IG2zLqXwA+O7063dtOehw8EeWff45gPPqD5uuQf8u8Is8nWgsPzJ0k8FrDh0AGmePXgeB/PHvgEMA3wMQB7/lHL+88NtTGP6t8O/EvffeOz71qU+NG2+8cQJ/r2zQwbfF9HyliV3yYpUD/tGljgfJJVJv6gx0Bs7cDPQBwJk7N+1ZZ6Az0BnoDPwAGUhWgJJkbt5tVG2Ei2y2i4Bdm2Kbb+AAkLBhB7RtlJU22DbmQIGNsE04nTbcNr36bbL10UfG5hwA0G/DbMOtBLLxIZtom3kbdToBAz4ox/IDoIB8PB4nvvvuu+edUTbZ9iGv3/7t354fGAM0bNDxOyh4//vfP/9EoHeRPebvz315jYCsO4Q29UAY8Cd+IAOYSDKBAD6ggx2xq5PhE9/lUrm4Ofnx8RsfPWQqx0r6i/AgNnaJPmN0oa1eY4jdJKoTJBc/XjQHNv9LMkF2krkexvJLciBLnlzRMnwKf5Ipxy7iM5ltmWQCSHOa5BT+ZLVV8ZAby4+uZPVNvSjJMjoOfEhyaH0sP7r4siV6kpMy5sraM3/WapXWpjWTZFi3Dn88JWL9ugZcC/rNJ/1socXs9Icduq09OulSyoFYEbvGyWjjd20AmA639LPnMMA1yD/8yfr0APvWp/VEnn2+0EN3kvl4PV/JW2vmkS/WqpI//MJPR7Lqpoc9PPrJse2wzvWIn3/4jCvLvpyok2VHLtnBz2dtB3f0882/JV5BcL0lmX+m0MGFa9tX+B0E0O96Tda/BsIHOtlCSeb1798LuZNH9sQsdtcX/4H/n/3Zn53/LohB7PLNV9e8Qxdz588B8s9c+67IJz/5yeHfDt8E8A0RPrFrnG7/hnlNgE/yTwf7RfKBqt1lZ6AzcOZloA8Azrw5aY86A52BzsCRyEByEnwk31/dZtKmElUSbCZRtZOH6qqxbZlkPjZs005eaQOL1NnCr/6d73xnAggAAy/7gIDNuLqNvA23zbbNNTmbdiBBHx5ks26DTY+NPyAOGJDxeL878gCADbcNNNv4HRK442ajbXNOP//I0c9nj0sjm3n593fzAAAQAElEQVTgwob+SU960vzgnzt2NvcAAV538/7oj/5oeFWA/qc+9anjKU95ynyHWFz49NOP1PlEJ/1i4YNcaPMB6WcbgBGHQxH+Ah9ioZt9QASw0S+H9KCqJyfnhpwx8dLPrj75STIBuj5tvvJHXV/JkFNPVn7y7PODf0UOVvQDk3xDco6/fKCbjSRMTPvlt44kE9jjR8a2pA+N5UevtSAnbGknK4Bjg98L21ynpaNk9SerD1VPMm2T2/InmWA8ydj+8G1zJkdIvziV2ur4rANr3Zrlq7vy7lojd5fNtxyKx1zzgT166KiYtF0f1hO9+tkRW5L5iorxJAOP9ciudeUgAFhO1jG+WHt0yKW5swbZR2xZu0p+mXPjyQqgySE2XK/qbIqNPP+Q2F2/xvQr9fMZaYuRDWuIPfFrI3kQU/krf/ocFgLRSqD7+uuvn68E+PeAn9YfPWzjA7CtFTmgN8kE/HTxSw7IaPMJeY1AjswR3/gpVv8GOfA7fvz4XMd46SZ7//33z++K6POkghj5c9ttt41bbrllvPe9753r0qtFXhUSr3F+OyC68MILh8PHyj2dRXir3mVnoDNw5mXg2JnnUnvUGegMdAY6A/uQARvOXbIRtnFGNbabi8P6k1OBT8kkmcCIjD4gBLEDSNgMs3XWWWcNG3CbZgS4e6zeXXObcptrG3sbam0lfTbiNun0KOnUZwPu7htd+t3xt/l3Zw9A4YONPNDDLlBlQ47PJj/J/BibgwEbdBt7gAV4sbkGEmy+fbTr0ksvnTHanLvD+Od//ufj3e9+9zzQKD4AAADSRg4z+Eg3H8SH+ALE2NQDP3jkTkz08x0wAdT0F8mnupwkmSB1bH5JZivJ9FVD3skpkbi3pI9OhB8vOl0bT7Lql1++y5W6MbJ0siGeZOVN1hJPEsWkJNPX5PCSbjbMiVwhdX3IOFIv0i6aRk78L3mojfKXz4dR8lCZ5GQf1cnaLpv84COiv3KZrCDTejD/1oT1rk5Wvqxt8789TLGGjSP26KODrJId+TcuP0C2Uts4PmuOX/r10e+7AA4CXDtk8PBJnax8lP9J5lMXZat8NY6XTrr5oaTHWhcPW649+ozRj6z/ceInJqRJHzv8pZ+cHLj+2cVDj7xpu2bIAP+uZf9uuHY+97nPDdeq+PhlTdLDV//2uFb5Jd90s8UHOtX5QI4tsSjZ5DubdLErv8C9vxzigJB/YiMrD564wOduP3n6kwy2jV111VXzEPH8888fL3rRi+a3SPgh/muuuWbQ+cxnPnOWdPODPvEk69pLTpZ4mjoDnYFHPwPHHn0X2oPOQGegM9AZ6Az84BlITm40k8y7VzaryEZdaePLko2uTTSy6f6Jn/iJ+dV84N7dNGSTa9Puo1i/8iu/Ml772tcOdZt44MHmHEixoafDhpp+d/K9Z2/TDyz7M2C+vI0/Wf2y8U8yN9T8AfAdALi7xtckugcdNvM25IBAknkwYFPvzpyNO0DAp69//evj937v98YXvvCF+YV/QACYcBDhAIAugMABABIfMABA6EeAFiAASIgJj5jkDrHFP4THhl8ObfrxIXWUZB4E6EvWerLGNZZfcrK+q5t+IIK9ZOXDo38RnXq1t5SsfEkmcOc73w4jfieh6oCStZ1kyidryf8tJWu/GBH99CF1dvEnmX6q49uSvq3v45AfnmS1lTy0PETk0C562OYX//hpbpG6PuP4irStEWRdWBPk+ezasf4BWI+FA9HmigweTmjTq60fscWmfjzmssbpNV4HU64DAFSJz1qzNl1j5PFbG4iu0m8Mv2vNNWacXiQ242KhL8kQh4M1d83JbXWVDf2oxuigz7UjHjEYQ8bod02JhQ7XL9uuRUDctes1C/8ueKLCuGubv3SQF6s861MmMTTwym2SubbYN0dKMmTF498L178+7/j7N8C/S/xiX17owsd//87J7Vh+FSt5efVv04c//OFp+1d/9VeHf0vkiy0fDvRtEQcB7NBJN51i36VFff/XGegMnAEZ6AOAM2AS2oXOQGegM3AUM7C7+dttny7mJHNzO5ZfklPAWLK2l6Hv6z8bb5tYJbJBR/psVNVtoG1g3a3XD7R75Blov/POO4dN7s033zzuuOOO8e1vf3u+t2tjDQQA1cA3kAQQKBGAAdB75B+QsZlmiwzHbeLxK4EcgAAY4VPRT/7kT853sj1qTy7JfM/eRt1Xuj3Wzxbw8Pd///fjT//0T4fvAwBkZG3Ivd/rY2A2/+Rs2oGFJPPxX37q4wsbxor4W1R8AARgI1dygIyRtemXP3kuSjLncrffOH5krEg/StaDkrH8tNFSPVgL1dZXtLu+ABmkP8nBXeKKL1nXUrKWY+eXZPqerCWbyVpPMvySTJ7yX5msY+yisfkl69ima1bxodk48b8kU3fZTXIQf5L5SDeZ01GyyierHD38Q+qVe/UiY0X6zK05d41Ya9YQOWt0LD9rzUGAgzBgUj+yJpfhg5zTmax+JDE0D7KsfwAXkbOO2AGW6QY+EX3WorlT4qu4yVGoj7/8M0YeUFXXh0cdsScudX47xCt+16pxZP0UsSMndInHNePaKZtJ5nwZwycGJT38H8vPwaI/u+n9fHE5QHFYIQ/sANDq5FxbbPExydTNh+IZy884PnlR8kcc/k1xuJBkfkzREwXyah6B/UV0voYghmQ9CKFLDtlTxyMW+ZFHB4sOGZ/73OeOpz3tafPwhE3+f+Mb35h/qcC/hUnm3JI/jJLMdXzYWPd1BjoDP5wMHPvhmGkrnYHOQGegM9AZODUDNrlJTu1cWjagaKkegBx1pB9VXVmUZG4sk7W0ebWRRQUaqrRptyHmw3/9138Nm3Eg3GZdv406oMuWO2oe3QfmfS0boLfpdWjg/dqf//mfn08PaPs4lk00Pnf4bMTZZM/GnpzSRj3J/Lq2Dbs+/lYs/LJp55MDCW0gAgDzLr9NOP/IeUz3r/7qr4YPBNIrXuDGY7teY/CxP7zGyPOFHW0beH18Jle+AgYIL3ChLH66EX+TNddJqDygJHMu+I3w0l+kzVZR9SuNIXJF2qjaSSYgSlY7Y/mZKwQkAVPyBSwhedJnDA9KVtnk1HJRdcp/ZbPK7WCS6QffEJ4kw48NJUoy86FelKx9yclyO0b+4Sg5KZc8tF6+JOsY3aVPvfKhzndroObZmtBPhzlBxpE503b4hd9daodUDgKsVwCaHTknTwaRYUeprY6PHeTacwim7oDJenO9OFxwDfK39Fl/6njNKdK2Vq1bJT9cO0p8CB+/9CWZB2r8B3C3xC5/+EdvsuYwOVnSlWTOf7IeyPDReqNfLOrJykOXuF3XDufEh8/hAz7jfGGX/65Z5TjxKz/YsLZ16zMf5kFOXM/J+u9KxZNkPqJvnAweQF0e8NBnLsyLOp4kMy7+yedYfvz62te+Nj760Y8OHwe84oor5hNMZPjp3zr/jvKFDb4lWSRP/U+cp/Z0qzPQGfhhZ6APAH7YGW97nYHOQGegMzAzYNNZlJy6UdzdJGqjKfgw/0sygVayljbp5NhJMl8LSNaPg9nwJvoemB/ZsikGml/5yleO3/iN3xhvfetbx5vf/Obx0pe+dN7xcucOoH76058+fE3/vPPOGx6nBYQcAjgMsKm3EfYuv026TbYNsrL8sFm2qbbZt/FPMj+EJiybbKU7dcaAiGT9wjl/+fC85z1v+OgfwGUz/o53vGM+lcAPNn23AB8eTwIAEuzxzcYcEADwfuzHfmzoUwIRcqTUxq/kK9DCtvEk81BGTGzxkc/iq1zzHyWZIIIcomNL+h6JgIii4k0yTveT46KSS07yG+MnSnKwVk6nL8kcSjJ5NZIoJiWZ/cnJ0kCy5ok97cMoWWW2Y/gR/7b9SWYuKyZlssonh5fjYX5smFdUc2zua37kutaAviRTmzp+a8Ocq1ureK1nANC6VALR1ghB+ugnhxfxQZxK8SitJSU+B2r4rDGHZPSxyQfj9KnTX3rYERNKMsg5PKADHzt4lPy1jsmyi4d+VHV8bCG2tJPMOceXZH7QkC/IOP+NAfZ8posNtpBrzl14/97wqfiAbdc7fv6j0plkPk3BhyQHd9iTzH/T6HRw6Vp3wDCWH17xi83TCP59YB+x75DFoaY58u+EfBtjk4zcyxW/6BeDfvH99V//9cyBV508zUDHYnI+VSSveKyN3RjwIOPKps5AZ+DRycCxR8dsW+0MdAY6A52Bfc+AzWaybqBtNpENo030NjdJDsBPknHYLzm1P8kE1TawNrR028TTbWNaoMWduHPPPXf4kJXNrHd0bZZtnn0PwFf2ffzq1a9+9XjTm9403vKWtwzfAwDCbXwBabx0u5vm42Xu/tvUs2WjK06AgB/AN15tm2k8/FHqExuf+esgARhI1tg89u/g4fjx4/NVhKuvvnr4UjdZMsCDQwl8DjJs6G36gYKyywf+ssk39sgrUZKZa/qQsSRzs59k+AECYlJqJzkYTx5ap4MuxPaW9CF9SqSO1JPMAwd26EHqbCMxFOlPTtonX0QuCZYDSvIQvw0mUUyie1Y2/6s+JR/kYkv6UPWpI/xIHZnvImvBXFdZde3iUdJJ9vshtrZUISSZccuNPBdVjuhmx7VYVOtGicjykYxDpbqeyFn7DgA8FeAxdHfhgUL2rTvEJh36yCBt6x6xYc0Cs4AtgOl6sMb5Jxf08I+cOOlQ0omMA+D1mD05doFZPpPDo08srl/5TjKvgbH86HeNo+IVc5J5aKiPPqSOn75kXbf8BsLLbz6Izb87rk96kxXQi4kfiJxY8Pr3QslfutmnR7xk5JZtPsiZf7f4gZ9d9vHIo1eBktWePBvDo+7gUEn3Evp8OokN9vAo6TWnSYa/NPKtb31rfhPAv5tk+M6uXPJ/l/CgJIqmzkBn4FHKwLFHyW6b7Qx0BjoDnYEjnoHdzd9u20YT2TDa5NrAInUbTRtOYza9W9JnbDd9ybqpTNbSZtgGG9n8atNv8w/kX3TRRQPod/feOOByzz33jBtvvHEA11deeeXwgSt/es+jzTbByLv9vgnw1a9+dQAlQIZ37/3pLGM25Xyz6eY3++zqs0G2uVeKwXiybshttvFUH7349NuY8xXAB1K8j3vdddfNu4J8Eps7/uIALoB+m/0id/uABL6VfSVd+tioUt28VMmnJBMU8U3+kTkCTIqMIXEl6xwkmWBT35bIF5FRV6Kq409WIGXtJKuusfz4p6/KpWv+l2T6SZb/25i08ReN5Zdk+f/h/9F/+MiYhxJb3eqIjaJqb8ttXe7N75bMSREQVWSOkbuxVZad05X8R2JIcjAPSWaO2C9/8MkZqvzzS66qbZ6N6yNrTblWtZG5s071qQOKyB14cfAzWf3A7zrEn2TQN5YfWbRUp49sIPzAqmsKr5INxCf8eNgosj7lywGEnIlVLGyy7VpRikvOXW/KZAX3SeYdbfx8oo88YpNtskhdf7KuV75oyzHMdQAAEABJREFUK+lUavOBT3x0zTo4UbJBPz3G8JgTfcZcu+RRstqgq3Khnyw+/7bxiR5zKG+eSNLn8BCPNln/LvFPjnwrxIEhOXaTzKcbkpNzRh89ZM3BfffdN26//fbhL5zQm6xzyRd68fNTLOYIJZlzO/rXGegMPGoZOPaoWW7DnYHOQGegM/AjnYFk3Rgma7kbTLL2J4eXNtE2xja7Nui18bQhBmBtKG0kk0zV+G10lbNj+Z+NJaInyXynV9vdNeDXBp9Mkcduvb/qA3rulP/UT/3UfITWnSwf+7vhhhvG9ddfP/yJq/e///3jbW9723wVwNf13f33aoA/s/f5z39+fmnfx69uu+224a4/AMFngN+m3UbZRlrJ5yQThC1uT5s20OLDyz88yLgPb9lkywnwwVevHui79tpr5903ebOBly8855xzznj2s589bOT9iUDfMQAG5AavEtnsuysq5+zwWx0BajbtfOA7/9TJFfGRv8aUSeaGXn+S4WcOkswDCnrkYMurjh8lmfL6ipLMO6xkxSavxsbyoxtp01tE1zI8/0sybeP5/+zda8xv21XQ//XdRDkhJvYFL0yMQeNdBA0oFnoBCoWCLW2tAka8ICKYFARMfIEYSvASbgUDpUCtSAGLXEqh0EJbsKUU6O1QkAKiL1rja9P4TmPtf33m2uN5fnuffZ5z2nMOh/y7ftljzznHHLc55lzzN8Zc67eeurYJHzq2b/uHf42rDhr1SVgueeHR6hswF+aQb/luAE7yMyV6/Lu6q/lXN6Z7wYxXn/m1noA63PSTC8YOc2c+ByR+cOwwp+iUbGMzvxkjW/hFWdd+4Cd260NLt/kA1iw8GnjXmXWoZKd+pT42eKGmx83ZRif/VyvBxCMZp4ONxqSfbDrIcAiAz5MF1i48O8ZmfWylyzzot67J0HYQQS752njpZSdgKxn8go+P0KAnC605gENHr/VAPqAb3fThNx5t+rTRjP8dKFYbn5nPOur8QB5b8aoP0M0X2uTQzw51T1voc/efXnsffep84h0mxmV83iFClsNLewF+47de8Nk74YzH+EePOQHTrtZPEdAan5I91dU+bAxsgAfagIxqXQ917xL9CacHTg88Nh44DwAeG7+eUk8PnB44PXB64CE8IMAEAlUBpEBZECoodddQkAj0oxsgtlKsx/wFpRroHBz4fatAliwgKJY8+zN+ftP/jGc8Y3vmM5+53rB///33r7v97ui7ey8wp5895JIpaGaPJwQkU9W6MyiZ0WajoBzgEfAKxgX26nXcsWM/eQAPGv1sF/DDqesXeAuo2S5Y9+f+JPOvfe1rN4cPgmi6JDYSkyc/+cnrTxSiw0MWPjbRgQY9m2cc5BubxIDvjdl40EgO0KnrQ8Mv2miMpY45UGczUDeGgWoF+ewAdfgCrTGys1rJvjEBMuBHhrIOOZXmFaAF5A1y2uNTbX3VOmiolk3bxQcNIEcJ2KANkFaLn43AeJQPBnw+awBttflUSw4d2/6pVtv8mCtg7pRwA6OHLIDmXjD0xm9OZ/7Mofnmd2Myl9rqZFdXfmEbOWzQRx9Qh6NXHa7afOqYR+vauCWVaCTY7nS7Fv1VDYcB+keOkhz+ZjN7yMPLhpGnhJfQWvdsR8MW9uLXr26NkoMfztj5AT19fICPbZJ7wKaxw7WBn0w28SOZ+Kp1cEEOGqBOF3ptstHSV8db9vkbjj3o+IMeOtmsjp5NdSTRaOHIVgKyrS0yALvxOxhhq32CPdWm7lABOATAr+5pIva4xl3XXmxKlwMJex351VoPdVyzZBsbW9iI/iYgg33GXK01rk0O+7bzc3rg9MDj5oFbj5vmU/HpgdMDpwdOD3xIe6C6Gr8AVqAoCJ5AW1vACASeA2iHUR1eW4IgwJUYSOQFms95znO2L/qiL1rwV//qX12P/Dsg8PK8l7zkJdvr9jv+7iriE9QKbskiky1KbUG6uiRCoO3PBHo7uUREQiJBQA/Yi0eQi4+N2gPaQD+95LJVv3Ydj9FqSxI82u/Rfz9HcADg8V0+Ml4Bvt/7P/WpT908+s9+yZaXE0oU6CHDi9n+x//4Hxu/4K3jxYJwnmDwxIMnC9QlaMbo5xCejPATCI/4AkmEMUse+BmQBy7Hbtzsp18JqpVQqBuzPiV/Gf/U4YE22jr46s5ydKADeAYuZY4M9AMV9JU9GmRcAhnaIxPN8Jsn8zfA1wOXOHW0+KqlT31w6uDu9iWuovoBgAeYc2vB+r0EiSG8fsx8bL6sB4kfMI/WtPVrvMZKt7FoD/ADGfrII1e9juRw+tmDlx2SavKAZFCbHmvOGmMPmXxEZh1JLzx51XqKQz95DhTIti9IUh1SWXPsAHUk5mxgN5kSWnx4HAIoq/UEzrZ/yGabpFhpXPjJQwvYQ55x7CxX/8hnJ8AD1NGRg5ecav2JPH7WT6d+1wwaYwL64PmpjkMD/eTC41M3r2Mv2+hgi3k1RrRkMJR/0PIBffrJ8QTUn/pTf2qzj5kL60LJRnht/NVas+qAjUp2KG8CdrJlaIZXm4+UJ5weOD3w+HjgPAB4fPx+aj09cHrg9MDpgd0D1f7/8a+Oeh2lIHFA8CgIVwJ4ga8AV1ugKQjWVnr8/au/+qu35z73uZtg129bvbTPn8r7iq/4iu2nf/qnV/Ar8JYsSxQE03RUV7/xZhl56OiTwEicJDGSZHXBMrwAW12pTZ4Ankxy8NcxNu1qJSLohoYudNpsErB7R4E7dP/hP/yH9ecKJfgz/o/+6I9ef6HAI//GKPCvNjbwBXsk/X6r6wkHhweSeIk9gDMOiaCDDHcD0Tvc4Fd6xla2XQIb2W6s9A1o040fDR8AtHAjc5IItOyUfODFU605QFvdkYRU625itfmQOYD+sq6NprrigQPbxUcbH91Kbd1Tqt8N4wsJ1b0ALxi+atlgfqs1pjpKdIBucGnHJV4dbPsH3QBctRJmdvGtpFlSax0BSaA+tHxOh5Lfzbu1bL2Zp+3iw14AhXcAro55Igvog6eHT9igTSb9rjV91qME3rxX68/JuYbRkmO9kGV8SngJpfGgq9b7N9hsDHSRj0Y/vcATQa4LfdaWcVqnbNAmHy9aNEoyABvIVho7OqAOh7fSXI/CG6MGW5VsJYc95gM9ecYDp08dPb32GPL1wRmb+aCLvfqVaPB6QSK5fIgen2sYGDca1zYatvkZhfGzQ93LTdG8853vXE80sdl1/8f/+B/fPEHFNrRKMuhAYwx0qt8E/MsH1h4ZaNkP2KN9wumB0wOPjwfOA4DHx++n1tMDpwdOD3zIe2CCy3GENphgcfB1BNnwkgM0A4JSwSlapbvgfgf/BV/wBZs/2SeYrdYj5u76f83XfM3mTpffzH7kR37kJvAmU1IwQSk9QHAs2FYXzAJ66pDHBn112KdNhoD9soTHB9SBukAYP/3VSt62/aMNLzFjP9te/vKXr3cOGC/5En1BvDv/ng6QHBi/gBvNLmaTZLmj7+6+dxt4guAd73jHJvF3gCHprzYJksORj/qoj9okaAJ2fvFTAr8H9pQBGgmHkm5+kTDdd99963Ho6uowg32ADcYiYeA7pbax6avDb9VVss83aID60CoH8M4Yq5VI60N/yYdmoMK29AwdRHXFT8ZA9YBkfds/eC9h6PeuO/7BQ1RLjrlhSz34WMf2KattPtWys1rrhCw62IIeqMMBdaBerTkyp+ZWcmhOzaP5I8t6td7cRZZ4gm3/6AN1rX9Hr3/W74zrbpo66OmwJtliDaDXtnYkp/TRbf3CsxGN8VRLjzp++vAZA7DGJMgSXjz6yAH6rVHyjNW6JczTK3SiqdbckKsN8JBVLT/Ty27Ajrq2iX60wNpGww9k8LvrxfjZoKRH4gy2/cNeModPAo8fL1p2mgdjREcP2FnXWqDHONnhWmY/fvLodO2SaV7JsY/U8ZQFete8F6HS5WDAz4fItD8+8YlPXH8ilDz28EO19NLPHvibgF505LMNXx3rX/2E0wOnBx4/D5wHAI+f70/NpwdOD5we+JD2QF0HlA/miDpoqjtIqhWMCogFmdUmoBW4ehmeu+QSYI+tY/x3/+7frZf5ueNdrcD/f/2v/7V5NF4iIpCVDG37R9ArGRGgwwmKq73n+Ff3rguSJTMD2uTiqq4SZPg67nrqG/vrePRfMgEvcPbSwt/+7d/egGBf39jnZV5//s//+ZXAC/T16zPGX/7lX95e8YpXbA493vjGN67Dg2odeEjyvVTQAYmnC/hNsjCJof4//If/8LoryAYylXwBxh/wQJ8AX5/Eg+8AvH4+MOYBbePjJyU6vMagDqcPHRi+KfWTO6V6Hf7lS3TVWh8VsgVkXcJC7v9Vi3b66miTa31VO9W2Dg/QkE/PgDaYPnWAH9TBT8jQ4DWXxgm09aHBA+hWVsu+Oko0QD9/KdGBaq3tqZNJviSRDrTWtevDo+HAuoEzh2gkh54CcYde4igBlTySQR6d1gBZ6vjMHYCH07ftH7qrlUzSMXh0EneyJYro9FkH5Knv7OsfnfxZrXd+kGN9AX1sk/Sq4yObDG0CyDReOLqMz1jYezfgp0s/PdrqbMVrzuo4UCFbP6ALH7/P+OEBe9hAlzYaOKBN/oy/WuuMrejo9HMHNqOhE9DnIIEP6BsaPNpoHHo41CMDv6ef+InPHYB6EsgLUZ/1rGetP/nHFgeO9k0HAg4t2EEWfcan1KZHeROgd4hBv7HygTFYYzfxnX2nB04PPPYeuPXYqzg1nB44PXB64PTA6YEHeqCOhEbgKaCso11HORx1tKuV3KAHgkrBruBeIutFf5J/fe5iSV78fv1LvuRL1tv8BdoC+AmcP+zDPmzJ2/aPwBhegMsWgbVgde9aNPQAfQJbfZXuldgLauEHLttkwsOpkyO5kBDAkwUPpm5sEvMJ1NmDFt549flpAx5BNnl4/VWCV77yldt3f/d3b/40oX6J/tOf/vTNOxAE+0972tM2gT+f/dk/+2c3hwhogN//eoqCDsmhJIBsiT1QZwv8jIcT+MW4JAzGJdhXZy/QZ17QocdrPOzTrtYd16EZum3/oEGLR31HrYR4SrLR6xua6ooG3SXUg/ehq9acV5tPHaU6oAeoD1RLX12X04d27B/79FWKe/JV603q6IF1a41KdoE2udY0PFCnB+jjyzp0aIOlcP+vjiTWHJkvc2q+HQaYZ3Mm6ZUsSh6BumvEOttFrH/8zv8jR0kvPH1ogbY1A/Szv46fqrhOJbBk4yGPfuMxdjjKyIBnLz3stc7IIoO9ZOtHSw4YHuPST48nAao1z2jIsbYB+modgJFFF3nGAaqrnyxUa/7QgDpk0mUeyCJbH1n8rNz2D5p5SgAtHejZiMc1uJNtkvHxD7o6dLKFj/DAe3zfoQ05dRy6eJSfHPMqEbcv2lPsGZ4C4jPXvT8PqB8t+9761rdSfQfMPECyUflQgMfaNEfsMi6+UH8o3rP/9MDpgcn1moUAABAASURBVMfOA7ceO9Gn5NMDpwdOD5weOD3w4B4QtAJBvlKwCHBUinU3TKVagXa1gvYJQAXR/uydt1oLZD0WL8BUvvvd797+5b/8l9vb3va2dQdSgCvYf8ITnrBJZgTWdNchW+ArAJYECJAFrpItfOoC7m3/CLgBGwSy1Y7dln1wA8ZEvhIYW7USC4lAHUmeIF4/2PZPte7UC97diaWX3Wxwpx6dsUoe4AX3Avnv/d7v3f7ZP/tnmzv+HntG84xnPGPzmK+k3vg8UeCuIP9IoCRkQFsfOiXZZMCTj7e647Dj0ge72SthNRY+k2TpNxfKAf7iB2PAozQ+fEAf/+FTH0A3gK+ufU5mtdYKev1w6neDvmqtoe32pw5ZmtWaR/zaDwbVksHWuwEvMPfGJPkxd+rGUK3DDnMH8KOv6zGgQw/wjk+tRWC+JXtAcmgtS9L1ocVDLznV+gkMn9JH17Z/9LGRj+BdS64Nc2+dWRdw7DNH5tR1A+jHj7da40EHRr4+CZ+5R8/Gbf+QC+gkl90SeCWbd5LlW2MwfnKqhSMf4CXbmMggmw66Z60q9aMH2njQ8xvZ6tv+YaOxuvaV+Hb0ulYHRydctcZLVrX5kA3U67h+tV1jgPw65gENH5LrWnONsQ+gG7AXwY3fzSufV8sX5JNTR7JvHTgEMC587GOz96F4osdPev7rf/2vG1/zKV87EPBeEHuF94hYP/j00Tv+Ia+OsW77hx178ZD/6EfEJmBMAO6E0wOnBx4/D9x6/FSfmk8PnB44PXB64P/PHhBkAmOsVmKlDgfUQbUCWsF7HUnQBJgCT3j0YNs/SsGku+Cf+ZmfuXkU/s/9uT+3ebu/BEZA7dH+l770pZs7fTvLegu3wJYsQfO2betxYoE+HdWikfjrF/iCsYMMwSwZ6CVOcGwBU0ePj30SGHQCegE1nORCQk2vQ4AJ6kdGtXyBR2AuqZlkSUmGx/cdeqARpBvrt3/7t28ve9nLNv0SuM/6rM9aL0Ckw185MG4HCmSoGwObjFXixWZ4Y5RYoENTXSU7M/Zq2ajfOID68LLLeIzN+OHhyN9uf6rbtW0l7vyGVqkDLTvIJQtUaw2pGyf6OnD4jEGpXx2ok0WOslq2s6mOtWaewLZ/jAWgHdjR6+CDPKBdLb9s+4cOsFfXPzTk8auEip/1k0cvW6pF6z99xmMu0fObdrXGiw8PwM8+60gCOcBX6PgEL51sIA9YR+SzjU6AvlJd42NHdfW+AI+QW6vmnV79bHMo5e6xhJM+9pjfavlWHW548Klv+4dN1eY6lRgD8slhI2CjsdKtxAOMCx27jXcXtw72JJR04pXcouMfNHQPvfbYRZ61P+uFv9jo0IttePTBkcVGOrQBu1xb6ugAHB2D43fXERhd5NCFlp3ss1/Rq2589Oh3GAe0HXCQV63DHP38RJc6udaCOfHUk7Wnn2zAVvP5x/7YH9v08RVbyfzN3/zN9dJQ7wDwEwB49MbEx9rs4gftDwTYMPTGaz/me3sUucYMjAGoA/4fvrM8PXB64NH3wHkA8Oj79JR4euD0wOmB0wMfoAcEfeBuNkGtQHQCUKWA2F3tpzzlKSt5lCh4jN3dNMG2hPhFL3rRusuPl0x8Am8BM5o/8Af+wHqMV0JAHpg6GgEo3mrdBRSs6teHVlsdCFwH8FUrcdNnTJImePxsYQfZ+snSB/TVwasumB+5deAF8w46+MW7C7zU7+u+7uu2n/mZn9kkER7v/0f/6B+tv3zgbiC57v65C4hHEugRYH/+SyLAvrFLsK4N2Mg+/Nr6ALvZBq+uT8m/+gX56mgu++DQ1ZHA0DljIwvUMca6Lsm5hDr60IM6kni67qYj/24adANj0yXf1IdmysFXq1qtZJd8NMZtniVWkip+3vZPtejGlm3/8APgLzYAMqp1qIAWWBsD/DUAZ26qK9na+q1LySDY9g+59Ei62CaRtK4kyuaYHXSBOnzJHjz6jG/0qe8il076HJa5k06e8epngz561fEq2aWfTEAfHNCPh2x6+VIJbxxAP5n62K2fDPL1A/zmAKjrpxOfNnkSWzz42c8vaOCUgE32CHxs5Q918shQkscmbWW1rvlqPQljDbCJz9ks+UbLNnjy6+Ahj3799NPJPqUDEgd3eFyvfM0e+God3OC3B7r+yXDY4PCQXnySbU90GJd5gqffmIA18ZM/+ZPrryr83b/7d7cnPelJa47Zyh4+cihiTNrGwgY+eCiolqzt9oducozFmPlOl/GyBY6Ohysf7wmnB04PfOAeuPWBs5wcpwdOD5weOD1weuDR84DAb4BUASAQ2Apm9QkUBa+SWL9dlwQLdt0Jf97znrcJcCX+/rzfv/pX/2rdzRdsXgaSgmGBMxm3bt1awbMgm/xLveqDZ4fAGa/glE1KbfrVAfv0oQfVCnzV2VGtg4RqHTw4rKC3Wknftn+092IdarDb2OkeW6pNMC8hcBfWC/6MV0LvfQDPfvazN3f+3cmDY58X+nm0Vyn5MXbBPH8BOAE53zkwkLCwgd0C/wnM60hW2Mg2SZgSwAH1ocdPziVeHxo4fZcAB4x1QH+luIJq+XV8ve2focdfrURsRy+/sgMeDJ2SHUBdXx18FdY1B/AA4l7l8JNhjq1PMH6jm52Xa2Nk4dVfrfGgsY7M2cC2f6rVP3LQoL1so7dOlAPaA3jQb/uHXraaP0mY+WazNrw52snWXeY6DmusdetGOfKVZFmjDgEcKJDDT3Tpp59udQBPPhgd+tHp5w/8/KlED08vOng2Kqs1z3jwW8fo2SBxHfl8Va35JMv17042G9yNNn7y8FbY1tiNV8MY+QY9GrrYoq9aT0uQWwcvPBv5Fr26sUiaySQLPRvqsEs/mWTrw1eHPIm6xB4vW4yPDDZL+uGNnXzXuGubTi/4cz27tsm1ZzgINH4J/3/7b/9t2U63/ne9613bf/yP/3E9UfHFX/zF26d92qet64d+Y3JYoqyunqrSfrhQx3jQ86VxKI3bHMEbH3vqmhb+hNMDpwcefQ/cevRFnhJPD5weOD1weuD0wOGBagXqR2tb9Wq76VOtpMfdbgGhYFdZbRJnd7PhBLzuVnkE2B2v7/u+79te/OIXr+RfcLldfATLkmcBrUBTgC5RmGRt5FfrYAB/teyQZIBt/wydwFWgDvRVa2w7yfqHjgx00y/QFbCz38v2BOdo0AKMxsU+dmnjESzTIxEQxKN9+9vfvr3zne9cQbqX+0n+/UlAPvMiQI/9C/aNWaLPR3QL9qv1yO9v/dZvbd6TIIET4HuiwKPdDhckGeglF0rjYIOxsIuNkj8JFD9KOgC78RpXXftkxqUPDR7jgAfkXQJ+/QN01iGPDdWam23/DP9eXXNQ13RwZJCNDpAN1AGaasmrg3fbP3VnfUetRJIsYCzGTJb2yOIrSatkTn38VhGxoFr6jAXUdbtaeupOenLA0KuTf6mnDh5jhgfmnD2SzktgL9vNhetBYmhOzY/xbPunWj4lw1pw/ZCh7ZpSkoPP3WnrSBuebjZWa52qb/uHbH7bq0s2vHFY68YG1NmGRj+oa79oGyMaJX5A98xLHQk6WdXyN7v4As51BYyXHLwD2/5hhzZbwY5ahwN0q+NDQ68S7SU4FOGDAb5TR0MfnvGFMWizC41rTp0u8rVdz3xPr2t16IzHuCT/En30DjccACjNDfl+TvCn//SfXj99+o3f+I3Ndc4mgOe1r33t9gM/8AObd4R4caqfGplTetlMB3uNHY/yoYBeNJXiCqqN78m1roxLJ7/QYdzaJ5weOD3w2HjgPAB4bPx6Sj09cHrg9MDpgQsPVCvYv0A9ZFWCLPBFKCgU4AqKBYneWu1N9l5s5W7Xt37rt24//uM/jnSTAAho0UIIXCUr2hKU9773veu38uQIUKuVHAjAtcG2f8io1oEA/UAigE8d3SUIZrUvyzrGLUiXnEv+2S6AFpizFc+ubv1jgwo96vrU8QrMlR7f92f+jOmTP/mT1yO73oeg/Z73vGdzAMB2dtIh0JfkS/TIBGzkD4G2tj5//uv+++/f3B2UZMApgbqAXWleJP5kvve9712/KZ4+pT40dLC/WgkgPdv+4Ttjmv4ddbU20MMDdABuAO0lDJ1+eDpAtZLo6VdeAt+gB3XMUR3lg+HoIINN+NXh0NPJn9aauQYSNDh9aIa2Wutt2z9wI0c5sq2LOuypdsrtajx0858SDxmL4PZ/056SfvPMFjYNWIOSLzbrp9v8mj8HAurmUUkXPvSuSXVJm7aSajzWBH5tMulWV9KDFp6uOsalj22gDhweOtHNOODqmFe4aj1uj07f8FuvrnM+qlbSXgdftZ7EMQZzRI7xgdGlxMtOQDY/w6vXIcscaRsXf9RhOzuM01M1xqaffPoc4pHFRjz4yQVs0UcnWv3q5PGz63uua/Pi2mMnPvzoyUdLvkNRNHQDsrwDwBNUDgTd9ec7wA7lq171qs1TRf46yBd+4Reu65Ys/lIaDzn2FTwPB4wJDC0ZQJsP2T9rEQ7U4Uv1E04PnB549D1w69EXeUo8PXB64PTA6YHTAx+8BwSEAkZBq0BXACz41RaEupPlpX+CbIH+C1/4ws3dqwmOacYzpQC8Wn9Oy6Px//t//++rx1/RAPoE00AwDUeeEk5wzC6gLnBFB/BeAhptgTJaJZsF3x7Hd0ee3caCTjBcR8CrTicZkgDjME6BvXG4q+evGij/4l/8i5s7el7c5ckIybs/38VXAn+62UcmWfi19eFngyTgZ3/2ZzeBv/cIqP/UT/3U9spXvnJ73etet73lLW/ZvCncnUB+GNuMX9ucSPq1yQb0Av1KY2EDPxiPEsCTV62EGA7dtn/04QVkau/oqySY3+CUQB3v3TLgB/AD7eGZNtzA3TjtgaFRVuvgYvRaL4AN1bCsEj3QqBaf+iWQAy5xxm6djJ9dD0ACBj9+H9l4q+XPOkoy2QTUB8yFpNH6koC50yvRgyePTsm8dTL64PXjmzp+QC4e9A4Dtv1DJ5/gsf4kp2j3rpWY46lWoqlOpnVjXObI/AP1avPRpofsah3Q4dMmg1+sV7ar46G/Dn72uEZcU8ZBHzq+RgtGnn7XzvDDs2Vo6zhgMDY0eMnnTz5jBxybq80Bnv7qaszVWg/koiO7WgcV9JsTsO0f1xoaNrmO6eALOOPnX2Oj/7//9/++ORA0Nj5nOzmePnJ3H4+/CoCPHrK0vQ/g137t17ZnPvOZm58DmAuwq1//yFqVh/jPXFQPoDJOQC+brGclm40LA9uUJ5weOD3w2Hjg1mMj9pR6euD0wOmB0wMf6h6oI/iro+SPOup1lIOrVhCsLTgE6kDACQSh7vh74Z8g2t3GL/uyL9t+/ud/ft0J1C8AruvHS/GTJciUEGhvd/0n+BR0T9ApmCdHgIp38AJ8AEcXngE4cgaowK9fQP4n/+SfvPorBQJdeLQV0mX/quz/CZz3YmODgN3vewWYT3m5AAAQAElEQVTGHusXmLtT/zEf8zHbZ3zGZ2x+BkHWr/zKr2w/8iM/spJ19nqc25jpuO+++5ZvPd7/cz/3c5ufSnzXd33X5l0J3/zN37x993d/9/aKV7xie9Ob3rS9+c1v3n7oh35o+9f/+l9v3//937/qP/ETP7F8TLenLcg1XnYq+QJIpOhmz+AvcWwxrmrZM3SXOHV0+PEODdyAPnhtdaBercSXXdU6LIDf9g8cMCfKuu7HD8i8LNUBGWAXs+yuw35teFBdJXTa/ABG5nb7o49MIDEDfIdOX7XGUMfPNCR3A0OHF+3wbBcf+GnWYafxAmO/BLRkobeuXWPW5qw7OH30Sg6tKaV5IU/SqATq1pm6MaGVrOJ3rcID1xZgh7Z+diinbVx0KOkG6voBm+mAG15lHcm4Ot1scBBBFn3smNJ15cCD3eTQYb7wojF2uoyJT9DD6UcHyNNmT7XmTRugdcDgaR2yyWEHffysDU8OPfB4yIJTwldrXekn1x5mbPro5wdjdE3CA3g/BSBPQu9nPui163iPiP3IIaq1Ra59xLjJw+Pa99cEvBTwsz/7s9fYtv3DLmuArL154z9ywb2ILvHGy37+ME7234vnxJ0eOD3w6HngPAB49Hx5Sjo9cHrg9MDpgbs8UN2F2VYStd31qR6AF2y6Y4bUnXt3ub3gTkDuLqMk1u/gBZACXHR4BJcCVKW2IFdgjEbgrRRsKi9BACw5kRhIuvWRAar11AC51UYn2foG6Ad151j8dMGj/w4C0NJhDHXQweEDkpFpC4TR4mOL3/1KKNjwrGc9a/M+AIG+xP6lL33p5q4+23/xF39xc3cQvbv3v/RLv7QOByT6L3nJS7ZXv/rV26/+6q9u+AT89BiPAxU8fA1e85rXbD/8wz+8Dgj+zb/5N9v3fM/3rMeD/cTA48XsldTwrwCej9XJBPxjPGSjA+pw+i7rxjygD83A4OmbOhowbX3VSlSq7fJTrbVlfvmxjjYaMgBdl+XddbSgWjrIwTNjYEcdctX1zXjJ2vZPtf+/rTvW+CRukqlJ6vjMutSHfwB/te6YWw+SUUn6jIctgPDRjRffADyoli+qdYeZDDR0AjLIgqfH9aLOLrYCduJhg7UzctWBPmvBmtCHn1z4aiW0dOiDY6t6HbZt+0ebPfQCNNXirdaBGf/i325/6vDR6KOfHejok1y6dvQrtdXJRgPUq3Wt11FK2AEequhEN2PFB8dmJbv1S6pdR9qud36Dx2cexzYy4civ42CKHHiy8bATkIXP2Phf20EH8LSB3/zzlz3DY/za/syf/YB9/MAWe6mnkRwE4LNvfPzHf/zyr33BzwBe/vKXM2F7/vOfv540YuNC7P/Ruxc3/qPvkqBa1061+RiXstqMx57OduO81IXmhNMDpwceXQ/cenTFndJOD5weOD1weuD/rx6orpKH6iGHKQCsg06wV8cb8AXe+kaAuoAXqMNXK1jUlig5CPi4j/u49YI//B5Vd8daoIgGCG4Fx9v+EaAOTvAu4Nb+P//n/6wEbCdZ/wTKgs5qJfVkC9wlw2TpY5fH9wXwAml6jIcOAbr+OsZJB8H0VRvdbETrt/jka7s7iE+dLDwAP/n4JF+SAjQe53X3Hc1f+At/YfvET/zEzcGCAP/HfuzH1gu9JN/eDeDOncf4Jfzf9E3ftL3gBS/YvCNBUK+PP40NCLzxGUd1Nb/srVbSqc4fDls8PeAwwBvDf/u3f3vRG6sERABvTGys1ku+8Bof+UrBvfFNe/rxwbGHn7XRGr+yWvMGPz7Sp42PbPjRTUe11hB+tHXIMKfGTg8+tHyMRp0ccpVg2z9T7tWrJwvQkMV/xgHIBOr66abLPBkbeiUauiVfkmoy1K0vfdrmGw4PvWSx0xoC6tYImx0i8AOaGQc8vrFdu1r2s49+ffD4QB398PqtQ4dhrr9qM8fWgpIMutBYAwPGbY0ZC7vIYi/5eMhVRzd4uJEFpw7Yxh/jI23jxs8v+AboqWPNoqGbH/XzA8DPTtd9tQ5B2A+PFg99bEOPly79/Evu8BqfOkCHxnzUsZeglWCbR0/vSLLJRUM2v7LZtUNvtRJwOH5CTzfZ2/7hF0k/GWSigUNvfTlsMC/WG1vpcUho3/n1X//19fZ+NnkxKD4HAH5C5CdJfGJ/RU8f33qi6J//83++3vHhaSGHmLsZa0+rw8/aA2RP3dxNfUp2sl05OOW09bHbuODrej+qoE44PXB64FHywK1HSc4p5vTA6YHTA6cHTg/c0wMT4CkFecohrFYSWQ1qldV6W7XAX8AqWBVgenmVu9rucpMz8tTBYr74TwAtMJ+g9v/9v/+3egWoAncJljudAl78fmIAJwmYQBTOnXE89Amw8U6bbLTVCuC3/UMeuUBi4Y37gnxBP3mCczx46d1Zrv6xGbDBmOlRh8Pz0R/90esOJb7/8l/+yyYRl3DRI9j38jEJhzt5EgWJgTHRzy5joEwSQD6QALBJyV9ogIBcWa1kWt1PEBwwfPu3f/vmJwV8wxaw3f7QY2zooepILMmDNyb06nDGhbaOdaDvEsgA1dV6QT+AtkKyDgpGLrzxKOnhRzx8iRheW6ldLfnq+JTTPyVaQN4A3wPyjR1eXUJmbNoSZ8m/NW09OKzx1Ib1BGeOtM2nJzTMm7lUml905En2AH34JJB0sJUeOtCq8wO7lWjUjcucmwN+0J5+49JnbcxaIFfbgZODADzsGRvq8Fm11iU+9GyVJFt35NJDP6BbG37s1KZbH51s0g+vzX6+VSdfHcCTWYd+Cb1EWVmtl4Kiw0c+Xjpcm9Y8nLZxoSHP3E2dffrJo4ddrn80l+NDz1byyVJKrh320W9+yaIPLRw6MvWRBV+tpNt1RYaDADrZ5e49ftf5e97znvUy02rDC6r1dIR1Y47wstuLPcljHzyb0PCveSWTLn9RZNpssw6/8Ru/cR0wfumXfun2R//oH10He/jYw1428Y+xVVeHhvo+UCB34APlPelPD5weePgeuPXwSU/K0wOnB04PnB44PfCBeeAymBPoDtwtBd3gqlUV9ArSBaLupAleHQBIOiW3ZOGbcjFd/FethLyO5JO8bdsWTlBMnlLCJGnxJv1JWvSRLRhWl1BLuNADwfsEwLvI9Y98trBXMC0oBugkQV4E6IV9iCXu5APtSxhctdCCfYm8ZM/4P+mTPmnduWS3O/qSRnX9gnt1CaAEhZ1AcH4JbFrC9/+qJY+vBfOSBno8JixRkPRJePSrS674yUGM9wV4VNhPE4ybDQA9HXQrjYl/+FAb7a56JSto2IaGr4E+ADdQreS8jpKvyQJo6phnbfIAGn100wPgRr+6PmW1DjmqzaeOUh+Z6IA2gAP08DWfGx8dcGSYDwm6+Tcv6PnOzyjMm6TNzyn4Dw1ebYcA3ssAPOEBvJjRyy49iYFeAmcOrCWHMnNQwDZr1NqT2A3wK/vZpmQbm9iMB7DPWIA24D/+co2QicYcOwBQateR+Fn36AC5Dj2MkT760dJfBz0f6aNHP1vpUkdLt3odie3g0OEZQFetAwhJvbVqHbMHz4yH/XjpQKdfGx7Ak4VnbDOOar2TQ585cg3QLXE3n+qg2kauOWCDa4k/9OM1XmPCq66vWkm/a92csMm64Su0gG1kk6vu2pfUsw+dueBr8wpHDvlsMA/WiT6y7Gt+PmQN6kOL10+sPu/zPm/zFJSx8gk+T/3wyed8zudwy+Zg47777lt1uvRpsGvq2jdBHdfXJQ2dA5f4s3564PTAo+uBW4+uuFPa6YHTA6cHTg+cHrj2wGUwpy4gFQgPBRyY9pTVursleJZMCogl0BIdd6XQkQPwD8AP4BHsTltwWq1kV+CvLWkTyP6RP/JHVvIgoMYjEfbkgeBZoqVNh5JcCYVAF60AXkkPGvLw6hccw/sJgZcXGoOXcr3jHe9YySa+aiW26IAx4eUrSaFkb9pPfvKTN2/x1udQQhKGR1vCoG5sSrJBpXkFbKSDbRISsrURGIunFByGTJ3d9P6Vv/JXNn95QNuBDN+wz8sBvYjRb435VPIlmWATP9GjTofyUh+cNjz97B2o7vCLfjD248WnhAfq5EmItNGiGdAPXynW4/BwAG1d4+s4UBjeKdECevAAdb4E6mjZoC3pUudPc8Rfb3/72zdPAUzyKBHzVxi+5Vu+Zfv6r//67cUvfvHmZWzmWKJozXiXg7/W8AM/8APbv/23/3b78i//8s0j2t/2bd+2vexlL9vw/8Zv/MaGh06yJXZsWYPd/2M3m+D52fyYK+sIDzurdRdX386ynsRhu7m1tlyP1gi5eIxJHQ1wfQDXAV36RxY6OpTkDdTha75kF7w6qNahHVwd87Ptn9F1ia/WdQUnSUdTradCZl4uZdJVLfmSXYC3Dj3VeoKA/fBg5Fjn6vqMx7j419jpNX7tbf/Yx8BeXfLoxcP3fEgu3WQBMtCYQ/3aEn/85Lo+8Tv04V/7Ep32LzwO78yVecbnIM/PiBwYsRt4/F9pvThwst78VMC1/oxnPGPzyL/DKH7Ud3kI4KDCdc0ePlDSbwzq5Cpvgmpd39UiMy8D47fVcf53euD0wKPugVuPusRT4OmB0wOnB04PnB54EA8I7AR5uqurALCOuqBXEAkEsIJcf7dagCuIfcMb3rAJPAWbZNwNdcipVuJC3uj8sA/7sJXY4JGYAHUvv6JPcCxwFqgLeiXxdLlTJhimU3AuIROE4wUzHnVyBL9g8O6a+7Nb7BfMC6aV+gfwDsCpowGCeONnl0d0+YUdAncBukMMfjJOfGDGDTfy4KurBGnbP/gkLsYpmSfXON3h87SCnyvwiTuCDi8clHi52Cd8wiesBAEde9xF5D+HFRISSQjdfEw2Hbu6Nd/skTSwEW5AG0iGlNXqQn8J5OJnO9BGiEZbHxw5cHTD1ZHYkq2/urIH3b0A3chUTludzOGhg++MV12fO7J0qcPpk/x7gsVBlsepza3E/kd/9EfXX1x4/etfv1lf/Mz31g5ej3tL7h0c/cIv/ML6s43vfve7N3NWrXdj4DMPkkJ9+PRL7q0VB1nmx+PgDmusQ3WJoYSOLcaAR2Jq3tgM4I3DeCSUrg8lWkknXmvf2gHWv/VqDshBh1+bDH6r1qGbawkv37JZOXQzr/rJlQjjJUvb2kNbIV0HOvpXY/+vWut92z+Xc8aGS6jWWqh2yuMfO6r1bhDjYxv9el2XxscH5JDNT0A/uro+eCALjl/YjMYBmmvXnJgz43jCE56w9i144xu5dfgKHzqHMK5HNrne2EA2v5grOtDYc/Qpq3XoZJ3wOfA0kbXmAMqa8Bc//EUR7wN49rOfvf2lv/SXNraxXek9It4T4GdIbAF8UMdBiXHCsV/5cOByvtBrA/UTTg+cHnhsPHDrsRF7Sj09cHrg9MDpgQ91D9R1MD2+ECAK7qoVcAtOBwS2An3BpgBWgFqtRNNdZ3f+JbxkCXKVoA5ZleYVGo/QKQAAEABJREFUkFVHEC6Qft/73nf1yLmkRJIqoRYoS5jYIekSSNOPR+KLhj5JwJXwvUK+sQj6jQuPoB5eAEyewNsBgycA6JQkS7aMVfAuYN9FrcSlDvv1Af3ksKPayJKUs5ssvpA8SNbIoF/JHuVNwO7pV8dDl6SVXvoF/3/iT/yJlaRJ4IxR4scnnkLwuLAkRCIEj1diK5kwLnLIBnjp4xt+MSZt9YFqrQn4avkEH1olOZcwuDr4tOlVkkGuOhwZ2vRX645wHXzw6IdWeQl4tUe3Opy2Ovnmw/pQasPr50e+lYRPEi9J9wQF3/lph/dZWNsSafTW39hpjiX9b3nLWzaPYuO1FvlWgji05se6shboMx60En8JvmQfv6cOBvyUwB1fiZ/HyemytvCz31iMiWx1Ml2b1bqO6K6u3uBu/aBx3Tqwcl1ZF3D6yMUvYRyfG6dxwPPX+JUf9FXYVxKPBh/bjF8HHgAH1OEBfTMX5E69esAd/23/oMFDNlqlNrnqxrCTrUNE/mAjH7AfDRg+dpKnr9ok6Q4NXKN8ws46flZgnJJy848HTR3j5isyyNWnTq958RQGP1sP5ppN+tFZV9X606Nsps9hnSTeIRR+8wTnyR4JvevWGvBTE+vNde7nAJ4UsK5c59bw6173us2fEHT9k80vZNHBX1PXdxOgv6n/7Ds9cHrgsfPAeQDw2Pn2lHx64PTA6YEPaQ9UK6GrHuCH6irBEwgOVItHAF2tu2ECT0mIu/+CX7QEogF18NSdpYAcHXr1973vfVeJn6Dbna+nPvWp68/hofmoj/oo5OtuqrZk/ulPf/qmlEgJwuu4EyfYrkPfYtr/I5N9gmABs0BeEC1QlhwLvgX67qiTScfOds9/+qr1tAMC43cIIsCXTEi0JY1kGhvb8NCPvg47x6bxExr0YHBDrwRDQ5anHySqnobwFIS7f+ZD4uPFjMbmMACfMVcruZKMSproYLNy2z9ksqnaW9sdcz16lcCYgIQGwG0XH2OAq5YcdfTw9GmrA2zayoFq2cqmOpJa/KNLCfCD4Vdq01EHn/Vgjsy9fn3GKTmD4wv+wWfdfczHfMzmjrykS79ETjImsfr0T//07ZnPfOb6LTlZEl9z4IkB68mcWKuf/MmfvBIxibbkUhIvoZfgT9IPJ2lzwOUQQN+73vWuDUjk3PH99//+329+RuBlb9/xHd+xnkTwcwIvKXQ4YO1L8viCrySlklhrwB1rCR/9Elh+YK85B9Y5OuPXxy/6q81H+xLqwFdrbupob/uH79gALuvaYHBKsLOs651uPp651cev1TpYqGMvQgfQoWGvOVVn48hgPz8Ys7rrvFr2kmvO8Wz7xxpAwz5JN3nq+NHyj/2AP+0R40M+phPdLmY9hYCery/7HAJ4SoRt5NOHzz7jGhwce/DqswasE/LQWY/WnEMpYzHfXvLpSRO0T3rSkzZ67Dts8dSIteMw8olPfOLVgQjZ+smduvaDATpwr/66nvd79Z+40wOnBx6ZB249MvaT+/TA6YHTA6cHTg/c2wN1BHHVStAuqeoIugWAgtNLgAPo4SU8EhIBqIBWIFuHzDpKtHfDBPLw5CmBgFxS8jf/5t/c3JGX3Ehi6UInsBdQ++mBR93dodUn2aFfcAskC3Uk2mSikTSQpxSo0yNh9htbd9fQ+TN+kmnBPTlsqsMf6hIEwH7JBDp8T3nKU1ZSyAYvkXvb29623sjNH+jGHjKMQ5sMstgGV62kh8xt/wyOfHLYLAnQj9eYPXkAJ6GTbEhCJaB+h2xsEhj+0yeBkXiQhZ8cvMpd3VoH6oBuOD6oY/zsBPrYPaCNtlr244GrY/6rleyhh9c/9WrzgYcjX7ta9qDV1q8PXLbhtYE6QMNnMw6+BuSTp0/dWtLmG8meJB/wjT4l//3lv/yXt0/5lE9Zj1xLBiXunr6QnPG15MyBi7b181mf9Vmb9emJFbIdAvAzG6w9us0lkBRaMw6NPN796le/evNSQetHgucpEocE7gy7zrxP4Du/8zs3f0bSAYEnEFwn6Bw4WWt0gdFNp6ccrP06/EqvsbgG+M41xW91zFW1DgH1VVfzyl/b/lHWIYvP+cr4RgYc0AbGDNABc1DHAY22vqG7bO+q1tqZPjKr9Q4SfoMnS4nPuKxv+xFaa6BaiXC1knW07Edfx53+anMI5CkL8qwHNOqXftTPVnjj5Vvy6KGbPyXk7HZtOpRznZJVrUNTNObKvLluAf+bD3bff//96+CzWk/4OFxy2Gn+yHVQ4cDImrFvsY+9+tjl4MBPUjwh8Gmf9mlrHtmn3/pgr/oJpwdOD/ze9MCt35tmnVadHjg9cHrg9MDvFQ/UEYSPPYLehwOCWIEgQH/Jr69ad822i4+Ad2gFvl465y6p5ESAKbCFr8OmanHjoWcAkg6BqyD8//7f/7te/gcviJZM6RMMO2CYwNejtHQIqP/6X//rmztdkiNyqyVDgCvYJquOJIZ+wDb68KOhx93YOu7m0+lurwQCHZ6RY3x4tAXrfKFuHJJtCaKAH97dOSUeOtHVkXyoD0jSwLTpMxYyBfLwdKIhS0IvyZRUSH4kdZJL49AvOUEvoWCLxF/y4A41PmPjS/L5mT70fGrMd+umH40SqBsXH9OHF+7SH+jIAXQAPPwAh55vq5Xgo4dT1jUOLWCrEgwdWnVyyJ4+tHD64dip5A/jk2ABtuNHZ+z8W22epPhDf+gPrUfo8UruP/ETP3FzAOBQqI5k0c9G+Ne8o+cH8+BxbfT6zI33B/hd9lvf+tbNnVlrzV/I8Ai4Eo1kTV1C50kAa55d5DkgIJt/HUjoG5Dw+6sD3/Vd37VeMkiHAx7rQoJofHzv+nGoYTz0mYfpsx74A121XoBHlza9/FQxZx0AWJP68OvjazglP/OxEk0d1x7fwuMxP/rpYA8d+uq4/ijCq886RYePjjquHzLwoUPjzjyZ9MDpQ4+OXfxmjBJkcuH5iP18zAfWgH7rhEz7DFvYpqy22Rv41iEauXSZIzTsGLmuU3LNLRscIpHPPrrw1HHg4I4+W9jMTtcq2V7caW07KDC+T/3UT90cLJFHLmDrm970Juo3Y1FByxfWk5dSfsEXfMHmaRR+NB42owPqdcxvtQ5J4PTdBGTdDTfRn32nB04PfGAeuPWBkZ/UpwdOD5weOD1weuDR8cAEeNUK/rf9U0eQKMAU5Ao2Jf+SEoG1AHsnWwcH2voBWfCgWomfIFhwKyjetm0lHxInQbhgFr5av612p0uiJSEg93nPe97m8We/mxYIC1qrlbiNjsHRL2hWwtEr0FYXEEukJM74JEqStN/5nd9ZNsIB9t8NgnN97HWXzXsE4Pw+V1A/vuArIMins47ECK/xgDr+PBm7yNN3N8BLIiT/7jLT5yDD2PiEjmr9LAGOPjwSEcmLRFCCy68SDOMZe/gGXLbRkQE3tqAZMFYy0NAtgUFbDflVia4OfLV8Czey1AEGMsisg66CXncx0QyPso71iEebH9BgYB+ccZhn884fI1vypA8vHr5151bdulR3gOLuvnXhkWrzDNzd93MAyRq/onMIIwF0KOUO/Q/+4A+uAyrr1F1aSaUEX9LuUf4XvvCF2zd8wzdsL3rRizYvF3QowG7XgMMGc8YGoO56U0omHeZ8xmd8xvqLE9aZu71+EuBnJ7OejQMY76wrd7glr/RUax74wPxV6+44H+Lhu2pdy9W6C68PbPuH32bO9+aaHyXg+2rtG9XmUy0a/GTDkUH3yNGH1zVhXEprGS0aoI5mePVLytEaL2C/PQTO3I8+vsVPj/knB62k3HUyfuITNLNeHJrQ7doj189DXEOSfjrYQg7ZQNuaIQ8vv5NnjZlDeNevfdNewQd0GQd+e536G9/4xnU9W1fkP/e5z12HUezDRw9e+yN/WRfWCZuM2brwlyv8eUCHU8YATz89l8Bv+i5xZ/30wOmBx8cD5wHA4+P3U+vpgdMDpwdOD9z2gCBTVYAogBSICjrd/VQXZApu0SgF3AJr9AJKpb67AV5wjGa73YmXPgmWJwsk05JzQTcSQbrfvErG3PGUXAl2Bc/66a9WslJH4kGPvmolM+SzW/IsgHf3VSBOtqDbnTMBPrq6lkHOJVQrgSLLb8bJ4Is3vOEN68Vr2/7Rx2d7dR1O4K9WIjR4fXQp+QINPkG+QN3YAZyg311efhLsS2jQAzTwfEAWfokNvMRDoiqBMe7RQy/AA6cOtOkbqMNmNAMSL3qsBf43HvR1+KXSvca6Kvt/ZKOZUr0Our17+bO6o4QfMM4B+qurJJNdcGxHY10o2SX550v+oRO+Wk+M6Ifnp23/SLbIsh74F0iqJPsSfU9UoOVf69waxuPuuvnBy890eoLAuyEke+ZgF78SOmtawmb9scVPBTxVIEnzwjeHCQ5r6HP31jsH/A7cX3gwDsmrnwtI9slki/XnEMGBmDHyA1uqzVjYTJ/DDX3V8t3MX7Xer8FvdRwG4N9uf9SBZrWuJX6jq471YSzb/jE2tOZ5b67rUamfbn3aeK2dkWP+8I5fjZM9+MwTWjLR1fE0hjb/w6EDaPkbzvjoIxOOr+DHjmo9Zm++AFvowaNt7umQxPMfea4hts0hgDXATjj2GxtedOaLLDRsIAuOjdYSHgk8vfgcFpkvNJ5usqboAQ7+/AlAfXxHp3k1FmMC5Dt8MAZz7WcGr3nNazZ/OcB+wCb7HF18pRxgpzoZyhNOD5weeHw8cOvxUXtqPT1weuD0wOmB0wPbSsS2/TOBoSBV4CkIFhhLZASoglmwk67f5iofDASd5AlCBZoCY7TudApy3SGTMElwBMYCaYG74FaS9JznPGeTBPvdvmSHDMGuYBiNtoAY0FWtR1sF/tVKxAXpDjDc7RfU4xNIO1Ag2/iMkyy2AbKUQN14lWxTuvPr7q67vPr4CpBBPppqJU5kb/sHHV2gDjslfnPXmU8k7pJIj5bzi4RB4kemcQNjkzSwRZtceskF9LFl5PGxfnxK8wHqSL75rloJYh049oNt/9SBwz9Ax951xz/0ALK6Qx56uqttPmiBdrXWX6W5QN+9gO3wiNStBaU2PXzAJ+p1JKuSKD4B/KZfEi1Jk5gBfrLOrRUHLtYi37CbbHLJcUggifdUgITdn2h7/vOfv3mPhXdDOAgg39xZe+ygi+/IdB1Zzw6fzKvDBo97e8fFHCaw01pwCABvjbCNva4h46/WXXx6pq1kJ1oy6HftwVcr+YU3JnIk0+M/tpCvRG/M1ZoXY7DWlHirdW3xOzn40POXOv46fF+HDHx8AKp1UIAfLZ2ALUqy0NGnn1y+A+Tox4tWm7/Zp46eT9g19GRNHz78ZOPhD/3s1nbd6Pf0BHvcoYeHQ8On5POrkg3q1oanOcwnexwSkaHfgYLrWZ9EHaAxLte3NWldOdRhn70R75Of/OTNT6/MqXWD357BBocH5s9ewGZzbn/zJIG9zkElORXTF9R1HYIu/rtSwYkAABAASURBVFI/4fTA6YHHxwPnAcDj4/dT6+mB0wOnBz7kPSA4ru64gyshchcJCFQFlQJGzhLU4oGv66CyWgkDmgEBJjpB9vvf//6VGAq68fvzdu7AexM2egG2x6cFrx579gi0fgEzfkFutV64Ry4cvoE69AvuAR3VuvvLfgGzYJ4edcGzoFowjn7kXJb0oIcTxAvs/9N/+k+bF7eRJTgX/JOBFh2gW8ln/KWswz596PkB8LVkBR073P1zJ1ji56kFT0jwIT3ojVtJPx364NiiBObtCU94wnprODy5FfI75hmC3UB9oFpzRRY97CVj2z/Ggv5esHevNWCMoFoHRXzITrxg6KpFX9fl9ClBHWuTfwAc2Upy2XUJ+urgoYv9/AvGF+runkr+zau69cVn/GxsZFebBE+C5s+wuWNvzeBxSOUQQFJmPTkQsl4lYpI0IIlkMxkSQTZ76sX6dtDjMMH6xu9gStL/tKc9bXvWs561+bOX6D73cz931R0GOCRgm0MFSe7Mi3EZN/nsNx7jdnDGDn7gI3RKbfySxOGDmzmiQ50P9I8eMvHDTz85U6cLLzuqdSCnPVDpWlCtQwny6EDDX2Srw1t/ZOq3pq37Op5ggEfLbvNWx7XO3/YRtOyljDygThY/6EPDX8ZAnjVgTlyT6MybfYJuPOwhg15zZh4cBBg/WdaGQyA81oFEvo53ADggsG4cpKI3l+qgWk8TkUGHwwBjMv9ksYO9bGWnsbDBwamxspu8anvzm9+82TutJ3TsnZJPjQsODF79hNMDpwd+9z1w63df5anx9MDpgdMDpwdOD2wr0RNECwYFnwJdAaRgc4LOCUCHrlquQ69SR1v9EqpNsiWwryPgFzh75FlC5W76yBaEu/PpJXv6BMHu1OMlg12CXwF+teze9g8bBLXsBztqJR5sx+d3/u6g6RMoV+vPtknmBM34BcZ17zHgQyOpkuSRJ7CXFArYBeKSALZVyy5+gsdbrTeCC+jdXZbgS/786T5vmJfoSwrJM2YvkTNWd6PdHeQfYzYW+kampIweyYTxS1IE/Ur8aCUPSuPb9k+1Em58AJ+SzL17/auDBg8gS4kG7b2ADfAEkFmprsMG82oOjWFoquWnoa2WXXXg64Hl6FcOn7p5ZqM5Yuf01bUMNPyw7R9+5HN38SV61jm/8SdbzeVOttYQ+frHp4MnQ5+k3ppwJ9cTJeaKL9hjLZvfr/zKr9y8B+ClL33p9oIXvGD77M/+7E2SSCfZbNF2t9ndXDYB68V6Zbf14ZHwz/zMz9zQGyNb2WDMgP1Kuh1K4HWtsclarNZTKfrRmg/XBXvr6OPDbf/os57B6KCTLWjg8eljB3pzrA5f7VK2Kx/CAUhyADnA3LCJ7WjIYC9adtKhjQetNYSGDeYKj/kgi31k6YPHzy724auWTfDo6TS3+OHw0Mt3/F+tpxXoRj9Qx8GQwxu6JPvWAltd4+bI/PI/e5TkOgRwwFCtuUDrmndAue0fc8UG9N57Yn/yUyj2+ZmA8bLZOHfy9Q/O2rNfWE/m1Dsi/BSADcbFfrZV67qrY36283N64PTA4+qBW4+r9lP56YHTA6cHTg98yHpAcGjwAkQBrmBTAAwvuBUgCzoFsuiqldjpF5jD4b0s1fXjI1P7Iz7iIxQrAPdoqz+x9q53vWsFwvQIVD/pkz5pJUcSbEGsAwD2CPzpQkcuENSTX0cwW63gFk5/HXbSYzySKHfoBMoCa8Eyuewb+m3/VCsZ3avrnz6JODp2sUeChpcuiQXbBO5oAX8YjwDcXT/JvoMNj3v/tb/21zZv7P47f+fvbJ//+Z+/Serc7QWSUomEYF+Q72kIuhlCLpyyWocKbNJmB3uMCaBjpwMApX42oa1WUqMNT3YdY67W3A4OPUBrnGD64MyBccNrT18dcuDpGGAv0K5rnXVnnc4BMtHzJ5x2tdaNNQmvBOqXQJfxK/lHHTjgcvffoY61MX7Spz44PJI0PqXbvOMzrxK0H/7hH978JQgJHP0SeXfq/8bf+BvbV33VV21f//Vfv97o7vf+5JLBPnLNEbCm3Em2tuuYV3MuiXcoIJm0btlsDT/xiU/crAu2SkAluODSR3Q5TCBfcqrf/KCBc03XcdfZUwDmkf360JhTYP7wgWr9+Uv2k6e/Wj9FQOcaMAZ49IAsfXDKOhJw81HHnI9eJR6ywbZ/0LGVbDaSR5Y6efSpK9ml39iNw9MP+Kr1kwUy5+AAHv+uYl3r5oM/yXb9odM233DoAPvoYKu5RCf5lrBLvM2HhNz6MXfm0Bi02Yge3vyS5UDAwR9+9trvPPWjbX2RZ84Bfvg6fMgeNlqbdHqSijxtPzNxKGXd8QWb6ZuxVNhPOD1weuBx9sCtx1n/qf70wOmB0wOnBz5EPVDXwaCgVsAqwBUwSw4ErYJPIIAULFebwPzSZQLMaZMj6CRLsK2ND7+gWlLlUXo8cNPvrik+we/999+/XlYm2WIPOYJ2ctAL/KckB58kgE5t9gqY2SQwdtdd8O3pA3faPDor8SID1LUf8AzQaazkC7jxS/TopwOOfXQPaAv6HTR4TFyS73Fef2bOgYDEkx/cZZT0e9mhxM5dXvLJ5XfJgSSCfewgnx2AHwT3xqu/jsSAbn3sGt/VkZBXK+EhCwzfjHVK/lOvg08b/eDqwMMB/eCyXx2OjQNsu7QXzSXUYV8dJfvIMF58Sm2gfukP9UsYeskWHdr8gQa/OZVU85P+akNrXtBal+isRWtPEm4+JOxeAul32GQ43LG2zLM/4WauzaMX/TkskJCaTwmeOeUDfPTqs0ZcD9ao9Um/JA6Nks3WAFl+ImC9zBrCL/kDxsBfdawDfMZDp7Wqv1qP3ZsP/jMu14Br3ZjZBm/c6C/r2nxHB3nmXV2pT8lnSjAy1AEa9PQoteHpoHdkk3Ep3xjRwdex7vDiG7zrWRt+/Or65hey6/jZgMMQibp9wdjZSC4fKfnFtUOufiW7wMhn/8yLOXIHH68x+YmQwyD7Jt87bESLhx3WARpjsp7YbU7tA9aTtUYeu/nAAYADho/92I/dzDmcuWJntQ5fyCQfj58E0GcNOUTUZzxs4xvjBXVcXxX0CacHTg88Th54xAcAszFd2l/XF7aN57LPBjEbgs1BHxmXmxyctvKhgAz8l3R02pTgqnVav118qisc3jrsraPcbn/YOXJsttW6g3S7ewUzU7+pJIeddad8PPBKMLrUwaUPLu3UBy77tR8J1LVtdF3KYr/2pa18XNc8+h8Mhl9/HTxwddThQV23L3Xp+2DBvF3y+vLSrtYa4PNq3b3b9o/+urZjRy069qoLbMY/vuzhpk995gSOj+BugpF1SQN3KUcfO+HV63jjsvolXNLAj342X7brGN/o0PdIwFgv50u9Dh13y73UiQ+gmVLdHCiBMSn1Gz+YthJc6ht6+KFVP+HheaBa+1rdWd7NXUf/3fi729UdqJnHOvCC11mnrlWBq6DTb8/RemGZoBEdQYJi8yp41Z71pJy5R4NewuT75vf//t+/knn07mi+/e1v3yRS5OCz3iQ52oJev7F/5zvfuRIywbJ+UK23qwuE2UbelPTZDwT+7MAn6TKmz/u8z1t3zNXxCpaNaWzAC+gH+shWrzbjIE+C5t0F+gXXkny+E3AbM3o4wb0/I+cuvzv/7uC5I2sfMA6ywVw3ePRJBp/61Kdukkf6JCvGJEGgh1486satz5joBnUkSPr4oI7vS3TVen+C8dN9CXW9FuDxAnKqtR616TVfaIB+OGOiAw0/SlKUFbLFzzf6AT5jQQPYJOECxoEJTbXe4aBdrTk0/mp9X9C57R82kAvgtKuV7JLNR+xWx29NagN6lMYwfGxDaxzmHr/5ltihlax7isXcSsw86m+OJWruuupHJ9G0xqxD/OQ4/PEYuEMkBz9+7qLEQxc7jAOwx3hck/DVxnYHBmToYz+fSW7pwAe3u2WzbqwtSb7r1RzUcdDh8AOfO87mQBKsnwzjh6vD5+aFDejZpBw6dhkXW/DrA+M/fqjWUydsqtbcsRFs+6da80wW+/Hv6DV/7CabXnawjR4lWj6mCw86pX7+USeHXH6DNy5AN379SnMNXHcAL31k0mEO9ZMBrCPXNB9P0s8PftNvz3Ttst11TRd/0ctWNNYF2fR7+afxaaNzwFStWJds+7EDJusEjacU2KLODnIBnDXKdrb4eYoDRfsTPQNox3/GAtgI6rhmh/ahympd33Xv8qH4z/7TAx/KHrj1SAfvYr+UUdcXIrxNwWbgIrcR2JSGx2YDb0Ow2SnxoNPWp30TkIGPDhsSWjptdDYUG41+eF8GNrpqPZYFp60EaG3U6gC/ErBHP7nVCga063q89cA6XuNlJ3oy2ckWffBKQLYx61fSqdRnDHjB8OqvB+qsDwxHHv/5IhpdygE61cdWNhmT8dTNuoyF/JFRrYR6+PkfTP92+2O8qnWz/Lq535dnHY8PkjdjoI8OPodnp9KYgDoatqHTBr7gtH3xCeT5DJ0+YFxTWofqN8HIImdsgDO35JIHz054wQT7BFxsMBfmrlon8mgGr0732DElufBk1s3+q5v76WIjvxoDuepsVK/WfI9O49r2Tx1B2eCHfu9af6tdCdiotIaMB2gPn/kZfQIn9GxyHQ8t+hN+b3rAfM08WRuzlqwH15eEWqldx5oZ+urqkXHXQXVHcE+WNf++971vrSkyrBeHC5NwuHYkPkrrx+GAx/99B7nWrC12sZO87fanjuuCXnjrkXxyXK9sVPfYPTxwyEA/Ea4V/fi0ATno1EEd4xPoS9wk/wJyMhwGSIrgq03ix2bJv8TfHX/JHZ30kGss9kNgTGx3rQBjZTdwrdGPRgnYyWagDdTH5umvrr5byYHnC/OAVhvgB+xSVmvu6rrcbn+qqz4yAL468OQNGNPA4JR10NYxb3AArXKgjn7yt9uf6o49bPqqZRfeuq5rkwvqwNdR6gP1wPa2f/Txq/kwb+bUXmZeJNPmXXJpXiV3DgAGHOBYy+azjnkw5+wlD/+sJU+7SMLh6TNHaAfMl7p4TUmG+SRbWa2kutqt3tack+E6UUIaizFU62WGcx1Pn+SVXAklWvOqr1p+3fYPO8hDh2ZHrT5t4Jo1BtcEuwa0jQtPtZJEvHXUqyVn7B3d6M3bANnb/tFPtvGrswsvXLX2F36i15y5NtXRgmodMvDHyOAPfXSiJUt9V7fsZQMd6PHpc+0CPtFvTq0N9hgvn5oz+4Tr1x19fPjpczBQrbGrw/OjtcNmusggj2z7rz/x590gnizxFBGbrDP89tE65LFJXALU2WevNTaytv0Dz07Avh11/js9cHrgcfLArUeq1+ZxKaOuN1h4G8psWE4x4WzaNhsbng3QF5z6bBJDpw/9TWAj0U+HTctmow3ItMGhsQmyFc3IreOuBPzYYPPEi8dGB7SnhEdPHrz6TWCs6ADb6LYR2/z4Bg4NW9HYIH2RkGn4EBMeAAAQAElEQVQD1YYH6vjx6oND90iBPOOeMRobqKhYwY9KHW11digfSrexGs/QK+uQY+zmA8CTRSbdYwvcI4E6kn9jrK4SBnoGyGej9uhlQx1f7PD8zV71mTd19EDd2kAjaKhDL/xDAdvIYMcl7bTphlfOOtFmszXBf4NnN1nwAB35Sn1KctTx0PFIgG4yAXlK/uELbbLNLX36BtigzsY65gUOH/pqBUEVshVgrcr+H7lgr663fCuBPUDJL0D9hN87HqhjLq2JS6u0zbt1au5nHu0dDtzg9VsfaK0ZpTVlrSurtRbwk40Gn/X5/ve/fx2OCZQlTX6fis6eL2HG77tH4PqmN71p048Wni3sIItMeskfqGNMrnu62GhtakvA3Ylnuz2BPnLIFmRL3i/lqYNL2eTgc4eWfRPQu9sLT7ZHffVJ6rzB3x18BwLw9Lge67CTv2ZM6tXa3+nxXel7WQLDT+zc9g86wDZ+M4ZpD24nW3Kq5Wu+qhYOvesRL5/WYUu1kkgyqpWU8B8aUK39uo6+bf+QMbrRDH11xQ83gGagutpT6qhP32VZR18d+vWNvGrzqdbY4PWDaslXB9NX13g4oL8OGVPfbn+0zat5Q6s01+bGvAB1c2uO3c23PhwKoEMPzB+8O/YSPMm/ObY+ySdbvVrzYM4A/1rzrj1xgSQPnl3k0jE2kANvDs0zQGso8PQpPQXg8XP95hDOOlN66qZahwj4quXbbf+4pshjEz5lXfuTD1xbxgGMiU3qZA/UwVNHOXRks4lcY8DrWlBW6yWi1VqHZBp/tdY4Hvy7mWvvmTVONpv4CA8b0MCTPTj68OuHA+rwAI8xswVfHXbogzcv5piP2QInMUcr8fYkgFjaHX/JOvnmDp15tQ94AkPbTzvwoYU3X9aYO/gOALwvhUxPmzhwcjBAL1uMi93GAvgTmDtzyzb+QGdMeCrV5VdtjSnVTzg9cHrgsffAIz4AuDSxjg3KhgL02RCUNpNqfUEKVmxINgkXvc1I3aaD1kZh07OpaN8ENpehpcumow1syDYzNOyhyyaoD6gL/MgfG9QBepuWOsBr8x+bfEGyU99NYKzTzzY8dJLNPjg0xk82HXSDap0as9XmjBeQB8d+9UcC9NnIyWCTkm5gzNpsq9bvbtkIp1/5cICdZPtCHPvxjVz1S6hjnRjjJf6DqdNnrqwN46mWGO1qPeaHxhrRYVzGyN9o9JkvtporNObNetGnjZatZNDli/lSF5oHA76hUz8+JRzZZNbx2DE8OkGZui96JaC3jrXCFnbDCw6U+MxzHWM3Djil/kcCfDV6jJ0s/jF+PtOvDoxHv7HVYQs8gL8ENPD44dWVZJA7uuDrmEdjEuCg4xN7jvoJj68HqrXvV8sQc7Yqt/+rVsBv/szbXFvmGa21YN6V28VHn6b9y/6iDshR4iFPvdokyBIG3z3WievaGvG94xDWy6v8jnWuIdcHW1yX6iO3WuMhd64116x1ryRb4vXpn/7pV38Sy95HFmAD3cAYRwZ5oFKshIg8NkL82q/92voJgt9jw+kjyxiB34J7hN+1jp5P0BgPH9FnnPxoPMYF2IAeLTslku40A9e2axANHXzA70rAx3V871crCddPPn9s+wefunGSBXb0HcF/tXj1gTp8sO2favVt+4cMQEe15qGuS7zGp6x2jut/eK5bR21w1dKB9xLqwBsnPLkD2kC7rnWRWT3Atm3/VEtPtfmgVQJ1PjU+oM5vdJs384kO3pyae/MDrz12oDePDpisFYcE6mjxkw3IwWMM+PVbu9ZPHQdq8OShQatOH/n0q1s31TpEMNcjmy48ZBiHpFGsY5yDNy7XI1uGTz991dUasU6B60c/O6xp/OrolXQC8qdUr67mQ3sADZvZRz8Z7K1j/PrJBur4jBkNO1wX+IC67yVPNCjZxqfjH/TGSQ4c+8nTBtXV2kDHLiUgf9s/5gbfXt34kh50+vmH/Q6EHPb4s5B8Lsl3qMl3+skYvX6rb8+zB8Ibp0MAhwf6/NUQ+yY9r3zlKzcvNfXTE+M33pHDRjYBOH3mVckfbLO26GcrPF3o+QVMXXnC6YHTA4+9B249mipcxAMj1+Zks7AZ6JtNRr+NVAk8jjYbgk0CrY1C301QrUCpWpvntn/otEk6rXQ3xItxPIrpd3M2RpuvDUuQYuPTHt3Kan2Z6Wc7WbvY9TtSsm1w2miVN8GMFw96Y6LThjh98GSw6VK+OnolW9QFfmh9YdlE1R8JkGFzJ0NdOWDcNm1zAehkIzv4bOhuKo2bD41X8oq3umIZOdaCsaFHQ59xXxF+kJWRwddEkEtHHUmjMY//p98Y+VubLeZLHR1/qLNbnzoZ9IxcATT8+FX9wYBMfe6G8IE6G8km17VANrygSwl8sSv1K9k7oC3woJ/v2UUGmfoEJspHA8i0LsjiE/rU4Y1nxqcNps/Y1NmpRKef77VnXHxBpjFc4tXpU6IhT1uQAwf4Q3nCY+eB6iqwrgfWaa7W3lxt8zFnU69jv9W2lhza6rceZt6tC234aulUtzYkIq4Na4gMpbUHv23bSiLIcSe0WrY4QLP23NWybvQLbu1T1pL9wjWjzSZ1+rb9U+3/H//GLiUZHs/2noGP//iP357ylKdsrjW62CQQruOuomsTkG9ch7Ttalzb/iHTnug7SwDvbh5b3YFzVw7evuEu27Oe9az1xnd64Iy/Wr/jNRb7Fh8pyTAW14ex0g/ow2/fp5f/2I7H9YjHGPkc3W7i1QF1tfxKNkBrHvmNXG0l2G5/4G5XV1Gt8a/GPf5Dj1+pmy2V6prjVdn/q+6Qgx4fmHGqD+jf2Zb9ZBqb8SqnrT4AdwkV9mUDmeRNWdd9i+j2f2jYMv7X1qUE6oCv+ZM9SmBuzZF5QVutAzR96Ga+zaF+tsIDNJf82gP4XBPkkg+0wdhB1rZ/yAWD55u6HqvxD5BDp+vI/jx8u5j1fgvlXAd49Nchi746DsGtJzGEfnqNT1mt8Rvftn/049ura06rq7Jaa6OOkt10zjzggyPD9QHIBWis5/ETOvrRsh8tGrGumMH81qEbLajWOlHnE7LUt/1Tx/VKJhy5O/rqHzvJVLITHb32Fbr5Z37bbw/ydJM9ptr0SertG2jNMX6l3+p7KSrb/XnSavOk0Rvf+Mb1NJS/juIgiU5PSDlY8Ock0fMHqK58zG52brc/bAT4rbXb6LU3oZ32ZX1wZ3l64PTAY+eBR+UAoI7N9G4zq82dkJ/4iZ/YXv3qV28///M/v3lr7WwOvhB8ueBz6vj3//7f3171qldtP/mTP7m95CUv2dyx0HcT2DRszmTa0DwC+eM//uOb3yy94x3v2H7lV35le81rXrPBveUtb9kEfN54+oM/+IPrzyHZJG1k5AjWyFGn20ZrswRssHmR/2M/9mPba1/72iXTuG4C4/m+7/u+7Vu/9Vu3r/3ar106PVZlgzd++ujxRUDHtI1l2kpthxjf//3fv/3UT/3U9vrXv377mZ/5meXXm/Q/VN8P/dAPbf/wH/7DFcixwSZdUbm+NOYLG6Ja7z7gM/PDBw8l/xWveMX2Hd/xHZsvFjIA/05p7NXmTxe9+MUv3tAbFzDGh5L/UP38T9aP/uiPbu6OWSvGyAbz+hVf8RXbj/zIjyw//uzP/uzV+vvpn/7pDTz/+c/fBM7mvo7fMgqwv/M7v3PRko2PHebF2vi2b/u2zd04Y3wo8MXI71/3dV+3fe/3fu+Gn17Av07dzY/rRGAhmKrjJYD+trPxWd/0u8608fKjF/cYIx9bV2R88Rd/8Wbts3v48H6wYOzGPXqtJ8kPH0lQXHfGQT776GQfevPrN4WXPmLr3e25Ps2Ba4hMf8PdGO0pZJHr2qAXkMG3yhMePw9UVwH3WOHaU68U67DVHNvjrFfzpm0tKAWYSgBXrWBz2z+uZdd0HbJ21NIH71r5fb/v960DYnh3srzQCl7yQJfEWrBMp72OfEGz7y08dLp27rZZG20detkomLbP2d89gu9Q295BH13kGCNdvoME0r4DyKrWmNS3i4+7eWjme8t3lDtzgn59An535LwB3h37aiVDrgH6wMhUB+wGbPI9xH9KdNNfLXuMyRgkK9v+wbcXG1r8SryuzSnRqvOJsaKnAy35ymrNe7XmC80loAGDo/eyDV8pli3TVz2oPDIuAc8AQdUas7UzYBx1yIQzDjB4OLDtH7JG/tSnhFcH6nxjbfGh8tIv5NHBp9ZOHXej8Zp/BzPmBZ3vDvs6vHlS8r8+9HTVdWKJ3hrUP33o2GOdsUd7dJs/eLTwdfhCnc3kXEK15gO9/t0tK2YQT9FNFjz5+FyH7PXdRiZ6JX6gDdiFVyKrbQzjG/TmA67Sva6Baq0Feqo1t3Xgtv2Dr67bO2rZrhzgF/yADfYG9psf+vhcyTa+qkOetjv0cOa3jtgJLVvpNj5+IIt8eG00fAUGp46G/jkE4VPrgD100GU/c0ef/Q4K7UduSFgj6Ow5v/Vbv7XZf+hywOfQkkzvDWCz9WXvEpOLn+kgx5+YZLPvc31eHkiPsVTraUo2asOrs0tZxyEOf1a618/60A4s5Pnf6YHTA79rHrj1SDXVcTHfLcemZiOTvHh5iJcS+fuxAha0NgUXvg0NnU3qH//jf7xJsCVqNiCnqGgfCmwyfmtpY5IMuBtiw/TlYlOs1peQDZA+X5Kf//mfv0nM0QugbGw2+NGlbfPVZquSHkEWG5/+9KdvHvE0tpvAWP7W3/pb25d/+ZdvX/mVX7m97GUv2/y5FYnLl37pl64TcH7wheELjR4Ap6zWl5i2oNTfa3b6KuB7OPpvsk2fxNufgjF2X67GbT5mzGzwRQGMn518iJcPlDfBs5/97PX3pgXfZAFfAubHGtGmy8GQOUHviQ2yn/zkJ283yX44febK2lMKNOims1qHHr4k+ZFOdPyLlmx+Fsz7UjT24bWO2Ibuch4c0Dz3uc/d/K1tb8yl5+GAL+e//bf/9vITXnaQa+2wwbybf7LYoW4e2A3Yyv7P+ZzP2dDjf9rTnrZ+p2jeKqwLXIPGiB7fIwXzxAYy1Y1fUORupSBD4ADPN+yij41K16zxWgfWHQPrsJWPtc2Z0pgdKPDTc57znHXt4Xd3gq/IE8jQKzmypvCd8Ph7oFp7WB3JwYNZZN2YZ3PvWlO3L6lf8sAPuA4k7gJYfHXomOvkIz7iIxar9UW+u/wCWuvKOvE9Y41KQPCQ4ckx1xzdo6daCYR1VYcOMusIfK1h17F9bds/9nL7qfVIDj776uDo0ke+PvxK7Z19+Qu961dQ74kf32Xku4sn+TcG18Tnfu7nbr4/+UBSwC609i2+4T84Jflk4CXbd5ySLjaMbrboU/IX36HjnwG+p5NcdGTjJwetOjv0ka+NdujYVEEvgIcD6pB1+JpO+MGROfVq+Wva+kAF9QAY2dNRXfEPDg3gg2qhq5VYGl8ddum/Wxc+sO0fJbvBjIEPy1JA4gAAEABJREFUgDWwk6ykc/rh1aulSx2QQ5e5m3XGx+rmkn/Hjjpsow8NvmoduJAF6DE35ILt9kcfqNZ6RwfM9QC7ycanD/22f+gH1RoTmmrpdT2Iu/CKH9Cx2Xj0uRarNeZt/+BFO/K1d/SSZTz4zQM8mmrdUUbDrmrNaQW1xlItnH42D5DFFvL0jTy26Rs6JR+4rlzTfEu468McjL3kVCvBRYdHSbY+9qujJ5MMeirV5QPy+IsNw0MfOnzk4UXzhCc8YUOPTr+9wndvHTfgJPniVrGMOMxe50DR3mANuLvvfSV86WkisvxsxB4oBvdXAfjHewI8UWvN/fIv//L6eRO5bOQz/OjYYSDGCNgE9LNZ//gA3QmnB04PPD4euPVI1brA75bhYneR2wwcAOh3wc9vLNVtBPA2E5uZhMRdE18ONiB3FvU/HPgn/+SfrGTeI5fsqeNPzdiUyCKDPhsofeyDqzZ3K909/Kqv+qq1YdvM0Ahs6tiQ2YcekG9sNjPjg7sJ6GQHIBc/WySQ7iK//OUvXzaQ4YuCb9TRTalu06cTro4v1aGF+2CBLSN35LED3jjJVQfqAkHBp8D50i/67gW+YMyBL3njH5/xB8BDv/HV8XMObXNkLvQ/UrCmRoYxVitAodMY2VatF/lUK0hgA/vQj81kCLB9gQrC8ZvfaiXbeNAYpy9avtK+CdDy4xP2L3F0I4Nc46fD0yxo9Gsr9dcR9JibyzGiYfPwWz94hsaYtB8NqNbJPxsEFGSqK8Gv//qvrydJ1C/xbDRWhxzWx9ho3tHyfR1zos94BRteZoXPuuI7Y1Ti+YVf+IU1d+jh4U74ve+BahkpkLY2rQFrpQ68tutUidD86p+6dT1rD0217vpbJ67toXNNCIyV9Ajk/SxMEC0xt6bIdqjk8BgOL6jW2qo0F6AF1p81TLeAWXCNV90+wT52GIMnEOwf2ngJYgtQv8RZ836/KzlycO5JBdeFvcLBJfkO3tjvN974gYCfHnrt5WTS7Zqg1x4G8Oljt35Ap5KPALvMC3rj1EZfhx+MxbVMjjlhHxuGzr5VreSsjnlBi0ZZLb9OG+4SLvHka1eKBdUVf3VHolfXfdvFp7pqzViqKzmX+qcfQ7Xkw4Ft/8w4p72j7vg3sth+CdYmXw0/Om2+VOqHM391/GzE3KGvw5/a5qta3z/Dix9vHXhzYD1aD+rVuiGCn93m2dyaZzhtevS5Dqxtg3J9uM6AOll0jq1oKsUC41VBQxY5aNmij55qHcSTWS3/bvsHHcBrLDtqJcbVKrfbH/3Gq1mtAwKy8YDBV2t+K6j1/Y+ODraxxbq/xLle4MhBh5E++4Z54SNj4Tt+QscvZJBZLZ140PMXGn1kqesjWx2o4yebv9gAD8dGc6Qky/UP73p3LZs7P3NyKEgfn4pj4X1v6nPY6eYEnGTfWNCJV+wvSvrYhQednw4Yl0MBNxDcMGOHnwOQpW485oEv2GKM5MDPmKxV/kQHp++E0wOnBx4/D9x6pKqrtZnaKKolzqZkA3K3bgITG4hHgG0Wc/HbDHwpYfIo9mwMNjfBvE1Qn80ETBsf0OeO4zd/8zdvkgOyqvUlQt9sQPD4qxUYbvvHxleH7TbUf/Ev/sX2D/7BP1hjQV+tL9U6xrSzrH/VksEW8qu1ydeRrNTRNsZq2cJWgIdv2ALwu3vqMW93nfCg2/YPX9x333177fhXx5e+Fhno8Nehj88q3VdQd7avOi4q7GAXFHnKOvjYUMd46dTnC+XjPu7jlp/YUK3x66ujXodf8RiDLxh3a/mVnWhHFx3TNidsAZf91fpiR1eHDl9QddTr2sY6aCvka658KWmQycfs0q7WHGtXK5GF12YDMEZruVpz6UsXbh6zG/urq8AEzsESX20P8eETB1fI2EansdEB50vT3yRnk7mCA+rojUndGNWBOvo6fKCfnOHTR4e2slpzWEEtqNYcV+vvd9fRRz6CKS/r9gBtMgUu9PpJwNijrZ9+OHV3HgQW6qBafiafL4zR9an9vOc9bx3SVeuOh75t/5BLpusInbY52LvOfw/hgepq7quHoH7wbn6/hKGEM4+znuHNTx3rS9t6sT59V6Azr/jQ6Vc3n+ZYG9S1rfqGVkkWGX/wD/7BtU7QeyReH1n2I3fJHGLaf/3eVZ/r3N0w65gM+qq1Hrf9g3cvlr/QsxUtOmP0nSP5V5cYS94BPkk8+b7/9NsX7XfkjMy6HhMc+RIMew57POFCH7slHEp39eDJhtM/j/Kq+15E5zCST+y/dLJDoE6uPYjt9AH28ilcHXukNrvnutbWD/gSsIEOOHV6yDcG9K55MvTRoY2m7hx3tXyOtlr+3vYPHvKV1dpv1UEddHWU5OJXssEeYmx1ve6qdTAxdHXw1lFu++du2WjJIndsMf+gDtnwoNolHP/IAeiUsNX6XkMLX60x1RFL8Bs9dcjBd9nGs+0fOGNjG5qRt3et9xa5vtDqg1PWMXZzYE7xkzOADo+1Ye7INm4l/Ogw19YUGnIBXlAt/eTrH9muPzLQWqPkWhO+L8mrlh/Q0MP+bf/gY++A64fc0c82gIds825ccDv7la/1VWtd0aGNji2uS7TsIZdt7K5WfEA3uWxirzqbla4nPAAfOebQ+Mkl07Wsf2yim73kATx1rAt05OJng7GiJxuos8Feo981Pfz2Ak8Fuf7xzzzaB+1x9gz22pf8LMD1Sz67HDDai/E5MIBz844tf+bP/JnN9zU8n3miys0serXJGz+yCfAxHxk/neShZy+Z6sCYpk/74QAf3AQPR8ZJc3rgQ9UDj/gAwMVXrbt81TpZnk3S3yO2uaGxmTgxtFlxto3BhqPu7xt72yicDcKGJOnBa1OxgQzUdUBiE/qWb/kWIu5I9GykNlybi02UPYhsluSo0zP64dC84AUv2GyY0698KDA2+pT0DT3b1W16owed8UzbeAGdfjcuSENvI4S3aZJxE7Bd/+iu44utgn5IwD/2qGMwFqU5q0MO3GzOngCoVoKIDtRBpw7YP/Tk+NIYvHIADVr2G//g+YG/4OHU2clGdXzws574lRw4tirNPTo82vrB9A9e34PB0CrrGCM73v3ud68Agry7een0Bau8u+/udrU5ab+UX4ce9vninjGOrmoFM3julnevNjmDHx6y1O/2L31Dy3/qxkGGNY1HWa3xW6PVCtiqzcf6nfm7//77N/bTB/QPkEW2A6XB8e3Q0QnPDvgnPelJ624RHPl42aLfXQqJnD581oj6CY+/B8wzGEsu6zPXdSQL5rNa6+myr1rrbbvHB4/1ocvcW8P37YenH/7hH74SPHhrxR5hn7derEk/O5JUuBOGx50zd7oF7R7PxwfYC6aurMMecu1v6Nlr3dnPyfO0QR3fVwJjMsjGw142koWvumM/RYuGPLb6mZagXAAv6XeH37tYBPrGTAZZaKv1Fw8E4q5v1wp76DV+JR/AD9DDj2TgYRvaOsZJPqjW3LjG9aOjnx/pYHe1/lqBP/tG5gA6/cDY6Fbf9g/ZoNpb29rf8OGZcmgRVFfroYK6gmr1VVc4FfKN/RKqddigD1RXvNrbg3zqoGPfwN32Ya1jXtEY84xFH/na+Ko15pkXtGjq0IP20m51OLz3AvoAmuoBY9z2Dz5zAOjTrtb8WgPWNaBL37Z/4M25+Scb6MMPdpIrXdWq4wfV5mOtSITxkUeW9ecaGlv4hWxjQFctWa5hsgboRLNdfKpFi4aMOvRu+4cssukDdfSRAb+TrPlXauMfG+lWn/GjoR/AuxaVrnHj4Dty9aNlD/364Iyb/MHhE6MCPvLdipad5LBHG51rTR1O3W/y/VTIPkMX+Z4amjacJN++QZ99xAGB2EPcBccWNtFHP9n63PXH6909xu5A0dO69h8Hnt4p4Gd56NlpDSsHyDZ28smV+AN1PGzTz+Zpo61jbvSfcHrg9MCj74Fbj4ZIm56L3AVvk7QhCdb9Xmj6BAP/+T//5xXkwNlI6Hbh/9N/+k/Xl46LHs5j8Uobal1vAtUdAZ2XBnoU0kZo48LDhmrpEQzB67cp2czotoHabNjKbiVem+FXf/VXq242p7FnIR7kv7q2iW7ybKD0YvElMPJt6HDTns0Oj0c5/Y6ZP9ha1+PG82BgHOSQoby0wTxU6wut7l0aI+AXcyJoHNv57VIv27R9ISjpVF7C6L/EGa+T4+oKXUe9WoGPgMC8kEkvW9hkHjCpg7GVLfxkjegH/M4faLT5XomWXepKOtTrsEH9AwV/kosesvGqK8mv1ksP+RLuJsDnt3XsrjvtYackwrVDRh39dI4e+JuAfP3kK8mEIwOuDv/zrXniszr0mAN69OHRj09prZkvNOSSNf7Xj44sdyMd5qG5BPxo0Ho3APngkobuabsrYT/RRmccUyfnzW9+8yYIGpzyhN89D1R37DOXms0VuMRd1q0B/fZr1766OUajrGvZcJeg31qy/qy3WTOC1A//8A9fNlkf1rA1JMF355Ae60nw6jBPW0BMt7Y7W2TSBQfIVsJVK8lAY93jrzaHCECbHNdIHd8RxumwwV5n72LjdvtDLrjdXHYbF51s9qita8146bQn2Pu06VcaJ7n84LFg+ziZ5FTrcJ4N+PFUawzV+r5ERx+eAbLoBeThH1186jvVQQDd5Bq37x3fdWzhaz6A0ya32nwu9VXLFnLq2p6hGbuq5Ztqu/xUC383jq3Vkq1OvjEMwNXBW9d08GC761N30rIPPJh98AAN//C7OrHkq/MJQKefn+DRDFRXY8BXhx3b/hle5SWQt3ffk2/o+ME8KvkGVNjWmjD/+hZi/0991gI70JPFXuNTau+k69/QoKPHGrJGJPsI0MMZtyRTG78SrzGAat2BJ4MNA3Sir2ubycWLRl3/JZBNHz/rJ58ceG22VisugdMevcbuurPu+aZaT6WRASexppdsOtCQSU614txq3bCCI3ugDp1swc9PrhtyyId3XYmJ5roSH/CbPWVK1xv/znevnyHpw0sm4A9+d5gI3KCxZxgfPWxzk4x+7wLw3h463/rWt67DPfb4+ZTDTofvv/mbv7mJ+bf949CB//msjnnZ0Ws9sUGdbCU5aOsYO9xAXfMO7ixPD5weePQ8cOvREOUiHjlzgftNvY0E3sbhLeA2Jm2bj3q1XiTiZWpOPfXZnLzd2wmhgHBk26zUbYboJP5/7+/9vbVJzyZLpo1rNhQbNXn68evXtsnZdMc+8tjtxPRLvuRLNne46SJH301gLNUKPtDXUa/W4+U2azaR4QtCOUAHG+rY/IxHsKefLDaq3wTGhW6AzDq+LAVm2jcB2XzCr3zAR2yin9/wogHVCiZ8YWy3P2hvV68KPgF4gQ4+JQ9eu1IsH9ElWQZ12E4uW6wDhPgAG0dmtb5I2Y+GD3z5ksfvcOQoAV8pyUGn1H64gJ5s9F7kqATmd/BsQ+d0fL7k0DwYoHc4oqzWlyR+9GQ61Z9rY/B10NnXxuQAABAASURBVOlHdxMYp368vpDZqg7HX0o+VQ6wZXBo6YHjZ/yCE3LNl3WjD558tEpt9GT6KwHqdcw5HLnVCoj8xQSy4Lb9Qx45e3WtN6WfSaAhV9s1jL5aMvxVA3zb/qnW9bhXz3+PswfM0UAd83LZnjmzjgSt1p1rFo2yDp7qaiR1XYes43qoo4QTtJLhO8RastYFq/Zg+4pgF/zqr/7q5vvJ2rJfCl4l7q47+skgb0r1S2A3fuux2uiQnAvMvbvjvvvuW4fWZAum7Uvo8VVX65QfANlsZbO6PfNjP/Zj108Z8Lvu2Oa3uvZGutiJ3nXnO8++U4cv6CEDDq82QAsHyJm9kSzXt3lgp+vWNVeta7HaLj8jh17y7VVs4uNqvVeFPnLJ4cdqfW/Dg0t8deUTtJdQLRvGP8a83fWpg7+OEu0lsFEbb7W4qyudC3HXf5c2qOuug0fbvCnB9CmBcet/MECDjw+AOtvGRnxw6Aa0B+qwo47ykrda/qqjHJnV5kOGeR8wl2hAHTT8BeCGR1ld+ayOOvutHWvGuMlHawx1fK+7/uizPtBYZ/SyG04JhlcJqnUdoR17lHXopod+MtXJAHgHzw5t5YA+a5DdSrzk0lOt+KRaftz2jz5jEKe5duwbO3olxUp4+wp/Scpd/2TRSxe867FaN5nGXj5BC+ggCz07lUAd4OFj/qJDvcKyZLr+7GPwDsX9XNF+hLfa9Gnjteeyx2Gkpxb9PECsZr9Cx3b7jnjGE1OesjMW9po7tBTbkxywetkv+/jTOMjRP/ark6ftiSZzBIdHqV3H/sBeuBNOD5weeGw88KgcAMzFOyZ6PEhS7wJ2odtgBBne8u9t+B7dR1td/Qk6GyecTcVb/P0e39vzbSLVOv3VP+C3w+7Y2zAGZ/O0YY09Tj6/5mu+ZvOnxpxweieBPzGIp1pfYOrstDG7A2Tj8ufTyKwUNwJdwKZYbTZULxX8xV/8xfVnD91hEmTaiAmyaQus1NlKtzHS6wRVIKUPju/UbwJfWmSgsWF7TOvnfu7nNn/X1XsU/OziJkDnd6r8zxfkkAd8gWjX4Qf2+PLzZQGP3rjVB6r1ZVmtZHa7/SHfhj/0dcjUbX34kvLixze84Q0be9/+9rdvTpuNAWhXKxAeGfyO35cRHF7j+aVf+qXNW2r92UdtIEHkH7R4hlf9JqhrO/mkjrZH6QS7d/Oi4SdzO366m+ayXa0DJ74cvLGoV+vPWaoDsi/LSx74e4F1BV+tRNlJPV/wKX/5Mz98pc1Pb3vb29b8mZNt/7ge92LNJRzb8L3xjW9c84QXjzvwb9jnzl/iuPSLdQxn3auTxe6pa3s5kUCCbG3jBOoD7kCQoT10/Kzt4I496mDw6ic8th6YuajWflpHSev0mcupwz8YzL6oHz0+9YcC6wm4pqtN0PmRH/mRK7F3nZJVrTfl21/R+hNW1o1HWAWuAP+sd3ufNl5wLxvg69jnfH/4/sH/O7/zO5vfzLoO5iDCdejuPzpy9TlokEDAkTU61Afsm2RY03gE6XgcGrqGBPH2NGOq4wkE/fTZg4C2a5cMoA6njwyAf/Sr1zEu32f0Gpf50MdeJfD9U109XUC+6xSP+SR79JBPBkCHF/CHNjyaOtYQ+RXU1dqCG/119C2C/b/qiq6OOv1DPyUZO/k6hOBneoH6vQDtQ+HxowN1+A7O+IwNnt46+uAAHDp1OvjK/CjZW8c48FeKOwA/qNbY8YAZt3IA/m6gF9Bdre8INHjYwDZt9Wrd7Z5rQx+4u1+CZ/2RyTbzq17HtSlx5hffx/CuG4APnj34QLX5VMs2dsFv+6dahwL0k4OPPep18MGRCfTtbMtPZJClH7BRqd9Y9aGp1veh+rZ/6tDJXteQuFZZrZ/B0gNnjOwwJrzmtFoHYnSxhT7XFV+powe7misb2YJ/8MbKNm187IBDA4+XTnMEZ/+ARwvHPv18Lyb1lICf3ALJvWtX3OL72DjQ47Wn+RmSJ5HsCV4YWG3iQXuR8bzjHe/YxOXifLE0PXiNnV1ojEdJD/kOFvhKPzCWOuaujhL+hNMDpwcefQ/cejRE1nGh2nCAR3ptcgITF7sNwCPu3/AN37C98IUv3NxBthEASTladqC1ofhJwDd+4zdu3/RN37Q2/dns0NggBHjuGto0bTDuqpBBNxp6BWDPf/7zNy8IlIA7ofRkwZd92ZetP8WHjiwlOWxRtyE7ANC2+cHdBOhssGxngxcd+lN27lg+4xnPWIcPbP2iL/qilZT6srDh2QBtyPi3/WMjt1k7HKnuePHa3v2g//DPuCW8X/iFX7j+dJ4/A2ccn/Ipn7J9yg1grl70ohdtAkl+Ju9uZeMnY5SsmSM+q9b8bLc/+m9XV1GtL0+0fOTLYbv9oUu1jrF+z/d8z+bP2H3qp37qspf/ZgzG4UvFyfbwKK0DtlWbLzJPb+BxkOJPzz3xiU/cnEjDeYGcgwXrBS97zIP6BwO+3Bxa4K0jqFMHdVwP1rn2TSDxcDBiHOiq9eWvDt71rncpFox/+dOcVwt/03+uBWvLNWhtv+QlL9n86Uc+8WJGa9OL0PiYz/wERvBex5h8SY9eeoyZn60pb/DHB8gyd/4kmcMAtHzsmvCIoEMmuPH/ZZ1t5huu7hzTrBNvZtfPT2SySR3OQZHkihzth+sbtCc8eh6o7li7I9kcgmlPWa1qHaV5NXeQQ68cgAfaygHtWWvVSkbf//73b/PYq3XiOiDb4/kCXD+7sZZdS+7YWU/vfe97l0j7gnVqfyZ7Iff/qqvxoQf6rTu0+NxZc+ggSHbozK75fjI+YK06eHCdOZBAQ9auYslXR1dtbINnj+8je4UDAWOyH9oDgbFV6x0Z6nhcu4B84ySTH+zf9nk228fsC2SjqdZhOzo0xsce8ugkC9ABr59cAE+f7zh9xjey9QM6yCKbDm0wffhAHb6mB9R1uyJiJfDV8lndXC6G/b+RtVfXoSb7bwJ0AA27BqY9JbxxaCvB+BSuWt+F2/4ZWmPem8sOOHX2jZ+nrq1eDxwjHvKBerX01EGLF+C/BDhQB922f8hgB9vZZs1p4zO31Xri7nJceKYfjTZeMtTp0K6u5st1Um0O4PC6fnxHWYue2BEbkYVXf7Vbt6153vYPm8gG1RVee+++iknoRasE6tXyD/nW37Z/Rgd+sKOuZKJjB1DXR45S2zp2DRsTv1jzxu6aFM/ZU+CNEa3rAU6pTQ6d7AN44fSRQcfYp9RmC6jW2sHHJvR0Kl3b/EsPPjL5ly18jV/MZy+S/NuvgO9p9pFj/2KbdaC039h7yCTHIaonnj7hEz6B+M2e5klfT+eK6/GzzVjYjYidZJlj+7P92J42c6EfoB0e9RNOD5weePQ9cOuRiqxW0EGOC9sFL8CyEcK5+JWz6dh4ZgOxMbnYq3W3RhugtSHYxCrs64tHpY62JK8O3YIOm4VNySaHzl1gdzptvOzSD+/U0+HCe97zHs0FY6M7FjZzJ52zES+CG/4zXptZtU6jR59x0Ek2Gnfmv/Zrv3Z96REHj7Zaj23BAZsqe9X5QXkTGDNAI7CzifMp/Q+Hny5zglY5ssirw9dkaQNJPFp1MH34+N6XBfwlsKfa5kWP+uCUgJ/YccnL/3DmFo258aWkDm9tqM8689s7gTYceXw7daU1pxScKs0Jmeo3AV36+UY5baV3WsDxAXvVqxWAaBvv9hAfT7EYFxnjk9HFpw4A9I2YqVcroBr8g5V8auzsGbn8pD1rcHwM50veOiJPW4mfv9QFOgKEaj2NAQfIrraZD7jhsS5ci3B1rCl1Y+FHdU8MVVeBF3nw1eaxRHceZk7x8VWFZHvVq161SjgV41JHp33CY++Bas1dHeWlRnMM4CrFgjrq0wc5cwxXxxpXH0BzCdV6TPdyvbhu/uf//J/raaxZA/jd4fK9Iqm2RhwSWydw9gLJB9nWreC42vDBVVfjgwOuD0C3PQfOdwE5cA5LHQY4FHBd+G5xPQp8Bef2LPsRPjrpGXvV+cIBIRr7nTo8GteUcQqetYFxoKNDnQ1jFx3kAWNG57pWogfqA/qMZfDa6uTQBerwCR/gYw883fTwMb+Sw16lvYcs4yXLeJRsIgdeHeirFFeAFuhHf9VxUanumCu0eIakjv5pP1SJd4CsewFbAPsBX/HJyK5WdeQoIfAo+a1aezocGLwS3K2XDLoG8KCBH9CGHxql9vRXV76iA/6SR7taSXMdtGPrtn+mrpz1Zs1VV9cOffrptkZ8v/jOsQ6sCThrhl5tfhsZ+Kpd0/GPPejIUpIN4Kt1eGXdoTYHSnRgaMhkKzp6gXp15X82ATxkoEfHrpEFpw4n6RYXweGpa1vIAa4JtK4Be8TYjZ5N1ZoL+i5BHz6yBw83NrMLwCn5Vkmn72p72VyHfM5mtthPfN/bB+1HvtvJgBNHovXEEV+TJRaBE7NI9ukXuyjdEKDTkwL+opY91k0/evCzm2xjNW5tPgD0emIATl+luuZiVc7/Tg+cHnhMPHDrkUp1QddxwaoDX/aCG7K1gfqAAwJ1dPpsHDYBOBuA0qbli8Kmoa0ENhN8The1hx6NDdJGLNh6/etfD7X+DI0ND58N2kZqI9O2qSkRohkb2I6OXfpuAnQCNLaQMV86NmHywch93etet9lcjRnfyEWLly1+2wlvUzVO9ZsAnX4yx16bLpzNWnkT8B/wpUs/WjL5kkztOuZX3eavNF4lQIefvUo4AK8E1eZkmFxt41WiqWv5Yzu8fl+WSrbV8QgdGcbKt9aIkl7jhUerjU/JVnhtAYZy2uo3wdhBJ7ppq3uEVwn4UFnHWNBJXOFuAteCdYnGOJTsVWpLWuqQCTfrpo5gBe4muJRd13LwjJ/GJ7OO9ZnL0WVOAHvqSLjYyN/k87Hxq+MF/Dug7QCAT6yt0Us+nH53Ecic9vgbzk+KXCNwbFXitYbI8vMFOPaRNVB3jnfwZ/m774GZ13tpvuwzr2jgwGV92nB3Q13PtXUpybZWqvUdYD37Tb4+vA6C/UTM+qljX7Ge9NlzgOtBG1QrOK80V3DKnjquQ/uQYLaOO5uuB+uRDQ4APIHmGnJNKPXhsb7ZsITu/2nvxTpM9l3GBkE4enffyBXM4/X4rABcn/Xv+jNO30H0wJONR9v3EP8aGxnsp69aB+z42Ov7UwLgu8odQocY6sbnWsdHDpnkA3hy0fAxe+hDC9jANrJ9t09iQr/xouF/dEAb6APqYOpogfa9oI55IgsdGP7qjrmsO9v3kgeH/24gl45L4I8B46uwr4R4+Bdi/w/dXlwl2OSYN+XQKu/Wow3QkQHU4S6BrLsBLUBvzvWrjx32aHNrPcEBNiiNx9yb32r5EV5/HUkvXv2DZ482Gnqsa+uXLOvMmlMfGvTaU1ZELSADfsA41OHxs519iPWRo65fCarlb31sBfi00eED/KJkcx1jI7ta41anG021We+uR9c3HteBRFjdGNnne2zHs7I/AAAQAElEQVTbP9oADf4dtW4cjA3mxfWCt7qjj85t/9A/d9DJJcv1RY+DQfsFm8hyvbnmXZ/2RjTisf+PvXv7+ewq6wC+voUYveOyl0PiBTFBASMYD1iRoxRaaCn0ADTIoZqKKHIQNZzTogakikIVKtACpRRKKS3FFFrjEUwVY4zewX/QO00Mxt9n7X5ndl/feWecDnTezp706To957XWsw57//YLx5tQ1lCHd23wzGdy6EAGvkmGPY86euKF/06VIRY5xLPfZcK11147feTivjZoX48pOnjjAL3LCH0gj7cUnXSDzQObB743HnjYFwAmscBT9UxeAaRlwS3JLMrLCPqCrgAmVSfYSvEz8QUSfAUh9Wjlk4WXgKdMnqANR1lqcfHlcQsNGeoAfvjIC2TaSoOPemW/fxI0lfdCZa3r6dtysui39oGNEf5s84pUkhkcySqt9iTzK9LJsiEtzxOl7EiOvUkgQOOd5ESkR9vXdumL6kVniwFEPN30aksyNzTqk2Xx+8hHPjL0izqAViqw08lr3HgnD9VLHTxQWfKFZFl86ZgstEnmJhlO7SdnzUsboPfe/txbhrcfsHVdb7wmmRuIf/mXf5lPH+ml/8buH13IY7tLKmNwVz3xpQW6Jhk+8AVfPRqpjUFTv9mnQ9uqt7okcxzB3QvJ0mbMt61jv2V6yyeRzN8wsg9vC7V2UNm1ke5wEK3562N1gJ4FPvANBz/TgM9HAG884dmw+HOg6tGXP50vu+yy+dtJ/B2I8IAD/LzHBqb4dDWGkuVQA2eDR94D+poW+jtZxlv7zPhXL9W3xoAymiTzsK0tyRzvSbCaefUKnTP6/7GPfeykKR+8jBtjxeuunswbMw61xqa3wWx8jRs64dVNPFqQLDLJA2QmmfM6ydygiz34jN0/B2ebWvPo/vvvn3+Wz2bZgYAu2swjG2Djf0cy7SGf3sa9OeHyCy80LgLUo7M+uoyV14bGhhy9GFzfmTP0Zw9ceIBMG3XygQsRm3y2wZfyh7XLBYAnfmzjG32krbrU5/jKk40/2fJSfNhIB3V8BQdP7fhZM6XkA+1oyAFJpr/R0288+A8uuckyVvgAPNg8/QonyVyz0IIkk1+y9C2+Y88/cvFat8kDqFK8gDx8ekuTRR48oB1e+SWZT6zVsZtf0cEF8OkNkkw71MGHx4d8DuBoK291Yrl6gB86qTJc9MVPFl2VARx9ZSyhgW8MGc/4wMGfHHk2q0cHl35A3xqfZKnHo6n5oM/xQQfIMieNM/u4ZPER+gceeGBe5iWBNtde8hXINgbozI/4KuNTvnyMD32bwodXPmjxqk5o2AAfnnopHHYkmbFGHd9opz/dlc0pMpJlT9c29OYEufzEf0lmHNGmTCaAxx548PEjm27s4xd43jAC2sUHP0H84R/+4fmTWwd0tOQ79Ht1P8n8a0XeVGS371Z5OCYeiglkjN0/MtjDD9Zw+/deCmjbocx5JVaRraz+T//0T+f3WPiGX5IcfVtYWT+wiUy+6sMQ9Unm/k7fJZljH981JFkXt/zmgc0D/08PnPP/xP8/6J2sJr4AYyIL+BAFFfUCiQAlVS9wCXAmN3oBr23amxcclA+CJPsGBzLIL48kM/gkmewEKG0CEXmAjvQR6OhNx4l8Gv6HPztB2SWLLi3D4b9kqU+WtO2PREoncvUt8IaCgK5O/0nh8JUnbBaH2qheO+BPi5I0eeTtotPJAJvhrW1hNxstktqTzI3k2P0zhpLMMWmhhburnuV1ih5PlwTFaWpMwvXkUHrYwXwCvsHANnMsyTSLD9QpuFxSlocjNR+e8pSnzI1yx506c1c7nua6POBXqX6RbnDme0Cfg1PRFF3nDXpx6Lvf/e7cPBonxgwwLmxszU8HaxcA8JPMzat2vNQBeXUF5YL2gjr8yQX4e8LtI1nWQRd4Nt0uHZTFBGMTOICbF2Tgxw55PM0Jm/kk81Bgw80evGzmlW3Kx+4fOnEVDb7JYhM+4jU8OOZUga5kWwcdwv3ZQx/x8tM5G3IHDgc0lwpw2GXOoZPHmyx8pUBePRns2Kk23yywDuOHl8MMPvD4DQ2ecNDhTZ5yknnIKy/80En3QpIZY5McbYILjlbsMspgl539Lg+UgTx5dAF0LSiDdXuSKRddIclcD9iXZPinDR2QL7BXnv8cjvUjfHK08Q356NQnmbz5DfBr/SUO8puygydAC8/Yc5gnB1/86UeedvzpIa8+OTaGxu5fkjkOtReSTF3gF9Zt+JFDByBPztj9M1bpo44Nu6r57Q66wcGPLcp8IIULj4wkUzYZcGsHOfwgxQfAGbt/UrDLzv/kQbLsDc0v/iFHPR2TzAN+5Sc52t/0qi7wyVKmCz7JMn7xI1BKL3PYnFRnDpY3HujIxQd/+PJAGT4+cMxPMvFBq54v9DX+/OsnpdZP30Nywe4bU95wRSuGyPv2j7cBXPS5bPS2kocbLhbwpIN5i7cx6hLA3sflgrGGht4+Bmg/Qx828cO//uu/Djpo18/0d/nJFnXsAn6GIFbRGR171Evxayq/weaBzQOnxwPnnA42gpFAJFAIviY2vgKq1OQ1qQU+ZQFKKgigNdG1qwOl14avuiSSA4EcgEYAkhe0EMnTT6osX5nqksxDhjpBTyCCdzoA/wLd5Pfjq34tNzmxzfvxOZ119NU/gG7ejsBfvRTwpcDurQsLA/+pX4M+teC45U0eebvWuh2UX48feOxOFv1deBjv6vlHmz5MlnZP6Dzx054sdXvzvqmgbk3HV+r8BQnpowHMR9/B4CfjQ5osGyT2sd+X/rUpF4w3rxEqd27KJ5kbQB/d5Pe9/QR3bP++bx7Qf2vYT3Db123JsXmxX/sa93h5Y6n9D+ecc84Z1hgHaOPAOqTdU25lm11vAlhfkmWDb9wZR3RIMg+H6pQLeIMk8xCQLHhJ5tfRrWcAvjd74LoAIE8soA8ZNs0uCWyw5dUlgX4U6O+VWTqo9MSODfIuMPCif21nl825OnhJpo427mQAB3CXDt58EK/RqiNfbLc+wxfXfFjT5Ro9XRDY5PNZ3wQQ88mrfngVyAfK9DX3bf7Z64KYTIc7vqI3f+GHlzq6Nq4qq4eDVyFZ7EsemrZ9v7Q8pAW2Ny9VJg/QaS+oB8VLljGAVr2UbLaL41Ll4kvhAPXSZLFBG3v1DeAj/eEgrx/4T6rMR3CME32OF1o0fEdvvOXR8Ls2eEnmoRbOWj/y2y5FD5IcPfzrV5BkzhH0ymwF8urG7h9+6JvK8xGAY7ypM7boaZ7SkW34qCuwDZ8d2zmu0cNRJtc4SjIvnIw3tsEHcArkNS/VDvCiDz70A/IATXkmmZeLSaYPtaGHD5TRsAXQs/Xa4Jpr9gXwqicctiqzR5+iVYcmyfQ3PwC6wxEH7KuAwzzA2wUAPviRo84bRPDo5QLAgdthXL2P+Pr2lZ8c2sMZW97aM+eNN3OWTDR8JYbwiYtN8QieseotT5cMcOHR1WWrSwYxkGyxgE504xM4+tz4dkHKXvTqtQPlDTYPbB44vR44LRcAAoEARjWbAhNYIFcGylJg8gtcAoAyEOTwgAfkgYmvDOcgKE6yLKTJkqJJIplQPAX8pQIP3clSlhd46al8uoEOlYV3sgR2eSBoS0FyTHflRwqSzMXOhtQBnh7skIJk+ZK/jaOfVtS+pnCARckNMR8rHyZIlr6waFVvm2kbYnVJ5oG049riJW8xNJ6ShZ5PLIxj989cOXLkyC435sZFZu1XT+LUHWZgOz+wwZ8MNK+McXbyhXZt5qNDk7dElOFI/ZUC9DYXSeZGFC06BzqblLH6lyx+XlVt2e+TB/Qn2E/cun6dL27rpKD1J5Puxbe+2Gg6HGnrWDJulG305ZPMTbW8mAS0g9bJr6H6JJkHEeXiSuE68HtK7w0e490FlvEtJpjTNtgArdiBRr5AX7rbpGsz/l0AyMPXpg6+WGIuAHmQLLqpw8vcEaukbbeB99SNXuymu3UYnt8Cm1fm69e//vUh76lf1/TisQEtvZLMuUkeGeUnD8buH/vp4DDBL/jBo+euef7lG/UOH9rgkgUnWWxKjqVoQBLJ7A+8kqU8K/f8j66qpKB5MtbALrBuh59kylEP1KGDW1CXZK4HSYZ/cAra1Un5JlkOruzmG8B25SRz7dXvfMEvgC/VSYF+BPLa7Wsc3KR4AfRw0NE1WeTSiy5SbUC+OiaZttS3Sea8KQ82AO2FZMFRTo7Rj90/OpTWPDXm9Lt5y2YHwbZLAX2STD2SxafJUiYDJEuZLkmm38bunzZ1u+zR/5LMfmR37TV2zSt1ZEqt0ejh0BsDeHSFWzy48nCk2ux3QNvQyqM3t10E4AO0sV0/oScXrXo82Q8PX7roZ214OMQ7hDuc259JXQyQ4+LHBR7/ks0PSaYfyUBnvHl676d23lzqmLG38dYUHsCbAfQTi/SbtwToZA8jFSPEVn/RB1/2kCnW0PfSSy8daOk/dv+SzHGULH2Bvza6s2uHsv23eWDzwPfQA6flAkBwSjLVFKxsGnwJ9Hd+53fGu971riH/u7/7u8OfGHvve987fD1dkBM0/Jm+d7/73QO84x3vGO/YgTw6X+vHezLe53/JIlOQ0Zws5SQzuDdwt408eWn5CoKCahJNk07wEYjUz8rT+D+6grJMFrnKyfLBqnW7+kca6MMfAn19Uv/RzULTRcaffEuO2aQdPdAffpem7rCAcbrWlR3rOrfbybKQwUsW2y14yl6TS461q+M7PBx2XargyTdJjm5a4PGl9DADW2062ODpgteM2SpOrNvg2Mg8+clPhjoPEzK+JCw1xqTAWEwy7r777vndAnV44YuPcnHkN/jeeSBZxrsxvAYSk8x4Kg/aLg+SSI7CidqPIu7JoNP/qh/zmMdI5oWaMdA2m9wk809VuagU9x2U4JiLAA+ApjCZ7flfsuidZNpnLMM3/oxTF1nmv/lrQ+zg5VDtbQAXpDbWNsdiaZK5CUZPNlHWJ4AXehtic4OuSeZP2bSzAQ6a6i+/Bhv/0tnY29B/61vfGuA//uM/hg8h8oc45kksfLpJHcTEdT8P8EaAD4X9/d///WCXNvrC5Uc+UOYDQB/y2C6fLHYqO0TgL9Uv9IPjwIovOm0ODvjjnSy+TpaUjXwmBclSnxxL1/V788p7Ab+9IJ6wZw3qgDo2F9a0a97q1zh729rOB4A/jB/AJ3wgrw3I8w/f6RsXMXzFp3yn3uvcxpmYqw/Vo+nbAPgq6zvy6EQPvsafvmxUlyw+hVNQTxd46pJI5nxAB5KlDq5GY7U+Q6veGkg+mdrxo5txYnyjS5an7uZL6eEBcuDIJ5k/I7B/Mz/w146vNFn0STIPwHhpg0efJEfnljb12sfun3Y68s+uONcnMsoXfrK8CaQf4NHfvNWmTEc85aXmNh4/+IM/OPVOMr91ox1fdrgogMtHcF3+0YkvekGQ5Kg+eKLhV28DeKLu6T86gAbfr1sIgQAAEABJREFU6gTXWwFk2Kv4832Pf/zjhzEFx3w0ZvSHA7r12/jCy1N/3zfRX0984hOHOOUtUHKt2+SM3T+6+ig3vzznOc+ZeGzkn13zfPOWfD42nl1gGJfJ0l9wNtg8sHng9HvgnIfLUpDAQyowmdg2Cu973/uGw74/fffOd75zXgJcc80147rrrhs2Q4Ih+OAHPzjx4Dr4AxcGQBsc/JOHBgMBQz1IljZBU1kbOqAsAGmjW8uCuTxcqbIgK2/BlRZf/nsFSeaiSVc6WqwrS13zj2RaHwnye/WojjaS2jzhSiI77ZJBXzy/B1N3WMCiRNfqL88efSXvKZq8OrhS9eaC1KKqHsAD5eW23gKMxvyB39R4dFhQd9iBfWzgA4d2+c5JbRZ7flH/zGc+c44bGw4bo5/4iZ9QPTdI/AZshFTefvvtRzdy+CTLuNNm7ibHyuo2eGQ9oI/A8bTQVjgezt5686U08snyNlIPN8ZKknlRpN2hyCbW+BPvgXGJh7EFWq6sJHNMJkuqPolk1uORLAdcG3CbfnJskG2CxUSHZoduchzGbMTl6TQZ7f7Xso2x+KFso42H8WwDTe8kRzf85g2d6SAdu3/o4JtD/GBNcRAUo22wHQ7R2Whb68w/ejgoeGPJJa3UK7vk4QfHU0AHAxcZ3/zmN4fvBeCJNxnsogOfV286q0dPH/IcIBxYXTgABwhtcLSLfcpoHT7U6ZOdafM/uiaL/+kGNCSZ/ZEsKTyQLOVkSffDVYcPkE8yYws/AXyAPJAfu3/s3SVTrjqQLGOhbXgCeNoLyXLhz164+Or3JPPbB/zBr/zFH3wA5PlGf/CNdn1qvOkLb0Y5uMHxdN2bKNrk0esb/Yq/8SE1XowhKZCnE/zq3rT6s2fdrpwcO6yTgQde8JLMcZtk+IePeeCwaswkme3wjRm0Y/cPnnYgjxcd204v+SRznWAfXPX1qVQZ3o7l7K8k88DP5+qAvHWH7sogWfqzcttfSQZcNPijwZ/fAXy6wFFfndHrQzQAPRy41Rt+knlY1sZuuGKDPYO5av/Ad21nH5lSfLR5Eg/X4ZyvxSZ57fxsDHlbCS66Jz3pSeOCCy6YX/U3ZsxNY0kMclFg3prz6ukjHrgYMA7FPuNJjMHb2i2GsFt/3nzzzfPnEz/+4z/OrcO44zP+YB+b4ZJHF/5QD5JlzEzCB/8H58Hslmwe2DxwCh445xRoHkJi0qoQeKQmq1QAaF4qWKgXCJovjXo4UpAcm+ynMsnRALwA3vRpncDjkuL6668fvlT60Y9+dPzZn/3Z+NjHPjZBPjmmAx6nC5LMxWcvP35MMmyI6Eln6V68R7JscRCg6UA/acHrYPI2u0nmk+wkqiYkS94FgP5Psq8fJvIZ9L8kcyPYsUr3sfunv+TdeO+K879ksVvBAiu1meYrfSlVB+RdDhRPHVCPtw2EhVXdYYf6zkbHX8EQA9hZu9ou/fmf//m5idNmvNmc2CAo86EU2Jw4hCSLz5MlNc+TzKeq/Ah3g++9B/TNGvaT2Pb92vbWwd1bt185Wfo6ydzMZ5caR8aM8ZZkkiXLwUSbizXjRLt4ZpyQB+QBImMUJJkxoPkkM3YlGf4liw542Yw7/Dt0kWWD61BmPtsck0sO2XSsrPIhQ1yRwrNhtxF2EAYOAOpLB1eZLCk+8tY4Msnzaq637mysPd17+tOfPnwYzNPBH/mRHxk26WTg7emduPTUpz51POMZzxjPe97zxs/8zM8M3ypx8MCTPd/5zneG+OQ7JfIOoA6iDgJ0gOvwga8Ylyw+orfDj4OtwwMwlx0s0PKh+MBX/OOA0jxavJPM/kgWnrU7yewXvgPJUk6O4SfH6sbuX/F22aP/JZkHUb7dr33s/pEJdtkpEy7Qr2saOKB4SY7qnmS+qcJmPtFnUsAHDln6jx+U+V6dlE/4S5uyQ7+Dl8sZa7F1CfCtPYVU+7e//e3B9+j4Ez/9JsVzrQP+cKr/2P1LlnmkT43ttiWLX9muXjtQxsOYhJsseEmmH8bun4soh1K28mGSQSd9jy5ZZOKbZF6OwN3Llyz+B/I71lOGfJK5JymdtgKZcPAD8ngkmSja2aJOu/7Chz10UgfR3DeHtPGjNMlw8G59kqmTNnTox4P/yADka1NNJnr+kQfy4oIDtzmmTDZe6PSb/sWH7g7vDvj4mI9wk+XyyVgQV7SrR/fTP/3Tw88BXDAYd+Ymvr7H43sBHW/q4Btfxp0+ow+e3irC88iRI4OuZLuA+uxnPzs/CiiekMcedtJdyn5jmc58xIZCkjnX4G2weWDzwMP3wDkPl0UnLj4mrKAgvwZ1AnnrTGj5pvLHA0G2bUmafUiK/0MqHiwkCz69VAk2AiBdbrrppvG6171uvP71rx9XXXXVuPrqq2dZ3Vve8pZ5gBCM0J1OSLJvEKudgih5Arf0TAF9ZQHgOzopS5NMX3mFVNnmUFp75JPMRW/s/tl06ocku9KZ/1+SuRkcD/5rv7APeJtFU5JpY5K50eAf7XzWOcJ3YOz+Wby1FW9XdfQ/OBZem+qjlYc0kywbNuqzy1NQG4GWk8xXAJX51p8SsvjzmUOIOWjDhVY7f8nzu8ODPNokcxzKo5FucPg8YM6citZJ5tOlZIkrSeaHAG3EjR9jR9yx6XTQsUlWZ+0AlSkPlI21JDNeJ1E18zPz4P+SzHmPhhzj1iFLHLfpJyPJHOMO1w7hbDS/jV15MHb/kkz+ybEUjflAXwdD+ifZYS//JUt+zYMucMm4995750HdBtz3Vxy2zA96SeHaxOMvVe9A4eLN5t1vg10WuARwMHBhQCe2OqABBwLy+JpMKe3YL947FODJDvrzK3wHD5cl5rFNP1p68B3AB2911nC6ru1Mjs158kCy+CPJQ3yprZBkZpPMvkuW8njwX5JJS09VZILKb15Ze5LJx/jiP5Bk+AdXWsATJEs7XHzY6BDObim7jVN5BzA+8uTVmyQO8sp85vLFmivv0kmbN1z+8i//ctx2223DTzaszfzsde1bb7113HLLLcNPOtDwOVnkkKdf9C3fK9ONDYANSaZv2Gqsq1tDkukLbQX2ogdj908Kdtn58UwHRGNDH6uDT7aDJPnq+AnImzdAmxQvNED7GpJFXzjwC8pAOVlw5OmgPslkgydbzRX2JMuYgwvg8hc9tBvf9NQGtLsMs97L44eXVNkcIahy1SsnmfsO9WjNH/y1k4EHucpJps/pmSw/I2g/OoSb8w7ufm5o/5ssOPqefGPJPCaHzuRYe6+44oq5ppqnxgp98SLbODVGXCxpo6d2OnnjQH+6FCDDmwB++y++6FOXhhdddNFwwWDck0tfusHnP6Cu9iWZ425s/zYPbB44bR542BcAJvzxtBFM9msrjaDZ9nX+eHQCDEAjMKzz6kqXZAbEtpe3ICXAjN0/wWuXzP/Uz8zuf+Wxy87FSXoQsKU0dALwBdZ1Ki+IWwySKM6DYnWbFbv/WdAFeHylu6r/E/hql3QNycK3dNrQV5fmBVf5kwX4FhdfiRX80eFNd7YnGZ78q7fRsKEQ7JX5Nllum5VtKgV69EDdmQx01BfVkT3Ns93mSl2y+F7/W7jgJBm+kqvPleHzo7wNjo21vHop4FMLsCd28uoOMySLX9jEziTDq/vytcv4qq0OKn4GwOcvfOEL5xyxmYCrL6TwPUnAUxms+dX/6jf4/nggyYxTyZKupSYPrUv2LydLfft5zeN4+fa7uPTYxz52XgIYFzat4p75hp+YYxypN36ML/Vw5ZPMNwg6DtWb1/iS3Xq05jhaIM6pM+bMcxtpcd46Q6YNOHp8bHbNa2Uxkm7ybEgiO30ofuMpVjocJRn0TjLXJHKtX3S0eaYDnfCzwZba1HtFnxz62LjzB1no8HCw/MpXvjK8SeN7ADbsDoku6RwkHShdQrIdD28zPfvZzx427+aoPyvmdV4HfMrTg91AHtBPuzcPvGnAHhcI5jldHDzJcaDgO34kj27a2aUf2IufugKZbGEvvCTTf8mSqoOTHCurWwNe5JEhha89iez8TTZfqQNw4KJLMuXpKwAPJEs9HOVCkrkvGbt/2oy7psYGv0mBvL5zWQr4Q1847Lv89GFGbzF6yi/vg4333XffAPpdP1qT77rrruHQ76dXxp6frPnrDsro/Zk2YwVfBzk6sVG/WKP0C13YwP6d6jMm05vvjSkgrw0tgM8nxnKS6Uf9hz//Fac05ia78TUG4ALjHm6yXKLJ40GeVFmebviiJxtfc0592+Hjrd2YUS81R9GB5NheBT8Ap7ySzBijDh/txrMyP7HDeOcTstWTY9yTQ19y+EVbeahPlnGjDvBfcZIM8QWwrfPB/ALkkYOvuCOPB5+KCXxJvos9F4HmnzFlv8Yn/Kyv2YlOan6/7GUvm28wiAcuoIwJNifLBSt7zVt8yCKHbnTyMyJ68YuPCz7taU+b88UFlbdULrnkkuGCEZ3LCbRsA/J8JmWzt5LoTzftgI3J4rNk/xTeBpsHNg/s74Fz9q/eak/WA4IQEKgERosM2qaCq6CsToB90YteJDtBmyAvqOLh6ZDbUQFUWToRD/gfORaaZHnSil/pBE6kFhw4gEyLDTzBW/vJgNtaC0tx8cJDQLZRsTlpm8WCDGU40iRz42BBcChGp/6wgz5lOx/XJr5hlzKf2XwnywKlPlk2ETbELUsBPlIbsuaVDyvUBuPUWOATm0+pcutrX5LhbxZ7YuHr6ebUus34taFwSJFv25aenR5IMg0Xb7773e/OGGNsKRsf4qjNqHEorw6BMjxgHGpLMl/JNubU23zDTRYZ8urXkCxteGgnCy9xTtmhygbXGmBOJ8vrzcqN0/DwpJONN3oHbnMAHn3ME2DsK8Mh00ENPVp5v9N1qHPQc3Ds0zhxyHqAv43/P/zDP4wvfvGL89sI6K0FdCfDK70uNj1tdmh0uLznnnuG1Gv/8G3YPd13SWGj7xCElg7WA36mo1goJZcM64j4b3PPDmuftdMlgLy60jtwsJef4ODJl8rwkswDRZJ5sCYrOZZveez+Jdn9f8wnmnxdwAcYL3wI5AuI4KoHzUuBdiBfgFf68oYD9tYrw9eGXpmtfMGX7PWU1QWNPm1qjXXoMqYc8PDQJy7p/eUUf9bNZY2fVBlH+gbvJMOBTb+6ANDPLgT8TIR8svCU52/+pwOfk0FPIM+2JLMP1CWRPMTHKoxTY0B/oKOHlIwkk14dPDy1kckP8tqkeOEBkmU/kSz02kASyeQJD8yK3f/kwS474wSedJCqKySZNiSZ8SDJvBw0hulYGil+fEtveXaKG9Liq1fXMnvQSPFIFnnq8KFHsshGA/AD5qh5LL6gNU7UOxybX+rhADL1IflkdTzBP/fcc4e37exfjAEPnvg7WS4b1aP3MyDjid3mqPGgXv8Yd17lJ1u9eGNsuUxQpp/5bv9DptjkI790/Ju/+Zv5Ed8f+7EfGz6aitalBBvYq0/sj+IWwcUAABAASURBVMQt+2KgXTzkH8Am6QabBzYPnJoHzjk1so2qHhCwBU5BS2BMlgVIcBI04Vk8tb/mNa8ZbofVAcFNkBT0BFw39l4fhWsxKD3c4wFcOsAXWD019aVVr2y6cfWkRt6fZrEh+MVf/MVx/vnnD4HY4nE8vq1nE1scxiw89BWck8VOOgreNo1oksy/8kCvlqXw8MHPdwDUJQsP+cMKFjt9Rn++kbJVqqxP3LgrJ5m/X1zXr31ZHKmncfwlf9jBBoQNHRM2njYK6grJMhb4w3j12qCnFfVlsrQr92BS2i09ez2QLOPCXPnv//7vuWHnDWVxV7xxOBVjzUWx0hiCIzXepPCSZX7CSZZLOnhrMHfRSNdgbCuL6XjhaZPsMKWcLAcvOonV2su38yPJ/P4F3W2YbazR4kMnNGjR2eAnmT8twNOGW5uDode+xWMbbodtB0OHdQdBBz0/f/PkHx298XdRYUPPNpvsZPlwIj3gWOM8efY1bxd4LhlsytHyrc05vejgoKENf/zYgCdwseFQYHNPH/gOKZ5C00FcsBaiY4O8dQoOv8Cni3b+4PM10CHJPAAmx1L18JrK44GnVH1BG1AvBfJwgbw6+FLQvDagTkpXfSePVp4NUnUArTHAT/wtZVuyfBNIv7Cf/1yc6E/96rD/3Oc+d1jXgbyvr9sD+JCb9MILLxyvfe1r508dX/3qV49f+qVfGpdffvnwRNVlzle/+tXh8KdvvTXgMpvO1jUy5fWjPL3ZlWS+nk5PeicP9TOb2FpIMi9oksz5iQ++eOKHh9TcQQtcApGLB1wAh1/A2P1TRrvLzgO7tJBk6phk9B86oEwGeqAvkswxgx9Qnyz6JpkXAOIHm9HTCx08KX7okky58JJMu+EkCw9zCS4f4MGusfuXLLK00TFZ3kTAEy91wLw3BswjvMwXvIwb+vGhdmC/ZsxooyM8uvA7vvYl3uoRZ1wKuggwd8VLQBfyjCvjC61LOWOD7uamuCPOwKeL+KLv0JJHJ3PdRaF572eP3hoyhu13vcFib+kNIfR0xlvf05mOO/fMb2NJ2cMfYg4Z6jbYPLB54NQ8cM6pkW1U9YBAKhArC3iCVjdDApk2wdiTf3/yUBCFK9UutYkS0H2EUB4PgVM73BMBPEHebzRvvPHGYXPnVt9mzW8Bv/a1rw2/BfU64Je+9KUB/FlGi8WJeCfL7bSFIslEp/PM7P6XLH9aS9DfFeeCZ3PI7jWexasBu39NYN2O9jACmyyKxkH1X+ctVhY4tsKFkyxf9+1lUHLMr/DheBNE+miA2mR+sMfGwRNIi3x9xT/a+MhYs3k1B4wb9drNC7z8mVEblbZp3+Ds9oBxY3zwgnGRZF62iY2egjtswtHe1JhSBvLqpcYkHlJtIDk2R+EA9WiAeIfGmKWHse0QbMzbAMO3ebX5FqvVowfkJJmx0/juGkB3vMVWefTa0ZOnTV47fnDEe5t5m3IXrTbaUht0T/D9dMbrtw4e8F0YiDU24zbv6m2uHQpsxuVtwv32nx02/HDNX78jd8GBj7UELh3Z6tAO8Kue2pLFTrHPOqBf0CXLYdchxIWyGIHWJQB72KiMFyBzDer2g7HnH93WeJr5H+i/ZOln9cmy9u2lUda+htYlmQfJJLM/ydImBXSWkqfv2M53fAMcuNTZD+gD/eew7kLUxagnsg75L37xi+dPMTyB1T/6Fz9jTx85pLk44Dt24UeOQ5gHAx4EONgZj8apMWF8GA8uYrxd4ECmD/EzJuEaZ2QkGf6xQwqSpY59tRN+8/yQLD41P/Qx3vDxsW+iq7J6cuTxqGzlJEd9jKc6IF+oPknm035lvM0feXho5KXaCvyoXhmePKAjeimb2MA/6NXDNUaTzEsA7a1rPd7li45dY/cPz10y7SqOdnRSbXihNT7sKQG5/KN/tIsLQBwynupTOGjV0YvvkwxjxxN4YL7re3OaPHPTGJA+61nPGr4LgIfxwn55F0dsMP7E2SRDO7/Qwzqt3R7I6/70cnl13nnnzY8BeqPFnDe22UU+X/CBeGTcimV8IBawsXOEjhtsHtg8cOoe2C4ATt13k1KwEgwFKEHLwcUmy2H7jjvuGA7eNkuf+cxn5p90QQTf4iaAohcUBdIbbrhB8xDwBE3Bb1Yc8D98yIYitcjjL6/ORkDwL568esHeoiF/EJSPQ1nxksxs5TgAC8wq1XlVUZ4s9G1jq/o1L+XDDuxf25As/mFvkmHhW7dbtC2CFrzi8FtxLPp9q6B1hzllj7FuDLKD/eaIcZ8sG7SOEW3G/YW7J1dwQX1TehdY6jfYPCC+POiFoxt9cRgkyzy0MfUESrxLlidrxpkYmyzjT6wyvpLlqbrxijcof6lxqk6qbP7Ctdm1uZbH18YXeP3VAU5ctnGFQw55aPEoLyne2uDiqUxvcyjJPCAkmQcMbTby+KD1WrdNs9hi006mjbknvT4I5+NvDvt0RGNDjTdfORg64Ft76Mg/QFmbg+Z5u027i2wHR2Xxi614OYygJ9vhHg860RFOslx6WnfG7h/edOslgCeA8Onv8Cl1COwr6V4/Zivf4Sl1kJFfAx6FnZij/7VOqlIK5EESyXySrH4vzMYH/5fkaD8UT1Oy1PNHgW/r7+Io61s+0kfiIH+oB8r8xKd+O2398DMLb0QBhzZjmmz+cWhyaWKt5zNjRczUnmRoc6jTzmd08/bAS1/60nHxxRfPP8fmrSrj5K//+q+Hhwf6wAUCWpcIfK8fjU1ABnvIqP+VgTL5Uu3y0mSZW2yHRxd86ZwsvylnO3z89TEe5JHdOu3o+QpfZSBfQAcHyKvnY/3BfuUkRy9ptOEnBWjgAXk6SJPMuYeePvSnJ75j9w+evPkLn17w2KoNP/aTtUOfvNQlmW9H4IV3eaDBQ502vJTxsE6a53i5IOMjeNqBerzhJjn6/RBjTpv45JLJWDPHHdLNSYd+Y4o8cRNvY/Xnfu7nhssj9PTCg55wvTliTHrTyOHfuKQLnbzdgwf+xjL/kunnKd5WNdaMTW+t8Am/0Vls0iaGouFD/MhNMsQf+BtsHtg8cGoe2C4ATs1vD6ESkARaAU+wEtRsktzUu1m1iCMQcAVM+HDVAYusV6wENIFPMLUQWly0HwQCo8UGThLJ3AjTR0GAJxOeOvwtIoLpWge4+4FgrF7glk8yF82x+1d6r6vjv6ua/9m8adtrJxwLh80ePSbyIf8fn9o8WXDXprBfWeoAIF/gx3VdkqMbTzjGg8053sqHGfQ5/ZM8ZNx4O4Uf2Gg8JsvYHbt/yjYTxsquOH1jLNmE2Gx4VRXdXp/D3eDs8oD5tVg85jhJcvQjXcaIjaZDrCepxpvx2BRdssw9m12QZG7Kx+6f8Yc/2BUnf3mgDPADxqeNMd42qQ412h2GHdrEaDEXjo0tHnDRGcfKUjrgZ2PvAJhkHgzw1JYs+sLFnxwHARtul8428Oeee+48oHqy5kD3iU98YriAVkZnsw2sMeSCJIOO6K1hfGbtMOds6NH6017mH7/Q0bpijXJAZIsLAG8KWCscKPAlj73mNNvxtc6ppztd+cirweY8PAdP8c966TDiEOBwKi7yQ7LECjzIKPBHIcn0wd62lqVw6V3gX7bRQaqsrbhJ5tjQZ4VkkZNkrP+Vhp+Mw7bJo5WqYyP/sossPuWfxz3ucfNBgPGrbL1MFhn86bV9b2C4GNGXeHnaq+9cwlhjHbiMez7ne/4ij3/5ko891fXNFXh4uczW18aT8apv7UfQ6C92JcuY5Cc89/qJHfDoxE72ArYZT3SR8g1bHA7xSTL/cgdaPNoHUrLIKWhPMvc68miS/J8+14ZGWh3oRLckkjm/tKlPMtep6qMeb2V6yCeZcuDrNzaQoW3s/ukrNppf6MiW1gZ0fIE3XH5IFlvIAHDwkO5YHo09eOgX/PAwR+HQA6DVhrdxA8dYgqdd/+MrZsjjDYcO+BhD5qO8g7t4oI1t8h7euIwSK+hh3CQZ4oJxwh7jjZ7iBf5843LSmPL6vz0x/fDz01QfG4RPrjIbzIkkgw7GijGNF5n0Ni6VN9g8sHng1D2wXQCcuu8mpcAlOM7C7n+CF7Co7YrzllJAFrgEXql6gRKeV6B8ZEUAxQc/7RYP6cmAAIsX3habJJNMvQz53SQkmb9nE/S1nQjoZBMi8Muv8QVxZa+EWiTkgQ2b18C0W0jUoU2WRU4wt9lTf9iBv22a+H5tC58ra3eLvva3NhcAydJP8OoneYse/8kfdkgWG/nBGDAmpMaIN2PYx3b1xZGq7/hdjy2/WeUb+HA22DyQZJxzzjnTEcZWkrlBV2FDK9aan9qMLeOpKZzkGD4cYI4af/CAOrhN5ZPMw4LxC7dyxHBgA65e/HRQtql1iIKP59j9S7L7/7H/xHHtNsdSLfSVl9p4G/s283jTB29zic4OfmS4hPVKt7fK/M4Wjk2zQx86vKTWpCSj/PC3EXcB4UBPZ/MNnbhkE28Dzlabf/p6W8lm35rHZnS99EAPtAF2kwHPGsc31gKpywApfHzJQeNg6tV0NlnH6M1uvNgsXYM2oE66Bv5cQ9vg4kUuIEO57UlmX/M90B8gydGxNnb/ygdteeyXd2hkG+D7Hen8/gP7HdaAQ5oyf+kveukH6w2fO8TrD3Xy+hc4iCk7tFt38DKe+Httjzwd/azAAwt9Dp/f62964ufCwVsExhEatOxag7oCP8jzEd0BvwEyjDu2ybO/fMxXdQAP84jd8vhJyYevXOA/skCy9Emy7DfgotNGD2kBnXbpGsgoDVxtyq3Hx8HUPDBejUt84NJJqk1eWnvYig8/4CGPt3b9rJ4MeFI42uElkZ1/UUFbkjn26AHU6Tt9Bh8vsqXmG5/DAfiq169wzHn6m2vmOx5sMtZcIOgrOrnY8/aP8URn/SMOGGP8gKcYBM9Ywcu4s7/10z38tHmLhVx+8tNVD8mMV2PRJQFd8ec/4xtfNnIAPdkgpitvsHlg88CpeWDZNZ0a7Ua184AgJiABQVfQUidg7ZqHgCzYCl7qpIKrNguqnwwIcAKpAApXUBQ84cI7CCyOaMi1gCQ5ii54CpTkCqjK8KXqjiKeIIPWhi7JXHCg45EsTwI8MSBHPejmQz5ZaNqeZNjw2dxofzSAxc3iyCe1x1iQ52cbWwuwvL5V7xJE2bhRbr2yDVfptR1mMN7MB/bwD6g9d95553yykWRWsT3JMO4dYozn4nf8eHMAcnHlNzi7PZBkdP4YL4BHmpqbjbHGkXrxVtyEh95clBqnxhbQBle6H8BXD8c4pwNZ8viImza15Dio4emJttinXcyW4kE+UAZ4WwPwRm8O4eeAJE8GWcCm2ndXPD3zCq74q86f22KvMiAHD3o4eNpAAzjWJHHc92I+9alPDW8N+Figr/+7QHAYsNH3PQFP8DwFVBbbrHF+wuYy2wGCHDHek0A2kGFto4MDKpscINDyBT5sdNAQJ+mCB5noxENy6Vb7AAAQAElEQVRvALiAwENsYDdgyxr4rmV5sgp4FvhXXgrki9e0dVI4+nc/0AandJXPr8ZZQRnQmw18oy/FOwcsfStVNhbw1F9SvuBjPynsRxjxgGsc0QtvvlPP58YI/5Ejlnozw5sW9HEw43O80TuE+S4A//Ozy5Z/+qd/mt/RMIZdOBgf5hH+ZLGTj5uyH79C/cIWoB6+ejLJopd6tNrYyycOjfDYgD8cZSk8dUAZaAP8IG0dXIC/+rY3r147fHkgj3fr0YB1vTId2aA/zQE0+NIZwFeuPcrq+U49n6AlB46+Zz8d9B8/k4MvQKPPpHDww8O8Acr0MFb0uzw6Zak5abzgi94cNBb0qT1M9TJHXegB8w4u0GcO6vYu+Lg0IEcfujxyqPcGCl3MabHIRT9b0Bq/N9988zCu4KChA9vFCvrR058e9BMVfNlqPNJRHvABW+WlG2we2Dxwah44Ky4ABMm6R8CWX9cpgwYWee2Cr/wa9gYdAQsefEESwFeWFl+9TZc6gU1QFEg9uXn6058+Dz3aBGHBEh0cdQcB3OKhRccO8tDJS6uPgF8c9ScDnmAL+OiABQudFD+bPvXqAJ28FSAP4GiHTw/+8idotD3SQK/qUJ+1ruW275davGyMLJpsax+wkb3AJtdiyC/K+Nis8wsaY0g9ucp+g4nvycg/Ho56QNb3Cuh7MrzZCc+GiZ3AZtefITMn1n6BZ+NiIyRvwyTtRslrzspsA/IbfP88wOdnEohv//M//zNfBTYezR9jxYZWaqyZfzaf5iRPwYErr92cLRirDlHmZPHX9qIB6LWTD9/m3bgly6bYxtaGFo4DrAO5duuPwxceZJIvbw7gJW/M00MbXcVebWRK8TGXyHW4w/unfuqnhk033i4ZHMbZwA/qrBH44okHejHG/HOo9sT3W9/61vAXBPyJLk/rfFBQ6lLA92xs3pXRWMMcJBwO8aOniwLf9vjHf/zH+Vo1m8xjm3dPGqXK7Re+4CNPDB0I8BQn6UUnPPmSDcAhlG7sZpN+wYuv2Kq8BrbypzrtQJ4f9Qv+dFeGqz+AvDrt6OWl6tGjBcr8iC9f0IuPAb0AWu38r9/0F/8pw5MnEx6eUnIBmWzTv+zWN/rVoYrfHezI1+98CZcs/kNLJzoCsutTlwAOanQgh03GmD/J5hLA2oyG7/2EhDz+liefXQ6GZJBJb31NdzapkwK2kUMGX0vxBurR0J3v9L8ye7QB+vEZm9CQBYpLLqALeXDIwQe9Ovjo1fGPVB0a+sjzlXp4dMaHj9nCd3D5SBlfMgDdjV119kHa8SGXXvgpo5fiTRYfkusQrd44QAtfn5IPTz05ZNMVPZ/I0wsf7XRwiDa/yDbXzDn4fEUWPJdueKFVZx02940leOKYVH/rY28R2cvBbb/4mY+3VvEmj219qs8WuHTBR54eYpK5zh5ruMt/+yb6m//GI93Yre6SSy4ZR44cmW/F4GkM6Ds+lZIJ+KEAj7x1vfwGmwc2D+zvgbPiAoDpgp9UoJYKIq1TBsqCqyCjLBhJDwIBB8ARgIA8IENAFVzJlbfQAUGYLKmv//vAioCJTgAUmOVPBugNDz8HUQsA3emCF3nkK5NnYRGQLV7oDgI0AjQc9kjZK+jKe4vBYkKmMiBTcF/X0XFNJ7jjDf8wQ/1gsVzbwdbaJ3Xb3T6xyBsLfIIeLqh/+dRmYM3vsObZVd1rn7LNpQ2TJ6PKfNR5xz/q4BvT8upclqFT5jfpBme3B8ypMcZ8k0S+40LsEZfEUXU2q9rrLeOt+b3pug3t3vZ1WWw1Rh38ybR5Bza04qy8L6xbAwAc9OY+OQX6AW2dM8Y/+XhrM/bbJj7g73Amtoun4rk3ATz5t6kXR2zk4YnJaMqTHjbVeKqzLtCVfH6Sd4khTpGNj5juIuCP/uiPxpe//OX5dpuDh009O9jsybGfHfhQJ7no+ch6w2b60YU8fmOPee9w4NAA0NCJDvjS22FMjLW+eSLoUgVf/qEvfHn4eErZsk7ltRWU0aIrrjp5ddrk19B68viFD9kDl0/5k93a2atv6KlOG1AG2thGH3KV8ULLp+z1xN+li4OYb80YQ/C9cu3AZHyjoQv/+/kF/+kXr2o7mBk/dKEfevNCPLUmoaMbefztcOeBhEsA4wkvuPrfodLbBy4j9JM6vqEv3nzADoAvW7XXZ9oLraMXHDR8YSzQw8ESDz4xTuQLLaNRRz5+YM1fma/2AjptQBsd8FSPHj8poBP/AmW+oCM6gA49YAd90PAHPmSoxxsuUIbHNjzwRA9fG9uBNjL5EWjHB616NOTQTR0+xoUxQa6x6fJIf5tv9pdw9J2xQhe+9uQeP/jqHPSNI2PUfPvbv/3bIZ7gI87QwdskLovwUjbe5OnDP+YzennjC5BFDzzFROu5hx34s8VTf9+tkGe7jwK6rGILvxiLfKCMb22ms3Y2aJfHA478BpsHNg/s74FH/QWA4CQoCA5cIC84yGsTLBsoBGTtgphA2cAC93iAB96CkqAFT0AmA70gJSgLvtrUNU+OgGiR/pM/+ZP5ajwcC69gTAflEwFZ5Aukl1566fA6nz8b5JbWl5st6J4Q+VMrPvij/Pa3v31YVE7EG9+nPOUp89V/dhZfnu02KezgQ2X2wbHw0EseD2mBjz1tqL9afxhTfqC3j9xI+UDKtuaVLW78pE9t3IwJOOiLJw/X00rpowFqG1v0uxTIeyJlY8sv6oC5Y6NQXxhPcI0vbwzYSMDbYPMAD8xxsst0nJlT4o56G1abUhty40os3qEe/Q/O0cIuUx677Pxvb9xSCYcMoN3YFMO1WUvIwdeYdtiykXbJpUwP+HDxgYePsjx+yh3zxrqy9UDemoCOfXi5QPNE1kEd3je/+c3hw3DmVfHpA59uDhVk2JiL/fzRemvQM5/5zPG2t71tfOADHxhvfvOb55+Z86Vua4avf1tTxC4HcAdBT/tt5P0cwAGAHdYWhwRPi71B4NBo7vKFNcEaC48tfEFv4NBBB/5yeIDHJ/QTMx1Q+ZFdLj0cPrXjJcVLyj/8J20bm4HyOpVfg3Z0QB4/6Rrgk6U/Af8C/QH41rhz4eGg46KC7drwoRvQJ0CsY4/XrV1y6Dvr+Cc/+clx/fXXj8997nPjvvvuG56ikmcs8I8DnAO81M8y+N3vp31MuH+yzcW9b8044PGtp838bO0hl53GhP7Bm13wfJTNxwG97g1HnziI6Qs2idn63T6Gj9AB+domrw/ZjTcw3tTzA75w9T1aZX2rDl/jSZ1xqv/RwpPSHT99oSzFE+/iSJXxB3gV4KIpjno4rVMvr15Khj7Gjy78pR4ffWj+04nuxYXPdjgALzLgS+Hxj3GtDV+pevhkqIOLD1wy4dAPnjapMadd2WWPeGCcKBt/5qvxiJ6uxoF5DNdY8H0nY0ob35ONh/4251wk/tVf/dXAAy/jDh4eYgNaOtIXD+Nf/zjM05df6CJf+411f5FEvPrCF74wXHKZA2zDh13o/bnL7hXRaKcff+NHrjo+W4M6Oqzrtvzmgc0DD/XAo/4CoOYK3oIPsOipFyAarAQogUU9EFQFEfmDAF/BCo6A5ED8+c9/fi7cDiyexlg08VrjwidP4BbEbJquvPLK+YE+ix491cM7COjfdjp7XdNG0O+sHEq9NuiVTK93CrbydLJxFERLe1DaAMy+4llMlAVxtgF1bISjXll+DWjgeNKwrj+seXZb4LwmxwbjSFpgr7xNWv3hpx8dg62DA/Shp2jyjwbgHz4AtXXtI08S2dk2eMpw+FVemzHT3/9rU7/B5gEeAB03xowNpDEiLtvIipHmlbGoHj5QNrbkC+WzrlcH4EjJkCrjZy47vHh9vYc9B19tNtjirFgupqMBZDclCz/4eAN11ie0UjY4VKhXZz54IuwSwKZbnPe0WDv68icDPVrrigMHXWzubbAdGt/0pjcNb6H94R/+4bAG+SCc9D3vec+s9+r/rbfeOj796U+PD3/4w+MNb3jDQEu+j3J6imdzTq417UlPetJw+UymNUgb+6yNfODwrg3Qly186NDnUOHSxroIzyGFruyhOz7sKK0yG/HASx7IozEGgDyAJy0UVz1Apw5fIK9fCurgoK9f9T3d6EVvqTXfwUkbHp5esst4dDjTZ/rRuNSOp7jv1Wh/scEaTW8Hf+3GFp9L8THGK4tshzNjTkpHcvjSQc2h3zd8+JdM/YQ3Orh8D+ig7IBoffYxNrje/NBOvosAlzcugBwOjSW+QEtP9Gj0s5SOQH/xFx/D0W6soFHHv3Dw0kZXuuPPVjRw8OQ7eIBcdQAvdqnHE6hHh147QAMHLoDX+ubhA7QAHhp5AA8f/Pm0faoNHlvZDae4a37kwXNA1w/K7FZnzKBX5iP2k4MPwAdfvlGGy3fK+NDHodzFDT+S4XDtcgkOenNKP4tPAK6xhY4sdrg8Ivvb3/72sH+8/fbbhzEtFtnDGFMuD/wpT7qygzy+8pMd4844ZAO78OQnQAdjn63GuDeLXHq5aDAPyLGHtPe8/PLLh4dXxgNgO1nsZC995aXK2oH8BpsHNg8c3wOP+gsAgYH5goMgJDhZwNQBwUnaQCovIEoFSelBIKjhIaAJrg4pr33ta4e/sXvhhRcON6Ru0m2mHnjggflnbuiBp9RiJsjaOF599dXzC6/abBikJ4LqaBEQhPGsPhYFdtMRHzhkyVuctMufCI4cOTLfAMCruOyVtwmUNuA2tTmgi7bK14aH1GJTXeAcZmCTBZZd/MJu44lNylJjQGqMeGLGJ3C0o9OGj0W647P12g47sHNtA1vVWfAt5vLa9xsTcL2C2LHGd3A32DwwxpixqWPCnDGv6hnxUWy10dRmLGmTN0/lCx2DLcMBLUvhkAW0ibU2tOQYu+a3NQbY/Iqx2sR+NHTDA60ynkAZyOPpwIVO2QbeZhk+WnLEbzHHYdNG2cVvZdp8m1N0sf7BVRb/bdBdRr7kJS8Zv/EbvzHe+ta3Dh/dsol3ILBpt7F3yLTZpj+d6UE/65JY5o0Am3I6/tu//dvwRJiP6ccf1gyHA/TeaBLX8LAuOKhaq/CjMxx58hxAHFzpDU8fsVcKDz47AJ+QV8AD0BegUd4L2gp0koeLt3z5GSv1edPiw+VfNtNDPxhn7HT4r7+t73xmTyHVt3iQRxZa8tCLcWyGo+wiX58YR2TpZx9lvOWWW8Z11103fuu3fmv24ate9aphz/GOd7xjvP/9759w4403Dm8SkGUs4eFtAf2i//iYffhK4fA5XfgbLjxv/7kAEHuNCT8r8DabixkPGaxVxhdbAL9I9S/b2alOWtBOL7LYSh5cZX0MT5lO6viejnjCpac6fLW3TR4tKH94+l8dfCBf0IYOPr3USwFcoB0eX0mV4eMtTye6Gr/y6vExRuED/KTo0FRnPI0bftSOXqqebHR8BJTxxB/wlbJ6gMa4keJjLjuom6PGmbnnEs6FHD2MR+OCXRwZrgAAEABJREFUPP2prI/RoEfnp6nGChoPOVw0eoikjD87nvCEJwxz3bzHx1sk+Bs38mwQ/8gxv8Ug7eYIOfiYR//+7/8+7r333mEP7cLB+PUmEZqLL7547qnFHOPSGDDu+AHgDfAFfKxefoPNA5sH9vfAo/4CQJCo6QKCgCWgvWO3WHpF0RNIqaAj+Hii4TeOcN10lvZ4qUAvEGsXzCxSAlvL5LmV/8hHPjIXZvqo094Uvg2CQGiBlRcwBX14B4HAr13wI1selLfgKxiqAxYHbeyjr7qDwAIB4KCRguZt7pTJb52yTZDNkDx5UrpIARttNOUfDeDVOP1YW2orv/C/1zD1p7INFDx5bVJleRsti7q8ukcL1Eb28A1gow2vjaS8udR2KRqgzfw0H+XVad9g88A555wzLwDqCfFQPDa+bBLFGfOydWKUcdYxJAWlN76ab6oOKEvFMyk6m17gCZpXudWJseY62TbR8uSXjg7w8MATKNNLXlx2oADiqDkCFx9tbCPLwcHG/p//+Z+HzT16b3Z5K4BccYQueFobxB2/2/VEzaHfX6Cx2bchx9/ahAY+kHeZ4M0xr/t//OMfHw6fnvi7lEDnifCTn/zkIe9Joad3DiHo1XmKSBcXBNqsCWwVL/UV/fmGbP6By5dAv1kH1fMZu9mMTpl+eJFFfwCnsK6HD+CoRwf4rKCsHRR3nddONn0dWOgnr46f6aof+J9d+go9/srw+UYeHRpjBy+XOfzs0OMgRL6DlcMPO/nWAcwlgTGBl3hobyHlT/uXj370o+N973vfeOMb3zhe8YpXDBc9f/AHfzC8UeDQxn9oHVYf//jHzw9HyrONTvTTzofGnwsAb4noH/Z5/dsBjG70qi7y/ADQ8jEb2nfK6vkCwJNq5yfg0M83eMHVZszTi354KPMpfPTqyQHyrYNjzKPBC098AL/DA+gAfPRw1cPjCzYraysdfLrhr16ePoB+AE55SfEvaEMDz3jnC/3Cx3jwO1xlUPlSuGQCfOnENlCdXSbwI1x969LHnhcvccPcLY7xJU6Si4c+MC7MXTrZt/h5iQO+CwJz//777x8uHF0G8AEd7BHhonNpRR598UTHXnLphJeHINrozBY200N8MM6Bi0U/gfHmgX7005YXvOAF48orrxyvfOUrh70yH+BDB3ly+A5PZXQbbB7YPLC/B87Zv/rRUyuwNCAISMACLQj5feN555033HL63bxUkHn+858/BBKB+kSegCdowsNbkJUXGAUhPOQF3j/+4z8eNlTatQlcQOBTJ4h5/VLgVdYmPQga5PCgC1x0Ai255Kiz0VCWpyc68pQPAoG69pUXfD5lq42LMih/eRsTmxay+AAt0IYWTwFc+bADfxtTFi+26Ac2yvOzvCcqbtflbZ74Qh7OGnwkS98dr32Nexjye/u+OrOveYcKef6ov5QLcP2sRqoOjnSDzQNj5wLjwdjo+BFzbK5tSh3CxTl1cODK78gecnGAFqg/COAY0wCeza3UnHcQk4rF5Dv8Oiw5eKmHV3pp9Wi9+IkWLp0dPhz4HBBt5LWTZ3PvopAM9lkv8PIqrQsA/LRJ8bEGeurvtXybed+Dscm36XcAwMNBpP6yKffqvg/5vfe97x3vete7xrvf/e55ge2AaS76za4n1J4oilde1cVHG3AwtD44CHhbwOU2/RxUxUpPB62F1gn2AD6hk6eGfEd/hwa+Zrt2NGxiHz+xW79qgy+vj5W1qytoK8BBixf91ZODBqCBg4+89uLrDwcofu8hkb3KfIeGvoAP1LMDjjGCXqrMD/fdd998Wo+/tcGY4Uu+sG+A4/KETDqx3VpiD2Ov4umovYyDFx5w2MVXDv6+L+RtD9920Gf4aKeHcQWf/4E2/YNWng0uAIwfOlvrjCc22lMYo3ygno/4CuDJr/CAOu1AW1P+QgvYy1/opPDUuZCgL8BHu/2DfO3FTx7I0xstHHzQ4ll58NRrhy8PlAEZ8K3p8myQAu1gja8M1mNIvvjGFFAHDz9585k/5fmfTG10h09PvpEqa2MLvmiUtesDUB7y+ksZ/85zfUZGL6qMATGHPD6tHId58cD40+avFokR9jHmsTHiY5DijQsrYxRfbwC4BDDfjU86ks3OzgNyjHPfmjCWjSH9Ja8v2KlObCDHQzkP6shAa99on+5yS2wx7vkUkIeH/AabBzYPHOyBR/0FgAAnIAgqgoxgxiUCieAp6BTgCYAWRUEVDdyDAH4XAvj4wicHD6CsTQC0cROYyVa/lo1GsFQvkBVH+XiARptALwCTUzp64U9HC4JFAy4/SIsnfzzwJAZP7fhJAVqLqTo627DY7Fk0lPnQQkV28aUALfs8PVI+zMA3xo0+1b/8wR42SrVJLbwWRv3hKYp2PtBWQGtxLQ2cth3WlH+qO3vZL1XHPu2e7rNZ2ZiRtl3eGPJkTB08oB6o2+Ds9YA5w/r1mDC+xB9xyMZTW3GaV4Yn3QsnGlfrdrFU7HXIJ1P8d4CV9xtqbzk5vNHT2CafXON+LVedWG4zrl4s8TtYgBY/ODbz4ryDN9tc0NIBb5tm9HDXbw3YbNso/+iP/uhw8PfzKxt5vKwJ+FkfyHQw8IrvTTfdNK699trxla98Zdjka4fnUCjWATbboFtj6eZNAD9585G4a665Zv5JQfzF+Ysuumj+/M3TQ0+6+ZAN+NDdWsI36tllLeEjNrVeHHAgowd5QB3/8BmAK8VHuzZ10gKaAv3k0cAnU6oMXwrk4dGVfDY7mNKHzwAfifN8K9brF3Rs02ac2A8oO9zoWwdyfaXvHZ6AfoHn8OUgjoff5PvAr+81+DnhX/zFX8xXpV3IfOhDHxreMPSGhp8A+DmAtzuAjwIaI/T78z//8/nk1Bsg6NSRwQY6ic1s1ccuLPQvf7Bbv9oLsNvhTh9pQ0dXOGjZrF5ePd8DNkiBvgH8zC94AnWl4Wd9g5829erwUc9f8OXV4SsFZOONVl4dPDwAXdVpky/ggWcBjj6Wskm7vBQNXngA9UCebPjSdR191MHBQ6rsYG3c0NEc5FP0YomULPj6R5lcvpDnB+18xJfayATyxpx6vPWbPmSfMdcLKLzoJl7CM+eOHDkyxC/8xROpD0PioWzsmgcu+8Q3F5We2OPjQA4fPxcJ9KQPe8x3b42q8zaSuYIGLhy2G1t0ZC9Z5HjbwD7B24LAmKXfVVddNXy8lEz+ZLMU4CvdYPPA5oH9PXDGXwAIfIKJ4GBzI2AyRdATJOQFOangJVWvXX6Nj4dgpx4uPPkGDWXy4KlvKl/Q3rxUIGsd/OarE/lkwRWQHGQEfHgCnFQb2VKLtRQv6ckAXIGSLrUbHd61TblQfbSrQ0c+UAbq6N4/B6SOHCkQqNkhMLsB9iaAzZ0UuK31VEjfwSWL/fKVg7c6/Mgis3nl4qn7fsCpyKu/9aWFid58LuWv2sRu9qq3IS+dcsckX9gQspXf0Ms/ksAna12bZ5c+PZFufFEc9ihL1eElb9NDDrBJUKe9/PnIBkcdHKm6titvcGoe4MODYC9X/l/D3vbTXV7L2ic/jAMyO5aU2WNO2cSaUzaUxpS4pw0+WOfLWz3ctrW+KTk2pHiZA8alNptpT60ddo1nb3I5aGt3iDP/6YI3GeilaKXK+LlIhSMvrpJl080um2kHbptoMRauC1cbdnh4kAOslWwQgz1Rtq74iJsDgAMmmXiKWw585iUefmfuY1wOiJ7W4wn4ky3w4SqTw1YbfzY6NJq/PgJIR79D9/MEdrt8uOKKKwY/ebsADXCQcEDhV2umlL1ksY/sHkT5hM61lw2t40dt9CNPmR/V8QO+QB1gA/3V4QMPL3TKUuXm4QJlNjv0sJc9ePApYD9AS3eHbL5AR6aDi0O39dF6IcVPO3pjVR4uW7yh+Mu//MvzLQx/mUHe68/eWOQfFwbs5TMXML/wC78wLrvssuF7QnBf97rXjfPPP38Yi2zia39+7fd+7/fGr/zKrwxfYHcRYwwYW+wi2wFRn9KP/xzQXB7pdzYoy7NNvwH2WrcAG8iDww7+5Sd5bfL2LGzWH/qYDmxCgxYfsu0z4MMjAw/yyge+vtGuDZ02dfoBL3zUKWuHRydta1DHn/DUo4Ov7JBOD5c3yoBsdXDwpB85xoA65QL98EcHB13r8GandmOf7vip5xPzubLwxsM8oJ++MG740JzVJy4u9KvxabzpM3k0aI0bOvjLHF6319/qXV6y35jU3y960YuG2CHOoHHQphNd+QcPT+hdEnojwAdDjTEXePSUNi7qb3zYLLbR0beyjFvy4ZMlDvENX8iTAZcM+8277rpr+NmutyXp5C0YFwH2VXDR0Q0PZcAm/aFNeYPNA5sHxjjjLwB0koAhBc2bzCa5OoGyqXYLmGCjrhNecBMs0cgD7UBwWJcbOOBrfzhQHvTC12KAX+vlH2mgF33qq+pD5yc96UmjC9K63YKk7FVEmw8psBgJ8sBTEDzw43cpOvKA36Su/aEODkBXGuUzHehuwaUnX0rpr17eGLUR90TQpgcO0AZPatxaxOVLJ7/B5oHNA/t5YIy9c0jcsFG2mRSXzCnx3XyC2zjfObfmqr3l/drbJtUO8LVZFvv8nl7884qq1+3FP0/GelihG9rKET/xUGc9Q6sOnTggTnhCJpYCm27ybIRtmB0SbLZt7PHWhh8blR36HPjp5hAB8ITDR2jFdmVx2YHck2Sba+30lvIh3vyoDn95BwF5h1xP9fCiN787ODgs+Es4fv+PTv0FF1ww2OS1d/HSQcChxUafLAcUevGHmMkO/tFmrYDHR3RuKg/2ltUV8OB3duBZUKcNLWAPGnXaAPsBHRxEqqMyH9ATHsADPXx2KDswstFlhwO2/uMvdezhe30E14Hb5Y6yV/t9q8HHhH38zAWOPrS3QaMvyaYTGhfwXvnnbzL8BM84MW68dcan7JeSy/e33XbbcFHjzTNjTL8aV/jSVR/R06HSIdMYZSebADoy0OCtn/nW/ANsAnwi5V8ypMr8Rz8pmdrYRZaUrcXVpl/oDuTxwBsokw3oqE4etIwHwLPt2uAYX1I8gXY6qdfX7CMDvjopfCAPH12BHL6WqtOOHsira16ZTnDx40dxRVk9XDLoAOTVoYdvPOgbPiutMSj+GBsO+vrSRYBxyX/w9JEyHGNSP7oEMM6MK/z8+U9vEDlgu4SkF1yylck35ujkws9PTowNvtOvxpXx7LCur+lJNxdRbMPbGyZ84BLIpQEdxBMyAJvpzgbgQZpY5U9lKvPTJZdcMl7+8pcPNtEFv4L+0od0JRO+Nrw32Dxwtnrg0F0A6CgT1yQ2yZUFWXn1JrpgIfhok29aHEEAqJeiky+URlvrTjUlE60U0K9l6SMNa9u7oEjpSjebDv6wwPB59RfABWi4eAD4e0E7WvwsONrbX26G5dXBkwK461T+TAdjxQZ6rSefgNZ5GmfBNDZrozY4fGzRdFuvTlm6weaBzQPH8U65bEQAABAASURBVMCu2jwSO8yhXXH+Zy7acB45cmSIVw4R8ABcSGKZsjza5pu2XroG7UAdOqmNsss989rm02GNbIcmT9TFSvLoRb4UnbrykndgpivdxVabYIdmm3CbZptph09PvmxgbaYdKnsBgBedxA55T9Pogzd8+mkH6qT8I3VA8LEtr/zjWT2l2vGkN2g8Z7d6h35Ps5Vtsh0oHBpcAlg/fMn73nvvnRfJNvra2EJvch0wHUjIkaKnK934jq/I1c4uNtFLnTb1ylKgDsgDeXTw6YuvVFm9dnjlIVXXNjqwy+HI4UcfyMOjZ0EZb33HF1I85NnqAOOyxKFZrNcnLkP0szy+eDkQ+diZ395bM/SjQ5S1Uru+oxOe/OoDjf484wc/+MHhA8byXve/4YYbhle0XQzQGx3f6T95PnBA9MV1hzGXDy6oHf7gSF0iuChwGcAn6thkbLPVWwPeFLC248dm9ejZBPil/lVmg1S9gz7b8K1u6hwWpcCc0AbQ8D3Qf8oAf/qpI1+qTkovOrOZXClcdW2ThyvFDw56c09deaIDyvDQF+BpA2i1V568eiDPB/pTGbROPVr+NEaMO/zbTi9y1Enh8bl6YwnwEz58SoY55ZCsH8F3vvOd+SaOcYneoVu7NwGMAWOL/11E0gUPeRebXrf3Vor+9VMfc9fv8eEYIy4c8fDxPmOE/8Q1eqHRb/oTP+PdXwFii58XiA36WzzRFy6t+A+wj8/prA2NOGX8+zkMu8QS9BdeeOGgP//QH62Un0Hz2pU32DxwtnrgjL8AEPhMVKmJ344SAAQEbeqaCkSCn8Bm4re+tPioAwIBPuiBvDq4aNWdbiADT3KkjzTwR3WoTur4gB8d0gVVOPxtcZDXJrjzI9wC+9aABk55l54Mi4DFQZsgjy+/K8sfNrAI0ZkNbG5eyg8OCQ4GytprZ/Ftpiz62kHb5TfYPLB54KEeaEksEX+UxRFlT+PNNXlrgjZg3knNreaVwd7yfnVrHLzJdZh1cHIgE898ZM+m2kbYxpqs4prryuVdfuKDDXJjqrzDv9Sm2WaebTa9NtZ+/8q+8scT78qBb9NtM23TLO7i43BNVnHlgdd3PfmHQwf4dCSzOpJhU+73/J7k28izn0xPED0FFPutveqf97znjV/91V+dX+t2UPB0mnybfZt0vnLAEfccjuXJxEOf0YFula/O4YZ+9NdGTtvRKq+hbVL1eJdOme7s0r4GvFpfPejH9w5c/KLf6UQflzFS/OCTIw/f4dvPBfSVCwAHMhc61lYXJPzIL1KXR17h70f9uvbyKf2MB7oZWz7E6NLGK9EOQr7d4BLa01lvALh80qd33HHH/CsA+hY9vbwd4jfY3sJjFzy8HOLoTBYb0biUJs+BDS352oxPdqPnEzSA7VL+1U9o+LKgDLTxHz+yU9/Sjx/5ggxlhznjGS7ZaKX8jKc8eYBM/Qvk1QF45KGlH50BvLZr2wt0Q9t6efh40K9lstQV4GirTHmADzpgD6UOLtDGRvVsopv9gLGBvzb+wLN0bDCepOr5yoUKkHcgN9bIE5P0pXEoNeeMR2OLPLLMYePInNQHxok2dvE3GT6W7QN8fu6El7HtTVH64Wte43vrrbcO894Y0n/6WCxiD78qO7T7SRDZLhjETjrT1zjgC34gn4/YCvBzMcZuY/3Tn/70MA+8WcQe375gP7+h51u6S5UBuzbYPHA2e+CMvwAw6UEDns4ykRuMlLWb2OqUtQs6ApJ6tOoFk3VenXYpECzQSuGqOx1A5loOnuqkZxLwI32a2tQKtHRVx6cWBTiCsKCsjW0F/lsDPJsDNGgFXoCfRcAiIg/g4LfOqzvTgc50tDm3yPKFcu2QAouprylrW+PUX57GwLP4wdlg88DmgeN64GiDOdOCuC3OiCsuGM0l8aZzVB6uGC/dC2tepYHTvHagDKw5LvbMe3L9NtsTfBthm2CbbLLESrLRdO6rx5vO+Ni4akdrow8frtQmHj6e+Dso2uTbfIvRdAL4obWZ1k4vG248gHhs04yXvDo8bfzJVaaHdrrQi+50JMdT/be//e3zA4FeTyfPRp0MfyLMhl9ZzBffvTb8+te/fnia7SDsgEquL4D7mYR+wh+dV8npRgeHQbz1n3b6sI+Prev00Q5Xe0GZzkC+dHDRKxeUxV52ysMvnTIauHRSzyb+VOZj9jkE84vDjJTPjTttcPAhQz8C/ahvfNTP22AO2y6O2OMQ5e0IOOj4ka30owsg22HcQcfT/bvvvnt4eu8gZazpB+u0PqQrm/gVaEPPFmu7SwYfDHQJ4WDmTQE8fYcGjkMZm+ivna78oU/0g3HoEkNen+oDdtBXng3ygO5oC8rq4eCnvwGfrXnA5wf+hIuvdjRk4gMHyAM47GZD68kCynyAlp+Ugb7BU6qMjzKd1Mmrx5seeOOnf/gHDlCnHS4e2tAW4KgvTtM1Pp7kAv0I6Es2Wjz4QDtcMtikj+jFh+rhw+U7fWVc0k8/emvDvDf2jGv4+lGbN4xc1jlYu0B0yWOsahdv4NvH+BaFQ7gLJ/zlXRKR6/BtPyQmeDBCfxcDeMnrHzYDMuiiztxwwfDEJz5xwHUZQDd2s1Mqjhjb6rWrA+wXX+655575Z1F9c8l8REcnAK/AN81v6eaBs9EDh+ICQMc0UMqbuIKiVEDTpl4AkQK/I2q57YKNAKldgBIQBAdlOPjJWxiaV364QMe9/NQ9XL6ng55Pqgsf4KlO6ukAf7VsIVbPP2j4Dg2AA/i0wP82RujQoLUQwucPeQFfvQVMiod2/IG6Mx2qr8XT63X0XevOJouVBdDTL+3sRycP4Ft4m5dusHlg88DxPLDUmzfml5I5JRWXPP0Wu8Qim1b1QHmdolcG6/moDNSB5tcpeTbbDrk2sOKlg52Ns82vA7XNqg2zTS89AX50lCcfH2V41jUbYnIcwKRk2Hw7xNm4e7vBZaIDnRirDU+4Yq2PdzlM2vCLsXSw0ecPOHDJBuR6Uuyv0+ClTjuZUoCGjnS1KSdPXAcOITbecOgv/tFbvMcDrgOt13u92u6g6qNh4r0LAIdQFyjk6ic2aXPAoRv+yvqN/uRrw1eqrnrjAU+5oKy+dtCzwB6gDKc0TdHiD+jAPrbyhf0DsM/gB36mqwMHYDt6NrDfIfspT3nKcEHk7Q20+lLMh+fwBNRXJ6lxQx95ergocVB3QHOw4mu6aWcHIJOO+AK6qYeHn9QByhj1xNVfBXBYYhu+Dm2eyvIZm1wC8DcfqcOP79loHLKXHGOXHPLh0gm+Oikc44J8+dZL8cTPOokOPYCnjB4dH+APXx1aeIDN2qTKcPlOHg+AHx20tb580MprR0cXgI4cNOqV5eGhAfSByy/a8SaLLtrVw5Eno/Rw8Cxog8fv5jKfqCPL+JMq46ddv8ClH//rX/K1k42X8WkM6kf1eOh/ccF8c3Gk7KLAxRC+5qKfBBgLxomDPRliijhkHuNnXvtzf8aht4PEQuPaGwTGvDeDHMpdErDZWEFHH3OH7mKTsUwOXR3+xS+XS/ZM6shmC/3l6UwP+rh8MG+MD21s8o0AdtpfuiQonX7hF8BP8DfYPHC2euCMvwDQMSaqiQsEAYFEwNEGBESpSQ5H3u+U4LWsTrCV+s2d1ycFXWVAhqAgLzCibVndwwX88aiu8mcC0IdP6SK/Tn25md71A59oh29hEuTVAb5sKg/4my/xEIz1hT4C6vBykywtVAcLJfrWn+kpvdlswVvrrZ7d7OVHhwR18q0vvk2XenzYC0+6weaBzQN7PPBg0RwBiuKKTSAQn2wsbQa91gxHOzzxS2pOStcAD2gD6zZ5bVJtwIbWhpk8B3OvxPoQltgo9tmUi31oxDRz3vyWV4eHuOlgq06bDTJdyUJrk2y98zt7fG144TmweQJNttTm3Qbc2ue34zbZNr/84JCPlj4AX7FGqoy/wwOd6EG+fH1FR3j+FNfv//7vzzcAPGljDzy8HEbEMjzl+YZdDg8ORy5HHGL83MATbHqrswbY6ONPBzzg0wNfdVI6sZG/HVboBpcOBWW+kYLm6cjXYJ1Hx88F5dIZR0BZuxStw4bDjgMM+wp0ojdd4Unp6jLKYcgBX5/wj8OOQxEaByh+0O9sxh9PPqdvQdnBzBsA+pJuxoAUT0B/PAAd2E93ZfmCOeEnBNYcFzF+DqAf6G8N00aOgxY79Cc+6PHSd3CBftYXDpH6Ch4gnz7yAC0d4chrx5t95amP1cNvPVx0UvXayeNbOK3Dgz7a1Omv0qEpLp2U4QFluGj4Uszga/OO3XTUpg4P9crGK3y0cMiu/nDZKdW+lgcXPXv2AlxtcOhmHPC1Om2AvgBPNpMJR54+5hg8dcaXQ7IxaLyKHfUb3fhHHxuP4hXbjFE4dMPLm4neEHLJSS4fiBe+D4Ef/nxBlstHPqOHuCNvXLgEMJ7wNL7tv33935tMDvguAFxsuTxAQ18xgT5iG1voSj67pS5KzQe8yFCPlu18hx/96Sc28yXd4UnhyW+weeBs9cChuAAQDNcdJBgKQOuAoN2kVycvsEiBAFkegqTXmSzGAvbeIIC3YCI4oj0bgE9qp8AI+JKf+EObOn6U5zMfDvKhIje1BQF9L/gbxQ367QM88RDEBW/9oA3gf5iAX6ovu2zM2KZOG5AH6i2YHVtt4wfg8KAOH/gbbB7YPLC/B/bWik3imI1n1wAHT5t5T4rga5fClZpr0lMF9Dav1gsHbfHL69M20nQQQ81lc5sMcU6qjLZ5ZXxsXtV7qmozrc4GFp7Nt4sFm16bYgc/9XDheZXeEzOx+OlPf/qwEXcws845iHhiZ5PPJ3jQWVy2gbbZ7oafjuIU/vSnGzlS/vP7YB/d+vjHPz4cYPmbfO34yovpLtnx4X8bcHy9IcVG/vHXARxC0Tn4sldcBPzIRv2EBxno8XYBANeBgF78ux/gq74pXL5tKg+0g9ZLlfmGLuTjAxfQiV8dptjIRw40DivsgKPv8eFTTyC94aCf2MRHnuLzLzscvl0KGz/6gX/Yiwfe7KSPA5Y+M5a9ZQG8YQKPjuSSid7lhLUbP3V0hiMvxU9fGFOe8LLzOc95zrjyyiuHMcTXxsk3vvGN+Sq18YMWHnlk0Ys9/MQOZToar/gDsviuoIwHkFfPRvyAPJAnz3ijC1xy4RsbUm3kFhe+NraWBzy+pKP8Ghc93nC1kUFnurFDGS82wsVfHRnqpHjTCw0e8IC8Om1AHm/ytQP0ynhqKygDZXz4lR70BGjVswlvfNTVFro70Os/OHhpMz7FBPHA2DVOyAD4OKyLD/YvymjMN3j6n6+Ne7aokzf+jEfzwFhHb+yJP3xknrtMoDedjDdjmEy86WH8+9OVLsGMaReMLqX4Bi/zwtspR44cmX/yFS1/sFmKHz3Q04v9fMJ2fnJxYay7RKAzvnjozw02D5ztHjgUFwCCmMmus0x8AcWXhU1wwUodHAFZEID3whf5DX9mAAAQAElEQVS+cPzar/2a7BC00Ci45b722mtlh2AgUMzC7n/o1bn93hVHZco/XKCDYC4YlZdARG9lebLZpExfZXkgD+QFuL0p/vT1+pTNhk2FTYAnDweBjSOf4UkXMvDhF0GVHmTRiwx5frKhtBn0ZOkgaD+VTkoGefIuDPBlP6g88uHB0b9S7aWTb7u2UwV27aVt3f+HPx3p5O/U6ufywJs/pXDob3FVlmendrQWq/YBXDgnguPpqB6ciP5k2vfyYRs4GdoN53B7QD8fBN9r644je7SefPNIau6YRzZ65qC4YvNqjsFBA88msXOuYxudNvU2s1J16OCgBXCAOikcT0xtsG2AHYDQ2hSbw+Qri2vy6vAvL23lY1Nsoypu20DL4++QLo56Td9GXL1UHEHjTS2/mxVLxWz8tDt408vm22ZcnPaEjV/oCRxa8eEjKXvR01GdPJ2lDq38ag2z8WaTeusBPejKbv63YbeusI8cBwUHfmV08r4Ajqf+oCuZtZse9NSnZMizxYECf7rRix+l+EoL6Eu77it58uGhxYfeUnsJcshDDxcOnfDXf2xycFHHF4AP6UR/PuQLhxeHaRe+6h944IGhH+lEtosMH0n0Ewi45KkHZFYH/OhFF3oaYz2k0YfegB7AhYP9jQuW3/7t3x7eCIGHn3a8gTJb/QTBpQQdHMTsmYwn44QcbYAO+km/05HN+OkPvPiHb+DoUzj8TH/yCvgYL2whnz/kC+xEgxfw1BZ/NMVFh592+OrhkClFz+fka1Mvrw3Qle7S+h1//eMwaa7wKVzt+pNNcPS7eind4JlfHkiRhSffoOEL/kKHhq5N8aWXtPVswoMvimfuyLMJXtvUycPnDzLk2UkHdcYcHP1PF20O1MaIfV/HrJQv2W1eOqjLm+d0Eku0S9G7WDIX7aVdfhnjxoHLPhcJLhl8y4KO+NHL+KJDfx7lEswDD/7zMxSxCw58PxESL8jmH3bYw2rHEw3fsRlPMuGzm41shlfw5oE3ENDQX0onvIuzpZsHzkYPnPEXACa1jhHQpBYQAeC+++4bJrLAJPDIw+3kFxje//73D0+qr7nmmvHWt751+NMkX/rSl+YHieAJMBYCfJsXyO+8884h2JGl7eGCwA3IFKDwkxeA6K2sXVmqrB3IHwT1C9vdpgqeblIFPBtTT2lOBG9+85vnB1fIIVNwtLi5eVVWTy8gzwavf8mfCCwmFiB4tVUe4NcFpOXKUz4MYNys9WSv8v/XDhsuCxpafpFusHlg88B+HjhWJ6YA8xBokdqg2zTbyGo3p6wb2gtipjZxV505i1ZevXb5/QCuOGmDb52wUccfjcOs+OnQgF+BDmDNT/wmCz9rGb278RZn8cQHwHOwIcP6ZBP+hCc8YThse4Xck2b4DjLWRLzpJ3WwsQ6IT3QVk4HDiwsFm3l4gN/gkE8vQGd2sJXd8ujVi1voXDw72NINDl3pQ3c62fRL1Wm3Ttnwsxe9gwhwgBIPreGVbZ1wuaCNj/iADuRL4QF8pWDdph7AXde3P+CDthsT/A2XvvSTJ5t99g1wqgdabXTkB4ciZTjo8MWPfQ4z+ssFgTY4gBw+BWznF77DB3++11/6VF6dPsJDHyjT0x6GXr41QA+HUThopNrQ0YlMB3xlY9ZPRy6++OL5lxuMIYcnKV1KRwfy2FNf4EU+fxo7dCCPz4F2ssljG6CrFC846AFfmAv6ml4ALXy4eAD8yYMPB9AJGMPlIYVDB2ntQEs+f7LJQZKtZOEF5Mkki3z64d82ebrwD7vJgEOOvmYXWn2KDx7w8cUDnjw8bUA7PtqAPJ7wyAN0V49OCg/AUYcHXi5x9AU71eHDNw7THhbR0fjgE23wjAfzUryQih3iBl5kOeA7sKOXukwQP4x7F1TovW2gnd1iML3EGXr7toA3pcx/+PRzcSmWSeHfeOON8y8I4G3828saa/SlA1/WXnaRI+VToI0sKdnmkf5FJz6bv+zVtsHmgbPVA2f8BcB6kprQ7ShPWt0mmvgCgwmuvRPeYqbsNvs3f/M3xzvf+c7hC8Z+C4SHNoFScBYoldULRn7zpF75dIIAJfgKYGTjTa6yFAjurZeeCARuOPyE57nnnjvfbBDo1OF5EFQfQRcfwRMf9fxKN/WAbtoETxcr6k4ELgossPBKj2d1etzjHjcE+XW7fPtR/kwHtvA1Pb0Z0U2E8omAnWg93TMOi6+u+S3dPLB5YPGAuTaW7IxzYtGDxWHOaPc0SqwBDpI2kOrFLvOtMVOMUwba8cFDihaeWFVQD5TxEs/NdbHWuiFFJ27iZ/OMH0BXQK8dqGMDXvCsO56M0duBAi/6wbNRB+jQsNOG2MHfG18O3DbtnvTbtNuIi+sOz/i3Tpwhh75sdEDygToXCuwSk8kjB086WBfUsQ+NNnm0nqo5+Ft7lB2CtZGNjlx6WVcdtNhPJ/L5yMbcOs429fzgAtuaTle6W8/ppy/pQT5d5QEaeEA9GQXl8oHXenm0yvJAXh3+9TueQJl9gH34sk894Bdt7JDCMcZ6qNKf/MlffKQP8UAHj1xy6IAf0E9shqcdLr6AvlJAXzZaRz72sY+N97znPeOGG24YxgBavOBI4aujl9ThlS7k2B8961nPGvZNZOkDOHQnn24uchwIret0oLuU7vjjSy59gHp06JXNGTj4qq9eaOlGLj8ZC3jTjZ/JKI3UmJGi1w7QAzzYgw96Ze3lBwct281dF1PGJr3wg4eGTH0Aakf1pDs8fNHVV2iAMUvO2mZ5gBd/oCUPvvkAtNMNf/VAGR7ZQB6ohydPljZlfKqTvgD8Dp9MY9SB3EWU2CGGuBTgL/L5xfw1dx38HdTNYR+J9NYIf3hTycFf6vDuqb+YZA9kfBjjLgvwM8/x5BOy+dwcdwmAr8seF2LoXVoZW/60JTz8xSD24aU/Ab/wIZvoo40f9BtcfgDq4OFJB/abn+o22DxwNnvgjL8AMLk7gU1mAU4AEdyuv/76YTKb+Op0JHyp4IVOGxx12pQFRwFYvUAiYKizoPh7ooKeNjSnA8ilOxCY6CWPtyAG5IEFRcpO6YmA3nDgs0mePPrjRdZBYGEvHj/AxcPTfxtBfKurPF3huMWFdyLQDxbW4uGFvmX+EPiV8ZcCOHDlDwPQlf4WPjbLn4zexfMRnOLjBVre0s0DmwfGPPCLC+ZM45v40ZjUOWNTaqMnttm8OgigG7t/0tLggxYd2DXP/5qHKw9mw4P/UxZjxVt5m08xzvqBn5jsAO/Aq72AH8BGHfnNs4fOXmW12XaQs2G1SXewdvgFNuhk4yNes9ErufjYUPtZlg21TTgdrJM20C4K8HN4I8NhgEw8yPXk7bzzzpvrKTz8rJX4O9iwVR2d6U6+tdOf8/PzA0+bHSSsw/yNR2Ohi3q/63UIwI8NDhzeXOA7hxM+wxd/T/t874Du/ElP+vOFtYoe+lAKXwqPX4C8urbhq66gDbBBG1AuKLOXbvjJS+GTK1XmH6BMR6l6IK+OvXzuUkee/uynmzLe8nDl+RqQrayNDDz1lX5yQOrhmI/oSy/t/Ojp6ic+8YnhKaon+HC0weEDfKV0YbN6QBa5DkfmEHCxg5Y9dCCL3sYYm8wvvNBql+JJD/VkqUeHh1S9vPHDF8YLGQW+0I4OL2W6wodDVzzIoC8Z8MmWkoEOwFOPDuCljMZ8ra/JgoueLAAXHiATPd4AnlS9wylcuuCjHo1+Y5+yPgDqyYGnnS6ArvDUw6lteMqrRwfk4ZONZl1HD/Xq0MLzCr0xaN6rozse+pFN9nkufsxHsUR/0EG7uYnWnti+xoHddyP8Vl+sEfeMRw9xfH/kuc997vz+iJhCjvEqfvG18aLeYZ/PHO7FBHECX/jGtTiHH/y/+7u/m3HfflRs4auOA7YpS/mBTYDt0tbzCTuV2cQO9uljMoG2DTYPnG0eOOMvAHSIgAbkTW7BRN4Nt7+B2wls0gtY2gQZqYlvspv48gAvAUO74CrFw6HW3zgWYMiwEGo7nSDo4ycoSelBtjwQGKXw1vXq9gNBjE+0sUvKDwKjVPkgsECxlx5kAvheU0SPjzZ1gAz1gvPJ6IdGkJcC/KQAX7r7TVrLUqBeehigfuAbC6zFUh37TkZ/PrFJRgO/dOqVN9g8cLZ6oHOC/ebDYx7zmPnTL3NNLDdXxCPt8uodXMQcm1NPl+FpXwMa+NYG+XWbenXa1CsD+YIyHGWHabJsbq0bNtzefJKKYwAe/aXK6OWtA/h48iV20NeahB8c9mjzNA3YBPMJmwCe8B36/OkrBzK0LgPktYuvLgHIc7j2rREXDNZK+or/Xtl92cteNjz9JROdtQVodyiwNpHNL9YNF7e+Hu+nZy4AfvZnf3Z44scO9jtw+MsFYlv7w5qK7qlPfeo8KODNf2Sy1zptTe/lCfkO/g4nXjHmCzz4jY7o6ISWH4E8W7VrK6jTBtRpb18o46VOOxvoAuTxLT37ATz10tLTCx/rqMOlbzd4W5HfHXj0r37RRw4icNEAfMgiU7/goY5/6AWH7xy4XIjwh3pQO/CjCzq64UFv7XSW12bs9GmsvRJc/MnSb95ScKBz8NLX/K4v0JDtUOhywWUV3sYH3gBvOpBHljwdgTb9ZxwDZTR40AG+vMOySyRjWz3djBX4cPBmmzblypAq46FNmVwy0PAr3vwM8GAXHzgIG+NsIQ8f8tHSmR/U4SMF8trQwSOXjuTqfzrL40Oedn1EJ/qh0a4OyMOhF12NBfqiV4eHenm0AB960Ife7Cl/bXgYb8adMYgXWfDwxovOxpWDNzDn2KXdfsb81R/q8Danb7/99nHbbbcNsUYsgWvcPPvZzx7md3VxuYAnHV1MArGRvg7/5oE6Y8n4ogudjTlxwEUDvxh3Lg75mg305ys+APJs0SavDsijB8r8B/iALeqBtjXsV7du3/KbBw67Bw7FBYDAIVh0wioLRALsZZddNgQ3wUewc3so1TEWM4FEIBK81QkQAoLgIVBI4TvQvvrVrz7623+y8ETzcIF8PAQbujYvFWTUs48e9LdoaFMnPRGwE85ajjLA4yDgi9rJF4Kr1CuAfIAHHaWAroK2xUD5RICHV1LhkYVeHuCrP/xWTFm/SgGdpYcB1jbRd/00X/lEwC9o+GONu5fvum3Lbx44mzxgLohLP/ADPzAvADpXxHB+MIfEDOuC+OmA6yDjUK5ebIUnD+TFG3mgDOTxgg/UAfVAnmwgT774axMrtttg29w6ANvIwtlLpwzwIEPc9votva1X6umAlv7Know58LkEcEDhC3ToXVzfcccdozEEjdd0bdrxdAHgFX+HOTSetnmV15/js+45VNjk4+333w7z6OiIPz3k6cZesv3298UvfvGwIRe/HRYd/vHQB3zigOiywaGXPerp4CvhT3va04a1zoYfP+sz3ehjw299UbYeubzA25NEhzT20wdP44J/lOmqT9XTWb0UDlDWBtRbm6TqLhIREAAAEABJREFUtZPXOnwcEtgsVSYDflM0/CQlW708XK+UOyQZh+xXr91bGQ41DjtwHHzgqNNmHOk/9kutzXSgF/2MA4cz/nIZwH/GGZmAHmSxSVlKZ+usFA/48NR5QuugRY6+1W/Wd3sr/eIVcWPTBQz/6zNlvNjFl/jRR8pGMoFxJa1M7fActh3+1dMBHvn8TAegjt3ygL54kQdPOx3w4BttyuQDeEC7Nvj8CdBrU6+dLg6/Dpjy7MaLbuTKG3MAb/Xq1nltxoI6PPHgf3LaH3gB7XyhHj495NkB8IaHniz68kV91JRNazz45YdP5fA5efq0lwBksJXdcPkFoDGHPQASN7wRYM5pE1/MaTaxlV7G79133z1cPop55q95bv9o3uJvzJJlrPILvY1zQCeXY/J44WF8k8kv7BPftLGbPt5KwYtN7FgD+wFaPpXiYQzBW9fxrXagbYPNA2ebBw7FBYBOEXQEKhNYWSBRtsnxCqKNhrounHAEPiAwqlcnaJSHwGDD5vbykksumR8MLB7e8E8HlJfAJIAKZOXb4NNg5KbUQtv2E6XobJKKRwZfKbMT/4MAPv/AFSRtAKSeCOEB0EsLNiyCONrWHZTajGovvpTv1eHtiZ1UvZQu2prKn8nQ/uVH+vs+Qm05Gb35kk/1G5vxQKcs3WDzwNnqAfOI7WK7WP5DP/RD8wLAXDNvxD8xXTyBa2NoQ2ldEMvFWjjmkrkFRx5PPKSgc67t0nW9fAFuQazEj3yHaOBg5JBNXmmkaKTwARlAvHfAcrCCgyd7bbqrO9vhWB9svumuzebYB3EdmuGjZbfDpM0+++GT4Xe6leFyxIbeRQDwqq3X9OG6LBCTHfboY31xOEKr/vnPf/644IILxjOf+cxhg+9iwlM+m3xlm3SHPGsJv9CTL6wpfmbgt8JssckH8Nknjnr1n178wwd0cBjxZNEhywGFTtrhy/MhOXwiBer4WgqHfGV08KTqC9oL6oorxQ/IkwkPDt4tyzsQOdA4zBgDLoQcsH1Yj9/YiQ4vvnEJ4C8h3HPPPUOqL/UZOqmn7C4J8AP8aMw7oOlXsvmktvCNOmBO0JetUjqrdzjTBld/OajxPX70Ids4Mj7QuRxw4CJTahzoE4dDdQ5rxgx++LKPL9BWL/X6Ukq+OYqGPfSDB/hFWYqevvRWLi77+U4ZT/zwJRMtgI8fMB/Ypl/QaacrWil64xvwpXpy0erP2iMF5S0P6EcXNHjRGy0+QBv92qaMB1pAb4AOrzVoB2yo/uxXdiFgntMRTzLx1SatPnRwAOdzOGgAen4hjww87IXFL/th+uhrc0/cEHfUaTc28BcPAJ3UG6virjcCXIKKCejEB3jGi7GDL3/zv/6gC53Qi0HGH5nw6E1HFwOdU+jw4lO+VWYD/Qp8ClqWKsOjuzLZyvJ74Xj1e/G28uaBw+yBQ3MBwMmCm0krb0FsoPN7NH9S5+qrr9Y0bCq0mcTwBQhBUKOgJxDKC6p+RmBhtukQIAQbCyJZDRRwTwfg73ZdgKOfMsCbnmTbQAluAreytoNAACwe29iMtjbifxCwEb7Fjxz0gq4FXple0gJeNibS1h2UstOiAKc0eFY/fWOBoAMcQId1Kn8mAx/Sj310t1hZUNWdCPjBWLPhg4u+/LSp22DzwNnsAXNCnHNoECeUxRVzzJxTV//YWIrl1gfzCo54o928gi8Pmm/8VGfOtZ4coH4vqAdw6YaHDbRNLNnmM9l76ZTRAHm62yiLgYCNNtTqrRPiMr1tdh3irQ1kifU2zt/4xjfmK7jWMnhS9HSDQx+6SPlBvMXLGkeG2OxSGg0cFxc27V7t9yfqrrrqqvGGN7xhvOlNbxpve9vb5sd0fVTXn4xzyIeLD9kOi2zAWz/Q13pGLv4OAQ7DDo18Bse67FBAL753eKAvG/FkL/84DPAXHKk2cuT5Ur0xAeTVFeDgJ9UOtCmr5yugLFUHyKhte9vIYJcDmLx2402fOWii5R8XAA5RbMQTLhnw7FuMGZc1DlX6Cx1f0BFv9Q4+9g34Oijxs4O6QxcZdESDFh096EYndXwNR9mYZDt/WuNdrNBH/5Dh8IcGHzqrNwbpzt/Gp/2VSyJvfsDBn13o8JKXAjLVw6EjPfDTxj5t6gEZdEOjbJyiU6YPYBud4NFFOzptbANsV6YHn5kTfKsOPr5oyZbSSZ5OZEnRktW8cqE4UvTkNS9VphO+ZErJVIcnKC92AHRS8uDRhw+kePAVwFuZD9iGlzJ6PNkP8KEbnvgBOMoAL2NPrKKfeWZeajMGHODhmJ/avAnirR1vndBJ7CFHXgygq7dYxBNz2EWeMa6vXX75U3/msX5QbyyhY4/5QR5+7HEZyRY/LTLW6WC8098llXGqH+nFr/K1D06BLYBubFTPV2SqVwZ8BeQ32DxwNnngUF0AHNQxgtmHPvSh4ebwwgsvHPK+IurVIQulzY0F1+/xPvzhD8+/CCAwvfGNb5xsBVMZgUdwkxcsBIoGB4HGbf0LXvCCcfnll4+XvvSlw+8mvT3g1UmvRF533XXDzfqaTmDDDwhk559//kBzxRVXTB4veclLxmte85rxile8YmgTIAUtupCNF9lf+9rXht9XkQnwILfw8pe/fDSvDd8TwYU7X33yk5+k2gSyyH7Vq1416HfppZcOPNhLP7b7O8MC+CQ4if/pg2c84xmTn59sFNjwyle+cuBpI2ExIZ/fsW0qYPMJPDrRh53VTR1eaAGfsQGPE8FnPvOZ6XN9yWf+UgTe8vT8wAc+MI5naxeVjhey2OA3rC6k2IbXQUCGzbaFDD2b9XsXNPxab0GXBzbP+oMv8KC/8ccPyn7La2MP90TAZ3D4zeabPnjwAX58gjd/A/oBNA8XyGaX8UEWuWxhF1lXXnnlcNiw2JMFn56nSz6eGzxyHjDO9Wc1kActm8fmn7n2X//1X8OG1cYUTueGTWPzcMXb9aZR2UbUmEHX1Fwj35giT1vL6pTVq5MvaMOj4EDk6aiLPxtc6w09xC24eKCVKhfIZ5/X4qVozGux0KGFXGuJ2McehzZ1fIGfV2/JZB8f8Ev9gLc10Wvoni5LrX826eY4f+DtgC5PVzxtuL1u/5M/+ZPjoosuGs95znOG1/utlX4a4CDgIA/P4ZMPyMdLDLNO0dUlMhD7bdp9INAc10YmOx040LCL3n6S4G0EvqAL+nPPPXfgyW4pPflP2SFInq1AHVqpeiCvDcjrA34C8nAAGwC5/EEv8tTJi/FAHV/Ls11/ywN95iAjxcOBR2xDr8/YDOAax3CU8ZTnF37lC7YBhzH9b0zpQxcAaB3E1PMHnemCjs/IUuYLKRvobHzRhy+8nu2bDcr6yDjiBzL5yXhGq46f8GCrPF3pTV/02uigHi179TN92FYe2pXJANrpAoqDDxlks00/wWMT3uTxESBHHVz0aAF++KMFbCeXvo973OPmR+XwRktPvOGQyy726EdleNrxtEfUBlcfqms73+oXZTKk9ALwK4sP+BEvdpFRPvL0l9YefYiWPfjrc/jq8LafdEGkTZmd5NEPjvEAzFW28Yf5jw+d4aiDTzY8QD4feKXfmKO3ee+w7pIPL3roA2uz+CBu4ME+l1q+f+HNXLLMcW/qiinyxhvZfkrEBrroW3bC9yYA3mKGOIEvnvwP30Mo9PoPHp8V+Ky+Vacv+ER+L2hjB3vJKOzF28qbBx6NHjj0FwAmr47pxLVQfvGLXxy//uu/PjcvbhG95mbBFKQcoN/ylrcMv5l0u472IMC3wUTwsYFyEP/c5z43brnllvHZz352fP7znx9f+MIXxle/+tUhcNkA4GnhkApIArO84Hb//ffPj6d86lOfGvgAeV/tvfPOO4ffzAvI8NFKBUavtvoCqw+v3HzzzVP+rbfeOh4OfPnLX54/fSBPQGWrjaNbWDLoBo6nH91OBIK1xQAff2VBCvjupptuGi5q4LQv6QD4vj50s8zvaNDyN//Ls59fLAx0aTCvz9UdD9h51113zT7Eh2+BPiXLeOIb9PWPPLB4SNUDeWOkurpYwfNE4Pdz1R0PdlvM5dewXsRsDG2W2a+f+ILeTb/+9a8PG7s1/X55evO1Nn6jO1o6l7eP/ZgvxoqPjdkQwD8Z/8I7Eej7440PPjQ+bFrwoS+51VndBofXA8a5cVcL5IGyeSD+wbGp/M///M/ROaddvfFgzqGBb4NqQ2jDigYOEFsAPGW4eChL16CusK7fL4+PDb8NMRqbafrQkzw0cKR7QX3HsvHMFhthdQ7UDr/ivo0xP0hdDrBL3BIPxQEy0aPDg2yxAq34JQ64DBRjrD/i+/rQAL8+oZMyUGeu48k+sVh7ZcmzWUqWdQ8uPR0cxA18PGn21wI88XMY0TfsQcsetjrAsIdu7LGxdxCBTzbb6j968a2ULmTuB/QiA508WOOpXwN+9JXCIxONMjx18vQDbAZ0p7d+gY+ueumHjgd5dEAdnt4+5B8PLhyMyNdGDhvpb/1xGPMQQ6zU5w5F9jbkOYA5EOMn9Y0F+xz7HWMTLn/Sn09d7rhUdfFkD6QvyMKXbHyU+V0bOvqwle7ajAX9xk46AHjwgXplNPziwFta/PEjC9RmfNWzGT886FAwFoCyMcbPZMFFW154kAGMtQJ8uOrppkyGMlAnxas64anfpOpLL69eigd8eiuzUx1e6qsP/urxUIdeqgzQVo4838EXz/jb3DWfzd3/Ze++emw7qkYNlw6IS8QllxY/AFlCgBDJJBNscs4ZAQZjMphkco4ig0QUwSLJJkebHCwhJCS4NL+ACy4sIVnn7GfxvT7l9XXPbu/Ftnt3T8RwVY0auarGrKo5V29y4ekE1p75gce4kOdNuTa98oo4oDUW5hOQE8TB3KODfnajN2cAXQ7f5LOn+UYHfvPGmLgg9PMessxZNvkSwMWevStf/QzIixxfBJh76KwB44ie7ez1cxj7abbd/e53H/I6XWJgTrPT10piyF6xQKvOXvFjn/YKawTWCOwdgbP+AkBSkzwkNpCbko3k4MEscdjISBqSgweSBBHtUkkmHomvhCKpkj3z0UfujEeHhl764ldHr0+iZb+kp6QHHu2ckOHY4uEy64DfBciMX51ttfl9kH3R7lfyC5DLZ35p85O/dGqrw+lHC/TFQz574NWBPqU4i4l49RAQc6B/CdJLdvLYoA48lOJn51760QF0aIA6+5VLQB59AB9IFr7ZB/LEiJ/q2aaOFqiLBzlo4ZaALr6jj45OUJtt2vSZf/Dh1HcBeoE4sIVcbbYbGzjy4bSV7AXwKxyPCBhXYPxB42/MzQ0bxeuuu26Yh3lsruuvbV04UJr/cHjIUp8BnzZ96nuBeQfQ6a+c63DAJpkd7PQMoDcb9AN2gPjDKfkErC1yzG2+OLipw9ngysV0+L2/C0qf/9PHTjRyH8CrzT/9Nu4OAw4ONv3qLgX83REX2p6RDlQ24jby7I/W5t6loI08fT7vdYkSvAoAABAASURBVBnnmUoOIMfG3ObdRYOf1flnwhw2vQV34PS5uI072/giZg5zgD4bfhffYsBufqIzD4C4wYkX4LMSrX6gDsQZqKPDizZcsYEL0JDvOQLgxYQMeG2xJY+NwJjpYz//Gyt02cNfexSywtOvzT8yjKvYmTPiLs+yh06yySWDLH1ij08M/S0GX3s5JPl5hT/K6E2sN6sO+d7y+4JD2086fF31zGc+c7g84CedfCHT3OAPX8wZOvKDPezAA6+tj09ixFbx5RvQB+DITA9+oG1uogF4AB/FxTwE4iI+AZw6OrLZwS4+ALKNEXvYRTZa8c5WfPBwdKKFA/jFnH3JVQf8oA+9GLBfSa6SXiV+csmDi0+bXnbB0YWePKAOpw/QaSzw8dscgLMmzRPr1hxgU74bQ5dELqXwOOzjodflkEtF65LtLumMu8O5r3TEyRpls3520s0//pBDp700ncYG3lzx4otef9vDAf8e97jHYJt+l/suA30NYP46zHuzLy/whQ3s4x9/2e1rDXnFRSddLrPkJ36yAz3ftNmLlz5jKpYAjXKFNQJrBPaOwFl/ASABSNSze5IOkMAkAXVJDEhoaCWV6toHAXry4lFKmGSD+uijR5tMfXglKSUc0C9ZeViwX7+kr9SP1sOAvBnwATrwo90F0kcGW8nlmzY9B9mHbgnID/iEVpuvHnh00qMPTokG6BObGcc2oB/eGKgDbeVNgWyZecgB4diXLejh2QAvXtpB/Y1Z+P1KMoB+vIBu+hpf/fkpRoBeeHzolbXJEDd08IcFNvMLvbqNWHakXx/d8Oq7AluD/NBme/ODLfTwCejXzl/1Fc7eCBhf8wkYU3NQqW2sAe+AOmiumA/wgBybU2CjKX+SAU+eEh2YZWgH5AYzDdxMow6Hxjy14W7O2jzTzQ80aLdBH5v0s9XGlwzybGzJ1IcOzlok08+LfJlkU43Gxtd6RAe0bYRtovlu3dIjTp6V8jldDvEuARzsfUnUwZ5u/d7OORSwwaHCJ7v+mKsvgLzR81M6vA4R9PDZTxIc/m30XV54I+jrO7+Dd2jjB1vESZ1sdXJ9dVSbzWJivIwl2Tb9aPXJi/roJY/fykCbLDqAOjAGaOLTB6cPiBE94qSOlj7y6BNnNqARezRw6Oonm0x9xkucXZIAb1EdePjEP7E2Tvwhgz18dbjzdtPfsiADng3q+oyHOh3exvp5xXnnnbf5o4y+JGAzG8wDFwMPe9jDxsUXXzxe9rKXbX5u5wDmEEivA59DHdv4xHd1drOVf3ziHxvYgs484gOcmLBFDLX5gh5os0UfOrxKeHLZSocSsMkcNt/NGbhZziyLTmMRkM0+srMBjm4yQPz66Vfqx8Mucx+QjRaODG11tHSIv7GCZz9aoC2GcOSTiydebTrRksP2+pRAH9BvvI0DOrEA5MPpoy+Z7DQ3HKiNDVliyW82kIlfXIFY47e2/XOd8kF68OAnk73o+WSuuOSTH9hnHrCHLS4SzFt01r6fDvoJkfkmt8ld1rl57TLCVyouqdjPXnPZeuADu9iH54c//OFglwsu9rNBbM0R9hkLvmm7UGSvdj6rr7BGYI3A/47AWX8BIBFIOJKFZCdBWPgSiARVXaIA2oUBX/X9ymjIkhDjV0o8ZM660NQmE58SSKolJ3hJDT6AAxIivyQ0euDIBeqAXvxodwHy089uOsLRU59SG9CXffBLYDzEkO/okk2GWNAJ6NUPD9Th8Teu8PjxJc8YoAViAupXwi8BeeQCMgE+JR/VAb+TgxbA0aeORokGnj8AbgnQAHbgJQfw3fjCATKVAD296LQDNotXeHrr2680NvrIJzc71NvgeMAXZ7L10Y9vV2AvG9hOVvrZTpc40Mc+/UCfcsZpr3D2RcAYB6w3/sDYAvNMe4yhewPw4dTNoUobY3nThtKcNa/QAsx0KUE49aC5pQ+E3680N22GvSWP3nphj3kd37ZcbbYAG14bZCV5NtXAQYwPYkCOjbOf+PhJjE2wZx5+wE+bZ5tov+/2JYS8KYcp2cImgFYpRg473r77eQ/Zfurj79z85Cc/GX6O9tnPfnbz8ygHfwcENnjbxzZy/S5YnrCx95MhsXDo9C8E+ANz3toZHzHhsxjx0zgpHSb8jQIyyWm9s1v+Ewcx4T85Dq42+XwH8OQCcdCmAw9Z/Azg9KNDD49WGeARc6U+Poqdkk3Ggp38cYAnjx1izz464BtPcviBT9x9Hu2rCG/pgbmq31iwyVtV8vDRIc5iRZ5DFqCfjfD66TXmPq8m06f9Ll78vQa/u/b1hflAF+ALfrx8NA5kstsBzhjmB9n8FjMxwmdMAHo24tXmBz/RocdLPr+0xUqfNh9dUKgDfZXqQTjxoJsOpTYb0aFho3FS0gX0AXV4oM4mdigBGkB2sSATLVBHF+Clm69K40o3WnYBPPynUx0dPBno8Cjh9MGzIdCHBq+17gKJbXxnZ/F2AYeHfnTGxBqhW04yX8wtNA7xYm6uoiebHnh5wBr381R+eQMP74IIL53o+WO82ePiAK0LLfMAHX3+1gh5vgbwxyJ9ceJvTZl7+nzBJI+Q6YsVlwD0ubhAQ6eYiA07zUk86F0s0sNPtqij08c+NssP/CJD/wprBNYI7B2Bs/4CwOKXhCQASUiCbOFLEJICkBAkRQ8eiVU40CqXgOz6yZCQABnaSnLhopuTuYdFeCV6doH44PQF+Pkl0eLXrg8tPvxw+nYBm4FZFn3k0qOPX+pwAX3ZF26/UozFsDGJTuzoNR7poAfeeEWHv3GlF54soI4nGdoAPz+A9hKQCfCgw0M24KN2pX50bITXBvHzJ+ATu/QtgbFEyw+8ZNNBLtBHFxv0oYEH4dSBOIsXem16lUuAp342sJlN9Gh7INOLBo5tyYfbFdjLBvGeZdFJH/3sYQvdYKZb62d3BMwlY28uK7XNW3XzAmjf6la3GubE7G1tPPAOT2gdSvGZM+aOOZN8/droK9XBdhstfKV6EI5ub0ttiLOHbnTJUwK4QBs9P/2u1+bXgc568CyzafdJvD4bext9n9X7nbzDoNxMNzusEQdtb9p8KuvAZ2MtDtYzWmA90QnEhg0OBDbcZDhU+IzXhjtb5B906MUXrRK9zTYef8PEwYE+b/wcPh1CyOZv/qB1iAH85OOVV145fE0gZtrk8kvp02KHFRt6ugCZcMYVkM8+PgF1/MabDvGpLdbqeODRwAF4vPrUAzrYwmexxEMun4wDm/Hpo18fPx2KHIbE09g5jDlwO7igI89bUHxoxRytOnkORMaTz2wRM3K8ZTXXzAnADnEi1x9nu8td7jL8Dtsn/0rj57NvMcTnTa8LHzzsII8P4sE+bbL4bf/h2Wts+K3NZzbCixUcf2eAw6PfnGODkj56yBJzwFd480sJ4PACdaAuDngBOfDsbHzESpsM/XjMezFmAx1w+pJVXZtPbCcXHznsxqceLx40+viAlw1w2pV0gtr6yMAHD/SRB+jQJg+turmuZJcYiyswDsbTOjV+eMgVG36oG3djKYe4aJNjxMch2nzAg55eMdIm0yHd/GDf9noXY/R0kmv+mQ/qvhhy8CfTfHVhyFaXU/4FAb/793dA6HDZwCaXTS4t5SyXVGznL71iIl6AbD9XYjsQC/3sNj7ixRY4PrId3wprBNYI7B+B/7N/19nVY8FL2hKC5Md6iUhCAJKbh7MkIVlIGtGhXQIJCZAhoQEytJXkws0yJEmJiA669KFFxy4QHzx6tPxQauOhF39ttPjw64ffBSRcsvbSo4+9dNLBrm372LAEycUnHnxBTyY/yAfagbiio49egL/xJZMMgMeYkqEN8CsPA/QkT0lXfHMdTj+gUxtkIxwbxBKoAzKWoBjgxwfYL1b8hacnYK9YsAOutlL7dCD76M0edtBt4wFPLlx1PNYa/C7AD7bzic/q5NHNFmOr1LaOA/rFHu0KZ3cEzClzyxjPnsBrG/OhsgeYB3jNmzan5pG154AF2pxjT5Z5px1ozxA++tpzWZ/NsA0pvWxhN7vYMNNv19Hw2SbYYY6cZOL1G1ibaBtlv7+/+uqrB1p5wdx3iHTo80fkHPgcvB0abfxtoPWLibUF1PHyE79DgEMqnWjFSRzROnh4W22No2UrnLfXPul34cAfPx/Q7/e8PkP3OTrdYuAwYO2qW8d02fw7tLg08TMGf4DV4YEsdpBFlziyxUGYvGyD04+WH0AbHq+SLDrJQAfEWUyV2vrVAzhykkFuIAZdPIgNGrR8ctAhF45ueCUb+I7G3BALtMbZoUw/uQ5Hxot/DlIuAhx0ipPDDtl0kGH8HdTJZB9ab0f9HIN8MslGS5dxdfAzf/w0Ax6vCwlvYZVkiwNbzRE8cOw09xwG8dgPsJEedfrpEkuxhiNfPzr88GQp6UAv1mJDpngBMeNnoA2PXinucHQCOLRw1h2/lfDkxwePTpt+ttZPDjwc+9ikzzwH6PECetDqx8ceawkf/4wfPB60cEoAjw+/NnlAPZvRwCnZYSzI5g9bjAt+cuhWGl8XAeaD2Fuv6MTfc9sadSmH3ryRT4ynsREXB26+GzO6rDN4cw8tuezgpws9suUM8xXAWcv8YLt1/Je//GX41yrMGXLNPXNMXHyZ4u9RkEOHiyjyfUnARvnDH+uWG/CJqTmi5Dsf0Mvp1qMYkCU+9IsBneInjgDfCmsE1gjsHYGz/gJA8rHQJVwJQIKQzHJXgkMjwYRTSkgzHdx+QP7cpy3hkKtenza8Nr0SER3qEjk8QAfU8QM0aPmhlNzglfrQzoAf6NsFkkmPmJAFx17ABgDPrm370C5BcvGJBx3sBuSTi18d0AXgAX4l/sYXDo9YJwevOl79QD+6JUAH6OCfcqbfljH307fNww5ABtqDgL10mJ/k4WOPWPEXP3n61M1vsUCDVh2gIQtOHajfFCAT4KEvecra9WcL2l2APHOCD3xWpwvwgR76ixEcffBir77C8YmAsW7s1YE5Yl4Yc57CAfjmQ5tA88hB2jpxeLJZtGm1vvDuBWTNsBfNfjh82WWOmpPs4kP4mVcfwAePzmad3doOBDa87LWRt1F2KHR4s3nnLx7x8ObMptpvY71Bc5i0WZc3HAwcENCjpZNcG2Y6lA4I/kicrwYcFLTJ8JbO5l4MlT4td7lAl896HcrJc6DHQ7e3ez45tzGnz1oWC7bwFfCTTw4N/Pn85z8/vPUWNxt3NEpxsPGny7iyWx95M4gvPB8DbcA+/UqgHmgDbbYqtclgC1AnR7+6uIqZkj0OSvrZGY1xKbZotMXP/MNHh7iIK536yTGOYm6+ohFXY+4g5YJFjMTVJY8DlDktlg5ZxdMFgJ9g+CmHt6ViyC6HfP9Cjr/P4K0rmS4D/B0Hb3rp4y9aB3+XScaUX3T4IsBB0DiKPdsd7LXx8Be/WJjD+BwwzT+lOchG46pfLPkcDxliwQ7A7m3AI1Z4lHSFw4seDr+2UjtaOLbkgdt2AAAQAElEQVTTT5/++NFp69eHx5xjozY6gI4eoG19okm2Njnx0DXz4NMmP9AWP/ICdM0RNgGy+Q5PLvusQQd2X4VYT8aFXDgXAcbH+MqF5qCDtX/aEd7ckleMFdn48KOl3zynB53xQ4ePb+aedS4XuHw0d9nGTuCQbm2bZ+YJueYRX8llt0tEcXMB6MshvqOly9+w8LMB64W/1hFb2KXtkoEcMrSNARpxRMcH+owFu/CtsEZgjcDeETjyFwASVKZLCtVnvMUeXiKoT2KDl7gkB/W9oEQhEeFHI2Ep4SSrWYe6ZKc/kIhA+OToR0+GOmAPUNcH1GeAA3DK7NFmr3Yy1AF/9aEB7FEWD3WbEbTq9avHx25xZq9Eqw9IskrxQMMmAEcO3eqzLnX024APoK9PHbAtqB3NdslGdiuBenJtZozFNs92m44ZR3dtfWTwQz3wAFZHqyw2YoA3W+rHrw+tuhIURzrMz8ZT3wx4khWer9WV+PmOln5Avr6DIJvRqSdHCVfJB3Yo4bdtgNsPyJ3tidfc0YdPSb44ADhAP3y+wRVzdfNVCchQhtPeBciimwz1oHZ+VKKNhm/VbcKq26Spo51jUlz1bQN9AF4J1MVEOQO5YMZt1/UXo1kvfLLV45vr4ZQzr/ZMR85BgB5NfhhrYw8P/kfmUA/gAmtHnR02mw5LDh/k2JzacNq8Wh/FWp/xUpKJX92aAepw+tg2A9wM0aafHnYo4fAq8aBVF3f+arNNKV/Jt+aMN3P6+WEj7QDl020HQ/wOU37r7ffdPvl2AHdow0ufgxce/pprNv9APGyc/TzA4VpbLvM2zwHUb/atKzaJDx4Hf/+snIsCG36bbgcCcm3WHUjxa9OPlx9k84vfbBJXXzM4eDgkfPGLXxzeXqMnj73oijt/6LJubOiBuHozyH9ytdkpJgAufm0x1G+OmFPks6lDgjYd6MjS5/mIV5088cGr3RjpB+ILHF7YT7f40Um2ONCtTq5x5Q+59NGt1IYXb+MJxJTPbBUvhzlvRl0S+CcVjYvLGnx00u0A5Y85+hsO3/72t4e/6fDhD394U/o5iflDlpjjc5gz7sbKlyPkGkdysptt9IqBODWvtY2bfjEy9trGB79DqbEWF3oBnLHjt/jhIcfcAOr6xIR+PomlPngQDr+62LKBXfQDdTxkGDcyosdjzPiCTz8edXTGyTizAR0+OtSVaAAd7EfPX2uVTHxATOgni914xd1cQccOstmJ3lir0wPwiJf4oWMnGfDmhLxmvZpT9HvLTg69LosA29hAdnqtYZd9dLCHbDaaD3hcHphjchQeY0iOuUyvMVJ3mWCe+mN/ffUjhnS5NPLH+3wN4MDOLnawX/5xeSD/WOPmq7lt3vFJXJV8E188QLzIF2fzkZ/sMJ/0s1c/+7T5JZ7GSl0fGdsgrkuwTb+21wgcpwgc+QsAi7iAS1jVLXJ1C14ZSJCSiPbMq70XSISSk2SDHr+EKCl4sMLhk0jQSibagG50ko8k50EiMUk25Eiq6HYBsuJngzp7gTpAww72wGvDs0EJV7wkcXW+8I0/AA1aPMUZLbkgHNnFl994+E53feSzlUw6ziTQTR/dbFBnE9uVu+pOhjLZHoza4qLkp5Ku6sr6xYttaEByxFr7IOAjeej4qSSvunEwhuRGh+Yw8vGQhV6dD+qNt3liw0I+2XxSR6OtXAIPaXOBXPZYZ9rx8k0fGfSTDbTh0aqLofWlDmw0ostW+IAudTJ2ATr4TAb7yAzYlh/1oa3Ot2htXNTx2NSpo8tO7XTQaUzh0Cj1KYG6sSdLXOCMUzxsAPr1kWEMxV6prV/cjE/jjx+efHzqyiWIN5qZh5yDAD0afvCbfXwD8P+Ru/xfPDa1YswecwOHtroxogcu2G6HXyr34oGjE7CZD0py2K9/G8KjY7vNr7pnh82254+xI5MP3vzb9Bo3dDbp3trbqDvEwQF8jSGfxdT40mdz73e4D37wg4cLA/Z5U+xgRi6ZaMhwqHAwdCi0USfT2uOHTTu8w6c63nTQZ46ZV94am/+egQ4oPvM177219vbZ4V8/H/Gxh81KvtAlFtaHXI4XqJOPDy26GfDCB+wL6kMvJsB4RVuJDugHxoIMOLGw1sgA+uGVzTXjWDyjZTNf0IoRmfgBG+DEUbwcrrxl9bMKMTYmYuNwbcyU/KfH1xkuYswHP82gV4x8wu3tqngbO3Y46HvD728D+GfafHKNHx+ddIix8eAne9ipDbTNVTj6+ZLP5LNTaVzNWxdRLhyUfCdfqZ88votrIA5kK40FHejxiS99AJ8+MpRoxJdctPrRAXxzmy54OLxKPOiMgTln36dubeonWz/f8LONDDh1NIDd8Oxhmzp6PkWHh159gX76tPGRhY9eF5rGXOzZpt/4W0/0mSd4HdRdAhh7upKl1DZO1qGSLLkD4OWveWd+WNfWvIO6nGqvI/ew2/hqk8MO8woOvYtAecV8gmOzv1fi73vwAZ95wHf03vK7CKDDBYCvVPjrcrLDv3jTaxzESFz4Qr8YmLPkiTc8X/hLDj/x4wH6V1gjsEbgxhE48hcAFrhkOJstIbToLXgLHcx0kqOkMfPtVU+Oh4cEAiRRSVESIZ8cdqBVksMGgE7CUaKV6DyY0XgIKncBMvHT60HFFm3AZyWcBzafxUCJT+Jjo7Y635RkoZPEldro+YCWTElcCQ/wRauuDz8edYBOKWkr0eE5k0AP/5Xik25t8dlVNxnFhx7yxJF8sVWKg7o+pTgUR6UHLjqAlo1otA8C/NGqsweP2M51NpILj958QHcQxIOOfJCfSnOezUo0QFsM0g+3H9gk0FE/XuOkLVZiY72QBQ/4wgc0YqpEq9R2UFGf6bTZpB8vnXzR3gXoIDsoruSzNfwcH7YCfdmgzq7WVW1lMtXJBcaxthLA8VGdXejUbQzpl4fotZmjFz2dQNzlOCU+/fDGR3zIxU8eIEd/AKeuDLTJwQ/MF6AOT4b6EqChm0x2sY/d5oPDBvw44D/mg7dGDi/iYqOJxeFHDhYbssmFB3Nd+yDYptcGYoCXXr6zm79wAA3d26APL1pzQuyNowO9nIqe3ehswD1XyIdH52CI39yhwzpycLeWxFPdJl5cbLYd+tA4JPhsmGxtm22bcAdHfHQ7CLgAcBiwyTYO5pS3hw6L5NLDZ+PHZ3W24bcuxJ3t3mLasLOfvZ6p3gzC42G7MTdftJViAvioNG+NrXEVJ3T4yKMzoA/Ag+26doCHHPrg0NNFLoDjBxB3/fD8FjdteDxkkMc3tsIbIyBW4omHn95YAvEA6vjIxid+5oBDkgOSf1EB3O1udxve+hsX4yHmdLODTcbQFwQOUHjpNV4uB7yhNW7wbDGW7CFDiZ8sdvDb1wdkoTcGbBIH9HiVxh3ePNInBuSYj2LBVz4ZL36aD8ZPvhEjPACtcQDo+QPUydDPJvbRodSPHj/59muA/XB48QB1oI4vfjgygDoQC4CGLuOBj/3o+E0GnD62aeMF+AD/2KKPHHzw+MjhF3r8+qNDA0e2tYjeOnFAVtbH576mIccYWb/ynS+GrDdygdzYGqfHhYxLPzbBm6PGzVjSafzkI3NM7jCv2Es3XHTkojV/yTUv0MsXLgHUxcBlXz9jMVfYi94cd5FontEnL6FzsDfHXWzIYWxCLzbioS6+Lhj4wI76yAHo6AmvvcIagTUC/zsCR/4CIJMtfKBtcQPJQSlBSS6SlH6AFl59CSQ0/RIHHsnFwy1e8iUSSRkdoLdELsl5YCrR6vcw8iBR3xX4JEGzjSxtJeAzvNJDgU36lWxGww/+sC0cPB6lfiWf+IBXu371fJfwtT1YlGjxsEEbHV3AgxiOPWcS6GArnbMd4XfVTTZZfDY3yEuPvsaZfvEQT7EG+OD0qXtgVU8G/BLgb9zU2RAvXXjhlOKPlm52wh0EZAF85NGBF6hv84sD+fD8Vx4E5k3rjFz6yCHfhrC5Sw68+W4+atPhIc82ffhtJG0g9Af6xMG8Ewd48tHvAuQYMzaTQz7cDOzVphcdO9gLhweoi5uDjLp4Jwsejh54bTLggHlDLjyf4AJ+24SJr5jQa7ONHi0edWOgxJcOfcWZPni60JBDZjxw28BfOvgH+APU4clQX4JoyE6XOJgXcOAgEH85lx76zQ88Nro2w3Ro61cCvisPAnRgppvb4l+fupgo4cRTSS/AVwmPlu1AvGzkPUuMgXkfjVgYJ7xiZCzNI+sG0GfsvdGzobexd+D3z2udf/75wwGQLTbX5gZZDocOhZ575JJDr4MjvM25CwBzwObexp5chwB2oTdn8LAVJEcff8Td5QU8u+EdZODINc5k6RcL8VGyVb94lF/JR8t2/qMjE88MaOCV8GSzBajD6YtGHZ5OMtXRmkfsVeqDV0fDNjawjf/6ySGbz56JaNkqdg7dYudQhF6f+WpumqvWL134xYR8c0LeEwMHKn/nwVv7+973vsNPMoyvCwEHNONuHNmE1xygy5jRD8hjpzg60NJLP93GxLzQz04XD8BlgrngQMZucTHX+EUHYK/Y6BMbNuhX0kk3PP/oMpfFSAyUeNUBGeJIB55AG7DPuIkTPvRizR9yydAfnToZ2uTGhxfgx0M2P9iNhjx4/NpsR4tOG686uSDZ6vTxCw9+IHboAVpjgIYeeumC04cGvbklvuaAsfIH8xzew1t7ftbhMk+cjRteMtlBrpgYW3LlFfPIvGC/PjbIA+aJdY0f3lwgRz9ZSvbxzbiKgbY+POSrm3vG23wnU07im7854WsAtuIzD8x/seGfnzOZv/6Ohb8LYEzhzD3zX+zZTA8b+MZ/XxaIERvQkCcWbETLF7YC7RXWCKwRuHEEzpoLAIvYQme+pKL02dtLXvKS8cpXvnK89KUv3ZQvf/nLN+XLXvay8ZjHPAbZIkgkCCQkSVsCe9rTnjb8hs6/TexTRglR4pIU3bD640XPeMYzhltKDw0bGslHnSwg+UhU6rvChRdeOPh50UUXDf696lWvGkD9kksu2bwZSAc7xKqE6IGBF7zoRS8ar3/96ze8Yvba1752vOIVrxgvfvGLN/GTTJPDX3WyivfjH//4DR3dr371q4cYs+E1r3nN5rNSDwqJmm683lyQfybBJoguOtmq7veqbPxv6OUfOeZXuooHX8XJQ+m5z33uMBb0ii0+8cGnzwMRvRixEY+xUj8I8EXjj22RSz676AMXX3zxZmz8Lhgtu5QHgZgBOrLHBsQ6eP7znz+M86WXXnrDnDHWfHr2s589bBoOkm9TYC14qJuLPkF93vOeN6644orht4I2N+IJrEGbgI985CPDnLepwY/GBqMHO51tbNiuXWmTYxyKjXIX4KtYP+hBD6Jm0MMWAGEcn/SkJ23G3rhfcmo9ohcnerXJMEY+wcYjj4m3OmhOOLChN75A3GtfcMEFm9/Bo6fbWJFBFhBfMREvwE7xeuQjHzkuu+yy8eMf/3h4QwRvNtNuvQAAEABJREFUrch1cpt/7/1DH/rQsGbING+Sj44+PEr9SoCG7/IKW/kK+A7UxUO5BPzTj+dNb3rTZp6ZW+aKjeIYg7pF4P8//vGPgcc8kqfNYfMJiBMBler5pH5YwAP2ooenW8zUt2lmnDqb2ejAbR3ZmJu7NuSeG2QpxcDYerYo8djkeuao06NtI43Gm0BrzFt/+cpB3lg7/IuPzTndxtk8AcZR7rfpdlnApuSxi0w6jL/npfkaD9kOJuKsz6WLkm1w7EPjE2Xr3ZtLlxdsJUMsjIsSoFfKPw4FbNWGZys8W8lnD7x+oA7UyTQWbOUrm9Th0OA1h9GhZwtd6OSrbR5t8ScDLdvEyBojB058ycBPjvHju35jbGwdqo2zmLKBPWgaZ7bgI4uffNZOvsO+N/PGyfj6HbaDEjxb0KGP31tUzx66XRY4UNHNfrLNM/rFgY31izOZDv/mkDbbxM7Ykc8vdThylNpAH5nmDV466eOv+NCpjgbg16YDLz+MMZlw+sTeOAB1PECfWKIXA6VxgFOSl47o8cCRJV54lOSat3RqR4cWaAP95CYfjq3k0EsOenR8gUOr1Gd+WAdw6MwtODLR4DG/rEXjh9aFDT3sMk7qfuohr6M1t4yh9QjQkeP56dnAvuYUHWwzxuaGMXbhZ5zwoQXpFCf2sZet1jk/2KsP3oHffJMzyGWjnGKs/WFAzxp7anzmD7/pUKeXrfK4v3ciX7m0YJuYmlNKvOjw8Vtc6BcLeurPPz6iBXBAfYU1AmsExjjyFwAt9u3BknD8Vdz3ve99493vfvd45zvfuSnf9a53bepvfetbN5vybb7ttiQkcXkg2qS7VfzYxz42bMZdMEhiHir4JCoP2yc84Qnjk5/85LjqqqvG+9///iHpoZGE0Hnglay0dwEPzcc+9rHjHe94x0YXX9WV+X7/+99/eNDSIy5KIPl5gL/5zW8eNvlvfOMbh022WL397W8fYvSe97xn+ENB+rxZwCcWErs6eeR4wLzgBS/YxJYMvHxng7qNCDoxEFPj5jBK/pkElzDspFfJbm+93va2t433vve9Y1fdYkUOeeedd94wrjYR4kKfuo2VQ4x4GBdgjLQ/8IEPbC6kjANaPMCDCKgvAT18QmOM+Sbe4k6HcaTvgx/84GY8/cbXnEEfn/p+MNPwTdv42WSSfdmpw6OSLnOEbj697nWvGzYM+8kNb7Og7g9MmYO/+MUvNmvnIQ95yLC5MdfMG7HxkLfmnvWsZ43LL798eOthrrGFXQ52ZNlgKEGbFTbj96nsW97yls3Ys3nX8TeG1s/DH/7wzQHTPKOrsVO+8IUvHGIiTnQbG/NGLgLGR+kiyLpgNzC22uTxz6UHfjrRk2fuwTnIW4Pb+sUNf/LEUszNE78B/vKXvzyMlQO+uNnE2STRLW/Bi/cvf/nLgd6/4y6mYomWXECuMmAvOn7yj51KUMznerjt0rw1Tnw1v6wzlwrmBV/HSOPepfjZ+NmQWh/q+IyLOh/YCmYf5vrekm+M3Y+eLpT6xd0cFV+4xkVdP5sAW9jtmWGDa1zlBxtedbRtaslED2es8ZHHN+vcM8mmPhrPHnKsZYdKn9U6DLCFXexjMz3o5E9ve607zzaHDbEnG4054lBBHhsAH9hCvk93yXeoy2b8eNjJfjQO/w4T7DZv2MCmucwHeBcVdNJDp1ixB5ibaNlRSRe6SnLxsskcCODQxUuXtvWg7rDkwh89GUq+sZsvfEYnPmxiizHhU22y2QFvbNCwUz+/HNTEWv5EQ7YDjz+YJpZsYCce/prX5Guzkzw4so23eJsHSm1j5plkTvk7Ai6NlX6n7aBnT4M+eWSTB+D4a67QQ4c5Qa7xQMtmPoqHkq9iqNSHhv38QEMXe8w3MuDMQzR8F+PGSR+AY4MSzHT4jAGddJEptvQYFzh2AXToyQLqxhWoAz6zHZCpJBNeLMiBY0cy2IuWv4AegE/c9JFND34lGdXJEZ/kk6edn3SR62DsM3l5go/ihlcsXSTx1d8Isb7oluNdYFhz1ps5AW/eoOUTHfpcCsibbLMHJo8uz1vPZhfwgD8ui13eoecXG6wFspTsTYcxMAfZbNzlGPPIZcX3v//94ScNfGOb+W1N0G2ekcMXPomHPCIGxpYfYohGLNRdLLKBbjEXR+PAV7GGA2gD+OpruUbgJEfgyF8AWMwt2Lm0qCUGC98ASmz6gTqQGPQtgWQFvPG3YZU4JBo4uiUbcpTayUJHv7fyPlvy1kVipN8GQnJTj/50Sw9DD1/2SMTJ5D997JCMPRjogEMDD9yS8kefJCrxio24KdECCdUbe3R8VcIrgRh4SLAB4If38FAHZCvJZYeSjDMJjQm9gG1ipa5vV9184KcYergAbUC2Ek5slfxWioU+YGMFV50sMWYf3BLQEZ0xVucfHn3mgTo7+Q7SVZ/+/QAf0J9N+L1h9PAlT594znPanLRh1XcQeKP72c9+djgAe8izyyZFjNT5RAYdyoCfLuW++c1vDr9lDW8TYmPC/2zXx37z1FzW1odmVzBebLNZIxeQDaw9PqXDWOvnl7WB1zrU7y8miyc8mkp1MWB3/OjhxQg//fIKufDa+vDBGQ/yjJ1DtY2Wt4T0ow/oJ4/tdLCfTr6h/+EPfzguO3Xpo59MsuOdS/30w6lXkqmtPAzgA3jYwjabWAch+HHAf2wsbRTNFTLkSyVZYiE+7BSvbVHotnHbbf6DbXxtffzUNvesUeOgDepTAjoBm4yNNaV0GOQDeQCvXCKv2CSb2/jJtuHGh0abLHV8ZBlLm2i/tbeRZhedaKwblzwulHxS7kDoMOqw6HnWHKRTbPmDH9DrjZvD6rXXXju8zfNbXHrJZ6+5hFfcjYV+65Xt8gn79Dc+7NenNPbqgJ3abBYXzx5vFcmHo9OY0gvwgProZw+56TIf1OHwow3IQM8/gA5O3OUqpRhYg+rFnI18YgtZSvbqJ4+v/BbL6IypQ7gx55M2WnrlVDFTenY7qIkjW8glx7q0Rsigx5iZD/BKdGRGC88OeDbIAepo0KMD2vr4RC5f1OvTj4+f4ifG4qQeDg970OE1f8SbXmMHjwZOPPlNDhlwYmv+ijlAY9z0GV92sTEdSgBHHxoyAR6xA+SGgwfa7MZTPxlsVLJDbtGPDg0+PutjF3v4wwfAT/zGi3z08GjV+akNyPPCiWzgQG4OkA3woxd3B3NjThcd5Gt7LtLncO2yj0wXTGLtrTuc+US+NXT7299+mA/ofJJvLZtj9NFFFjqHcmuQXvNXPIyHfGI9iwFePvGFPXSwWZ0c40KmeeqCUWleu2x2uW9c+AYvD7kEkIPIoAMt2ewlh1wAB6qL7dwPL05sZlNgHEHttVwjcNIjcFZcADRIFrXFDSQACcTC19/CVgKJGZ2+JfBg9M/leIuePDIBPg8WiUxJHnxJjw5tGyj/rJE3xNpoJXN1MnYFvgIPw2TlI7y6RMo+SY9eCRpInhKkhB8vHnUlX+p7xCMeMfgEpw+NuhJ4mGcDXRK1MdGHnl706nDqyjMJHobk0wWMIbvU2ahvF8g/vgGxhlPWplMbXvyMP/3sQGNsiokHrfFgk7FSLkEy0JBLj/EiTz0ZxhoNfDi64ZaAfDazHR1eGz6y2arkX7Lo0UZr86hcAm/O3/CGNwy/YbXRwE8mnfiMEd3a8PSInT5jyz6fM/vZjRKNONjUsFUs0MJZp/q1yamufbpgvpOFnzy2spmNYg3PRpsjtGjQ85P9+o03Wm9CvF3hK9CHl0x1gE+JXolXSSYeurXpx6sNHExs7ny95KcbaNiDhyy0ZMDPUAzNUXV9l1xyyfAFApl78aDhJ7vJnmnUAZrDQP7STRYe/ijNQ+US2OiapzaOYmI+ZBef8ZIH1Gfgw9w+nToZYkwn/ekka1snWgCPns9K4I2ZUuzgm8vGBfARnnx52MGRDgcUuOSywcHRBYC/tG9deAbYYPsKx1tgc9BcscF3CHX4t+G3aWcbeTb3f//734c3iTbiwOe5DhpkuwDQlgscENiLz5w3jui9nTOHyKVPvkBPh3EHfOA3+/GKJeAff+HwOezQo00+wEcWXnICMdQ/A9uA+MCjAXgD9ogtQEc2nHWEFxgHaxIPGrayCa1+Nmizja/ygrbx5YM6/fjFzJtWF4jmL3/NX3lS/AEZ9LEV0ImfPrLwOUAZS0CWtnhr04GOPnzsa06wCTjwWWvirI5fGy1edvGnOjvqY482IJ8e85Vd/IUXPzEVHzL0s5+vxY9N+uDJQQuSTz87zCX8bAVwZOhnE3rxItvYiV91fewB6gAvvmjIYQucuctuPmmzJ9v4RA96QKY+9fwgHw6gxY+OLDL1WyNw2vRZz2gB+5VssE81Jtay2MKxAXguWtfWnK+4yDev+OGS7k9/+tP43e9+N/yTe3T6LN+zyNpHQ7956tDtAoJM9ogtffKDL8Xo4AMb9RkrFxja6saFncbd+lVnv8tccfGvBJiXLhH8XQC5xaUiX/C6zHDhgFYs2GH8xNO64xffleQqgTjpF2d24efnTINuhTUCawRuHIEjfwEgEVnMEoyEYJHXhgMS2FyiyU3JY7su6Yf/+Mc/PtxOovFwUZJFr2QnidAHDzwo4NFo61e6BPAZLNloJCH4XYEd/KHPw5wtZMORDQ8kSnGQDPXrA2zhK0CHX4lWSb6HAFqbB7ewcNr6leTxk4xo4fmaHepkw8ePNpySbfpBfOzQDrTBdhtuLyAXLV1KdrCbzdr1GzOxgKPbA6O69n6ABh+fxIANZAI6tMWFfHrRw6mzBR9+uPrg1Od4aO8HZOmjgxz6wsHDefCpK62TdMAtATn84g8eNnkok6MPr3Whjx4+a6vj0R+dOmCf0ibg05/+9FBqe3ijFXtzGY4c9qoH2vSRzw72uUDwUxV84olWPzp1duMjXzswrnSIXTh86uiVS0AfHWQA8gAeeCXZNjBoteHZrY5HPOiEc9FoXuAxZ9HqYzecPnx48OLRJlu/OtCnxJc9/uaJz/nx6McjVmjItcnDA1xQKulmh7pNl1L7cY973PC3GrTZSGZ6tMnVR7Yy0NavHb06PbP92vDkwqPlM5z5YXP/r3/9a3MhmS9K0PzjH16HGPbIgfSbC+TwmUxfZ2mzC04dkHUQ4FkC/PSZo3yKlnxt/XQq0bGHzeaezTU+n8ric/CyVmyq8TjA+Zmbkq/Wnjjpcxigw4bdxp3vwCFA2xiKi4OATTcdLgFssOV4usRevKx3cmzkXR7YsMOJKTtdJIR3KKUXHo9xYjvdSvbBk4U2XZ4t1og+B1yx4Q/9/NEGdDo4wJHtYkLeEDc+oaEbr7pYiiub6IdT6tcnvkp2oQHq6OCVcECbbnFjF32NG3/IMg7orCU68KFlnz52a+MlSz8+evS7sIpP/NWjNfYuOeAciqxR46kUM/G0RslKD11sJMvh3VgXL3EgW4mGLXxnjzab8RsXetlLDv3WGDn66IEbqogAABAASURBVFPCk8EPMTfm1upckovW2KHjE5l0ihtb6NRHpzq5bIGjFz2cPnU+wJOrznd20EUeueSzw7zVxq8E7Oe3Unsbmk9osiM5+sglP710ssNYkKXONrRo0LJdH152kks+Xm3ji48fvrbjH5t9ak+3dUIOeWRpo6VHnOQEa4MMc8Oh3s9W8fz2t78dxscXPvT6S/xecl199dXjr3/965AfzEPzXHzJY6t1b53zgw0O6uY5HfKNA7wLfXtdPsgp5htffNZvjZBp3vBH7lE3bx32xcJFgosHf0vLZYUvAdigjxw/R+IXO9jOd/NS7NjJPzEUBzjx4St75Q5+sF8ZP3r2ogfqYgmvXGGNwEmNwJG/ANh1YCQCMix2iUIJJ5E84AEPGA996EOH5ObhIIFIGui11YHELIHBS4ZAHb26hCJR+YT2mc98pq4h0UhOm8YR/g+72cpECdZnyvzRDq++H8QvFuriIV7obQ7EWx0OqN8UwL8EdJJHvxKwG6in01iwDR6Pun71JYhGyQ5ygLY5ojzJIHZiKgbF1NrS9sfvbDSAtnmF3sPbGrRxEVPzzgYAjTZ6Mho7a1DMHeSe+tSnItv8LYb0bhD7/Ic+evEjkQPwwdGrvgR4gE0KGfjYCNT1LQE6/fjVbcrYADfPWe3TAXEUT5t/b+7ZKG7ixz5tcm2u5Dl1gF6JJjscSOHYaRPm5002eWjEqD4lOMz8x4vWOLBLPVnqYsFG/fSSqW3jeZvb3GazkUWXHHVzBa0DBP/1AbyzbHW+oY8OjgyAR3mmobGnT05kg7Vik8wPB3O+sNVm3ebXAeo+97nP8NttdbGzDtB5I2es+Mt2Bwgbe5tpvGSjcbFtE+6wb+zxo8cn7vQ5XDoQ4HP4AB0E4Gze6VaaQ97uGZtrr712mGPWEPsAXxxUAN98imz+OPxr47E5B2xkB3uMDx3GXduGnzxtfPJB9HjZbTwDcsQUiDFQhwdksk0daOtnvxKOLDbQRb81ZdzEDC86ctXx4xUPvNpsRa8kx3wG2219cPrII5+vDkrG1Djx1fjIj3wVb4dNByyxNRbGyLjRzQa2aOtnK5nWOHnkAr7Rr59csaQLGEcg3soALR342Mp/tuEtBmTxScz4ZTzxiSM7yMSrD78ywEc2PICHm2Opjh8eDX/ZAOgOtPWxV2zZQDbAB+pTAnQz4CcHmBN8AvSjJxO9Mho2kw2PRx+oTiYa/NXR44c3vnwQJ3G1JtHCkYEHrbjqx2NsHaTtOa0v/fyUt+UYB2xyH/awhw3/YgScn3d94xvf2HwNYP6QQw992uaYL+vkEiW/zTVzy1ijd/HgSwB5hS3yUTa4MHCop6uLAH9/Qs6QS3yJIAf4W1Oe5f6mgK+IXHiab+anGMpX5Ovjl7Uhj4gDH9lBB9vhlEDMxdVYmTPqgf4V1gisEbhxBI79BYCkIGFwW3KRHNSBN1weKpKbxOJBiFZik3zRSKJKyVYCllD0kYteH354CczvnCVOuiRv/UcdJFk2SsL9tXP+8AH+MFDCFRt+i7OHw8wrtrWTTQ+cNlC/KWD8QDzkeSiwAU7Zw4J8YwVvvLXVl4AsvqFhP3mATvGCP8lgHeS/mFb30PdHI60JODEzNkpttB7s1poY2/zYgOjTNjZK7cCm4jnPec5o3aGpb78SjXGb+40n2eaFviVgX4COHH6wX/0goB9E5w0I+8kIt0vJDn54Y+8gyUZjQge5dIPi3lrX562JeayPj+j0W8P6vY3xe3F1MpXko1M/rA/o0QJ8tdXpV5JPt3q2//vf/9bcgHVLtwZ+a4/v8Hjh8CvRAGPMLzlcHQ6t8uYCNrMhu9jNZ3g22Ni2gf/Zz342/O0GfriI9TdZvNkzHvjFz4HKGzg81owDnzf0/vUMm36HRnTWnQOYuU4nPs8lesXDp8c24P7itt8K4/WbYIcBzzlxEl+62esC3IbcGlXS4+0uIJtcY2Eumk8OKD4z1m+dw9EhFuqeD/xkK9+0xYO9eNisDtTJx9thhIz0sVcdzjgD9ivZQ48+NOr0kEcvGjglP/kibmLLf6X5qA+wBx49vWIpRmTB60cH1PmlTh9QB+p8x2NcHNA9L8VKiY+9LmSMlQMUffziC/1kwJGHR8zJYa9Y4SEDD1p0+sTT/ADo+csGfewRHzx0APEJxNOccxnBb3oAejbzWSz4Rg/ZLiHUyYYnX4mOTWzThlcnB5DFJqCtj+98Zoe5wC76A/ayBajjIbtSfQby0KFnjzqZSvYYf7Fhi350+PWhE19+acPDoQP6lHToI1PM4MhhPz7+mEd0oXHoVpIlPmInBmjh9PFHTOQBAG9M4Mjz8x0gx/uJgD+66229te7vXfljvOYV2wCbyGSfOWeNW/PGGjiku2CEZ5P9sOcNXrrZR775q80fPjrMP/3pTx/Wlee3v0ngssE/Z8lfcv1MgU8uL8xjsn35ZH6aw3ToI5eNfBQLwG4lIINO9gFtcQ/QrLBGYI3A/4/Asb8A4KokIQmoSwpKmwxfAMBLKnBAskEv6dvk+O2Ut/r+MrW/zi0BSnZo0CslG6DuU2VvXsjVfzaApJmdNp18r31QyWfx84Cc5fDfhtIDyINO6QGlXimhk0+GEuADcOThWwKfSKJngxJfdfKMS/4YWw9TeA8hm4Yl2fo8ED1QvV3xoPdQws92/OonHXogi5NYiJE3lzYDrTdjo0/cbN60Pdy/+93vbv75Qm+v/cV6bzPRWGPibTzxGTulg5HfMNeGW4L4bcaMJZnWNbvUzcclMF/wAXW6zEv6zTPtJaCfr+j5ZSPjn++CX+I7bJ/5jdbv/tlIB/vg6OUjnI2+DeFnPvOZ4Z/zlM8c/sTCeOWLdVydnEc/+tGbry3IIlPclGjSrb0fkCG+1pL5YWMIzAF468oGUx9aa8oG1Nwhkw669LFBGx6OHHHVB7INHb/RwZOpHuCtfqZLdjTW5g/b2OlgZANtLjgY+zzXxlzOtAmWh/0FbXEzRnitCbnMWzhjxndv3fAbW7/N93wCDvd+r6+0wfYv1nzrW98aX/nKV4bSAcDbOnLJBGQG8OaCeWM8HAbEmy581jzbberFU584s9FB1MYf8J2dNvrkqIuBcSn22uisUbxkoit2+rTJRxO9OSM+dJtP9YsvoEMfvLURDXnmEUCnzQdtPtPLNn38cVDZjgsaQD+57CKHbfDkAHEkF55MpX44JRvpRkuXg5IYuEA1D7wxdfBycBJ3f9hR26WPZx/94sBHJT/ZQTa5Lmw8b8VBP5/0zfrlB31kRWttwrGv2Ot3QSRvm5No6EJDLv/468DPFzhtoM1HutmFh148YqIkSx1N9uEz1+Dw8FO82aZOFl42BujIUtLBDm205AB1oA8dGUAdqGcDesA2gI88srOBbn14lWjIhkeDlt1iBm++8AGeLONDp3UYHRnA/DMXrEX97MJvbI2JNj3minVGDp3mya9+9avhmSrf+CJHztGvT04wltrGSCnWdPFD7iCHjeSzy5cB8ox5YGzkIrTZwVZ+aYsD36yd1772tcOzD4/cQ5avA8wJeshlowtRuV9pL02/eU4uG8nEIy7sBepAXIE6YBf6GdCvsEZgjcB/InDsLwAkbklIEuCyRCbJOaRLqHASqMShjlayUfdPXLk59QfI/LN//piZP6T0+9//fpArmZOrjl6bbG/5yNEHf9RhtlPi9btN9h/GbrwSrbji4b9EbSPiczOforrR9UkX2UDdg8inY+nAW12pTS7eJbAp8oBCi4cdxpMd5Hiwwql7cCg/97nPDb9ncwm0JFufTawNqbehn/rUp0ZjzMfGncwVxhB/cbCWrBtjYjMAJ1bGybjYxDgM+MT8SU960hBXv++/+OKLhz+kaXOCx5sQJTCmxtGDHQ3ZZOpbAvT66bX5cFDyO2ibDevffFwC89scfv3rXz9sjskBZLJBuQTpV/IBrc8ylYexH90SWGfs97aVf8aAHrFSZyN7Hfp8einmV1xxxfDHAsXRP7vXnOYrXXiU1ovPR81/suCiqYRbAodE+cRGkZ3WvgscoM1u8fUWy8aPLv+U4z//+c+NWHrTZV5p80/s2AkH1PVhEut40IkFHlC/Mhr1MwXmPL1iaazE2vyX+7yZg3MJ9r3vfW9YEw5P5qfY8Mlhnn/ykDdsSodEa8Nc/tvf/jZs+h3I5Dobb0CPtWez7pLAAd4m28Wnzbe54pBJDl4bbbGi3wFUbgToyBdD/f6QGDuNmfzIN/bhF0+HBxt9Y4lXXNnh4kAsgFigNy9rO9DgJ5dd2viNpTjQr6QPvzofZ6BHPKOlW50OeP1Anc30mTN0kAnioR/op9OYATTiwPb2CWjYA/CTB9DxAa22PkAvmfD6ydQPr258xd6acAiyfuQqeoytMTMGxtLlGRy/+MkGssgh23NKHZ7fxl7MjDkZwAHL22AlmQ53aNCLExBHvPTRj87B0jjyhR7+qjvwiRU7tPmpX7yU2nxlL2AboAeIEV5ApjY8WoAWTh/56MgTH32BNh/w4NdGB/Br4wXh0KEnA56O+mrjQ0M2//Go6ycXfXVxtC6Vnh/mFBolOnilPnSeS3S6GCXXuKIXO2vL2rA+xRidSwBjwg481jndLg/x+W2+l1h+WiSXsF3MyEWv33iyh8/Gx/o19+hz0eQikQ5rWh8Z5gjdaORy9OxlB1vJ4Y95JlbaD37wgwda89KFp1wjp+mXx9hhnvPPnNWnbl6KL/1iBcjjH+AvUAfiYo4B+ACf/oAf1ddyjcBJjMCxvwBo0VvsEoNBlhAc5NUlYKV+ZTRu3N/3vvcNiQhOgpR0JCn/zJZkKQnj0aeUWJUe2kp8yqMO7OY/nyTNe9/73psLjsPYjU88yUDvIQCn7nbZg82DAtioeJDAqXtYoNsLyGAP2iUwHvjZ0FhXJ8NmKtvIQ6u0gfFQYdcSoDFHbJTwig8f2a6EO8lgjjf/xV0sxMZv3dVbI+rGp7Fw6PGHiTz840froGDdiblNsLHCC4yn0vxU1lZfAjLYhIZ+mxdjp24+LoE1bw7EbyPMXjL5Q+YSoNMvNujJ8uWRNhv07QoO2Wwix/ykg3z6jI/5/eY3v3lYj2j4Qrf4ffSjHx3+WSZtfPqzmUwbMps+eCBmSjRiob4EZIqv9a4MrGl1m1B1G1Iyley97W1vuxHLLnbyBwKNjaMDBtBmh3mkH6AH6vzXjx/AVarfHEAfO9lkPrl8dMA3HldeeeVwQBcDsbbhdQGCzmbewUwOsxm2qbfRFiMbZr/VFT/rxoW2N2oAvy9w7nKXuwx/GNLPQ3z14Z/+80cofV7roG19uazG43noktNh0yUMmZ59xo9uP0VwgUCvN4l3vetdh7iaS2LIXnYaG2CTz1++G3s+mo/mlNJ4kS8u+AHfXAyTYx6TiYYMPOpw5qB5wTZyyFRnizoc3XjQkk0P0C+3OJyIY3TmCXo0/ALpQEMOGrK01dlizBx4tPUBcgJ8gO1KvqCzEijqAAAQAElEQVTVFiMHPvz5C0cuvHFwcebQBMwZBy42OnwbC5dAcqbDnWch3/hID7nmE3B4Mqb06CNDnPipFDsHfPxKsYED0YiZNetQ5/npYkgdf76JmRjQQ5+6vvxiE//EQByNG/notPGzTVsMw9EBtNkvfnTgDUemPryBPvLIRUuGUhvgoQeg1T/bRA88GWjJV0dHjhKIGxmA7njgxVJMQTLoYL/4An3yHn1ipA7g6SEXrzhaH+aHdYbemLABHg2cXOGv6tNh3MwNB2kHfnNGXjF25o61aY3Kp+azcZMb/NSIDnnK12K+PjHm9MlXwDw0vvSZqy4ozFF8bGUL/+UpecTlt3ktLuSh44vc4rKSv2TBi4O5Kw70kGXMxJZf4gy0lTOwiT/iFuhXV66wRmCNwBjH/gKg5ClpN+CSpTcwkolkBy9hoEWnvOaaa4ZkIXnB6Zeold/5zneGJKgPLznKkpJEqI1PedSBT2z0cOPLBRdccMPvrOGXoOQrOaPD7+FGpgSuf684wOnDowTqM6A5CNB76BmrbMDDDjKVxs2YAvT8xKMPzRLgaVzx2lzho88DDu4kgzjk/1x3wBBnOOsNjTmhtG4uv/xy1YFGRSxtQsT617/+9WZ9mUf64ze+6g4JeIyzcgnQk0F39HQYQ5sQ9i2BuQPMA3qSgYdcuCVAxw805hkeGzObHLhdgXwHJ3LZSZ4Nn7Y6nIOk337CoYcXS6X57K9Gs80YwFm3Sj5bJ97axwcP0AP1JUAj1mjoVwJ4pXFR0sWW9Px7+v2/mLMDnQ2queUQIa7k4DPO+gF6OmdZ6ID+SvWbA9iXPTa/njk2vD/96U+HL5jEG96G1dt/YCNsky5m5jufbaD5baNs425szSWXbRdeeOHwhs2B3mHehYCDurlhU26TrSTHhZFLAhdpDg3sYQMgv9J8ME/8wS7PNPOKDX6eYGNOP7+MIdsBWUqx54PLNr46fIhDYyPujZmSHeyihzyHCL6TY7yUbNGnTQ4Z8Ep2mENkqaOBR6/UJk/JLrlGaQ7xA7AvXnSATDj6tAF59JInruKlHo0+8xVOnQ3iCuQebcAfbSUZZAHxEw/jJQ6++jBuLmeMKfD1hTnDNocrc8KFEPBJtcMdO/lEvnVjzFwEADLNDZd76iB9Dl9sYC8f2Mpv8QLq/FPaBzkgGmexhGOTEl91cUgWe/TBsU/c2IpHfeaB024ctAEcXodQevGTCehBA8SXreSi8+wB6uYKGUqgHpBPDlvV9dNBFrnqZNdnbcAButgL9IfDJ67kouc/4AMeOoA1hNdLB/EVc3ax2zOL7WSxBdCh9EwxT4wb2+Rta8q40kkHWjpc4Njjervvqx6XSZ4TxpEe8swDeYIMNrlkkq98oeciwVzDj9dPl/CRzz78coV5rC2X8FX/Ix7xiM2/7sIndC4b2MZfctHhM2fNcXawi91iyRc01oy2WOBXkiledGpHix6gX2GNwBqB/0Tg2F8AcFNCVAJJQBLywJN8JFqJQgLR5wECLznCSyAAHf7qHnoloOTrwyNxSVpk4jnKIBazfWz22a8HyIzfr85nyRag0VaKgweCurgG2oAeNOp7wVLfTE8uHwCZ+qqzxVgC48onNHg8kNCqLwEa/Ep0NgTqIJ/VTyqIdb5X9/C2NqwZ41j8xAuNPhsJsTQexkUfOR7g3jJYX8ZIzPHoA9o2I+qHATrQscF8sIGiE866Zd8SoAN4k8UGMNuFZi9AJw76bGDIEB+bef7B7wLsEg8x5Q/fbPjEkVw4mzR1fexRZ7s6fm934ICDkD71NqsOCujg8kXdmlIuAZ3187268VBnJzvIosNY6GMHXDFKjg2ht6H6HHLQsymbyZyhfvzq+irVzzSwkw6+eSbwy4bZ2y+f1zqMoREbNP7GhZjYDGuLvcO8N/A2ynx12PNGzHPGzzj8tMNXZ2JDlw2wA4ZDbrLND/RkOFTC0wNnPlqDeOGsEbzevDk0Gg/xZYM3eA4WDgNk4GM7GmC86CKLHId/69lBhu98En+0dKHXdvB1sBUjbSWd/FXC4SW3Nv0gvDEGaNGZV+pw2nTCkSnfWI9KdnlWqScbPb74q+OnTwn4r62fXCU8HH341cUIrRI+iIcfxoHf1h0QE/sU61kbP5zcYZ64+DH2vsbw9YZxIVe8fcHo998OTnxjg1xgbOQLc8B8IVvpIsBcc4hUOrzBsQc9+/KNneYR28TMYdJllTlHD//5Jb7iCfAC8dAvvgBdOPho9Gkr9ZMRkMsn+oDxQ8N3MPOZX2zXj4+9wNyjGy+A0w9HDz/w0Q+nTx2efHrEEw49fnWgjQeQYdyU8eC3RtHp40NyyTFG6OU361yJxnqqZI9YoU+utWr88IeXX4yhMTP32ERXdQd3+chPBPwRUs9lXwugYx891r1LPz/XMm/YLzf4mwN/+MMfhr8x4tLJJZ/LDPFUmhPGiW7y5DvzmL0uAcjhvxxkjhkTlxFyBr1oXQjSj0ds2a3ONvHni7EFcPwWI6COhx7lCmsE1gjcOALH4gLAAge5JhlUlyAkIQlVgpBAPBQkHjTwkjE6iUWdLHTkSLIALZwkpS05SWra6PVHL+FKgujhdwEyA3LSVQl3GIien+hrqwO+0CM2Eqvfp4qNPrRiA9Th0IqDOh7lDGKNFqBT4okGjjxtNlXXBnDKg2CWyQd8dIt9ferJYYe2cYZDswRozB8lOg+m6sqbE+hnP6BXW3lLAhuyhx3qxlaMzR9tY4LOmmucxd94aaPBG+DVp20szcfqZJKHBu6wQAcbbI7IptcaPSw/n+ax1z4sr80NXv7jY8cTn/jEzSfU7OILvDqZ6ko8yiUQH5u+bRq64Ohq/mqnAx7QJRbh2aKNNv1iLmbijkcfXHXt/WDmaUMGVx0fOeTzRfv6669XDO3o8sfn6jabABH72Q60lYG2fkAnPfroqk+5BPHhBfhnnDbYlgEH6NanFFtva4Hnhjf7ZDpsa9sIOyjz22beRYdP+ZU2wsbDxbQNsq8EHAC9CcZHjn46GxvzG/CXzfD60TlM2MSzxWWbkm4bZzzkWXd48bDHlwU24/xwEFXSTa5nHjBO5o85xy/r3CGDDHrR6hcTJT3q3jQ6rDiwOlzqYwu72YBXW10fHrqtZ21y0bKdTnLh0dEt/uYSOdr60QF0+sRASVZ8aD3f+AUH1PlunMjVth+AI5/vxpMONuFBC9TJ1IcXTl0ZH3vIxMs/cXVI9xMA88Ch3aFKnzESN33mhJ+XADmBPdaJA54vRhzU6SFbHz1k8A/wwbiKK/nJhseDBg97tdnhS0qlsXYplA62iwFfjZtDpTlHvzFUigU6daAu9uSLjTYZ6myhW4z0k0GfuWvM0NIFD8jmozof5WD8eMk0T4wVwIuOnfrIQUcGOnaH4ye55igcuT6hJ5scPOzBp852bX18dDCmhx/64UA0cGxiszFw+HewDm+Okk2O9YuWrWjlAhdBwOUNn9io7lLH+hZHQL9YG1P2ABeLvkryt5t+8pOfDL6KB13sI8MXBuRbr+YJ3cbAv0LiKzP2iRe78bsEULKZvtYbu1xikW9+iw8f5RkXCvSRbd67jFKiUZp7aMXcWKATZ3Vy9WmLqxgAbfx4okG3whqBkxyBY3EBsDSAkoN+pcUv4UgukojkKTlI4volDA87yUJiRINH4iADveQhOZdA0egD+tBLdpIaevijDOxln+TJbnXx8G9Qi422uABtcYLjK1BfYY3A6UbAvLImbQ6sPfPRupnnGdm1ldYjmrNl/vHR+uIHX9ntrR2cXGNd6eOXPj5qqyvPJGSDeFr/cmP6jIW6fCcn2DhmExvZrv+/D/+RSIc5oSXfOtjYbNogys/Zon8JyAFLNPv1Gbu5j89gxi3VZ1ox9ryA8/ZUvB2M4B18xbe3/d7mOlzZEDvMofPVgDHxJs5bYBt7frFRCWzkbcKNo8Oc8RUnOsTQBtwcZLM+PNrweLTRm5M28vjgvPmzEXfQsFbNCXUyANvh9OEFdJjTydVHFv+V7CbfRYjDBVr+OlDiRccf/OpwgH1oxYLM9JIJ0Du08AkdevzwcOKOjt3k8V9JFnvESckHODL0B2TNwA/y9NOlDtAogT5yALuVaM0HdoSDV6cX6APq8Pq1rQvji59sPvGNLodTa8XXAS7yXQ7w3SWAN73+5oc3t+aTg5vPrh0yHdSKBbnWvBjQS5f55gLCWNHhAOjywfykw55H7Bw08ZkfYiMO7HM5ANgJhwbgMc5KeD7ywxjwFU4fGXDqDr/GWJ0OeD6qk6lNjhiLD+AHeXwTT/1K9PymEw1abfGAC+DV0dODFp02GwEb+Ec/2ejUyVJHq18fefiVaMhGA2dOix/78fKVPrS+DrLGyeCPuBsfPNap3ACMkUsB42WNAfFio/VKFl10sJ0sOrypdwHgnyR12egrBPqMkTEA9Pi5kUM8WcaDX2jkKhcAdJGHXi7hH5vpYgOf8ZBvbrnQMa/Jwy/HGyM5gS/806fNZ/xKMvlCJh14gH4l4KM+8VWiX2GNwEmPwIm5ALDwSxQGXWKSCCRkbUlJW11pkyU54tOGB/gktk984hPDvxLw7ne/e1O+/e1vH8A/FfiFL3xh89fi0R81yJfK2T4xqP2gBz1oU5U4gcY2T3h9K6wROJ0I2IyZV9ahzYA6OTYCSg9vpYe5PusxnA2LvqMO8zppjdmg2/TMffzjCxp+zvkK/kyAuJJrYwWKO1xxlu9s4Bofcf9v2yYOwaD8f0AOZgfwR+0cYHTZVMrF6ktQTPeioW8v/IzbiyaZe/XNvNWLl/jh0XbItcm1uQcO1/e9732H39va+NvwOmwZD7+19Uk3eX6P79mkz6bfmIkRGUry2WdctYH5JH7GDNQvhvq0gTUIZ7yVZJCHhz0uLdgOZzNug64PqLOFjfEn0+GAbHTmNZ3ogPXvj41ZC3x1WHHwpJ8eBx8be7R8UAJ1tgDxIgd9OsxX9tPLDjx0k0U2PBx6ODRkwetnI3pzjNwAD1p9AL0SPZsAWm2AFg+cPvJmgNOHjhw2s4cNoFgaRzDrwyPugO306McH0DsgGTtvbn0h4GsSByg2oDE2Dmy+0nBB4C2uiwG/89YWRzLpwGd8gDexDv8uAcgHxo9OFwAAr7HBp88c9bbcQY9e9vMfj3EG1gj/6SweYgDQ81OM8NPh500uL1wMwomBeIo9WnV88Hw2R4Fx104/nWjwkc+O7GEfGXjIZBt6vEo89KjjcQhmO1oleraSoS4u4kE/XrFFp58uccJrTrNV25t08tlAljafjaH1YjzkA/G2Tl3IGCcXAC5oHP49c+jgn/VrbrCbHewmj99sUTqYu2wVV3bC4dUP6DO2vgZ44AMfOOjkm7iQz06+8Znt8PyB45uSbeTzkSx/h4AP+unir9wgP6qzQ78LCPyATGMH6OATP7X5JpZgxutbYY3ASY/Asb8AmAdYIpIEJEyfxkkWEgMaeAkGjaRhMya5o9WIMQAAEABJREFU6ENXXeKD658FfM1rXjMuvfTS4Z8JA+r+STMJD91RBQkSuJFno8QqaavD22h6ePAdwIuLOKmjUa6wRmCXCMzzyPzqYW7OWWuAfGszaM3aLOk7ymATxZf8tMasNT74/bb1xG8+5Ks6en3qZxLYIVfJezZi6WIjvNJGD8ibbLUx0zfbG9/plNt+zjLYxUZvm2xGbUL1w+lTXwJxnGGJdq8+thk/oD7TkDu396uLoT72Aht0bZtufpjz/iCfz/21Haxszj2jvKH9xS9+gXx4JtnE2zSDDfLUf4yJtcHGU83N/42Rg4h4OTwZL+tFOQPb8Npwq7PJxt3YOqTYbLPF2PPXBh8dO5XFpJJeNPTyVd1FB3lo4OIjwyHFZQhdDpP0ZB968pRo+ckG/JyEh7Om2I+GHPGEh6MPLR/1ixF+sQCe60p69KGlozq70cORSQ4aeDz61JXZo0SDBx5okwnICdAC/ejIdKgzdsZC6XCkFBc0M606v4yReVMM+U6HfqUYOTSZNy4CfGly7rnnDv8ihAslFwQOYOIhZnKBvYEvU9jBLn1kOGyilRPIpYsNSjT8xu/tsbkH5wDnIMdXMs0xvhgrvPB0mC/85Svb8cOLsdihY48DsNzq8O/tNJnmHFn04QVswUsXfv3GUEzI0s9fdfT0FWt4dfr14eUjWeYMXrLpIw+tua6PLjzkojOmaMhip3WFj0xzFp1+OvmvJFuM9fHTeJCFhwxv6uHFigxrh172kW1dwTUv/Hyn3EOO8fAzIher+sRFHOnlp0uhdNAHZ+yNOTrjYN6x2wXQuafmk7lEH3vMFXagV6Ijg0/kmBPmoq+dyKPfvKALrbmgNKfNN3Ux1k8OnPmTbL6jYT8QJzglGvLF0rgAfcoV1gic1AiciAsAi95ilxTUJeirrrpq85dISxiSpkmATunG9KEPfejmXwKQjOuXOPVL6OSpkwHIRgsv6UiC+o8SZL8S+BSQfep8ZztfPaDc7NZGw0clHHr1FdYI7BIBc8268UA3rzzcybMRMN+AtvWmtL7UbWxsLOCOMvz+978fNn18k3f42jp71KMeNfjPJ35aU8BGRfvm8Itt8hSdNlrptBFmA/tsxGz2lOyDR2dTpdwFxGOLf5NzZ5w/cMc2byfZK37smmn2q7MX1D/Xwy2V6AN07J0BbgnYauzxoNO22RZfbXG3aXb4twbgbIzN/6uvvnr4XNuG2U+yHNb0OTQrxZ9cG30be7IdQGymrRF2OxwYNzgHCG97baLpsXnGj05c8Zij9dFrE69E41BnfbLT2oOjMxnmMRlo+AfYQz8achs3c8jh4Zxzzhl0sIVc/OSYk2zxHNUH8OAXzwCODUqxRMc2pfjghwdo0GYHn9lFDxvp5tNMh0Y/vXjJwaPNTiVb8OmfeeH0KwO8AC1Qx8POQBs+O+kvpuSh4x/IVzi2KfktP4qvfnFNl1K/57u4s50eshzcHMyMNz3WvLfCDtjiwyZ9Dl7WIx1kAzKNWfr4y25/KM4hVdsbYvsqeukUPzbjIY+9fMdn3rKNTj6x21iwgz3mMvvMffzsJY9ctNpkKMkB9ZHJHkCXkg/6rQ2Ahl4lG/WRTw471OkB9KNhG8AnHmjw40WHxjgCPGgAevqBOtrs1hZvsvxxR77DiRU7rC9jZG3ygw76xBGNcRVbbWPrXw2hx9oUO4d/f9tDfnHJitYFBHDBIs7+MJ+/I0GXMTbu9BhH8uUU/b7uYJN5BPTRa84AdulnPz1o2EK/F074zctylfUoDmKEFvBRbjS2/PMllPjQg7Z40wWMl3jSCdThAVnKFdYInNQInIgLAMlKEjHIFr0kZDOpDSQPCVZdgpDE1V/+8pdvNifqeJQAvcQFtCUZQDaAQy/Rq9+SUELMrtkWuN4u8UmfOKjju9/97ge1OaSozD7ihVthjcAuEWhOeXibdzZGNire8Pi80+bDHyfyNgL4vaq1a/7ZxOyi++bg9W8uexMmB1lb6eS330+2MeI/Gv3WHoDTPtNgw+uzX5s49gKxttHyFtpGLBuMUXbahIXftTSe/4H/uxElD9PlzZI/OuWvU4uJTnjxU2ofBmbZh6GPhq/0zvxsg4tmqZzpbEBtfG2cPWM8k8i3CfcmzIbcWzkx98e4bOxtcl0O+E0vvd7goqHThthFgE2zg4zDgTEzLj1/jJ15h5d+zyxAL4BHzx501h+57FQnGz35wObfhlupnwzAHv1kAQcIBwO/V9amWwzRqfOdHw6FSnr0oSVXLNjjEEG/sbYe6AD80y++2up80UZPhrb4kQFPvhJe3RzCq7QGHKK06YGLhuza+MNHpx/wT78SoEOzDfWhrQ8tH8WG/WwGaOiW69gIxAgeHZ7AOKiTj8aYkg9vvMw740ouPJnirg/ok3sdqnz956sAexhj6bBtLtGL3/iRy16xJgeefvFVJw+NuDpM0mc86FDqYyd70c/2wRkLNHSRaczhtc1BNgKy2IWez+jQixs/lQCvtrGqjQee3cYge+gQXyXb8ImDeOClTz//6SKTXvaKB3yyyXdwxiOO4qBOJ9n00oOPL54JdOBHz1d4B3A/n4CzRo0PuWySK8wNMsnKNv3GQdsY+7mNkj9stM7kEF8WnX/++ePcc88d+UOWyxtj5xn885//fPz2t7/d/LyV3ejoOufUJZ487YLChbfnM1vRiIuYoOOzOQT4p62fv3Kgi1HPfXEwDsYSrfiJgbE2d/DphxcDuVG/OPKL3eriFz9fxYAt+PXjV66wRuCkRuBEXABY6JKBQZYAlDblPinVpw0vKalLIOo2Xs997nOHJAovgUgk+sgD8DOQh44MMue+o1RnJ3vEwGdeEqf2bLPPUj0swvFb8uSbEv0KawR2iUBzy3wyv2yObGae/OQnD5sVh2QHQG8ubABsUC666KJh02Od7aL75uCVI2yc6GpDpC6P2LR4q6ttPdpQKbWBmCjPJNiY+eeffArqTTTwh8P8ATqbLRvDT3/60xsTjJVNrs0XhE2/cleYfR6nhPFbLOQZB0QXE+aEuWFzyAZ95axTLPv+n2ywL8EBHTbIciB7kJI1A9wSZKOSzcbcQd0m3tywgbX5FUvAR2/9bbodxMx/MRB7Y2Xj37xXZ59Nrs23t3WNjbVEPh5y0Tlo26hrswUNu8TbfOSnwwJAY76i46+Nun628IE9xkK/OhnGhX4+eIvnEslzFg4dfeJI9u1ud7vh4JBN8MBBJ71sxwfPTnL4yi/2AHgHBTh2aucLXrLYR4a22OlnCzvJYzt+Y6JNLl/w6CMX/Qz0wCvRA3UAj7a6tno4dbhx6n/kA22gzl5223eIsbgXFzRsBeTIg+psRWdsjLVDFV40fOEXWiVb04FGTE6ZsvlXSfSJkzngqxLjg0bsHeTFmh9iaHz0zcBmdhhjpQsrOHwuhMjR5g8b2CTuDtfkkoWXfG32o2MT4JdPxj0P/L0Ma4AdAJ1Y8EE88IsX4B8gT3992gANHBr2ATj2KvFUF68Z4PlBP/vwkoMHrzEVTzbx03jA80cc4MWKD3jFQKzFy5rGD4dH7nAoJ19sPRPFgA8uAAD5fKFfHOkxn9jc3MBDrhzv4O2rIv8Mpz2vOn58ZJHpYtHfhfCscAnQJTF/yfQGXx4jz2WyL0vxWmOAfWyhU9t8MFb84KPyvPPOG+YCPLliKl7iy3Zz0djLYdr8I5f99gh4tMWTPPHSVhdbMVCyg2/wK6wROMkROPYXACWDEpoEZMAlnR/84Aebz009FCVvfZKTRCFBSET+yJ9/eoocbUkFf4lbXULBC7QlJvpqwx1F4IvE7k2rhMxGfku86g5gNhQePtrolflVcoVbYY3A6UTAWsFnvSitM1Db2pznmU2FjRFadeVRBrnBX1S2pvhl7fBZaV054Nn85QO/8xdN+DNV2lyRzT5r3xoXczibLDFWameXTaqNlI0h/C6w7WOy4MVLXv7Tn/402MkO+VkpTmiiP1OlzabNO3/TIQ7iVHupRMdO9gJj7mBso2tza+PqsoVfPoH1pYPLDpcwLgDoNodsygE6Y2LTbRy0yTF+5pU+46JOF/tt9tGKJVvZpMwuvqEB0aH1HERLFp9tsL0tJJcv5gsZxik6z0jAP2//PWeNHX1kkGu+88sBhk760SgdINDyy0FQfZbNv+whjx1o6UQLzI/8wAvYCM92NpBRnLTxsQEekMs/wEcy4AJtPNkQXhvoV6Kprg20AzFmFxvYSJc6nHh4/oq5g88cL7Rk42cjuWIjDsrs4QtdZJIH0OtHZ5zEDw2Z+oA5R7YvU1wEwKEzz+hin3E0RmSi12avuamePGMh7mTAkYufTvaywcFWCUeefrR0KfHSYd9lTgf0k28+AXTiQo7xVGqLq5K8QBtoi5NSnNjORjFiEzn60LKLL0q60IsLyD4lesB2wE70ZLEJaFtT6OkjC46tLtCsHRcBeNLNTn3mLno5wfwQF7HU5+27ccLHB3i05Cr5Z51ps9GY0csnfxvCYZ4+fMZCfqGPDva40PbzJHpcVJLDD3PUv24jd5lbv/rVrzZ5my3sJguwabaNHD8VYZtc6I9PignbxBWtOl75wtjzgY1ixBd51DyFQyvmQDvfxJgMftIFr3+FNQInNQLH/gJAMpBwLHalpGawJfH3vOc9Q4JBAyfRSDzqM3z1q18dD3nIQ25AoZEQ45PsJPQbCE5V0MCfqu70f8k1ICg9lXBLEB0Z6ColRyAOX/rSl4bkrl88PFDz7cILL9x88iVpSuLJk9Tx4znq0DgYe/6z23w4rN0eGsZzpidjbp/0urjOMWiezLi96vg8jJtv1c01cRdndSX+xsFm77A6yLb26SKLHG0lgK9sXrAjvL7TBXr8zIat5iE/yIYn84ILLtj8e/fq9OUfm+FuLqAvm9hKb+tFXmQ3Gng5Ao6taAH8NvBHn82vPvx44LUBuUpw61vfWrH5yZE3xPKQAzE+POxBUAmvfRCwAa1ypt1uz33VHcKNEZ/NR3g+KJsr6ksQPX+8qQfyqYOSt142s+blj370o+HNmjda5NmY29SKn3izQR2OLS5tbZ5tgvWbV+RaGzbK6OR3fuoD5qBYwou9TbE6G+HR1GYTHfiNR3biU0eP3yGJXHRs8cWGMfIXvV1msI0stPD4HTRs3NmLTyzER52P8OSzx9jhqa6tTykmaMUDDT/MY3rgtPkDyGaHOrzDksMGevFCj4ZcQJ5xoNdY68OvDw+fXZZV2hPwFR9Ayw4lHrLYrS+AUydfqR0tHMg/9gVoyWUHu/Ap8SrpwauOjl2ArWj5JAbRkAOPXl2pjzzzyUHTIY8/5hxfySVjBvaJrzHER4Z+eDrZBeCMNzxd5pALo+YLGcYEvzFGY/4oAT4xQMdGpbY+8u1P1I2Ptjo5gA942KDkN3p+04nWp+jmh9hro1HHo+QL2ewmH56tAC1Z6uLNTzi+oaVDP5x+dGSRyUc20WktGTMlejbyEZ1LRGCTuKcAABAASURBVLLQGRf7N7yAf2y3dvHwmXw20ulNPxpyxI1sdfLQ+CrJZRNa+o0lfqCfLj9FuPLKK8c3vvGNYdzoMh8czv3tKHmTrS412aDf5QF9aNgsv8kjdOj3ZYMLALbJIeLm8gHQC0+HLwHidXFQLPxNHZch/KE7f/CR4WKD7fr5pBR7tHxdYY3ASYvAsb8AMKAWuGQAtIGk4yHmEkCigUMnEerzkJPoJVjlF7/4xeGfOpGA0MJLXupAIpGklBK4xA5/1EFS95emJWC+SdB8y/773//+mw05HF+K4ew7/FEG48I+tvOXbzY0HkQ2oUtgE20+4CEDNMbqK+wWAfPKejFGxVVJqrjrU7cGrU914IE+t+H2AuPmQa9PXWkjYINi3Rt7mwZzQWlzYcwdSKwF9LsCW/3UxvwDfOIju3xlwwY62Cce/ALq8GczyBMOjza9YhzwWZy1HRRsSq+//vqNq2JjY30U/LehtiFmk/FhoPGbS/UlwGc8bcSNv7kuD/k5i8O+v2vhrRoaG2OxQWOTqnTYMf/x0qNsUytvs4d95qtYijc52nI6ueYanWKq7Tmnn1z1gBw60OMlGw+cPoBWCehno+eljT7b8Pn0n1++MDMHyGOznxB4WyembLWR56/5wU+y2AXoYR97s4NOOCWb2Ea2GCu12QCqJwcPmvIKXex2WMIvHxhv9GjprM6G9JGrDtQBufwmB2jjJwcvYBMeoA7wBvAAXgnU8ZLDFjbzXwn0o6OLTrrFGajDA31AfdZHbvLJE3cAj44uMYErPvrINp+V9MOxL3u0Z178AI4+stljzM1zgMcclS/NKz6QB0+2ki4+KMmBY7d+oK1PqZ99AI5OcgEZ2miAfvaYG/TqI9eBkd1iAOgwzuY6ML/pQms/yXZtMh144bVdKJBrvqeLr/QAuvWTTQc+OG0yXQLIifrYpPQlnDHAxx+xopd8PvNFvz464K05+cFYij35aOnSb3zkZT8Fc0nHDn7hQ0uWvZODOnoH8Msvv3z47J+/xpFsXwFY63jh2SsP8JkM8uiXB/wUCB4dX/ysgd3GCZ5escdDDn465Axj87vf/W7zB73h5VTPFLbxKd/EhQzx56M+bSU+9IE4Vl/LNQLHOQIn4gLAApcA54UNJ0G+//3vH94CSLISksGWsCUXdXQ2U+DrX//6ePSjH735q94SkQSFhlyJRPLSDsipflRLdtuoSeTq7BQrSVLd3wGQbMXBw0Af4LP+ow5sBR4ibJb0/b78qquuGv6wjd+1LcHznve8G/4QpJh4kICj7vfZYl9zy4Pa5kFsPdRtMoCHeQ/txg/efLQGD/LTnAXWotKm5tvf/vb485//PBxS/MEi/866OeCQbiOjrt+h7CD5B/Wz2UbRzwCyt3XGZ5skv7Mnh438Uj8u4I9CiaWY+oOOYg1qW4PwV1xxxbjDHe6wcdsGVEVOVt6SYNPtUsizobExfsZKXjmMbejkHc8HYB7g96aM3F//+tfDPDTvbYjRet5YD8k3j/DghSNHfGyU4fDYYNvcxytf4bPG8LIbDq11Zj2o49dWouOnfGl+hscXoCEXHXAQ8QxxGMJjvvu7Mj4P1iZDyR8Hiy7gHPytbaAvuewA/BQTdTHUVmeHUptstoqD53EHBjj+KvGiw6MOx35xYRe7xbNYJBctm/CihwfaYmfswosDWeTQC0+fEg9ZaGaYceoALcAHwtHJFnrJBdpAH0BLPv1AHR2Y6dThyJpjiZ/O+tCh4ae5ZV45fIoTG/kK6EE7Axlk41eSgU8Jx14y4Mh0uNNHnnnt4GhM2YSOXUCdPrG2f4OjS6nP2MLnv7Y5oY8s65l8MgBcgBYv2WSak2xjP9/YTC5+c0ZJBlvpiK55yDdytO2v0JBJTvbqr042eeIj3vjJdkFljYmNGJm37MkG8vXxY5adPLT6+IaXT0rA54Df6vr9aw0O037+KnZsZxuZ1rc1az6w39t6Xy/55L+vm/xhPv96iy8J2Ea3tcw+cthELl/9zMTPB/jLJ3L5hIbd9AG0/CdDrOkmk075Ez+9LifgyQf8AmTZ15OjLcb6V1gjcFIjcCIuACx8iUvikWxBAy6JP+tZz9r85VNJB16CUeIrCeH3kHIJ8JSnPGXzB3PQSEISijqgA0915VEGtkqGNur88ADgvxjx35tQhyb+e2DwxcNAqV95lIEfM7DVGHlQGE+b0CXwIGxeeJDhJQN4CClXOP0ImEvmoDXoSxSHBhsKf2jIH0P7zW9+M3wG7i+j+0TQJ9J+kuMBbzxuiubobRCMucNSFwwOnea6DQIcsNm4KfL3om2N+ONJ+rX5qx70r23QZ+1Zj+aZeRvN2VraZNksOkSLubrYAvE2jjaJNoFyjBwE+CsXKW9JcJA1Fs2dxqTysLZFb0NvnPnrTZe57YLEXBQPX6Y4+JiH5gm9Nr/mhA2ueNGpbS6Ra8MOLz8DfEAfWnU+ADLQeG6Za2xBJ/b6yVQCeP14gDo+Mum3qZcbrVufAdPDdm/yrFe2w1njdPnDbb54kXdt8vnLb3LRGXfy2ZBubX344ZSBtj7zxHPcQckbfXW2wbOHjWwgFy8+cvnEBjj+w+PhGx+1xQFfbfrYidfcVnoOwKPDnyx4ODLg9JEN1IE+gI6ObahPP3vq19bHFnqUfGIHUA+0AT+TURkfucZLvNiHnm941OkwxxxgzR995GeHEi0cWkA2PUAf0A9vzMmAUyeTfHzoxcsYssnYqcOhZ6u2caaXfUrxgLfG+ADglXjrF/d0hEdHbiUb+arExwbrkE7z20WCWNGnjw682vrh+KKUQ/CRQzc8aP7g06dET4aYmJt8wUu+nCB/4hXH6PEAseIP38RJXNCh5xs5aMjHG55uQAbb9RsL+vxhP2uWHWSQjUZpDfuCyRc91rtnnEtz/eLjmeoSAZ11KX58ZhM72GhtGnsXg3IfuWgAG+UHvrsAUaIFZJDHTjT+ToyfAqiTY9+mTwzEnB4+4BVbOH3k0Mm3gF44EG4t1wgcxwiciAuA7YGzsCUfpT4bmOc///lD0pHU9UmW9UuIJUuJ63Of+9zwZrhEIjFJJmQBCWQu1Y8ysN3vufjNl2yVJPky//0DMfFQRKOuPMpgPPnAVn6yVdLnq3HVtwQeZMUkfrzkmAvKFU4/AjYeNi3GwJt9mw6HRW/GbS5sPrwV9WC3Ph0cHZyM62G02iSYx2iNOz3q4RtTOH3sUUfLLvX/BnjjbRNDZvOHDra5ADA/zTMlm47L3Cqe/CqOYgAv3vy08bzuuuuGt0Au5hzkrM2ZJ96bu7RxNS5sZk+5j/2HsaWxJkPdeJvLd7/73TfsLrn4asNq3kMaf88bcaEHL7z5D8QN3gHKJtdBhWyQfWwlxxxDK850w6MJ8MCzAQ0/yY+OHdGShZ48NrHPhZ2Nt8OKPl90+O0/HLn40VuzLgAc/tntUMAXbXbyz+Ycjhw4NNW1AbsCfXSw2wbf20Nzx0afffqVDiTGkb18A/j4KuZ0kgmvZAtQRxOePCAO/PL8d/ki/saBfXylM/na+JVgrmsDOPpmgAPh2KKuhAd4tdlEN7uC7NMPoucP28QMaONFT442oAsewAPzgM98NYZ46EOLhz3o0cHjiQZeG+jHTw678KOHE0/jjk+feWls7cfUyUGn5AffyEPLBs8Fz2y0/KMPnbZSG70SPX68bIAjt5JN+vll7phXQB0vHvOKPOA3/uY9W9H4w4be/PvCydzmL/vMN3E0b/KTDewjD5+2ZyG59PDZcxDAixMce/Xj5W9zj83h9WnTzX7PITFFSz9/6YOznl20W0eA//e85z03n9ij12YTYINc5kJd/rL+/HFAF5p0GIee13S4JGQL39lGBh/ESx7glz1AF8LGTF4RL3U+iJk4GhtjoO5ShF10w7PLzwrIEx90bGcP3XSxRzy0xQA/m2bYCzf3r/U1Amd7BI79BYAEMC9kiS6YB+/LX/7yuPTSS4eEItlIIpIlGolHCfCS96lPfWq8+MUvhhpwkoyEpo4ezabziP9HfNhsIyo585/J6vzhiwMKnASKVpLV5rPyKAN/jAU/2Gts+cBm/imXwIMbvwdP9B60HiBLfGvfTYuAOHsQ4xJnc2yOsbaHtRINMC7KJSA3HuNvY4YeL7xSG6ijqa7cFcikx6bOVzbayYQH3n648Cjf8Humi/5sLPmx7Q8c4I8NILj++us3edSmrDjAo7klwZyTIyvlEfbIIfxSPwzIGWSgdej0sw8bbJtmY2+T6+DjsGpDKw4uqawFfOaxUtzMUbrlNjGCs4mmA70+NgM0+tWtL3bbDLMDHX/wWRdyvv6ZXh2dEg/d+NGz0Vh5VgI/ofHTKj/xYLu5Ld/KnS7y+IiPn+pkZhM70AN62MEXbbazQTm30ZGX3WzjC534o9X27HLAQct+OCCmbIAjix58+Mknk23q7AXq9RsX/gGxZiMdZInBTIs3CE9OAAdqK9kzA37tSrahq12Jhi18mQFOHzq62ApnHrFfLPSTqQ+vfvRA27iA6ujZAfChgwNkko2enAAvXdro8aFHay6ZH/rhjZP5LZ50GDP9Ym58+GHcxdw4W1fG2vzUj0efMcZLB7nw9ONXZwe74NThAbu0yRKTcEpy2EUvndaz3/v7eZlDcBe/Dp38IUNMyKOLLfDiwz7PCTLQ6XeIBQ7SDv8uSB2QHZT531oiBz25bGKnmFif4sF/cWSng7g8o04vev0uMFzg+UmsfxnK13Z88rWSnMRfMvhFBrvYIKYuCXzhxXY5wHihUbLbZX7+Kclio1go2W5M6SHPhaGYiT0d/MLDTzj1bEcnp/KJ7b48ED/2oMNrTMWCr3SQyTd69SUTfYCv+lquETiOETj2FwAWvIUMGkC4AF4C1/fBD35wvO1tb9v8xl9S8nD3EFFKfJKKuoQh0b33ve8dF1100bCBw+8hogRoyFY/yiDxiYWb5z/+8Y83mCox1nDD6yHAPzEIj6/6US2zmT/GxMOFz+xlvzFaAg9RdB4eHpLxkUOe9gqnHwExNB7iHJhj1p9SzJU0RGs8tG2clEtATvTmgHFDH059pjFf4PRX1z5d4FvyfWXDB37O8mxkHvCAB2x+hjT7OtOcrXVrK9vFFMCJi7JY3OY2txnG2h+7gscj9ypvSTBebJb32WUs2aN+U+cHemNt42zuetPmqwfPDzqMvbiYpzaznjl02RjTb+MsD6HDTxZazy9v7my2tbMZnYOIAwleMugRZ33sAfoAXXjZAMhS8hUfHuNlXNhBHxttwG28ff7r7b/f5OJjI3n+uKYNvdiR5TCjnz30q8OTjyZd7CRDP9uU2tawOl5202FD7+CoP379Dhh42Y2WDng4fLU9zx1YxJIN/FLyFS86cvEF2uw2DsaIfmU24MdHH1p8c1kdfhv0xacOouE7240P+XMfe9DBATSATTOwGZAF8IHkksF+MrKjfnxkArxKfGjxsAk/vP79gDwHOnahx0cgHfL0AAAQAElEQVQGPnhjZ46QbQzMN/OODnPAvNPHHnz4jZsxNNbozCH24wdoydeHB8Cjg2Mre9CRDafUZi87lfBswWeNmff2UA7V5r+/fm99w1vvZKAnnwwAxzb62MQ/c1BJroO7+SRHeMMuT/DZAdYlgLfj2t7CBy4ExI5svokJOWTSz0YHfXUAr1/elSd8wSCX8EO/v/bP9zvd6U6DneSxzd/8QOPgTec555wz7nznOw+6+e4rALJcaPDV+me/uFlT7OO7tjEm15jSwSYxljf0mwd8AXRZ6+jQG2++i4k4uXAx/nRaj+SILR/4Ka+Shx4N+exQ34b98Nt0a3uNwNkagWN/AWARAwM0J1/tGUpIb3jDG8Zll122+eQJvYRWcpJMkiXpSIT+iOB97nOfjaj6NNBKWOpHGdjMVjb6hEqCVAcStT4Pmjve8Y6bfypQ28NVv8SqPMpgDLNPsvew11Y35upLMNN4iJgP6PGbF+ornH4ErBFz0IPcA92DnTTxFXvxVsI17yrRwC+B8Tdn6ZjpyY1PP9BuTmvjhdsFyMFP7h/+8AfVzb+NvKmc+g+bxEAOsbHRPoUe8akfB+CjMVDOvhlv4ynX8N08aLxtfm9p320m2WT8skU9G8PtV86+8lMO4bM8a3Ps7ZhxJ08MbEzpBOIlx1gX+PTbdMNrm5/kw3srZ8PODjix9Hzy21hv5G1+0esnUwnI0jYu+tmhJEP/3EYnf9LHPvr4IT7XXHPN5o+qsp8svPQ7/DgkwJPruQnohaNHPAAcQAdPFz/VyVRqo2UXWnrEx2bf4cC6Rsd//PrQ4gfoySejgwfaLgD4w27AX76qo4mffECOMSWTPPMVsIGd9OIjh62ADCWAx7sNaAJ0M0Sb/u02fDglHcnS3u5nNxw7+YI+OnzwcGyA57P5D/iHF05dP3py8MKpz/xo8CiBw5hYqaMFdJFv7KwNNsKZc+a/kgxxxm8c0ZJDpz51YG6yhV1AP13qSrahMcZ0x0snfnMIPx/1xYOeLQ745o715XN/lwH6HGK9RfeW2dt6ctDgp0fJR/OLfPbodxDHC1wg6PNG25v/1gs+60pbDPhv7ltXLgTETDzQ8YM97ADmN2APO+gA9PKDPfjIotdXa2xwQU0neWJo7ftCgA0uI/C4JDj33HOHfpeB/i6AGJEvluecuiSwTsljt7FTV6JTZ7cxYSuZAM74iz993uxbZ/Bo0bBNDMTRH/J1eYBeH3vUXX7IuerswC8GZBgPYwz0swXAr7BG4LhG4FhcAFiooEGygKtX6pdEalfCSxKSgKSI16H+Gc94xuYP/emXQOKVIOAkVUlM+6Mf/eg4//zzN5+wSnTkSSwSTHpOt6QrOB0Z/MFHhnIGOADnofG1r31teIBoS6QSs7jwxb+FLemj56MS3a6QHCVInjqovVTmYzTxKflh/GwalB5g6BpP9SWwORAHNOJg3I2rujjAHxa27TwsX3T4+QTgtJVnMzQOYmz98YVf1pB6vhrH4m3N6TM3lUsw05CJF06JT928YIexbn7YJFVHd7pANl4+2RD5A4c2H3B0sknfve51r2FehcenX3sXKH507CeHDfXlM3qAX9zZYqOJFg49G9EA7W34f+zd6bNmV1U/8P1tq37Fy7yMc7BEERDCPA9hEpFCRhVTiJFBJhFQAYuplEIGEUMFiIAoQYlICIOBMAQICSSIDBUjogSrDP4FvrbU+p3P2r3uPX3T/fSUYPft56levfde81p7OHufc57nNp9NJR789AD9iR/PgQMH6helu//R2LIJRMcH6NgL6JuA3MmAeW7jyK480MU/MagfDYwvY03eyOhjP1LlZpAnYjbPNq82tEDMxp5rizZ+a7Kx6cmcHNEnZnOGfU/abLL5iB+dXZvqT3ziE8NfvbDBl396+c8fOqxnbIoNjhw8X/HTCUcGHpCREzptqPsGg+/4852P/DDO3Tx2eKHLjQBPAvmHbk2mV2ygbfLR9Ujc6PQp+UKWP83roCJPAL9STvA0rzcO5EqcaPTTZayLWzyubQ5gcolH7ppfrPTB85mv/OEDnJxoq9NNr1yKgQ/GkAMdnWKRC3g62W595NHI84sOdSUafnaUbMKhkxGPthKg42sf0bpNt3zwlR940Mjg06ZDH6HTD882QIOH4xt9eODJ4hEzaP/wogF1vHS0Tb7wSc4dqt3QIis3Dnb6Fg+gQz7lkjw7/NfGZ5zxgQ3+OdjyUd/hU+obOtT5jo9fYrb2sGFMsNf64egyTsga+/SxpW/FY/wbQ/z243/mABt0GatsoPGTDvx08t2bA+zR5Rf15cCbl8avcY2HDfmgB44evotB/sjzH8DJobq41PkhDnnzxJw+OLr4RYZNNujmszXEjcpnPOMZzI6O2RsDYnQod7PAuvbEJz5xWNPY8+f53IAUD9/1ga8CsckH/rAnv3SokyMPJ8/yx6g1Umx8pIe/bgToY2sf+3zlt7eR6JcXcuzh1+YzHXjZb7/QyAD2trDNwJmQgX1xA+BkO8piSIeFwiKk/rGPfWz82q/92rA4W/DQXKzRtC1GFn6yLia+OmCzgw5v0bbQaJ/qYNFzEbChs0CKz4JoEbbYAn+6SUzw4hG38lSH9lcMLhYWfL8w/8pXvnK8+MUvHi972cs2wpVXXjkcYPS/C4Z45UXZY0V9CyeWAf0jr+ZMzxe5hu/2iWmeUvrdWDXG9Zsx/nu/93vjhS984XjJS15Sff/yl798vOIVr6jfAFG+6lWvqreA3AicWk78fzZJi8/m1obI/NLmlzq6jYrvSdoAiR+uaeq3FZgTbU+dX2zxDajDK21km659LPCGN7xhvPa1rx3mm99Y+f3f//2qy/FrXvOaor30pS+tfrABppM/t0bf03WyYNzYYMrFuj/42HnZZMMaQQceMjaiXsE1FmxugY27cSq31hoyNrKuMTaqbFu36GDT3AD08gk/PrrpAGSMPYcUBw2HCdcyNHrYcT2jlx78dKnTRz9b8IAu/e86QR9d4vDKMpwDAnl4cnS4XtiYG9vicZ00vtH5wb7DAb3a/JIj9Ab+sS8/8mGtAHImd+p8Jad02GFHSUY8ePgAj48P/IGnG4+DmIM+/+XM+NNH6GTw8IWf6kpt9faV/3zgW+vWBmsdLQdHBrBDF1CHW8PaBjo+Pii18eKhE8j/ukQD+NaAj39yBdTJ4Wm96nBAnU2A3ji61QEeY8GYkUd1eNA0supKsvyQM32DT46MMzh+dYmXPnqNO/7CtR588t96+ImfL81DPxwbfDAXtI2ZlqOXT3iMA+ODPT5ZD1xH2LXnw2ds9TimxxhCZ8sY11fGu7Zxqw7cEKaXH258eIvAa+xu9rHBNlk22ielnNCl1EbX7hIOyAd7cmL+4NF2yHcDEk4M/HeglgdriTr/xMKPb3zjG8OfBPQXoeigz1z57Gc/O/jvZoE55hr29Kc/fcgb3W56i0s+2JXfPuzrD7rkSfxKsepbpViUZKxtTRcTv9DJu1EgX/wGeH0FgT/qckRWbGKiU27oYBeeL+pb2GbgTMrA9gbA0ts9+V0slmb9s+D7c2O//du/PWx0LBoWDAuIhaeYlv8sRhYh339yoLCYLOjhQqE81WEdi4XUq5zrPLT/frTKhk5bjBZU9dMB9F3HyW+vrr3zne8cb3vb24bfcdgEV199dYVIfu84obeI2/9OOANyaLPgYPyWt7xlvP71r69DoVcpjbMTVrwStPlzwTdPbVq8sXPxxRePd7zjHeOtb33rePOb31zjQP1Nb3pT+XDhhReOSy65ZKXlxKo9Zkir2zAZg9rrMWVzZFMGD/Aqb2tgR/7lh19KoN62+QmsdXDqShtb5SYwz/y2yhvf+MbhZoA+7nybdxdddNG4+GBftD52bq2+3+TbsdCMHesFf9RbRt5At49Udh7Jy5vYvBpsrbWJ1u82rXJus8+GjbNrDV40c8Sm2PhtHXjY16bDAdxhG44vNr1oNsDoDjluArBBX5fqfKSbj0AdoPEHTmmj75DMdwd/Tzpd52zQjV39Z6Pv+sEP1wuHDBt+PoiJT/SJhz7XWb7B8WMNfBCnw4kDO3l5Eh+gC12exKvEw5bc4qWPfw45/FEnQ586Oj3tu/VBnsTARyU/lK79cHLBZ7HDodHDJzb5wD45NtjjGx5xkpcfduHI0YGmBHBo+LpOX+PWfYN/zUcvXiVQB2Tpwg/U+Qs6f0oyeOkEZPEAdTiy6viAtpIsvFjkyqG444XHR579dYkmR3LFB2uSvsBPb+dRXeytmx26AH18bB3a8PjpI8sOHjg66NeHaN1n5LT5be+Hbr4Y+/qdTTocMB188WubF+zw300CtrXJyws5evlHj7Hv7Rlzxnzy5Jpcjz8+yoGSfvkBcqGkky2Ark2/EsArzQdjkhxfzcd73OMew5s5/PfGhDmmbk7Kgyf1ZORI240Ka4kn/NpyI3fWgGuuuaYeknhyzy9vs/38z/98vdUlHrLeFGjf5I1v5PUHn4C2WOVafuDY4bcYxCKHbGgr4fB/73vfqzd26bXm+I0COsx5cfEdr74wJtXp4BOd+oov2uzyZQvbDOz3DGxvACw9bPKb+Eu1FhELi0XaguCvA3hSbJFBt9DitbiowwF0fO6Qwls4LVxopzKI3WJo4XSx+sxnPlM/RsZnOKVF2Yap2+IHp8tC6SIiDiAG4CKgrY83gZzIDx2AjNjJyIv2Fk48A/JI2kbIoduTYW/TeBPFBgTtZEAf6W86zEt9px+NeyX7cKDreLXxq58MsMM+ffT4TqW1wpjSXtuwUTGnGsjhuS1BzPRb8/hqvMsZXIO1ziZJDGs4lvXNxlIcLUenmNmFs8HVD6Bzoo7vVAA58cvYcqLePslH1zeV+hJdrEptm1UbUTm3mbZJpd8BAs5mFZ88kZF/dDQg7+TQ5da4cQPAzQJ+sYUP/e53v/u4293uVptxa558K4F846UDsCVGOKVrGNvGhLpDssOJAws9DsDs2PiTvfnmm+v1YHX+OVh4kigePuMVl/4VD7142eMLMC6AOv/JuhaThcNLBqjzm26AR5scHWyRVbeWuAnQ47F58aB3fGLUD/Iodr6y0239JncOg3LhENc8fAJ8YJdPQC46DrbwAHW6+QDYAHKPjqYE6g3NK4cN5ODxguZlo6HzRz/AD/CiyVsDHD3ogA48Snh0vOroSjSABte+yY863FoHn/kB0MjqF0CfXOsDsnDyCE9OSa7p5LUB+wBPl3S0bX7jo4ccHjh1NvGiG9/GOr/waJMxzwB/8BrH5oNxwx9jiBy8td6YMx7wGxt0k3N4Nobo9cN5+M3l/sE/B2X+4CdnLNED5IPPfGsQbwOcePE46PKBfXLmqxsAvo5j7UHDxz5fjO3b3/72w00AtvAovaHlz5daa9jhE7zv+/sLIGJlA/78888fbgq62eANADdRXdPlkQ94+Cc2OZV7Oo0VetyIEDt+ePzi7zYdbLHPf/NQPuXdk0FdMQAAEABJREFUVxH0j3XbvOODGNTlnW425dq6wDbgT+vvku0tbDOwXzOwvQFwsGctMBYVTQuhhcjipH3ZZZeNCy64YFiYLJRKi4/FvnngLTDPec5z6iYCfTYV5E9l4L/FkP/8dDdXW/wWRbiOw+Kp7eKixKc81UFsfNavfHYh4bM+Ev8mcFFofjLa8gK0t3DyGdA3+sDGiTZ1F2b1WwNczPU9Xfpfaf7qS3V9CdhVNq7Hu/aJAh30Ajoc/jydUG9fus4f/Np8Vn4/wIbTm06+/gDchOmvxvh6xH3uc59yQw7lh4/67Fj6SNz4xUqWIm1ggzfGqF+ONkfR6MVrbmqfCmBTudePjmUv/nBtfbm+tjhAuqFqDNq8qsPZeFtr4OVNfh0sXGfolRN0QJ/SmLHBt8GVOzklC8j4Cy7A4Vde6XP9opNf4iBHjxKQI+8aYO3nGzlPQ70ObJ7it7H2A2c23J5eGtvtl4O/NxLwiMdGXamfAd/h+C4H6uKjlw9KwA9jhR/84Rs+uoA6Wbmik4y48IkNXgknzzb96nSyg48//GbDAchBTumgYMzzgW15AJ0Lhzd1OWcDH71KOvnFH7r5CtTbLj72+UMewCkb3yUeoN10dfwN+rfreAAeJVl2ldoAjb/ktNH4iw9oo+EBeMgANDyN0wZwQL2BrDwq0fQZGt3tL5o2vBzh4Yt8k5VP/cs2m2h06TMy+NHooRMdvxJfyyi7rdR3dJOnS5+Tx2eO8AUf3XThY48ddHNW6XDc88pBlB766HYjjIyxaKyL03i64YYbhif/fBCnG3XWWn9Sz1cuzS326WBbXUxKOH7xE/APqLf/bOJn195U3fh3MHe4N0fdZMDHH+NZXG7k0c8Hb36qm8fipOehD33osJ6Q47v1wFcE3Nw+66yz6nek0B/+8IePc889t/bDDv++DsBnOeSTONpXvgM64fQ5e2yzwS/+y4M6XvLikSd5NW/lUyxufPKLLJ/Faa0ho1/wnLX4Ki462eQb+3R3qb6FbQb2awbO+BsAJr/OteBYmNVB1y1UFgc/pOT14F5Q8LjAo6lbnCy+T33qU4cFx8IFf6pD+2lB5KvF32LdeYFb17UbxNv1U7XUj+2/UrsvIB3zJt/xGxt4XBSAutjpU9/CiWfA/AE0uDgDOQbmGvzJQI9vF/21HpsLfasfG88mfv2qDpp2oiVdZFsXm/5O8hrHh6bbHHUdz20Ncn+nO91p+G6+V/TB6173uvEHf/AH9cq++nnnnbfzA4Xtjzj25rRp61IsAE653mTB/b//N//8nzlJpzUVnl/41f8vgQ984UP3ZZdwRwMxiVlJj4MBeZtW1xbxyqPxyBaaMeh6AmzKe51CNz96jNCrbiPrcMuGPOKzZqnTwY4Sv0MKfWhKPpEzBtGBOlzz2Ei7CdKHXTwOD3e4wx3qKSHdvrcsF/wDNtbsujFhk24DDmejDg/HbwAnD2IRO5AHIBZ6+cRXoM0HfGTY44NSG7QsPkAG3bUZTX7gHcr542YFvJzoCwcy8esboC13+k8u3AxRt0ahk+uckWOPH2y0n+0jO+LB3/Hhb1jjuo5f7Eo4eulRasOj06kEcN1WxwvU0dlb07UBfQ3oYpMvJbkGeuhrIAMH1OH5qE4PQGt809ikU97Q4fWVfJFhG54cXUo8cGTV4finn5RybkzhR8ervu4rPPpaP4G2TxeAMz71MZoxbKzSoe/ZcQPA/HBjjK94vfbOL2PLPHcYZl/bIVQ8xo/vqbtZIHY3CR75yEcOh//73ve+w8HZId38EQd/+Csv4qEfjizd2msQK7qSX/j4y39P8MUiv/TB858v+JVu5p21HJDPOeecOuy7ISa3dD7iEY+o6wF/ALv4vep/44031l+L4pOvAvjLAN444IM3AeRHPIBtsQB6AZw5ik4vGrtAm17+0qctn9YS65H+0i988QaD3LspAE+n2K1B2vSoyztb2vR1KQ/aW9hmYD9n4Iy/AbDu3F5ULETA4mbhsXBbiGyGLdoWb3IWIngXB22Lho2EDbMLCxr8qQx85p/YxWuTc9VVV9XXAJpmgcSDrux4LaTapzLox17U9Qdo/4/Vb/zk6FI/Vrkt39EzYIwZR/Jrk2JzpL+Mxx53R9eymYNec/hwXGzxAajrX2W3DydzPDhzpvWRE6sflhRfjye21OHwADJA/bYGth2C2LGBsklrn/hrLbPpbX/wo8srmWMFMmteev73f/93jaqnRRBy0fa0/6+AD3JgXPB37cfeeNa0dV0srhXk5VGubYod2rXddGXHhhWPug2rfrDxbjt8MJ6AOr3qNrbmSs8d/K5b+k0fAf7QTU4J8MOjs2kOkuUrWb4pvV5rXLDl4GDT7Km/TbbrnQODGFqX+GzI+WVzbpNOzkFIna8N5qVNP9tArtlRp0/poNJ8cPwD/NYGXacLLz3wYiSvLUZ0dbTWjS4OtNYjT/Dk5cF1UQ70Rx/65F8e8eLTJq8N2OhYlOwCdbblGg9Qb9BuoB+e7w3a5OkB6nBk2AfNK0/8Qmtd6ujKBvINjVPSr6RjLaMO0Dsm8mzjJcMvNhvwo+GBk2/yzYeO1rLwcOYBQIMzdvQNWts0TvUL0FfsoOGhjyxczwv9xQc4fohBaezCkzNW+YeXDuMKXlv/GhfGhP0g++zJNzw9fmXfnKbbfDYf8LiB5I0ZD1rMDzx3vvOdB/B03nfYPcH2BN6fs6OLfX7RRQc/4IA2mtx0qQ7Q+QaMXbmjE40O/sqJV/T5JM/4fCVPbqxR+MWMD90NBG8GsOUQjc/NQX1y7bXXDt/3N9/Jefvorne96xCDp/NuAsgpWbGQAXB8wkcnkDM+yifgg7zrS8AXdPbpIq/OjpzIv7jpFzd91i79yr7YtNHkCdCnJK/cwjYD+zkDZ/wNAAuGxaAnvNLiAiw2FgeLCB4D4XnPe96wubH4uGD0goHmYqB87GMfqxh0VeUU/s/Cyj2+WijV/VCZ+NXloMvOgYvGOm70UxXExTcXDyUQk75TPxq4sOARu7Gi3rhuw23hxDKgf4wnuewxp2/U4U5M666UfjdWbTDMWeNdX4LmUgfdZht0+2RKtukCrcerknzRRleCxokbXm7gb2uQ/7Zlk2rNkw8+80PubK7g+NL4bsMdCcjjR++6+LTZNBfpsbmG01/WITQA938NYpcj/vOl41E/GpDtOMQlVjl2DfGEzdNDT6zgbfyV9ON18JYfOtjhA10AHuBFVxo/eOTXJh5Yq/CTb936E4iH7JqOjw66zBXXPht/+m2YHVZs7B3m+c+Hb3/72/XXcmzem8+BGo84gP61ATe3+cEm+13XVucP0OaLWNTFAdTJKfGp8xewDceG+MiLgX2ATg6tbfEfGPPo6nSyS4+SbvlokA966eATfjzk2dRWB+jsAb4pG6eNn09KoL4X4Ols0GabLkCPNvxe4IMYyKLRrWwgBwcaty7lgH50gF9bqa3eoM0eYE8b4AX08gVoy0PLaqOTa+i2XBuH+ka8xpL+bLo1w1h3+AduAMDh5ws+Jbv6kD40vtHHD0CvuQmP15jAx0f29LH5Sl7d2znssEm/GJR0mQu+Y++wKR5zBY59T9vdMMPrSb9DsoM/23jIWwvMH3Jsi4FfbKjTqWwcPD/3gvjEAvgqJodzfGhi4ZMfJrUOiQ+vOn687HgTgX9uWrD9lKc8ZZBV5585YU3TT9/85jeHGOTOAdubDOJyk6DjRuOD8QXUxUCXmyKADF8Afv7Iu5j5xD57QF0c/MFvL64/8dJDb8cuDra0rWl8pY8sUCen3MI2A/s5A2fEDQALnU7s0qS/4oorhteV/Pq4X773fayuX3rppcPiQcaC06UFw2tOn/rUp+p7q/AWitZrYbEIeaUWzaKlPBmgn3wvTOoNcMBipmxeC6AFFR+8smnqDXDtu4uRhRTNj7pYbOGa3iW63JBVp79Bew3w6/amOn2gZdTFtUmmaS3TbbLqXcqFiww+OHXx4TkarPu/eRtHV+M2lfjEosTHDyWA2wR4jgdad5fHKts+4O+6UvtowFZfRPGS25tfOYPvOWGerGXMLeONPH349Zt647ruYr+WRT8S6Gt60NUBO60L3nwB6scD4jkaP1vNZwyI32bJTQAxwtHBH5sUfvAXqKNtAvOSLGh9SjJreXQ4eQPdhrNBklOgDfjJN77zlz9iQWtAowc0Tn0NYpJzNulrPuX//M//KAa91h76wHrsrHUdro5/E5SBDf9tkm2aw4WcyiccdV2qHw34bXzblNLj+uMJFx2+F+svXvjzWXJEV/eHzbiNMLwc0UGXjbS+ootPcqek13hwINFnZBy62VHHTxdeBxNt85A9fUMnOXbRjAF9Qd5BwIGE330o0bf0uQGAp8FhBs11grwY1PmgRKPfmCLPZ7JiB10XKx785MTfAM8/vOp0KMmzo46XfjHCaYuTDDwcG/Soywk63/DCsSsncuNgKXee+DaPmzT0ozsQsksfPkA/n+DppI9t/oprTW88/9imh1564PjWoE0vGl564NCVcOS18anzGR6OfT4p0ZumzS80uvlk/sKTxQf0q7jZAuyj0wXYaKCDfPM0P5/wsKUE+NgD8HjVybJJN7w2Gh/Z1Uf6R3699m3O8q9tk8FLh5yKgX3jmn62m1fJDn10kyOjzQ459pXw5M0JJf3wXp2nAx6veajNJ+uAOewJte/881nOyfPDYZtNdDfbev6Il34+iYdeOgEcu3joap30WResEcafthKQwccff0ZPmw4xeYrOBlkgHvHb48qdtxM82cfv4C8uMXkzwAMkaxq8WHxViB3+fvWrXx3WF2uJGOWav/zGwxbf1PHTr+y8ixXIFX/FRR//3Zzkm3noNxnIWYv4TQ+9cNYwfHzufhGX3LYv6OxsYZuB/ZyBM+IGgEmvEy0YSguBRcmdyXvd617D61YWM7+MqoS3sNgYtQw5CwS4/vrrhwWCXoDWYNG06Fmg1Bt/qpYW3vatY3UB8FWHxp/Opf4B6xjWMbsgbgK8DWsd6nv1wu0FOV3DXnrrPlK5l/9w7cP5QR/eTbGh4QF7dZAHaMcCLrD46CHnQqrtIq+0sVuXNjXmEhwgo8RnbtkIaDfeXFKnH4+coh8N8AN85IF6x67cBPgbyK2h9a5xe+tk4djgs1Lbn5e0+ek2PnFp0wvg8G4COq01+OUIb8tpy7HNDTw+mx75ZRudPX2nv+DwAXg61cnhUW/d6mwrNwFbfFD2WKAbJKmvGqm3L+prG+M0/3TMSrHpY5tb1xbXGIcV/eOaJFSlfOsnecMP9I1SzvWFEj+d+kkboJG1hrOpX8nhxSfP2oBOeHz6h6ySXTr4h5+v5iNQ5z8/9ZMneg5bdAObfhtsvHiU4qEHsMcOm/jhGsTS9S75ry42vomrfeMfXOviD15xAXbpBGhs0wP4QBafXKDzlc+ADH4lPjaVbDqM8ANd7A4c+lE8eMjQh84OYBOOf+wptdt+t8k00K6rA5UAABAASURBVIen213C06dcQ9PJAH4A9abh77oSrQGt9fJH7skDPGt+dIAfkF3T1QE58niBtv4Cazm8dDQOH36Ahl9ujU0lvsaj4TMu9RM8wMu2fMuzOjnyZNgjB98lOTT9Sxc/gEMkPXjdKELX9+SAXNFLBg+cw7+SHOAD+2T56ms08OoAXdu4NQaB+QbPL/4q6W+AA3yEa3tkgHbTyJqbdPIXXazise9Vh0NzY0vMbpC4CSEu88PNAn5Zsx796EfXzVv8cN4icAh3uP/yl7888DpgWxPkgm43J70BIQf2AGSBmIH4gVgA/9HphxeLeOHp1ja/+Ko/0PS7ulJs/IaXezLwfIRjE44O9uCAXG1hm4H9noEz4gaAia0je2JbfCxsFhaLAnwvABaZ5m8aWaCtdBcTn7YFCK6BrNcfLSz0Nv5ULdv/Lvlpsf/0pz9dm3Pt/Qpi1oebAA+Qgy7VTwRafl1uso12vHbWutXp2ASHG6PkjseuMc9Gy6jT0XPKxgIPOpqNkgu4dgOcOrrSRVq9/Wt5eBuJtU78R4KW30vnHxwbmwAfwNul+rECGdD+q5P9+Mc/rihY+4je/rRMMR3hP7zyoWx+OprdxslmSLtzLPf6Rg7VbdTWMnitX3B4bE7ph4frcu033OGAPFjT6ObzD/zADww6AP1rgANrudO5Lvf6R/7Eru4pm42rzah+wCPXri0OmXhdo7TJNI/rl9zQAfQlnDwD67eDKn0tjx/QBegmK6dk6ABdJwvw2Oy7XgKbZT4C/F739eSv9fhtAzfAbfjx2HzToW/Z5AM5/PwA4gJdVwIxA3LkySnpUGqr0wXYAXStAQ4dLzkxAvL42GDPQYe/YiSDn22lXOA3V+RaHV6e3QDwVgAbck9WnS18DfjZ6fGvrn+0+dFy+BrYB/SBxivpV4KmNS9d6kqgvuZTB/BrurzQC8c3Jd8AXnbg+C5vYmsZNDzoSvobR54MPP0to958eNUBPnrIqePXB4BNPOho6nLoQKl/tNH0EzodbNPv+qHPlHTCo+MHZNH0ozmIR5z0sIFHCY/XOJcnPOayeBpnHLGJxg4dfAJ89dYPHWh48NKr5BNwWG8aXoAO1NlTavONDH7AT7rZRcfnlXx+weMXK1/88KD5ige/Me23PcTiqwxw1gF5Uaf/UY961LAmiJ8uvyGgf84999zxla98ZTjo84c9f2mGbm184hSb6xP59hWdLv6xoeQXPm22W4/DPVltuXedw8MH/sORFZ/42aSPDnOdHT5Yf40pPuDBC/Apt7DNwH7NwBlxA8ACYTI3uACY8BZiNNAdDO9uvkXDYmeRaBp5C46FTR1N2fTWY7GCszgrT2VoHy28/BSPRdAvlXc88KcriAe0/+v6scQnPwAvaD3HWhojDWvbxyp/vHztY/t8vPJr/mP1V3zkegy1D+ZS64AzrpQu0uYgGRdkJV54ftt0eFJAL344JT6w1w7ckaDto9MB1OlUHg3wAXLgaPx76eyLQ3xocqD0q+m+T6mOZtNCP4AjpzwWoJOPeMmv63DWM5s3NL7InzoaUGcP8EUbvqH7SHtNww+3CdY8bNOln/mgTR/YpON0p4lTDHIhv/rLa6u+Z+t64qmca5HNuLZ8OHzYOLuWrHPlmoSPLnrxwuGnmx39bzzRiQ/AodFPH16ARgeflNqAbn2Flx/AZlrf2SijOfi7AWCjTTcbYrExN97I4OMvX+jHo6SHL+w0tF1tdgHeBnhyctKgjQ+g04GfHTHxC8ADdYBHiYcsfZ5eugGgzm88gA2gLlb86OJSl3u5kE/rGj72G+D1h5JNMnJIJ6ALbq9/9DSQA82jFG9D0/Crd4kPwAH4vQDf9vksJ0p4wAYd5ODV4YB286/x6mTRyWmzQQYeDpBVwq/p8PJFDr8SqAO8nUNtdePOXNDWh3TSQz8cX/SDfqMbjk6g3nRjFY82mnFqXNClrY/1G3vGu3kBzza7DtlkyJNRR6cXD9/dJPNkHA8aX/nJL6U2IKvEB9pPfGLBCwdaD/41kMOH7rBLJ5wY6XEI9kq/N2DFIjZ41yhy/CQHZ6yKn7w4733vew+5Z9+a9g//8A/DW7V0+9OAbsioe6uWfb9t4EcC+UeGLHvdZk8dji9ypa5sPD34+MJ3OtD5Z81B90OLrntw+gSvvvBmg760v4cnLw42gLj4RYdyC9sM7OcMnBE3ACwCFgyT2uJnosP1wmFhsYDoaDwWdRd6bQsCnDodAL/2GuC10Szy6qcDWBT5yW9lx+pXYfupBvx+gI5tHQvcJljznmi99bd8jxVl045UtsyxlPSBNe+R9DZ+zdv11tFl449UNp+LLB5zqeeXNlt4jDE0OG0XYPUGOHVzz4VZvWXNQ23zl271E4G20fro3wQnYmMtwx79cNYbduVB+0tf+lL9UKg2vp6LcgSH51jA4YNM87Y9OoGnNDZh1j321fHyxybSZkibHD3tB15+2PChrwEv2hp3uDodfGiaNv3//d//XV+jgqcL0Af40IB+OoO41v6LX/59Z9Um1WbUPJBj/WHc6xNteH3W+VKSNf7pBdoOoOZMX3d6HuIjgw/QRT86G0Ce5RwdtK/w/OGDw7x5Rx4vebrdwPDarzocwE+OHbHRyUe2xN7+4KULHbRdpTZAx2/8qLPPDzaAOj9bF1m8a4CjqwE/IAP4RTd95okDBDvaZNAdRABdDnF4tOWdLvF5+ugApB/wyAk/yIibHrDGk10DPwAZwH7r0AZweBrE0HV0/GuAA+QatJuHb9p08AUPHD/5q44XjzpQxwfQGuDpAWgAjQzQZqPpSnhy8PIuHnzsG8/6Hx0eHR+6Uh8o+Qln3DW/PgL0r4E/eMnRqd2Ajy79Cceesa8E9kN49DPf6cBnrLCNBtd+8YUtc0EMxoXSDW43m/hHjm6+NNABRw+6NnuAPnboBvQBeKDOJ4CPrDoaP8xJusVo/IqXXW+tPvnJTx53vOMdB98civ3elSfp/PTL/8Y4n6xN9Oojf+qPLrr5c91119XvY3kL4JprrhnWOT654eErD24myAPgF1/YF5s2Xrrpc4MFXhsN4Idjmz1rAJ9cw+RKfPqDj9ZXMZLHo9SHfGGTDbzabnDAsb+FbQbOlAzs+xsAFovuTAsG0LY4WBQtRBZKF254C4u7lEoLHxyweCgtdl7dwm9BAvBK+kD/HVh1tFMZ2se1//x199TdXPX9DOLeBLdG7MYXYGevPrhNsJf/cO3uwy7XPJt0o/X82CuLBta6jlTvOdU66Fw/wdcm23R1GwobPPPJhRjOnMNrU+IHkNjX7rmHB7iIK9GUxwPtQ5dsbILj0X0kXvrR2l+2bWT8mCi8+LThtRs6r90+XEmnVzXpQKej62jGnV+Zluf2A5+cw6nbmMm9OnlyeBt6E9d0JRpe9U2wjoEvgN3/+q//qu+PkqULHm+X6gD9dAcxiUG+gPHtR7LEbQOLhscB1CbWNQmgw9vE2tDqI2069JH8wJtHSnzk0I0BJRm82nTbCNvowpPHw36XbAI8eG3CHYK0Ww9eT/Y8Iey5CGczTRc+41kbvn1WR+cLOrz24QAv4IuSDL3q+JVrnHYDPv4C9Qb8cGwD+Whd2uh8hndIw0tn47T5Iydw+rFBPswTfaBujMsx/gb5hicD17bX/vGBHWXj+XA4IL/m0QZ07wX4tQ5tPMqGpmvrG/7zWbuhZZpX2TSl9tonbbpaj7gAPH5AJ4BDI09GrviAR06AOl149RNe4x+OjHbPAfTmp6fp+hrQB882OYCHLn5YI80BPA6/5izd7MHpa9c5c5gtPsHj0Yano/eR9MJ5wOTATbc2OX7yh1/afEGjB44/cPj4C/CtAU1biQ7IKMmz2/r4yX8gHrbOO++88YAHPGDc5S53GZ7Y2yPfdNNN9Yv+vtpDrxjYMP6VruP0k6fTW23/9E//NB760IcOa4PX/cXF/j3vec96W8AhvW9aN42fDeKlX96arl/YoYddtrTV5VE+8Vur+maAPTow3/jOR7HKAb1s0Geu2/Ozjw+0bvUtbDOwXzNwRt0A0IkWA5ulf/u3f9McFgUT3yICYUGxiHi1yeIBt14MLC5PeMIToA8BPI3wihM79DbuVC0tgHzjrxLw2wJ75ZVXap72sO4b/Ss+pdiVmwAPIAPwnkhCyLV863MRgt8Ex2JrHR/d9CmB+tGADTxKQF+D9iZYy9kc4LVx83RQvYE+dRdyY+tXfuVXau41TglcnH/xF39xuCPf+uBbXv3f//3fFccN8g/4LPdd1z4SyCHAC/Adr+GOw8aQrBzAeVpiA6lOL/1oeMA6Zu3DAR6/JI/WsnRpA76fc845tamTdzh0ttRtCu9///urDv2mgkYvWT77oTcyaHBKdKC+CehqsLGjpyApsST1FkQyy2PRWYKnyX9JdjxNZl1O/Uq1fMiNmI1H1x0b1L7uGBd4HShds/QvfryUosHj07fk8OpH/UQ/PP1JKs/w9MCvSzx0Jhn0O7jYGPPJtTGZ8kkGe24Q+8s5rhvJxLmW8gmdD2KhN8lgl15g4w3G8kmy/H/Lf0nKX/GCJMXEZ/o16BQjner4gDpAUwI8a0DT5nOS+i0K/sJbg6w/6vKgxCsPaHD8hxMnn+TBgUf8+qAPVnztHCi18QJySeq3dvjIzl5gA6CLLZl5oGsvjIOfJKUTPxv4xvJJUjldqjv/klS9+ZLsyCbZuUlHV5KST2Y5lk/jl2r9S1LyyeThO/utHz8Yywc+SeVeXvCgiTWZeDwLa9lVypsc46Ub9FiGTzIcLj2l1wfkyehbZTLHNztoZOnVr6BtK/UxPeaYddpNAG162CKnr/UZHF10wvfccdilF41NOo0f80qJRqbp7JIHYgPktMWMjy0ya94kh+Q9yfDBJ7d0WOu11enpGIxhdvjs9X1w5zvfub7f7y9jsctfh2yv0POZvLjth701wCf26PT7UWy5seyv3ViXxO0vBPTNM7nEzx8ln9YgNsCWOaqOL0mNSXJ85hvd3ljgo5sA/USfPv4C6xUdePSZkl46zWsPHJLUOEsCvYVtBvZ9Bvb9DQALlV60WFgA1C0avsevtJBYAOGBBceC8sY3vrHuVq5l6LCZfsITnjAsNBaYZC4W9JAH7oJaCC282qcyiOlI/ln8j0Q7XfD6oPu5fdZv+lWprzeBi5wcAfxJ6iLRuo6lJAfYpIdO4wy4CG2Co+lfjzu8aztsbYoNLQmxgmS3Ti8owob/xNTknms2W56WKOUeXT8o+cevCy64YHiThjw++M7Li1/84p0DQ8sr6bfRoJuuY/FvLw87bPIByMEm4BM+QDbJcfc/H/S1kg6leBysHRpsMMUDOk/qSRQbgS5vHJGzjtELR0hdaWPXORUrOpvqD3zgA8cjHvGIOvThBej0qVvH/Fgdv7W7VMen3ATyJ3a2gDqcEth8wQNtsM71Jt2nA63zpZQvfSKn+h0OJLuHEhtj88EYTVI3ZbT1bTIp5NK0AAAQAElEQVT55Efs5gI8vYBem224ZPLqRzR2gTocWW2leaWepOadPnB9M27U2x7ZsXzI21Qbv/wUA3klH+h0+HJYwksOHz1AXwO4Rd0t/iWpOZbMkt4kOwfF1mccATrpar5kyiWpeNAa8KyBH0nqUGFOoNHpoELGQYF+eGPVWi0ngGz7kmTIvTzor4aOP5k+4YeTc5BMPFuALaC+BvbBWD50ALaUa1jIO7nD3zzJtJPMEh85PF3XTnJIzhqXTLnkyOVYfZLJJ4Yk1Xd0rVgq50mqlJP2lU8NLZNMPmPbGMOfpPZodCbZ+UqRsekmgJJOeSZDVhs/vfDaSeoptz6V+ySVA+PAPpGs/uRTj2my5kgyefU9/eSNEwdjY0U9mb6Rp3MsH3zoIJm5guMDPoA3ycI9Kkdsmlug/S7iwf+S7PR9krohIE/kxMsXbXUlPW5C6CN2xXj7299++D0A12Z7XX/ik3yS+mqAvPLTITpJ3ah/0IMeNOTIfMDr0O+rAw7V//iP/1hvAphHbiA4nLdt9vGLZSyfZPrPPzjAljzwcWGpcQSf7PY9unyLTz6tW25AqOsvN2+st/S6IWNc6DtydCrd8FNPpg/qW9hmYL9n4MCpHqCF8HA+WgRMaCU6viSqtUioJLNtIbDQwOGzUPzN3/xNLZBJ6iKSTF46k4yHPexhww/hPec5zxmeSP7yL//yeNe73jXc3bSY0WXBtPCrW6gsLOof/ehHFYdsqgtxAv/xl5hFU9kLIbzYxcVni5g2ngZxr3H8JYeu1KZXHY4e/EA8X//614fDFnzTlQ340JTJzJ86ugsKvcnEw4FktskBuAZtoN2l+iZgJ5k68bHvwqKepC6IcpYEqjbUDjx+48CP1IhxE7gJAjztMg7oT6auUrj8l6T6mp2lWeOP/0BbH/nV9xtvvHH40Sz22KbX1yy8MufPLrpwqqOBxzzmMcTr4q+iT/SzOkhStuRZm52nPOUpw2t39LUt9o4E4vrIRz5SNowFc4MuF3N5BGKGS1L5U5d3NDLawHhTAnOHX3Jic9B+46fP5sDfC37Vq15V88sm4qUvfen43Oc+N9TpWAM9gJ5+M4UeOWZHHX8y+ybJkA+0ZOLY9h1E31uWX7EfKS+Nl0ObGH7Sxx7gS7Krl234tR82hHDyok4GX5f0XXHFFXUzET6Za5E6SFLjt+vK1i8P2sAbAECfoSeHjgvj5pd+6ZeGvJ1//vnDjz0Zy3/0R380/vqv/3rYLNGTRFE29ZmG17ytAXKnLR4lSFJPg+VYG496khpP4rz88suHXBvrxrd8fu1rX6t5YIzKs/L6668f3/rWt4a/sOKrETamyfSH7iMBfzbBkeS+X3h9nKTmaY8B1ww3bay/wHVDvHwSiw2rDSl+gC6v5qaxpD/J2YTrc30FR96G1/WJjWTaVafXmHHI7TYcmWTyGTvmtc00f/QnGfptnMnhcZPC4d9hAI9+xsd2kjoM4CWXzLUxSV1v+S8WeVFaQ5Ts0jMOfuAAfrElKXl8cHjb/7F8kjlW4Pi4oGoc0wHg+do0dTlU0onfoQCvnLJ59tlnl025QHNTwAEJTbz6w2EDHY0eN//1C6BbTpT08kG8YofTt+rw7INk5ot+MQJ0/Hxnmx3lml8bHR88e8nUpd60ZOLw6B/jAS3ZHQNogC5+KAE9SWpdJcM3wDZ+sYkJDS+aNjpQd2MInV5xiA1fMvXSgY4fnd0k1Q90ArSxfOROXwF5Ni6s7/rF+NQXSerGAJ3GNR56jWH+0JfMnOCRD/rhfaWDXkBnkhpTfOI/v5XmBr/VxWPuKpPU9+HlmQwetvEv7g/+8N3Y4hf7gB4+iI9ckrohwSc26VBHH8sHD1iq5R8dQBufmMjQyaaxCeSKXeNXPhzQjWOyaPe5z32G/rJ+i8ETfXg3hPmND/i+v68N4GGPbr8f4GsEcuwmAj50T+rh5Id/fFKuQa75ZX7KhbZ5hkfM/BUP6K9NWTOte/LDNzxkxcWe3LsJQJd1Cw4f++r42WA3CVOVy6ps/9tmYJ9m4MCpHlcvFBaQJDsLoYmbpC4MyZywzasEZMbyMcGXog76cBZEGzCv6vfCaYGwMCRTl8XHq7HvfOc7hwPS+9///vHrv/7rwx1M+ui3gFi86SZrcfXqsz+BYnFiC+1kIJn+JPMCzXcLKR8sdhY5ZZK6i52kDqPiwoe2tg8vNvFaDC2oaz+Taa9lHNLY0iZLjl5ti32S6hMLp5i7X/bqla+x+iTTTjJLJPrA3rr2kYBvrVus+gQ0f7KrH46P+tBG7k53utPw/ehNgMera15zc/GSb3r4SVeSOuzIqb7pXKIn07aLi83kT/7kTw6v1gF66aQb/g53uMPQVkfzZ3NckNhKph6xyr1+gAdtT13uXRBdqN3Bp3NTbGhs+X5fMm20bqWNinj1OYDrXLMn38mUk3M5UKI52JLhr7GRZLhIk5EbGwvfu3vlK1853IxzY82B1Fdv2BAre3jpIJdk+PvCbpLIPTtiVgK8wNjTRqMLaNNhjvqRI/1/LPmRI3zd962Lb+pJaqOQhIkhB8aBBh/xyYO2uv5SJnOe+iFAetpnvOr4xEKu63JLJ5z8KM1h+uSQXTHLMx3oSjptjvzd5j//8z8fDt0O5i95yUuGPiaDT1/T6/CGX971o5iSGV/70rrltP3sEq3r8ndL+JmdeWeT6InTXe9612Hsn3vuufUEig62lKczJDlkfOgr/SEmddcNpTzKu1dV9YU+STL0qX7R90p51R8OJfqHLrzGhbZ63zBgQ3/SjW6c0QeXpK6HdAJ081QJ4OhiT9sTPT6QdwBwUyyZOvgP2NNnyVwT+QFPDx38oE9bPUldO+COBEmGT5JD8tg49rreOpLUDRc0sQI51cYjNrGaO0lq/U7mYc364JqOD/ATP16HI+urddn8oAOIDa++0C/mn9Ial6R84SMeoB/4kqRuoGmjg2TGiQ/A7YVkl4ce9GSuJ3Lbck1D3wtJau/ENr4G7bF8khR9LJ9k2luq1QdK/Hgb4EC3u1zjkl09a3zrUja0vH4DxhEavBKoy7k+ErdS7Ppb/s0ndXyATTwNSaCq//HRSd4YJ69NL8DIB6XxgI9+9fbPdd7h35qKnqTy1brxNp7OJLVngwdwTecvSKYO+PYbX9fhQRKu7Yy1aiz/8U0cfDN++WJ8WkOS1PpvDNPnsGyOi4GM67M12VfujHE010El39gF5ov9RuPJunHMHjlrhX4yd8TJJ/bkEy9dSWq8wYsPH1ltwE5Dksprklo/0MUD6MInXiVbSvbdmFCyKw8A3TxVkmF7HPzQdbC6LbYZ2JcZOHA6RdUTMpkXVYsH/+FNYBNbuwHe5Fc2rktPtTz9sgjAJRku7Oo2ZRaD1keHhaFLC1OS2uzjp4OsDc9f/dVf1aIE1/7hOVHgA//ZTzJsRNi36NEpbgsbexY3vPAN2u2HBZqcxZU+8TSt+feWDmbswZMhS06bb8DC62LIB/6wyQ4edeXhIMkh6L28e9uHMB9sJKl886l96Twok92xgt468fMxyc7FJLllfRz8JPNJAp1yBsQrNw3ySy9Al4uGJOVnktGfZLfOF7ltGp30a6Mp+d4xqNPdNHSg7YIO6EuyMT56+K1MJi89+tOGQJ1Ofa80/uDWfmijKdlUeiL9yU9+UrWAfnNEwwbL/GIDP50ADcCJXx7JtW7jzC8L+3EiuUlm3+Ih1/xo3U9NQwdJ6uAjZjElM+bk8CUZepO5WdcGfEx27SdTXlxyjwewQb7rSsAveE+8bUDwwSuBGHoMyRdwwNPn+OQEwGn/5V/+ZW0m6eqNltdX8bSv+OhkW37w0ksnm9YRPtnQeVrChw9/+MPECujBSz5J4dSrsvx3uHqSW46/FY5/5NoffbyoqqfIfFE/nUFsa//lXw6Nb7HLOboxo955h8OHv8eUujyZl6412nj0nfmoL+l0eFGy3XT28Mtv49jUp0rzAZiH2vANfGE3yeCjtzjchMNHhm26Af3GDRv8UOcfXfwBSaiscaGSpOrJLUv8eEByKB0OvUEb8INPfADqAB5vkrpJzidARml9cvPUk1A5Nw/kTZzq3pRB8xTUjQK5IgvoFbuYHbDMLfaMYSW6PtHmCyDX/qEDOJCkDkTJjHkc/DQPPfKqDbTFANQPst/iQIg3Senmjzb/+KNsGMun9STThyQLdpROfGTIF/Lgf9qHg4PkKtDJr0t1AA/UMcuPsafUBugAD5qYk9RBXh2PvuCfMpk0/HKGB4gP4DN3lNrmlxtx+PW9MZCkxijdeOD4ZJwo8Vp3/SieBwzaeOXYGp3MvZs2oJceJaCPT2jkyIsxmXbxouERwxrgyeAnpw7UzT/AhjEsRtdd49NYhUOjTw6MaeObPfPhvve9b73Czy47fQNAzGTYIeMmb8ux660uePr93hYf+Ge9oEe/JbNfkuyMRzR65aN52Qbw/BrLhw36ktS+in59DQ/IKulzI4I8Hrgk9RaLunxY0/hjTrMBP5ZPl0t1+2+bgX2ZgQOnS1RJylUTFpj8eydoLw4mcZJaGPBoj+VjIV6K+vEx9fe+9731VNKmy4KDBix8bFg8yMOxZwGxUKjDW1S08aGRectb3lI3BtDInSyww54Ft3UlMxdsi81Cq2ybzSum5NDFjg7+JnMz1zlLpk728DR44mpDoy1GZdtJ5kbKYts4dMBn5ZEgmfbW9OSWuDX9cHX+gqaJxwUtSR2I4JPUBQYNr36SI/nj5yYgMw5+5BjI60FUHVRcOOmjp/Hk5Bk/SFIbJ/YBXn4oybZcX8SS1EEVHp+SHhsOuU5Sm9hkN2d0AfqB+tFAn3Y8ZMwL+WNHv6In2dn8tK9yl8yYktT3X/nIfyXwRJ99B9FkV4fxis/moGPDj5e9xiW7+tG8XfPHf/zHdRMMP3/xKrWTVJ/zXY70AUiCXPnnPyAHSe/RAJ/cA/Uktdlsu3TRiQbYVIpFSb/SeOCXOpBDr5l6NZ5886HpA3rYlCd9Ab/mYVdb//lLAG94wxuG2I1Hth1Wkhk7/fqWDnr5gVdf8IMeTzXV8VgDX/va1w43crQ71q4nu+MTDiTTlnoDvXth3caXpNZk/oiTb/wQO/rpDuJNZm7kXi71qfGgra/1of7Rd/j1nxzoH3mRAxt3m1UlOhm8oG+K0Z1MW+TbBh5tdPkly7Y60G4/tMklqSfU7Hmq6Trg1eovfOELO4eC7iO62MDj8MQ/PpvnSjR1PhiLxi5f9gI+uC7JgiS1BiWzXOPUydAJ1rLrWPCgNWjzx2Go/ZVrOedjMsdl50afOSTIBR66k9Q+Q77G8tGH8iVWdthQ8msh1z9tdtmEB3CI+Bu0kxmv/CaznqSuZ2yu8eprQB9H+OBrOtvtgzrgQ5Id6SRlM5k4PGTwjeVDX5Lqo6V5yD+8+JJJV2+c+pp53U5SJH3BlobxxpZ6MtfhZN6cl3t9op/0GV79IM62hw6MdXrwsImPyk1qkAAAEABJREFUHXqNB/MMzXjAT4c+x4uujWa94hteB2A3ANwIgFvrp4O8kix+trqurZ7MmNlBB0kq9+hroD/JTs7JgHHwo26ciZ1cMuczW1jse/HwiS6QzBsV1n85cbB3Q0Nu5FcMcic+skmoGq413qqTezRv2FqT3DCgxw1LD9bkCw+/2id2+QTggLo+RNNWB/AM8ocOPsCh4ROLeMmhw7HHbjJ9JWvuJam5q47XjYJkjilyY/vZZmCfZ+DAqR6fyZykJupYfUxwEx8qSdHhxupD1gKhhO7SIqH9H//xH+P5z39+HRq0Xbgt7koLAP4kgw66LTJk1ZOUTW0LnvKpT33qcPe4FxSL5TjJDz8sXmK1cFlMqYRn08LFHh/4idYAT5bfSequJ/nmo5MeICZyTVMHNnS+SwfPBp3ygpbM3MCh0QHQ8CuPBEejH0nucHj+tD6lCxV/bKa1WybJLS6k/N0E8ksHffKvBHIG5FCOlePghz+qybzgqDckqQs2m2SUAF3p4ppEsw6ZKslssy+29scmBR3AkQdJdmxobwK+0klHQ/cnnXwUJ5p88kGdn0CdfqW2fKnbKHv174UvfOHOgd3cokMpZ/jksnWyZayyxzbf6KZT/UlPelLdcEEji19pHiRzE0g3XnjzuHm1k9RNE/xswNG/CcjzUU74QQaubdBlnvNFHOtc0ku2edG0k1BT64qcXXvtteVXkjpwISaTR77oZRM0LZl0bT6w8Sd/8ifjYx/7WOVbHsmZ73wXL1vtk1jQlY2nCx+c3wt43/veB1X6qnLwvyQ1Nuk6iDpigWcP1BxsHP/Yo6BLdcBv5X4DY8B4EZ950PnXln9tfZOkvkMMp20sAHxyQocxYXPtrwqo47PhNR7YMTbgzAty2g4uSnQ6gLZSv9Dd8sYseT7Y1H/+85+v32+AZy9J9SdZ+mz6+cInYxAfebbbdzhAfhPwATTP2POBZ5dvSWo+wSWpazMaH8TWPOPgJ5nzRy70AcCrDZLUTSl9AU8XoEtbSSde+XbzDOAxjq099gLiBHCg41HXJ3LWPh90rYoktYZrJKkc65tk4pOJ40OyG/tYPq2PL8ku/0K6RY5aHg2Q5RNQB/DJrh44ceBpGt+ANrpyL6AnqbWDLEim3qYlu23+A7aMITxyD+CBPALriDzrF9ce/Sa/IEntfeggg4cO+sTPX74APCBJ3YDXt3jwquMxxtnU92TV6XRodhOAbThjKkntL9Xh2W998pPkkL4dBz9JCj+WT5Kq8wEkGT5sA/Uk1bfrujgAP4EcGZd8MFb5g65NjxKdDod5eZcnX9GSR7x8pytJXYv5Y24r8YmfPF5fNYPzpoEbyXQBth228ZFjF9CdzNjgtfEo5ZesOpx+kGN+4/W1Bf1OtzbflfzgH/5kjgPzUjxk5QAfuj6Co38L2wycCRk4cDoEaVImc2HgrwlrIYAHcMku3YQ38U3qJHXBwUNO2Qcni44fZ3v1q189bFos8BY3pQWi+cnQ17botfgo2VJ/8pOfPDwZwdtyNjzaJwNtgw7+ilu9wcIIzzc+wlso2weLXfthscOPB+CzUKofDpL5HdSrr766cuigs5Ynm6Q2W8nMM9w4+OFXMvslmeVBUl2s8PK7ces2PGjakUo2xNq8ybQjT/xNZhu9ga4kdVFlcxOIN0nFyBYd+gRoy7mNh3YybfGHTjgXXWNEnewa8IzlY/zQQVcydegzfUcXmYWt/BVXkvLHxY4OMA7zIYe2CeSIb/Qa90pyScoe++PgR7wukprmB//U8SvFQJ6MAwDcX/zFX4zXve51dWPM3GJPaaMhbmOQXjkCfOEvWXrMVXnxw4B+TIi8nDZdyT5QT1J+j+UjHvqatqAO+cfO0UA8IMnOhpwSvhkbYuA3nDjg1IG2+IA2YG/tj5xdddVV9dZQkroRQCe/8YqXHvbIA/J8UlfKpbo+edGLXjT8rgB5cvqL/SRYCujlJ7qydZPH65Dnx0/d/CNAl5IcXjLa+oUvQBtdCdY4+F3431pLus0/+sRMDojJWqV+uoN87Y1Bn4u/54g+li9tsZvXZPSFUm7wqxtr+iNJ3SzSB77O5lCCjian6klqnYAjxxe20NlJUocT+ddGT7KzNpNjl4y3eG666ab6kU7jLUnNBzLklXjNV2+j8Inf7AJjS4lHaX2jfywfsTcszbKvBPjBmg4P4NgF2g1JKm7jO8noD371JEXnt7XIYcRTffk27sRLpzqAx0vfXpA3dH3mAOgQglcf609rpNjFa90SM91KuZIj9cPFmGQnx2RAkuGTZIem3bF1maRiTFLrYZLhs6bTJx5lktKHhz/GFWi/4Nd89Kxp6AAeNC0JdEGSsoHGBkiy418y6WP5sAXkf2nWWE+yc1NGjvkuz8CYkl/5bBk3rOSfneahq/uM/vYlCVLdKEA3Lug3V5I5J/QzfuNfSZ5NdWOGDL/4gEedX3TwKUn1CTky8pSkcpJkrD94+KFs0E4mH9mGJIfogNd3xpzS2DY++WIsJvPrrn6IN0ldc9gmR0bd7+R4ek/GGw3w7ANxygUa38gp/V6A3y4iD6677rqhLUd+SJAPckKftwr0S5Lqf3rpSGaux/JJdutoDUl2ZOhjnz5zD/BvLB/25J7v+l9/sqlvtJMZu76jA30Rq3/aVdn+t83APs7AgdMlNhOXr70IWHxcYJNA70BPXJO5F4Jk8qAls55k52Ly9re/fTz2sY/d2Th7Naple8Gkj7yFgzELj0XLD/75VXm//G/BSVIbXIsKvpMFm5Nk3m2lix8uHhZVOZEHFxe20fCswWKLx0UJns/a6mJpPXQmMzdoYgXqbmx4fUsd6ANl66IbzkUhmTroc/GBx5tMfOuEU08mXjtJXcj21rWPBHSwha5P5AKObSU8SKKozeUaz79NQIguOZNfFxQ4AC9m8p1LeAAnP/jxkIVLUjEmqYvYWD585juepVn/yLhAi639pUvdpoY9jHSCJJoVHxljQ4m2CfDQl8zX+MlRZNMAL0Y48YsHTX9rG1tJyiYbaPzrujkkLq/t+4sGvk5ClznlcE6fOjnxAvUklSN13/l3+Pcr8toOpfKUZOcvEvARTX7Y6401XPOq8w10nS983QRipY8N8egr8mTh5Em946CLjPwoySapvkYbyyfZjW9p1l/acLjSF/yTF9D8+po+sQAy2klqQzmWj9jZc/iSazc1vYrNN4BGZmGtQ5/SRgi+63z9wz/8w1oLHfg6VnLJPHDyr/0Sf7IbSxKqCpJZx3sIHDiwkwt49sVNSN/RyQ/xwJ3ukMw8yJtYxCzeJPUL2+K3dqO57sh1x66vk9SvmKPToc+s2fTA2dx6LR8NJLOfjB968CWpp5nsmHfmGVDXx+pyTyaZ/vJxDf5qiuuAJ3n4yKDzUdsYYx/4wUA+Kc0LPgOxootRH/OdHD1HAvybgE7QevDSpW0soQE2lXDo+OTPGmd+acurOh78dIhTjhq0gbb8il0OXO/7BgC62NyUcd0UO5ALOvEnqR94bDzbbB7OxyQ1z9nSn2P58Bcs1Vp/u57M9RgeJKm1NIlmwZqXL/QCupPU/kUOAF5Qgst/yaF6xNP5xKcOB9STyZ+k/FhUlL9N1wZJFEVTSVLrhFyO5cOXpai1C67HK5ycyZ0nzb3micX+EA5N7vVJ+9Ty+pu8PJDhl76176IbkKFDnW3zxlyC5xdZbTr1Ix/0PZr+JYNGNx1J6kZDkjp8r3MvhyDJTp+jA/6BJJUn9pNUnpqepPqPv2JWJqkbKPQap8Ytnzw15zuAo0+dLjk555xz6i/UmKvaYhgHP3KUzD4j6+Dtx4T9NQDXRLasFez40WNvA/oKHzm/s0EXO/ioXMfVuCSHjJnGk6PH9Zge/SoudaX+oc98PPvss3fygS5GfaLf9Q/bZJLs5HEsH7bAUt3+22Zg32bgwKkeWZJy0cRVSVKLn7qF1q/0+/N8QP3iiy8e7373u4fXV/3In0lsgbIgqFs8LHKgFwILiR81eshDHjIe/vCHD4d5v3xqYUFji33yFjRvC7z1rW8d+B/2sIfVn67CZ6FMpr+92JM9GbBB8QTer3eLyxNVdXDJJZcM4E9osd12LPr81bbo+rNaciNH73nPewbw+wdyZCHEJ7YktQiO5aO9FLVx/Lu/+7vxoQ99qOQuvPDC8Wd/9mfjHe94x3DjRL79lQR/4o5deSWXzDwks4TbC2yQ5xegt9tKsFdmb7vzrH+BPvOn9T74wQ8O8uJW0t9xK9sW2iaQZ7yXXnrpoNcF3oWEH23bRlcf6Qt5AXQq9RnbdMDxB8Dx46KLLqq86g90ODn2Vye++MUv1gXQmE1SBwY/ruOH2VqfEtBHHmjT0zrhjgR88cS4L4ZymGT42scHPvCBmkdyQB+gh4wxZWzJQ5K6yKobd/LiomoD0hsHY/S8886rw6XxYn7hNW9aDi+cjYObBg7+j3vc44bNA3ySumnH1ySVG/MxmXVj2UHaa/ByICeA30p+819bTEB7E+C97LLLhu/pm2P84G+DDaa/lNE6zE8ywHgQC7/IJSkxOQbVWP5zaCfXPvJ9PW6MBTdPxN3zy9xZROsmiBwYlzZF6vKu773G+YpXvKL+dCkcGh0ta6Mk537p319j8GeffO8/Sb32z282AN1KskAddNx8BmIA8NrKNeyty5PYxatEt/7avPc8Y+d0hc5Vl/rPfFYaE/JvDsA5LFq/jA38AB6funllDOprPGj6yI0DucIDj46mz5J5yGDDoca8ZNtY6EOLNn6yyRyjnW/63XTzF3PcANA2hvD3ek+Ob2ToMtbcQLIu8kVMSnJ4yOGBI7cGPNpKIKYGsg2N4w99eMk1yGvj1YF2gzYgJxZ7BDmRM/MCOMiIR26bpmzAK58AP6BHf1kX5MAeQ5zs8hWNvSR1CJSHzg8e0H6JJUmtc8mhpTzIAX3KJHXt1hdJao/U+GTKjuUDtxQ7//hCpgEBD73sqwP4ZFePNjy+TZDsyiQhVr61DB2Q61IdwMu/ki9KfrbPyRzb8HIm5/aE6voIXv7lVO6V7MLTA+CNAXV60fV39yO7gE40fe3g7HCZpHLOlvlFh740X8xl/Q7gk9nf4+CHLlU2AR7thiTV7/BNV0/SLJVHuKYnk0Y3fzs2PshDkuGmvXlPCT6yyVzv5Vwcci6P4vRKvzreZN6MlC85AnIjV/LhJoCbBn4sky52rVcPfvCD6ya3twDIuFEgT+r4Gvi0hiSVAzg8fFDyueee+OnCwxdttCR184L/aPpeyXdzroFOfqAlqZsuY/mwsxTbf9sM7OsMHDjVo9s7EU1ywG8b1xe84AXjuc99boE6+K3f+q1xwQUX1EEVnwXCRFe3AAALpDawGCiB7+P+5m/+5vBnTSyG/iyVjfH97ne/4U+mWdxsrH/nd36nDv5kQOugW7sXHPWTBYch36Xm17Oe9ayhFOMzn/nM4VVdhwM22rZ6A7+e9rSnjRe/+MWVI7d4PjQAABAASURBVPxk6fH7B57sNK8cAe0uxaGOl+xLX/rS8bznPW/whx56zz///PrzbOQ6r91v3e4+w9PgB9Do7f5TB9r6ke7mPVrJRxc8fA6AT3/60wcdoHXKmxiUYoA/Gjz72c8e4jSe/GI7/R2Tuvwon/GMZ9TvScgLoFfJlnjaHn8AHF+8sq0EZJT+PNtv/MZvDDdV5FHulOwY82hyg59eQJ823QCObbhNILbXvOY1VBfII1su+nwTP91iUdLFtny4wOMlU8IH/4Mz5w42d55gGp8Oy/rG/HLh9effzK0HPOAB9afhbFD82b2Xvexlw9s1rUNJb/cxm9ryr2zwC+X0852/QE6VYpAbbSCWowF++fbXPfiw7ns24ej93d/93ep/c5IMnNy5EYUH6Mcuu64N3va2t5U8OfL6js/6ka8O0/jkXAnavhxoy03XHT5siP0oqZsoXuf0Z538mUW5lnebNYeWxz/+8YP9733ve9TUzZx1/0Gu7bIDZ6Orn/grj3znLzCu4PZAxbjGkZUnsnKn36yt9K9zrX1bgBxugpO1aUNKRxLFzpO4m2++ua4xNuP6zIHBTQ833sRtbjhs2Lir40H3WrMNMFyS4WsxdJg3bMHbwNuU2wjToY9dy7TRgUOLEl8yD1JwcmGecladjKeZl19+ed2ApCtJjRE8xnGSujFHl3FjfADr13e+853hV8DbljiS1Fde8IrV2HKdIoOuhGffPG/gF3yDNh+0yQPy+FuWfw34AXoyYxaPfOHnvxxoixtvkp2DFrw4gHw69LhJQEfL4dEP/DD/9F/7aL7AsU/e4YTP4gXyoeQvHvaVgH/0JKlDUTJLePaMCfRuq5NXwgH1JIrqP3QAkUz8Wpe8AnSgLq72h59wgH45kEM5wA+HJ0kdrLo9lg9/2QItT64hmW+kaesLsvLD9iJeN0/4jibH8il3/kQlPjjzgm4+k1fHr53MAyL/9Cd+45AePGzgNy/Z7JtsDrnmmptpfDe/tNniKx/w84EsvfqYHXY90ElSP9bKJ2MnSX2fnr0klauxfOgBZJM5XtmEW8j1cEYbJLP/6EzmmCXHb/Y9tHIYZ0Pe/GifOMnigxNbMh80yAN8v1ovN0D/so/GB/L6XQk83ffUnT5t1yF7ZrqtA2TliH35kPv2Gb+6sQH4qmSHbaUc81vexSO/cH7Py/pIP5t49AkdP/ZjP1bjRT/Rg8Y23eJgV3+hsQH4pdzCNgP7OQMH9nNwt0ZsNjE33HBDHcY8BbGoW6Totogot7DNwDYDJ5YBb954MuApv/nlgt6aXMy7vi1PLgM2Xb6X7cBoPVP2gf/kNB+P9JnH29eKZG7QZSBJvcrcdTxuuAEHRNcVm1MbUxtYB0ebWgdxG3AbW5teG16lwwg8/p4z6sBG2WY2mfbx2wDbtKvzAR9QT1KvJavzgz/f/e53B/vaNsytzyZfO0kdWugA4rGh5q+bvOLyxo+DCD/J81nbpluMSeppasdND2Cjga01wPOJPTrFRV4O4OlWNrBDhg4yY/mwQU5OHVIc6tXh5AfQraS7S3Wgndwyt4vquvHJB3bZ5Jc6H9iVCwctc1MfOxw2HQ9oufaXXqANktQNAbg1JNnJJz/ZA8k8HJIFfFKCcfCTpGpwa0hStpIU3X90gmQXt5bBAw6HS6bMmqZOn7zqA23+A7nQl0p4vhvH9Btv6vIpb0nqppQDNn146MAj7+p0aCv1MR51/D022aIbvu0ZI/jZSuZTcTrh6NDn9Cu7bd/o2pbM/Otn+ujgQzLxcA1sJ6mc08OHBu0kirqZQwY/EL92MueyurHlTTNzkh8Oz8Y525SQIdt55z+cmBzg5T2ZbzGQwUuvsYvmRpj+Iu/Gsnzw1Y0HNxHg+mYEfXjR18APQC9AUyapHKgDPEBdHpPsfJ2m49N//DSnrYH8SlI/qsq2+MRGB13i0M/d7hJtC9sM7NcMHNivgd1acVmELDIWCAtikkMurGP72WZgm4GTyoB5ZbNkrlHUF2cXbe0tnHgGbILkszXYrMm1DVzjvm/lGWioN5JJdqJP5sbcuO8x78mlQ4K+cb1J5sFC2yHcht2B38Zaf+JxKDdHbKht5m1sGYFTB/pf26EmSR3U4Wx+6WFfiT6WTzJ9W6q1qWbTDSP+GTN8JovOB22ybYMudePMVwAcOmz8HQRssNGBA0Oy++STHjoBn+QNji36ktRBB861WF4An/CuZdDZQncgcLiWWzlEw8sHeXBA4AtwWIRLdm2xjRes69oAf+OVcs5nccgBfwGbgL/ayTyMsAuvj+XawYWc3IoLv5K+BvwNfJD/5NDxBYfGpwa4JHWYanm6QetOJj2ZJTw6fnU6lCBJ7YWSyZtk7P0kE0eeHvQk5UOSersCrunKZI5BudSWYzmVN/0qN/KiFCMeB1xzQx864NJpTuhfPuOjg05ApuWVaPyDly/9YKzAqdPBPj30su9gCW+c0ZnMOWus0ccPMvqTDiV9+Nmkxw0AvOyiAbrJKcWRRFHjHw5vIZb/kplDcoAcO0p88mHufutb3xq+PmhOruNje1FTN6vIo8mjOOlQenuMXcBvOHX68ZDrONR/6qd+avj6AB43/tjwA4H6Th7wkmVLCfgA1OlooB8+yU78SWodS+YNCbmXU/rd5BajNYcusegnPHznC5wY2GcnSb2RpL+SmWu+J7M+tp9tBvZpBrY3AI7SsRaJZHchSFIXLwuHReIo4lvyNgPbDGzIgPnlYmwjlezOLRfrvvhvEN+SjpIBm0HrVJJDNuvyLe/j+/g5E03ZhHbcydzEunYkGQ6k+gbdhhXeYce4N/4dCh1ebZrx0GUziw/OgVHdIQfexpa8OrDpJWOOwSuTUHUIGAsAMkmNE3rZ4KM3RWyO8cCP5UPvUtSrtV3XNqbYUu8NuU25OMSoFBs9fBS/MWoD78ClTZ8caONTx0MfwKtNDzvo8HzlpzpZfGLoNj66xeEgID9y520EvsChAblCpz9JXfOTWaIns06mQez42QBJKpdj+WiTA+oLqg4xDmgOguzxVX7EwdckO18ZwZ9EUZCkfGKTziSF7//gQJLiU8cL1EGSnQM4ObgGfABeH4Bk6koCfQvouJJU3HQlk5d808fyaVoy6Wh4uv+TlA54+TWm1PWrfsenhBvLx3jAR683TvDpUzHgMTcAOiBPpuvNh1dfoOFB1xd0w7VNfUSmefEZb25EmLf6lBx+Jb1Jar4Yo9oOyUmqj/EANoE6WTnBu4RYB+BuJ9npVzSQpHjEzhfy8HRpe8vOb9mYD8a2GxXJ1IOPHXGISWyNc5NK7oxP9snTiQ7khs/JjMUNA6/d0+cGnK81eeUfyCH/lOTINySp8Ug3YAsk2RkLdCbzBhF5bf3Mb+Dw3zbFp5+MHfNMnV7xJRk+5JNUv8gXHfBb2GbgTMjA9gbAUXrZgmGRaDYLksVujWvattxmYJuB48uA+WU+mVfmVMPxadlyHy0D8irH+Lou79rfJzijzci5BOgDoO2gAqfucNwbVZt1m22HCYf83nA3PZk3D9DwwtNjUw9siG2ObWbpVvfUzSa+cfBkDgf8s0Gn26ZZHR9ZNBtlpY20MQTM48bjc4BIMmzCfffXd3Q9hfSjmOLhO538cCBwKBIzXcncnLMBzwe5UOLhD1qSOvCwy1d4daBNNkkdHvjTwL9k2mid+PlBtnXj51/DWD5Jdg5e9AD5lQt89IiPDnj66JUfvPqK3kVVHXbIuQnh+8lJhrwYF3SQkQ+66CbTkKTiSqY/Y/VJJi5J2WhSkpJhv4FPycQns2wa39DH8mkfkiyt+S9J5R8N8BGgkqNHew1NUzYkUyc+esStBHjokUultpx0XsmsxzxZOTTuyBsD8m/s00E2mfbo0h/rOOnD04BHLHjg2AX6mT5zDY2csWk84fNWDro6H/QnOSVZesmpN67HrxLg5zsdYmkgC9hMZixJqm/x0scXuuXCDa6f/umfrq8d+SFj8xCffLIxlg9fxMkGvertv7qvPdApv25SsYEX0MNfOaZH6c//KfGb8/IEJx68+Mgmu/4ns843gL64dot/SSoWOvHxT91NF7r1AR/dDLCusoVmDWE/Sc0LcYI2QA/o9prWuG25zcB+ysD2BsBRejNJLawWOYtDkkM2AGP72WZgm4GTzoC51XOMsmRe5NW3cOIZsMGV17UGuQZJ1ujbuH5mqk9S14v1ZjZJHZwc9PQDmqdWNuoOgzbaNqs22Ta46Da2NuT4bew9VfODgGj610bbRtemW5/LNhoZm2NPwNDw0AGSYKsnkHiT1MaYLTYcDoAnlQ5ZeAjwiz06AB/JAPwAL5rSK8huAvi9Dz9+KD6Anx786kCdvt5805Gkcsg2fegtx0/15ke3yXcI8CTW4YstOHxk8Si12x7dbYuuprdPeOHI4k12fWo5PHID8OoX/cgXduRefySp/mcHyK1+1//kHF6NDb6zB/Ap0ZXaSbhyCCSH4vABTElqL9P+KvmoHKtPkuJDA2P50LEXFnTFwZ8GPPAN2mhKOLaS7PQnXJKyl2T44O84tZPU71IY1/IHJ9dymmTIm6fO6OwAfS/3+h6vsU/OeFHqC7GZGw6H/ALs4klmH2njI4NOjn9J6kf43FhjP0n9RRY+mWtuAPCHLgdRB1L+6FelcWVc8A8YM0CfwyvJwuEVEx9AMvMEB/goRiX7ra9x7JO7733vO7yK70AO+Ec3mhiTGTOdYpVrdTzGpzqf+ObGAltywUc0+rTxeNrvu//y4xCOB848pBeePLtsJakxMJaPOPhOF94FVesSPnbQ4PQpHm369AN9LS/ncgGnn/nAJuAHHYB8MscY/XBb2GbgTMjAgTMhyJOJMZmLokXFYmOBAOrgZHRvZbcZ2GZgZsBc6jkGY465UKtv4cQzYPMmr61BXuVamcyNZNNu0/IMVS7PQlcmqU2ujWyS4SCgb4xzG1WHmB/8wR+sA7lNtg2rg4w+xOPwoW1D7bV6dBtboE9tlm2KlePgx8YYjiy7wIZYySdsfADq9NjAAzi6fafXa8BoePjKNp/Q2UvmWLKZJstn+tkBbgL4QUA3LQDdeIA6vUqyYmfDJh2OniT1yjxdY/nAsw/aL3WHJwdoueUjoAeNb8q2gUebD40jD9gn24BOD14ydPGBb+yrw6ODposFXv71g1yRQSeXpPrb4cmByUGLTTeE9DW9AH+DNh1LGupg1PVk9sFevHaSQw7dcOSSXbw2n5ToSSrnSXbsoDUkGf1pHPmGxinxJSkfug8bj2ZMArRk114S5Jo38geS7LyyLSdwfnle6WaKp9VypA/pk3PjlF/6MUnpG8tHvziwoyXTLh79wR/6lfpQyUaSygsZ8uZGkroZMpaPtnknPnPVAdzY0a9+E8PNO74ZG/QbL2zCGZPGrzHYOLbZWlRX/pJUST88eutgA2ijG09y4Qd2+X63u92tZN2IMyfZp4Nu/EBd3sQrPvrllTz/8Bif/JP4LXw5AAAQAElEQVRbNzXwoZnb1iYy+sRfuhALe3LaetmkX3sNbKPxWUmmcUlqHIqNfvLsavNNH8ORU7LLP/rpwIfWeYYTi75Rx4dHnZxyC9sM7OcMbG8AHKV3LQpJdrgsOBYHC8wOclvZZmCbgRPKgPnUgklqYzW2n1s1A8l8utHrVrK7nt2qhjYoO5NJNpniT1IHD9cO1xWbTZtPm/CxfDwhcxMADR7dgcHG2oYX3qGwn2w5aHh6aeObpF6LtWE2p5LURt/GmD0+2FQvZsoHpc1wl+jJ3GCzxSc4NvyCt6drePlAjn8OAA46bZMdPOzQgY8e/uEFDg6+DoDeQIZe9vCI1+bdAQm/A5FNO368yYwtyc6hiy0HH7xAnT75ccCTB3mBaxvy+C//8i/DK9F+6NCPpPmeNJwDU/9wIV1kxKxP+NFAH9tiBtpAXexKsTlAyQMf4NDIadMlLgdXXwVQFzt7eBrIAW021kBmL6Anu7lqOnxDkkJr09tQyOU/viepg9fSrH94q7L8l6TG2VItHrTWodRGA8kurzYaUE9Saz97IMnwSabtZHd8o3ce9IdxZ3xa3+TYGyvyyr7xqe/lXxs/m0AfKPHSxx5QJ2Nck0lSP5KXpJ76J9O31kU3PWT5xgelfnUDQF/yDd1NMAdkY0qbHOCL/sYL0OmnAw0P/iSH5Jt/6HjJA3V4Phj/d77zncv/b37zm8PNCPMB3Q/0Kelu2GuD32hJhrj4BWeOsiNP3gZgi26/F2LemIPWDje1zB226KGDv2IkSy5JrUnJjA1fA1vJHANj+cCzS8fSrL/0AIfPOEhSN9ToZZc9dPz6lYy1xPoCD+RYiaaupE+5hW0G9nMGDpwuwZmQFtokh7hsoq8RFgELOlxyKC/cXmjexiepPxWiTbeFw+LAvgVLuxcJPC4SSr4pQetUJqkFOzl8aYFKQmwH2NVIDsXD8UOJB6g38E89Sb0ypw7kRAn4Sy6ZutGS1OYRHbhoKgFeMuqtX1zaZJUAThtok1OC9tnFSBvgVybTD/XmU1+DHHWbD3TLN1vqaPShqTdOfR0Lfji8SkCPkkzTk4zeiHXseADZZNfnlle2PJkjxULH8QA9oGXU206y60fTj1SS4Rd654muxsHjWZfqQMxdJqmNmnjHwU8y/ZDDg6gqWp8GW/Q0jza8+ZSkNgDoLtJJysZYPs2/VOtvJyvpTVKbMW1AVrkX8Dau63Su4276yZR08mGvXjh62e68awM5JLeW0V7T1E8WrF/ybN2SX21g83dr6KbrSHBQ/wkXSWr9lBeQ5Lh0HYsMnu6ntfJkbjw7tjXtcLg1vet0A22590RO3uHUlTbONszq5gXdeJQ22uT0nY27DT5erxhre2PAZpossOnuvraG0QfQ6EvmvDHmjEl4JVqDTT471l0HKzcl7n3vewuhDnnWVBtovkH+0A/90PjRH/3RmrP8po9NeviCV37xu6HhUCRmMZkTydy0J6l1gB/sk7eJp5OfSeo168aTp1P8bMiLkn2HaU8f6ReHki+eRH72s58dF1100Xj1q189/vRP/3S8/OUvH8973vMKnv3sZ49nPOMZ4yUvecl4y1veMq688spx00031QFqLB+HBwcePvCLPfbhtBeW+usJDil4HUbd2NEv4tKXci8//E9SeYMnz2ff19a37HpKSw6NnSR16NFmQ0zq8iPHSjj61NloPm25SeYc0m4ZOlpuLB98/IQH7YNyIe/8o6MbTUtSc1ab/mT2Lz8A35JU3GP5yEUyf4k9SY2BsXzw8cNYIAcWdN30kQu69YP+FadcGwPGDJpxKgZgnJC15qLT3XrFYG9CRp8pjZ9k/nk58ZsDDrNi0tf06VMgb2y0HjzADSbjQ/+z5+DvBt6P/MiP1P6C32T4JQd8U9IFJxYx05XMnMInc12iU5vP4sfr8I2fT+KQE77/7M/+7PCk3ldxPKW3Njism49yjF+cZPm9zhG/2k95YZefYqFT3V8kwcMPY9ZbDnQay+LQpgfIdTJjYFO87JLni7JzQx8eIE59xj+xkTOv2ZcHNLrJJKlxIif00S8mPicZfOQfe/qIHm166TKulFvYZmA/Z+DAqR5cT0iT2gQ3kU1agGZyiyGJou7+mcgaeJWboHktTBYBMhYKMhadXlzYh9dm2yKI3wKDF1iQlOSUdNO3CSw06PhdTMSTpA7w8OyhgWReSLvedvC0T2jk0OC1k9QFOUltZNDggTjwA7aBPKMBvGJP5gW6cUqy+IFYtQEa2/rHQq4NxKrEn6Qu9OziS6ZvY/lYxPUH/NKsDZUSnh0+8ZEtdTT47h9tfaN00aCHP/jhlEnqpgc9bNHDFxdMpYsMHev+JcsOepK6I05ejMpk5plMjwUyJwNyD+gQhzr/tfmh3ATtBxmAV9m6+AonB3CdJ214fbUu2SQPh1/ZPEnq5hkdcPjafvstz2S08ajjh29csjvO2UsyzA28AC883/URnH5RgrVffKCfH+rmCXn8zUfmREHf08MfOvlEFzuALW1gfIrZxhTNmNFuGT5q40VLoroP4MRDkFfSygbtYwX5J5ekDhzyvgbjB4++G8tHWz8kqcOu/mhIUuvownbM/+heM+tr+uCtNTbUDhP62/qInmQ44Bgv2kp+8RGPOjmHRbrFZ4ybs3SrG5fiRE+m32hJoHYAr/ELYf6xkaTWZj4Cth7wgAeMn/u5n6uDvjV1LB+HCAcI/rkh4UYAG+YZv41z8vR2fA4MZBzEHVbw8rNzrk2fnHj670aBwwN+TxEdouAcKgDdbijY0LNlnRA7P4B45Oxf//Vfx2WXXTYuvvjiKr/+9a8PT/l9F5qv+sJNDIcz1xk+ulHw1re+tWQ+/vGPj29/+9v1lxvo1D/s8ndJRb2S7iDBlpzSIX4Hef2lb4A4xcu3JHVDQ10f8J8ucm68iIMNOWOTLB4x6/MGOH4AfEoAT9+aDw7AA3Wg3oAfjg71NcCvoWlw6msd6u3P4ej4xS4etsQtRjL6RJ7QtAEeQC+anCmNLfhkXjeMnyR1g1hdv5DHT5bdJDWX2acDHug7PqjzQZ1cl/SgaSdTh75in//00aGvjQW8xiQeOTDO/EK+mwJo+BroJMsfPtJJX5Kaj12H5xv95mIy43ZjQqzw5OnjrzH4oAc9aNz97ncf9jUO/t/4xjfqJoQ5BuQJTawdB3+TaZtP/KRzLB/6+aHNF34Yr9aKppkjbnLS17z4xahMZv4WddUXyYxDn7PNl2TixIGPH0lUa31WER99bPDBfOOT9cnc4QddwFiRI/7SKVdKuaWbPiAG5Ra2GdjPGThwqgdncvIxmZNe3UQ22dEAXJJaJMfySVIH6KV61H8WC0z0JLs2LCjwFiMLlkWs2704WDQtihYPC4tFBw//QOuGOxKs+SxGFj6xre2TTaZv6Np4lIA/2nztRQyfdpLanDQeLxk+Kxsar00XutgsqGj8tKmBQ8MnL+zAaSvh8MqHnIqJPvSWS3LIjQh84m1ZC3TLJ6mLA1l4vPLqwoKfXvY6Pnx80jdoAJ9cqLOTzM1949hCI+diSJ9Y0NXlQBsPaFtic2FXssG3JPWExkVHvvCfDLBNNx1JFAVyoJKk8pMcvuwxSUfHIC6ya5AD0DS5QFeKS71LdX3abTlvnLzTQS6Z/YyWZGd+tu94xvLB3zrEq48WdM1hYw+4c++iDS8OF3119pT6SZmkbgJ2XckOf9WTKOrpQPtfiBP8T9/TY0zwnZok1SdsdlzoaNpk0PQJWfECfaXd+UlC5PSHDREkqVxtYKmNnjEANvFtoiUpco8F+Qc9fhD1jbZ+YEufGFf6Di2ZOvAeD9CVTFm69bsx78mcJ/g27nxx6NX/1jZtPGyj89sG3brisO0ggS+Zeo0Z4y9JHXzMD7Ltt1IbJFOmYxAjOtvsqidz7qrTfac73Wk8+tGPHg95yEPGHe94x5qb1kr8DvIO0nLHN36I2Xzlt5gBug25g7wnkQ71DvfipmftD5+0zXU+8I0OOQF00c8HdNdnJX6HK2uvNeOLX/zieO973zve//73DzcP7nnPe9YTfk/93/SmN413vetd4wMf+MD427/92yovvfTS8aEPfWi85z3vGa9//evHwx/+8Fq3rr766vGRj3xkfOUrXyk9+oR+B3Qln8TgGgWHLnbXB/mTd8BHuREPEBMcGrw6GXl0mHJjQ77kLUnNFXzGkPGpDtimT8kuUJdD0G0lfpCk1kF1PMnUr46PvFIb4NMGXccD4NaADton9WTqT1JzGr/4rYcAr3aSnZt18oqPvHIsH7kSu7wC44APxoySLvkxJujTF0o4OuhMsmgaFX+SKtlPUv2tbowZT+wpydPPjjFOF+ADnXjQ0fDwQz/qT/PRmDR3fviHf7h+uBAPnaDjIUsPm2P5uCbzhR1jo3nRk9QNKTzmga8XqOOlw40HpRtb7D/hCU+oecuWGwBuoLnRxU8ydJrLZIxjOQdo4mIbjR+La3WdVZdb/GyYe3jUyTmEa+NRAnaUdCSzH7ouVnlnj59Jav/acZGVt2TKyT2/yJmHZM4++2zq6gENHzo+dbr1FX6l9VSdXnrEU8Lb/7YZOAMycOB0ijFJXQBNZH67W3/Xu951eL3pLne5yzj33HOHttKPnaDj2wQWGvI/8zM/M/zYke9L3eMe9xjk4em1UIDWY5EGFrFemNAsRnAWO6+LnXPOOaWHriOBC4JNiQWzbSQZ9NLZYIGyGPslV/z0KYE7u3x94AMfWE9gyfRCRkZbzrpOVxLowT5d5MUufzZ7cnjWWWfVxRAj3yzy/JInr3bhude97lX5pwfQI6dkkmmj7dLhYkiGHXa9Wqr+Ez/xE4N9QMf973//2gSQteADOoFF3EXdL9qS7/j5BPSfCwEZeeAzOfVkXuyT6Ru83ON1AaDrBS94wXj7299eG75rrrlm2BTaRL773e8ez3/+84d+bb9sXukQm75XZ0/dxkT7ZMDFS570iTEqV/KuNDbRNkHnmrx86bv73Oc+tQHjo7jbP3rknV42tAFb9NjANK/x1HW5UPcE0PgkY1yS0ZdyCp/MnMsVfv3BB/L6jY/GQY8jMvrX00exP+xhDxvmlf534aajof3xVJQMu/zoOPjizxC52LfMrVk6jMkT341hto1D+VY3xthjX1s8eO9whzvUuIeTdyC+5lWe7rDJ/2SOiWSWa97klrg1/Vjq1jp8xod1yVjTBsnUbxziQzMfrOPWAus4vjXgWbePpU4myc61y5jni2uIa5S69cqG3NwwxskY4/A299Y7h2XrgY09WTElqXXS+IIby6djWKq14RcfgAdJkMofMSapdZ4+9pXsG6sAj5x4cmlOOkg86lGPGmcvG202+dRP5dXxJ/NtIHrEB+i1Jjogi8WBxfftHXC1vZrswEsXwOcmgYO7dl9/+MgvkMz1nE3AvkONp/ee9ivJnXfeefVav1f7zz///CGGJz/5yeN+97vfOPfcc4e1wfolUKgGxgAAEABJREFURnPQjQ5vPDznOc8Z+N0IcHDTR9/97nfrJoB1Xr84nLs5o2TbmwX6zlrkRo2+kXd9kKTWXnlJZj/Ii7YxaNwBMmTlVx7otS4kqcNqyySpfhzLZy+Ozra5kOsfnEqyK5ek+p99/GP54Gt9S7NswAHthu5XvA14GpqP3gY4dPxyqH/kT870nzFvjuBJUuN7nT9+No/8GAdj+cADPpFHY9N4SVI3xtg0Thb2ipl9/HBsKwE8veT5oaSbH66DfXOBbv2Cl5wY7HGMc/yuZ/qTvPHlukQW/+1ud7tDxgI+OH4rtekG7LQfdCVzHMDJnaf61glyfOz8aIuFTeP3aU97Wo2fs846a/zzP//zIOdmnJjYdYg2L+WHfaWc8YEtOPqV8HTLnzJJvVXgWujGpvGLjw6gT0CSevuSPniQRFE3FcRKt/wptQE7SWo8oAFx4JF3c5Of1iXxwPFBrvVNA/8BffqcH/IF6BzbzzYDZ0gGDpzqcVpAkuwslCarCW8hsQnxoz033njj8AMn7mqCr33ta+PLX/5yHeCOFp8LvLv6/kTRDTfcUD8I5G+lkqf38ssvr9ceLUAWCIuvhcXCYdFr/UmGxQcf3IUXXjjo88NCm4Ddz3zmM+OZz3wmsQIxWpws2h2/hdxm8ZJLLhleXwR///d/X08kvvrVrw71K664YnjVi48WMqBOKZ1KAGdRFM/nP//5QZ6Pcqn0o0hy4gmIWG1G8NLHB3b4LU/XLAdkubKRE68nLo997GOHBZhN/ZTMxd2F4YILLhif+9znKjdiuPbaawe7cs22ftR/nti0XbmwePM9mbocYsldf/31w9MZsl7zhPvSl740HK7EaKE3Xsjyv/uMX9rwYvzVX/3V8kMuvPb5rGc9azzmMY+pmxs2izaBeNwYcMGUA0/E9A8dDW1Lf3W9aSdSPvGJT6x8uVjLr/j0jZzrA3FvArzkANnvfOc74wtf+MJwYZQLOZILd+7F/clPfnLQJ69k9BE5fSYHNjfiSFIbKvmlw+bBXLrqqquqb/WhsUGWDx/96Efr6SG75I1BJR+MC9+3FWOPA6Xv3xof11133TCvP/3pT483v/nNxHZAnumSa74997nPrfFAng/8Z1++3ve+91XcfCaj3FF0EhVPOcTOV/NAv7Ath2JSf9KTnlQbToe7D3/4w/U6MR99zxedf3L1qU99apy9HKx67p+EW6eK6EY/rBHNkKRyZF7qG5DM+T5upQ+d9Ot/QK2xY43hi7FsTOIxLtHWgAckqUMR+U2QZIdMJ7CWsu0a4jCvbezafLOtnqS++oTHxr4PmujsgyTlw+2Wg4T5J7YkOxvksXzYY6shyYIddT1VERtd4mfLWug6Bk/W4Uybbn4Z625qWeNdsx760IcON++s1dZo/tHFHnk2AH3A9VGcvjPswC+2Bgddhw/4Bocb/Pxys/U///M/6zVm+dDmF5tso1mnrCUf/OAHBx0PfvCDhzXhRS960VC3/rg2yTkdcte+Wgfh6RSra93tb3/7uolPVqxuZjrckOET2/R4A8K1y80MfeEmoJsl5rI+dp0g0yA3cGwZcwAOyBO8w42btnBy4waD/OHVV4A+dGUDWdBtZTL7PUmNGTiQHNpunD4zLkCSmpdj+XQ7mXLa/AXqe4G+tX9JFi2jDqHGif61Brqpos3vZPftE7LypF/US3j5j16Apmxa89GzsNVTYP0B9G/zkcFr3MinfgTaDu+dWzR+AbHRo1/oMi/gxZCkvrajf4wdY8LTf9dVdoC6sUMHXe0LP4E2PrrFJQb2ATtk8Mk1X/nJBzfP/LAmnLEmNpCk3hBw84xu9u0P3Wg3Lunlu2u2G29k+OdmEztkAF/w8gEPv/ipbQ7gwW/+JfPret5ucsNDHvkoZ+IGeMkkcywks6QPiE+sSna7LreAPB8Ava0Lv1j5yA5/+KlP4fDRTx6vfGmj4ROnOnqX6lvYZmC/ZuDAqR6YCWoB4KcJr4SzMFhgtIEJrTRxTXSlRRhuE7hbb/OCpxcX8trAEwEXXnU2QDKfbtikwwMLjjKZi5nNg4U8SV1wk8OXZNh3oe96x2mB55P4bcS8nmUxw4cHWLSS1A+k2Zy5+PCRnDx1LPJBLkldfNUdRti2+GknUZS/9DrgQ8g1u/RZYMmho8lB28AHz0/+oltk+aOuP1wwbMCS1NMpGzA0/oqTn/ImH56SsptMv+DZw+/ONVtyANggjx+P3CW7seLhH1l1FyXxGEMOmG6s2OzRyQd65EU+yeBFax2Pe9zjxic+8Yn6ESljBI9YleTE2nmBO1GwMXJRJy8+JT/Eq340EGuS+q6pmOnQ58Z0+8dvG3JPrIwhMnJAt7pSHlxQbbq15UOOOh8u9PThQ09SNwjU9RvdNuQ2+2T5D9DlCo+6cdM6xZ2kDivml7x6GwBfkhqnYmo9fOOH/scjBj6JATjQsU8/GSW+kwUHFLbZk1+6k9RXQbT1Fzo8+/xgU7tLPOTlySHI+DUn0E9vOLr3ctSAO0kdOORD/4Ek40Q+9LacMZCknjLJvXEo70nqxpA3Nu63PBH2yiy6fm1ZekC3lcnRfRIDXqAuFnqMZ3PQ+OWDNbH72zi3LpqL1lt+GA/GK/meI+YxvcY7fUlucfhPpo/iYReIG6jTp84PNoC6uQ1vPhm7bJvbbPJTLs8555zx+Mc/fjzykY+sQ7K11NjmC1lrvZjH8mGfHL1sONBaw10rHF6U5gYZ9vHzTS7YWlRUv7UOJRsOMOaLm5a+4+9tLTc59aXX/P24nz6VY3mjx7oitw4P/EtSeWNLm26QpJ5oioe8+H/8x398eKpLhzism/rIIcwhSvwOWW4WeKtAu9c2+QZiA8nsG3HIL5w6SOYew3pAR6/RxgL6WD58pW+p1lqYpOaNfMldMvWP5ZOkeJbqIf+SiU9muSbS3baSFAlOhe1k4rQBGhBHQ5Kym+yWeBrcTHf91X9kjHs2jRPjWhxyD9gkh28NeNg3VvEBOvS3ur4ybtX1hZIu/U2PvjbmlOT0q3GIJu9Jas+EZizQR4c2u3j4QJ5+dXPGIZsN/PoQsKttvpPVV3DJzI86eZCkXn/nRzL3S+ziMV7Ea6zbw4qVb/Ind0oxy5cxY4zyhfxTn/rUwTdj2Zg2dv3GBb23W24m8s/cJMM2OTS6tPlNj/jZQlM3h+VOTOhuApifcmlvRW/HnaTGKp1J6hpPhzb5JPUWrJwmGT7ilVc2tYF8GydK8bJlXSUH7FkAf/DJm/7CZ98hz2htM5m2klmysYVtBvZrBg6c6oFZcJI5GS00SeqCYrGw6JnkeExssagrLVrKo4FNAB56LCwWIG3ydLqos2uB0UbD44JhsYOHU1fyy6Lq1V5tvJsAP702FfgtTNpsJqlF0uJkYbZY+SEivpKjdywf/HBLddj4WOh6Uet80IeuJKvOpotSEs3aYMmBRpLhqQY9Fswk9dqWBVzb4omXD3SSaT9diODksPFygk4fHH/5Td6iTiaZfsgBukM2XnEr2ZVnPvAbjjyd7Kl3vGh0wqkDdXnkh7anOZ6Ge5sAjT/w8sO+epd8EA9b8A2+LuBNCRfUJPXdPnlp+smWrZee9q99YUe8m0DOyPKdXOuQBxdMZeeDPrxiVscrF0B+0Ix3+e88kJd7NDzkXKiV7JknaOp4yZPV1j/8Qu+yfYED+JV8oNfNFq/zs8keGh5jng7y/JYTJTof8Bo72vjbB+2TBb7QyXYyxzB/2ecH/WKXN5sg6xZfyOHhSzI3e2IUCz76yJ7WcJzOy5fcKYEcNexVlcxc78Vvast3042/JOMXfuEXxqte9arh9Vh5d6A0fh0SjVPAh+T47bWtZFfWnLQeWkONBf1vbCSp30ax8TY+8OA1H7WNBz6JQY7IyZHxom6M4wFJdm7A4W0gS58Sjrz5wU4y13g4a7DNu4O6g7lNtDx4QugGMB3w8uINgEc84hH19plDryeNnrTznwweeaC3Qdzy7ODnLR1vw3h67npLr0MLnxwqPJH0NQCHbX6gKeWJjDdnvH3jSbLrrjUZ8IkvciMncmceOiDQJX5rBjr/9DmbYpMfgBedHmMDTW7wJqm3/uTPWPLU/7zzzhu+RuUmEt0gSR0g9Q87ckA3+/TAAbaBurwp5c6r23wXs/7A07rooE8bJKn9EVl4AA/gGrTB3jYcaLm1fjiA3nLJrr3GKfEA/HsBvcE4AHIqJ/IrZpCk9j/yL4/6sPFJho/1Eo6f9hFJ6mYOfOeqZflDFz18Igcnn+YX22P56E9zs3Hk8bKhbq1PUg8wyMMp9Zn9pFj0qz0KXuMGXh+K0VjpOcsXuhez9U+dHoDGT7qTVC60+SU288IbZ+yZl/YK7BrbY/kY695CgGPXG318wusrLvZ/xqlrqjfQvMEiF27kmfvmljHHPn/Ypkse5JGvaNrk3OBXLqbrgQPb5ij/rAu938DPH3zkk9QNALhkrlvJfANKn7ANxN39gpceIP9syDUbePjNP2sFH4wHttgUB13WGXHIM150NDzqyi1sM7CfM3DgdAjO5OenxcfEtLBpw/fktQjAoSuBSa3cBBZ7MngtHhYUbTJJ6ikemoUIziJj0VBn04LHj2ReEOBtkCx+dCepC3Jy+JIsGa+sk1EHYuRHMg8GdPHj5ptvLn0th0cO+GTxsqDzib9iAfQlUZRsVZb/vKWwFLVYK+lkgwyw+aIHjQ11faBtcyd+9rX5p7QwJ6kND/5k+u8i3zR8ycxXkp2NKh769IN4bKbYZTNJ3YBAt3jTRY+Sz+p8ljelWPCpo/FViZ+vLoR+BMpFkA16XZjxkHWBhuOHvIqFrDpAS2ZOfTXgFa94RV2gbUJc8OnBozwZcGGjRxxiYBskqQ1IkurT5PAl/8nzQR2IQ6wujnKhjd58SnmUF7lIpm54Y0s/yQcaef6QV5Khmx1tetDwi4E8Pepk9S26kh/46cAHjy+Z9vWJHHi1tvF48OprOtiEY4MefGSSuaGAw8+f5sV/MkAPe3TwwXiUG2US6HqSI2940eSIDH/EjQmeX+r6hu/qpzOciO/yInbQOUxS4/x49dFFJkltMrX/P3v39mz7chV0/PfdTzzmzTwenrQsFVAuUUECigFBOVgYQFKAUhSIXIJYpWABRhC8AGJBWZFrkEAMMZiQBIgInAjiXbT0D8D/xPnp3mOteXb2Wfvc1j57rzNn7bG7e/Tocevu0Zffb87Fzw503jJyeecJtqdoP/3TP314HRaNsebwh3ZgdMEPoJPeBENTLTJlY0T/G//Kxrx1pfYru3TxVFwsMXbJFQekDhHmlnbGjRQNHeWNJ/nacdV4A3yJfkAZni7mgzIdxF7tybNx9iTQZnrml4O9V4j5znqljh10cJDwOzS+O+83QDwBxAvQnQOkgGw8zQk8HDjYC5T5XoqOjmjNCYcb/nFx4NDi62rofG//m77pm47v/u7vPr78y798faefL8YnUrzJg2enlLSCu0UAABAASURBVD/IAOSYf7XHikPD0JDhwMBW/td/6owjvByavGkA4Kq1d0CLjg+kyvJ8UK2nnLXHhn4AtWM7ndBa0x3a6Mcv7KAbn+g3dAPs5GcpnPQcpg5u6h+GUw8exh9+QFtQ2wZ5dVJAxgD8gLrqcGh1OHTJUR1s4iPjyRhkP78NKAP+A/yAp35EL1+tixkHwcHBs6VacQQ9HD34FZ+pNwa0A3SnC/noyQTawan/hNNTc/yU7Yv0D17Kxob2aMxd7UB1te9RxltarQsMbQfYW/tyEG8XZ96c8PUyNro8dPHFl/znib5xbiwdp499nnHDRnOabt6utPexVzW2TmTrxy/FPXlvnriMQ88/9GOrvPZ0ArX1IosuaLRHxxfmrDljTvADm/iKj9Hiix4oS/V/tfalI4vP8dQn+OExgIcLEe3FJyk/0Q8/efOXb5Txx5duaPCGx0fbyUsvcPHAXfbAvSfduNoHyJmk9BXIlAWA2ot17dTknklcIb8R0Ffr8HacPgKCQHDKroWiWime1VqwBS/1AlK1npyPPoKcVyPRC/ro6CnFF15+eMAJihZ5PKqli2AFP/W17fMd9cGro8Nx+pChvafZgtsJ9bx/5GqHTgU9LQLw8ngBNFLB3OtlFfJ1gJFRhz9Z2krhxlbl2m2GHg6Ncm074JSBjafUYinFlwybKYsInPZwk9cG3eirXl+q14egWr48Tp9pO/b7e8++11lbV4sKHhayE/nq89p1Fh28q4VXr3+kQB8MP2ULS7UuQZRfCYxc9rCX38Dka+tEbzbWLk8ebXWlAl35jI58OBXDnw+MB+2nrnZ79LXz+KKpXR5a7eWlaKTK5/pOH8CDkU0vZW3oIK+ddHiZN57s8Qu62vLVo6MTfkC9dOps2ocfvHptXingTx++Hb2HZ13HB3XGDR2rNZboU635VRuHD1+/WvqNLg9La8ush6cPa3OOq4e3q4U/J31o/oVshOcb83L8YQPtSZp+1H8PZfgAEh+oScUYr766RHLw9zsT73jHO44f/dEfPXzdBm9jTD+RZePqQk/f1bapurpMwPsmqFYMMubZA47Tx6bUJtu8Ne5txNEou3gFDrvqyLahF4e0MdboRldjj23oqnXwqdZ3n8nCkz1AuVoHDO2qQxyQt6ay3++okO3povivvXbGIzhOH3Id2vzYJv+gcTjGg38dRvzmxd/7e3/v8LqxHz5zSNGenviZA/joX5cdDjMut9moTp/rA7TWAHZrb11ymJGng7eB3vrWt67f0BEX9C3fVIdNP3o20o1sBxz6klOtNy74Bo5c8vizWn6igz7hI2scOrbiaQziyV4XHy5Gxs6hPW+Pnixy5MkBbJWySd8qA7zBcfo43HnTgmxv5qFFc6pa/8jB21jB33hBU3vM4g/PPrZUa31SVifVnn3K1eI7/2kjT6Z6ZbRwA9WKaeoG6M9/o1+1yNnPRw7+Hn74XQny+Y/u8tXaW7EJPR3xwkA/Gjv6WN/SybhQRy91cGTQWVs6aY8eHX+gIU+KzrjgN3roC+NJqh5f9qCr7T96OnzSwxill3kLj9ZYhKOH9uZHtfyEJ52kaAGd6EoHbVyyqccPrYsyv4fjaT57XbSZhy6g1BkbQ2esaMs+9fDmNtvZZP9nTJlH7HTZ5/do8IEz78hhG7/pB/pVK/7RjY705hN9zEYPV/ifD13Wsd/4Nd/Hv9rhRQ9t6cRm9fipG5vJpju+cHMpgQYfequnt3lJnpjNbvOfn/iBjNpzXpmO9EUrHtODjXRSj/4CFw/cZQ888RcAT7rzq6XiBAzB283qBBF4ixeiagV+eUFOql6KxmKoLJjB4TUAL+81K3XK6IDygKAtKCqjkQKBTsCUH3AzjKdyJVmBXTuvXC7Ea/RfbX1cAlDh3E76AfhHAfv42iLCx9X6JXkbU35SZyGwaMhbhCwaNgnw+Gs3KX50sZCjU8bH4uYSQN30vVS72wR64k8H+ssDeYulPNvpqf9HJ+MEXv2TDPQ1dulYrb9yYaNt0YZ7rcHY4Fe+tHkYXaXGQrUuDfWPMYt2nlIYX3B4SG1A2KWM32tt2yuX/8o5GKf8YWNoI2fT6TvWXrMWv4xzfh5J1TpwawNv/JjT6I7TRx+ZC1539Sfg/ICojeOpal3C2MSay55m+96q+aUvzCXt9FN1Fce1uwmmDX3Q1W4Lz7baT3vppWyzzU6HCDGY3SOfPcpsMp7YZTwBvNkIam/Q6Qqq5RPtq2M+6ow3TxS9SixFY/3yA7u+EuGvU3iSrw056smnLx1cOHudGKDVJzbq6tA4SDik++0OT+ldjrs0oLsNOn3pwWav8vsRzF/+5V8+/JCrp/tirE29fiDXQcL891U3Bx9jQV+xQ51DmLnHj+aXfuN7MmzyyeR7c80Bafir42c2okUD2MBm9gM6sI8NDlVe+/c2hDw8+modrvHCA+BZXY0buHOYerLoS9bUV6v/+JR9xqiDHh/SmxxjVj27tLM+sQff4/SpTv8//586bdEPwA3A0QcNn7Jdf/GZOSNfLZtqpyNBW8D/2gPlSUcGn5nTDsrs0V4dWjKnDFd7rox/8ELDZrbSb8r8oS/g+cX6jj8cm+hFxvCq1oVPdfigpZdDLF/iTd6MKW3RKdONDsD4Mla1AeSSTy4efEbmQLX6dsqT0rH2JZa2yi7k/FUL8wRf49984juyzSHx4bj/oQf7ySSbPviYT/yEr4O/CyzzyPzxY9Jsx8elJJt9tQZLtpKDn/km5YdqxU557ao1JsimU3XQkZ8qrNb80B5/eG3lz1O6gsFPHRzAiI38i4ZPlNmmrJ4+5ot+0eds1hbwNZ7asE07ZaDtBS4euOseuFwAvMIeruuAVjsQ+m55dXWYrlbAE+iIE2CqVV+7vYBkM6G+Ng6d8qTynpIIaLVpBDH42mULqk0YfvCgdt3Ir112865++FfrtSs8/daAutcSquOLv/iLlwq1daYbxNgifxPU9jMaPtHOrbmNq4APb3GUWtwsBnxoA2HxeNe73rVeC7YIWkDId+OPHt0sNMpf+qVfetgIyoPzOuXbAHpaZOlOHp2nP0eehZbtdGe/V/scQqf+SU/ZA0ZPG25PLqb8Wqb0AjYW9DBGpHytP+RtTGya0SnrK3n9MjT6pfYrsPDoZlzKP5XwKijtgMMfNqXYeb3Vd1P5WZzzFMsm2GYdHT/y7fgVnfzgHFzMX3Nm4qiNMbCRtAk2tswPtDaOYgI+eOBPjxcL6IHxIDUP9Wvti0gxSB37bJLpZTNKnrxxY7ywAQ19pMYUfbUdXeTxR6sN3urgpk4Z0IU9fOCJmjY2/A487HUZ4OmdJ4YOHg7j3hDwZoDLCTqS70Dq6a2Y+sf+2B87XBaIQZ5S/tIv/dKhv8h2uW3eugRwqesNDAd5fhfD6EgXNvM7HvRXx1/qzTFvgegjry2Trd+NAzh0/FatAwg7jBU85QGe+OBnbJEJHFa05RPAR2jw5G96OPQ4+JPnjT020YcNbMQbH7459z9e51CtIjm11yd5SHxAbbx+Asa2vrG+oNUXUjqqpzsaOLLl6aIO32odNGvzRTeg7yc/qXYAf/V4Hvc/1g/jAA4NdLV8Xps/PF7aylfIFlSLFm/j2FzjR74+p5fXYPig13fo4NlMB/7Wh/oITtnarL/Uk6GP+MSYleorfPka0BEO1PWPKut7MsnGG2hXUWFd7ta+5OVvF0/G7thEJzLpjMdqdPqvdvtTdvmiel5KH/aThZ99n9/J8ACIr+wVvVljvuEvTqhDS1/yjHdl9lUHn6A1v+ha+2Bu3oqj3og0J/z4s7b8p423c8QItuNFZzKMR3qyCz/1Yitc7csL7fjevGEL2mrth8/7QR3fn6fqATzQl9LhUa09tP4lW0oPulfrKzja8CMcvdhfrTdLlLUTU/mJ7AE2kiO9wMUDd9UD9+6qYa+FXdUSKzivzOm/CSICzam4grwgNvlqBUNlgVgqMEkfBLwsvgJ4tYIfHH4TmC04bnXPeaAZXvLAAmHjLC/oTb12cDZ8g3stU78DIGgL4vSkG33kpY8CftGWX6bN/Ljg9AkaC5/FBh36b//2b19vCnzzN3/z8eyzzx76xmWEBd7Gk5/I5keLizYWRa+C4is/8tDdFtgY+KVrf5bLWw3Ad3C/4Au+YOntNWevxvqThfLw3lTwBOm2dLoNvtPvfKu/2HQbcl4uT09r/Xm/D3zgA+tvhFfrqYgNibFlE2WM2Bj+/M///OHPIj733HPrFWQy1RlLfpTSfIZ72uHV0p8PAX42977/ajPsgApnzpqTDmYOseLFjBf1/InGxtlTdmMIXl+Yp3h66v31X//1x1d91Vett0zwN7fItYl82FyuHe/xehSIF3gYuw4VdKSPfqcbPfS/DTTd1dvUk1+t3z+hO3obam3Q2/Six3tk0Fc7dsJVa90ZHeHwQWeDbvOLFx08HXRodwHgoO8Abb1RTy6+LkN/93d/9/D2hFeGxRI+ZI+niQ4mUodVMdXh3NNKcdSf5PODi/5U34/92I8dfoPhO77jO45v/MZvPPj/277t247v+q7vOnwt43u+53vWXxkQ28QuBxQXB5/8yZ+8/vSgdU4f8gV72EseH9PdJYSDqgsA9WxgY7XmHZ3Hb3wizz6HSak2Yjv/8Iv+kCenWgdqPMmsDh99QYb+o5d6OHVkSEG1+kQ9fSvoBdWqQ6+tfkJj3PCxMQ6nj8hBQz/24Ge8y1drb4HPYnz6T/4mOJFc/atWvra/yMTbgcnbE+IanwE8EVdLd3lANzrxCT8pD1SHduxihzzfStFUWKw4qi9qzwN8yKQPvDby5gL94FymgWodBGvHY23Jwx+MbmSyR//C00cdfvhLq/W9/elXymmHnj7o9AP5Drz6Cg99hxYNPuiAPBweQLsB9hh72ooJ5qGySzRv07ikpAe+xqt9ofGAhh/U4aUsNZ7Z7dBO5vBXV/u3GPA1d71hYI6jM4f19//5P/9nfb1IDNBGe/Godh/hTxYdjD1tXUiwEw9jVp6v2MTeah3EqzVO8YWXAn2FVp48dkrR8F21fgeJLPL5gr/14+TRyeOBl3rlyWunz/Gtnjd20V3g4oG77IF7d9m4x2GbYEROtRYzAcYriYOTAoGvkl1Ba2Xu/yeA4eMWFkqwqk2rHRyQR2dTo4xOOqBO3mZ28soPgjpPTiyQwxMNPSzU8r4Lqk7+NoEuAyOnWoG4Op555pkFU4dWflL5m2B8NClaf6JJ2SIp+MNZzNhrkfLU35+UsgBZ/Grf8Hs99Z/9s3+2+nkWFm31OVpt8YazgZDeNljUHSR/4zd+Y/1Zwl/7tV87/C1sKX39iSWb9Y997GMHGq8QfuhDH1qbKovgbev3avPnd352kfFq8345/KafHepdvrztbW87PEExPvUN+MhHPnI4tOJv4/z2t799/VCZA0+13rox9tS/613vWk+V5NkpfUrhVVHb3BpGtTd8yjabNr02xnxGbIuOAAAQAElEQVTtUPhlX/Zlh8stfeCSz+WhmOppsTY2e8a8p1rinydc2ukPB38H35/6qZ86vAZbrYODOIG/9qB2nJc/xys/DMiDN26rdWg0Jsi3ma4Om3J22jjb7FfrO/wO3trb0AN6ayNWoTdm4GvHJ+NFDKeztDp86AnoANSj5cPxCZ3QaEeGp9u+AuEvJLg8dIDnR/XGsDWI7x2K6eyyxJrhMkBMReutgDe/+c2HtvrBgZ3uZDoosdeBxqWpH1L91m/91sOFqzepXLg6QNHB1wjAM6e1wCWPw5W+G53FaLawi14uJsQ9BxC+NUfFenn+cCEwFx/WOyB+s43u/M4uPNXxM3+pI8thAR99U9vHyujggHy1Doz6qq7HTbXWNzTkoq9drw8AftV6LX3kHacPWn7gX29nAH1aHQ4+fFCtwxr+yuw6h8GRA05slz51rZe2oPacq9aaUR3GB3+Siy8eAJ+B2rzoy4f6iq3qh1ZKF3KmDj802sGjIYf/4eGqdWCEn7KUnOGnz/U3uXg6POpP/PQHWjKkbNHeeORrbQBeyoBsdpu3xjAeeKGrVC//oCXbgRd97Tq0+NF5QBleY6nyABr6mCt4kqfP9b3LTnpPG+PSHHTpxc6xq7raq8Djw1Z6aWssk+GhBn3x9VaOB1jmsnmO1lsGviI0Y40u9KzWuJGnrz7Ciz7K5qI+8KYpuer5mX7kA7ZXqz/1U3Wlc+08Gm2NbzaQx57hxY7h5UIQH23oIAW1x7E8+fa+dMMXT/gZg/LV0kn+AhcP3FUP3Lurhj0uuybwVCtwedphkZggRA+BSNAUbAUcgUsQA+rxqA6bHYuHMjyoJM8DTxMhhq6uach1O6x+AG7yUu0sJBYRZfpI6SNPR0/X6pqv+tcC6Oj7pSObLwXwKT8qZSufCvLss2G2SNS2zQKHB77s1k8OzhYvuNoLB7+gc0DACx1+YBYOsrwOi84iKL1toIsFkBz604F/6CSdMWcM2Kzwp7Rat+/aPcnAntpzS95GQurgZp691rrbVDqY0YPPbdI8SanWQZ7ff+RHfmQd8o1DfYLOeHLwMR7l9YknL8899xxW66C4Mk/tf6+O4sY0f/Gdfj+fk7V/Nd/XlT74wQ8e73nPe9YllwOcJ1kuBL7v+77v8GN0X/mVX3kYMw62LmjFaTxtKn/hF37h+M7v/M7DpZ9Nb7U28zbfrKjWRrdSvIJ6fvmq4iEZurNDvNDfNtX63PgwJ40LtqlH55CBjTp0cPLnB1/15gMeM8+rdWhEr13tucOPYsXIYJsYBSeWoaeXeGg88w28dtqgtbmnp8O8t4yeffbZdTlrHqJzIeDyC/hhP+2qwxxx4HeoxkNKPl5kac8uZXyO08fh3xql/g1veMOBZg4pDiro2YeX+KffvBbvoOKAj2b6W3u+0wf8pM/ZrT0+bOZH9p5Er7cD6AfopC+MF5cPnmZaP9DzF33ZqQ+0hdMGyOM5+boeL3TRBshrC+TPccrw5NBZyh5fQWCLtxwczMhR5g99qQ0wngCeYPL41rU+aKurcV7Xefrz39jDt+Kc2FVpuvY+eJKxEGf/aQ9qj0U09AB0VScFZNTmKT+0fIx+ZMiroxfQl9XqO/z0nfbq+MX45Tt8qEaWlN8AOjyMe6Bc1/qi4XfjUH21fGUc4Fut9ZR+aIwrepAB4MHkpaA2H3n1oFJcPqVvdRiD/I4vuxDQUZ59Yh6Qx0M9QCOFd+llDDn4opE3L8UicwitOWb9Mr5csKJxcSf1VSCXpOxHy6fVWtvowV59wvdSb8Xh52s/1TpQk0sf9fqwWmudMsAHDZ8qA3z5QeyQqqN3bT/BGYv6dPqIfvjrN4AH3nQ7Th9xBQ4Nedqqx0tZ/kR2+XfxwJ32wOUC4BV2b+0gNGw8fRekq7VADF7q6QiQBwKNFFSHRVUAUx4QoKpVFPgEKgcFCAEMj9r11ZLpAkAdmmotJJXiCsLVeoUSrwmwKgU/qc2UTQXeyq8l0MHTXgG5tg1sg69dfpR+6IfGZo/d+LHXwqYOTmqhnK8/WHTJ4Xd+snC6af/93/99pGvhUr8Kp//I8XTqlF2bAeltA5kWO4sym8ijE9uADQrb5C1+7JVHUy/Of3i+VmD8W8DprA/oUfsJqVeClV9roCMd6OjQ4fBCVxtKT5O9Tq7eOEIrRespNbw+lP7kT/7keoqnH7WXwj+V8CopXXtjbV4OS+Pd+AUzn9U7dDp8vv/97z9++Id/eP1JuH/wD/7B8TM/8zPrR+UcEM1dqc0scHlgY8zfw19/kPEw/5MJhvZRqf42ftHhOfNPnDAvRy6ZwHw1NtCTT5ayuWvDbUzhqSy18a3WhYU2eJ7D8CBXmxl7yp6i8Rsd4NXLw9tsK6MT94xpvNCjBfSx1omTDsWe0tvsu3zxFFEeXlt21Y43/KFMd/zYyC4xjI/USwGb2EkXwBdkO8SLxfR1GNCv+l8bcoEDE570ZoeLCO3h6GW9ZZsymVI60YVccvhBW3zRznijE37nvsZDW4BemW140UH/AmXt8eVrcuBqr9VsUi+lL378hF6ZH/icfcauvwxkzSaLL7TDT4rPgwCPFo30QYAH1dpPoKf32KPv7FPoxX51tXXHizxtgHK11srj9FEGp+z6N235By8gX602eLAZ4CsF8PjQAdCJH/mpOvTb5B1u+Y6s4XGcPsMHTn8ZEw7vdKjWV4HIUQ+n/8kaHH9oZx7AkVH7tz3QaUdHcBJ39a+2XyG0Owc49tNVSkcpfsYnkIfD3xhkq8O//LTHk/1o4ejm1/K9FUMfvpoUL+OQD40rqR/ZdHhXZ8y7+PJ6vwsAOtEPT3Kk9DJ30MJpZ0w6aHsoMm3IlKc7qKi34teU0eBJR7T8LDXnpepcdJGhjb4B7IXXj8rVugydNvjxEX5opLVp5OmNx3H64H1KLv8uHrjTHrhcALyK3Vv7EC941F4QsVcWXLwGPBcAcECwQwMEXwG0dlCEOwe02tjsCHzy+Nb1BhBOsBYAta2P54XGkzD1gqMU4CW1oIApw90WsOmFeNf2oVdJLTBjE/1vavcgPwu0xRveImXTKl+tVzT50gJoEbAAWCTUaycduTYS+LgcgQfq0PEVnWwg6DeA5jah9hM2m0I6kEW21OYEnn3KA3SWHzr5JxXObeJferJH/vzNEPjXCoyL8aXLKuOIfvR55zvfud4EkKe3PpG3gfrcz/3c9fTExsQY8iQaftqie1rh1dK7dgzAj1/5ecY0X5q3E8OqdWg4Th9z2BMsb0t5SurJsA0pvEOSPpuxxf/y+NeOpTaZcPoCnFiui1TpQH18bJ2681Sf1o41dCVPDGILqP2WkXkJxF5AR3qISfI2wHRhPzvwERfxJ682nymjrdalr7FHtpRd8njjYd2xZngzwmHdJtrlCCC7tk/40yEbzuHZa/o20tpr5w02F2BeI3bBoX88ScQXvUMju9GKk/IOsQ4JDips1wdSurOTXfTUz+YI2YAv9KfLWm9rsZlMtL/3e793+G0ChxX2sVWKX+2nqeSTW9f+qdZvLZDPR+j1D13wJV8/4IXGWoIOf/X6hF7850DmTQT12ldrbOJ3nD76AR9ttEVXrQM3emWAN9+g1UYd/lI+5Xt/qs3hDm90+A0tugH8Bk4qXMmaerhzgFfGU4o/fUAFtQ5Y8LXL+GsnBfIIz2mqJbtStcYnWjT6sVr1ytoD9QNsk9fYeAHGGj0BenPcOEGrH+HQaUf/SdGrJ8t44E981Ztb6vGAo5t0/IufdiMH32p9pQetdgAv8rV9ENSfA9rqaqwYH3jZF7IRHzqRaawZY4C92hor9JIfu7Qhw/x1iIfHo/bXOTxQ8oaLMa09mWw3l8lll/0iHuYAgKs9d+Tp5uLA/ohP6GzO4meOa4v/6EI/cJw+cPLgVFxxFk+gHV5o2IwGHu9qfdWldioemAfs127aiKV8pT08Hdkr/lRXY1gd3xynT3X6//Lv4oG77YF7d8G8ai0YY4uJP/kXm563qVaz2ukqvMB/ApIqqUDlR4oEEmV4UK2A7odVPHE67n8ESlkBS0AWLP3JJLqAagWn2npUKzja3JAlEEqH9jh94PwAkwB+Kq7FlRw0aOHQkCMvcEvJF+wFQLfEcK8WkP0gr9o20Y2/qvXU3AardkDXRr1NJr/SEY5v2TDtqof2/7lci9a0xROP8Yd0/KUP1A2tlCyLl7zF1gKCN/lw2ijjo6w9mDLcbQI55I8MsuXpLX9eB6+PpaO//IM0FfQjoZ5PV88vD4PqeX0E/6BMuAfB+NTvbATq9ZXF3GF7cOyUZ1u1xj3a2wZ9Twb5xsXnf/7nr6cZdDGP/NifOnag43Pz3V8KsdmUN7be+973HsYWWnQAD+lTCK+ayuf+MA7Oyzbi52NI/rxe2RwYZdSBKUvrelwObW1cXafntJXiisUr84j/9D1dbKxtktkhphmrDooOkvAO0MaTS2IbVmzR2sCi8UqtOOaprw3w2G8MqTdezAuyjClt2eTAiJ8NL1oHY4cB4408B3OHZ4cD35//9V//9fVVCofraU8Hrwr78U2/4u+wpM5cZB9d6UQ3T+blxdnREc3oSC/zAK5aaxx9j9Nn+octcNITes0ptvEX/W30ATlsogu/+e6yNYRd2tKB39WTD/AdnlPHDrz4Thv+oR+Z9NVX8vRWLyXHwUufqAPKDiJwZOA/NtEBH23Jgecf7QYPN/X0lEdjvLCJTDi86OFNC/3C7/pZezTa4IuW/kOPZ3U1dvGgC13lAR4ATgqHD55w/AqPp7bqABza2ms5m6oVi9WjVQ9qzyG66T8Ajzc6vJWrtW6oJ1sf4YsOwEn5G14ZT+3pQ2dtxGY8zDO6oEXHZ/oMDh8x2Twhe9qMz4wHtNrij8ac4W9ldPhoL4XTZuyRkqGdPKjW3vA4feir3aT0Iwt/+OpgJ3vwhjcH7CnpUR0u19hs7XHIpZO8vR256NmsLVuMT34RW+TRs5ueZDu8e4KPr0sAvLSjOzniijlVHew2j8g6mXPQ05jFk2z0bANsI2P40EE9+4zlaj2cwRMf9pODj7mpTF+8+BiODWMXvaoVW/gKb7T0wVOb0QueDL6pDh/00gtcPHCXPXDvLhv3uG0TzDzxqK6COpwAI/W9eiA/uNoBp3bqe4/H2UegOyuu77gJVmDwtdsqC5CCnE2BMoCTkikVoG346KEMavNAS0cBGv5xgIWAHKnFR95CLQWCtT/bJ4+GT+AEcLjbBHrwycgki9+qqx9zpAe9+FeqjfRx+pBedxH4dDYH/D428rHvJpov/A+vj2xA5PWZ9LbBJsl8Iserz16b1PfKP/7jP77mq3zt8UJX48Kvnpun1eGNEj8uiY7+aKqrtvBPF1y0PffAjNsZkw4Zxoixo84GFb3Yp84YUCfG24hOvdThWp0NrgOeOAjMkeGPJ35Ae+XqcDC1ybVZdqA3txwstfM1FRfLeNLD02Vv2Nj8++67r7a5WHZZZkTKugAAEABJREFUQD7dpPTA18Hc/HNQ0NYmm1xj3HgG5qz2nr6rZyfZtdce+g7QTXvtABvNM+0cBODUk+vtDocg/qGvN8bMRV+FI08bssdHZA6MftU6aA6eHnxBD3aRBcxdtvMrWnVwQL1+BcoOI3yED9AGP3TVOpw8TL72eB+nz/Bn26l49YYCHvjpPz+yxjZvQugPtOShRzcy5cHg5YHyOVSr+GCdcu26avmLrOG/Gt3/D+3gz/NwA/D3yR+aqOeHgfGL8jTgX3TGAxwaPjWPjONq7cXg+cg4kipX6yLEQRIMH7wGjDVjBz1byZPWjucOrMfpY0zA441efvqOvdXq73Pdj9NHHbnVlZ7VujTBA9/j9NFOGf2peDiEexPUWzreyqEv2S4C0PpxTXqIF+rYRx88XACww3iRx48ccwkPc4YcF4TaaG9fKw7wKdnGGTAGyXMhqC1/mKf8hq926vFhJ4Aff5JjruCjDm2FZPlDO3GCLUAenTZswcdY155sdcr4aouRMvv0vTYuNcQEbdADeT7CVxt8pRe4eOAue+ByAfAKe7eug5Xg5QeSauOwrlbgrw6bFFDXuOP+p3Ybr1VWa3G9X3WVCFQKAp2nHeTBVdBrMYMT6GzWJojVdT1CmzSBWVsAp52AKdh7pRAeTt1tQ7V0F5wFbsGaTGVpdXhdmj2AnrXbqL9NsCjQiT+kZJEvDzc6KltU0YPaPkd/gVfmgfHnjEd+x9Em4zM/8zPX/Jo6mz/9oP5xgc0DWTPnjAk/iPazP/uz6ymGOjrBS5V9R9kGy0HMk1YAz1abEPawBe6pg4vCVx6o1tc8BmHsunwVx8S5an1FpDoc5jy1swE3VowrKVpj3Xhw2MbDGIEHtZ+4oocXn4C2NulS48l480vh6LRzWWVDjafNP9kOz+aUH/nztN86YbNsTdHOocObbPg44LpMgKcfvR285B0UHAqqq6f3dKMHOxwW5PHWBr2DA9BeasNPLl2rqzWRbeaRjT0dPDE0b1w8fNInfdLhQMyX5OCLnzw+ZEqtc1Iy1NU+0MEP4ElPdHB0qW2PeK8Ob3h8gTyfotdPfIOPvqYzHBp68Rf76aAtu4CxolxbJ23w0Y/kArzwhDee+MJFiP7gZ4AOr9prpTJecEAZDK5ah67j9BncKbvW5ilXi6Z2f2gPpl4KjtOnWgdZ5ReC2nxO5Ovf0A3P8cP0Ab8OrlpPmfkMvloXJPrEJZMxAK+fzgFueEj5kr9GBhyo1l8CwU8fVestRTrW1tterPaTeXn9qv/1lb7Bm3744V9d2SmDl7Ra41tZW+30r35Vj4fy4F0a+9N8fs/EgZy/yKAru809NqGnh3GBhu3mOl4O/3hI1ZlLgDxzgs2eqrtUME5dAnqwJI5Yt/AFfEumNuRJ8TC+zcXafqvr8cAXaNmFB121YUO11nR+VKaHOYMv/c0ncJw+ZA8fNqGX8uOpevFhG5/iAyfu0a22PtrrO+3oU60xflw+Fw/ccQ/cu+P2PTbzqvWnm7zGKYgQPEFIXgDyZB3Iww2gE7iUBUzBEU55oJrsWoS86qiN4KaidpCVBw4jo4cULVAn+FkgpwxXm391+N4s3OOAsZMdgrDfSRDsyab31Ps+2hvf+MarzfR5HdrbBItMtRaF2v3Md3SzIB2nj7LFd3Q/odbiI73Ay/eAueJwbHzgwuf6Hl7ZK/cWcHhlaV2PZbjbBpsXY8R3+I1RBxpPT10COICRr974mPFCb09pfD/6i7/4i5Gs8WWjpcBGdsk/bXDR99oDxqMNLox8dXiSJsYbw8aDzWx1iMu+i2/zXq3xYGyJKcaFejHSWLKZVcZDe4cAG3l5Ywfe4YFssoDxZB4Zhw7YxqmngJ4g2sA7/EuBdQgdPsDm2OHfBbbDPxx++OLjEOrJmgOQjTqgI/tqb7S1AeMHMXN0pecAm/EG6sHg2McuPPiFHWR7E8hlBd+pQwO0VT5On2rFZP4DdMdjdJTC053tfCU/eAcSQG91+JLHfvjacQdf7eDozXf6BugnduHBP/oVoD1OH/4BeNc+0Nb2H17a8gFgn8sPfiNDXt/I0wEfKVnV8w7y+I9v5E+i1wF00rqmV89edQA/UF21GZqhU89vlSZXdNXKVx+HxwNSOlAt+uHHntq6oWUrv6gnW3/qOw859I3xoS/ogn74ygN4PLVDB8cveA2g0T/GBlpl8tDhJ8/X+tccUMZH/+gvdehq2yI/MLTK+KHVhl0O49W6RMELwDvM20cC8aA69Lu2HiD5MU7y6So1v+2rtGWnseMAzx68tDWGgLwxyofii8vBmfPK1iv6uQTAh858Yyzznzyd8BdDvKVHr2rNPfT6i73kAfXK1Rqj/M7H+o6+7FAvL50LDDTgOH3IVccmep1QK37WnkPK5Iht5hs6fOnDz9Zp7YcfHbS5wMUDd9kDlwuAV6l3BRKbN4FQHttqPf2QF0gt0EAeTkCSgmoFek8xbCgGJwWCk1SAsmi4AFAePJwygHO4kK/NV0DTFs4iJZjKD2iDB91tCuHhpLcJ1Qr6tW/R/8N/+A9Xr9bTp1oLh02eX6Y9Th/Bm27qT8Vb/ac/R57Filz+sZjqPzgLCLDoWUAtXLO43KpyrwPm+tgvu3sKwVzjmG+NZfn5SwD6Ba3NyYNjW7vbAmMDb5sa40Gq7AkNfeRtjOBnzBhTNlDGzOA8lWCPzVftjeK0x+MpgouqD3jA2ByUsWkTbfwaB2KFjb0xbZzYoOp3YwHOuKnWmyTWBWNMPTqXuBN/jCfxBy+yyNQWTzLg8DRea791YC0Sy2ye6ePrAS7b8FK2kcZTW/yMTTytH9YpvK159GAL28gC2tMNzmHCppv+6NSxobYedCZrQHnAHJGnw7SR4uOQxw/8SQ980YsB7KQHf9G9WgcCNOr4Fp5PqsNHHTy7HB7pTla12mqnTnqcPuw7JWu9gtdeGV9ptdrRwQHD69ieqPKz1FrBn+jJrdblPnvZwffiA3vQ4E8fOlunJ+U3OvGvPpr+O04ffKfdqbj+VetQjedCvMB/1apBN0D+QLXsI6P2Ok4ntHDjP/S1aeXPoVq6HPc/2gJ8QLVq4KpFCw/g+I9/lIF+INeYM671o3y19mL6TBv+0x6g5zs+VK+/qtUXaJcCp//wB2zj0xNqPfRRZhM9jMNqjQltAX4D5OIxoB0+8OeAXlt1dMJbG2PDnPUGqH5Wb6w4dHs679Btr8RmOjrg+5qA9ch8xwPe2MLfuiMPyHS4dpFR2348jVNvChiL5hr+9DCeyWcDvvyIH3r8fG2T/8khk5/4mz1kSfFUr70UX2ntmIc3v6hnk7K5hEYeXioekCGPLzzdyCFTqo0fKBWL+AsffjVnzCHtjR/0ZOKFxwUuHrirHrh3Vw17LezygzwPyp0g4hZWAALy6KZOsFEGFiJPiOQFotoLqzKwSMEL6sqV5Hkg2M0tcF3X185PnUa1cZN30LKw0I0c+NuGam0k+OG5555bFyFks1Ughz9Onze/+c2n/4+1CVCv7rjlj4XBIlWtv8VL3Pd8z/ccLiPcbvuuqSdnFjt/P9d3uy0u+hntBV6ZByzKLsx8PxknY6Gux6wNlz5Qh/Zx+508mw/ygTFpAzL56uq7/DZA1fq76PLaokfLRikwttVPHdzTAxdNzz1Q12O1Wn9azFsiaDxR88TceLF5hnNoFT9sTI0DeLEYjTEhD28Tbq1AJ0bZzNrIilUzrqwD1WHjjA5/cwQN+jkUkOE3AH7lV35lvVJt/TGm8QFkG58OEOTb5Dv020g7ZOEvrdYbWtrQkb429MaxWI6nVBmenXREP2B+qx+AH71tzvHEWz08ufQA7GAfOYCuymQOKANtyaKHFE+84dXjx65qvVZONv7kwUvR8Q055Ok7eHTq4PUvvPZk6KPzHzGciwAHJgc5gMbBzT4BLb/rM/zIAfiRQ2c20Ml6hEa/8i2bq7Vesot8KRogP6AOTLl2O7gBdbXx9fGpeoBeWq11nayBum4HV7t83P9oOzB9LD0H/QXg8NAHxol2/M/3/IKlOQJXrThsHqDVFj3f8aN+qtb4147vhq8xqh2foldPrpTfyas9z1yOTf+gIWPa44GnMvkPA/RAHRvJM7/JBsaCJ/9+jA8dW/D1er79hwO3sYLWZR5wUEcDT35tO81pOqqDx8/YMybtAfnQWzVsdOHgLQK2+p0N84NebKEj4EcXci4Q+MC6zI/s0I6/gDbkgdGJDsY+vdWj004e0EU/ysNPnlx6s0MbPKVw6IA25ItZ3oylE58AcZAOaPAA2oNKcoGLB+6sBy4XAK9i13pNHTvBRlqtBVAQEjwFdSAPN8FG/jh9lAU2Qar2wV8gA6fqq3/KeEzQUgFXO2CR4ZXIWdTUA/RS3z+uTasd3IDXli0CD+Kn/tVOR45UkLcRtdgojyz+YdNnf/Znrw20IM9XcENzW6mNFln0sViQ4zbcBYwFRD/4TqzvXwJPq9HwvUVQ/gKvzAM20B/5yEfWBk4/AByn/+cVenhjSB2YevnbhHOZdCDLpqn2HKZHtWLB0Jrnx+mD3sZJarN6Qq1/M1dX4Wn676Lr8zygX8UPSHlrg3624ZWKL/JS40TMsAkW84wV40jext9GFQ/0NuB42jTD24yLTw6SAB5OrLThRYOPti55PemTqncQcNAk2xMyT/fR4kGew4DDKL3INXbVj87VOmQaszbkZGjHVvlzcGABcGgH6ApHH/V4Seleex7hWVtW7VRsoDc/8ae4Sy++oaO5BfDRD6BSvS6a+YUsvofUhhz82KlOWzzZoz08OWSjhVNHzuiivTwahzIHQ4cjeG3Inf6yjugLKZ/zAV/Ie5p6XqctXfAGZNLHpYzfHyJHX1mX8KA/mwa0p6+xJa3tC7arA/Kgnl8HB6Zd7afEfFet+Fa7DRyZx/1PbXy1xkq1aqrnlSHpcA7Da9KxSZn95MBpyxf00x5OWd9Uq7/RaqcevTGGB1/KG4faa2O86wO4Gad4aouPPhxabc0b48JBc8ZMbR/pCzzQaUsHMHk8gTIaMskmQ94c9BUcewx9a49GlvHkQO7hkzdizH37J6/t/+f//J8PexNyydfnxpbx4ZA+wFYyyWOfywXtjE/6eOpPV/seb56KAWzkN7zFEu3GZn71BqpLSryV+QmNVJk8gD/Ahzxp7TFBV3WVJutyRqxSYCud0PAb+/CT1qZXz2Z9Ow8Kav8YqrmGnr+GDi/t8a/db/IXuHjgrnrgcgHwKvRstRYxh+4JJudsBRWvbQlUQB5uaLSZvIDpCYxgOrjzdGgFsPPgiO85nQ2BDRHcBN2h96QAXlkKKskh+AvUD/JblbfwH1nY0oXtNjxuuGvrQ3dBXDqLHHoLO7z8bYJ+qtYrfeRY9KYPam8q4G306Dh1FmgLt7oLvHwPWJQt4L4aYqwYI9VhfOp/i/i8GcL35o06EieVvy2gj41Ttb6qYhwfp4+NzMink7FBV/XGrs0l3DO6kQQAABAASURBVIl0PTWtDhugaj1xhH8a4aLzx3ugdiwzftUaM+KKWGIMGBfGiPFibKCDV2+MoxXvbbTlZ5wYQ8BYg5e3oQXij8MD3nipBzb91h9x1lNmf9qLPp7WfcVXfMXhchgfPOlkvA4vB1hvj1lXzEu2iHtk0M08wMvBhExl9sizCZ05quwQq87clg4oO9QMoKUD3bVXRuNQ7RDiLQq0dFWH/9DRg//g6cq/QL52n7ADf3ggjwc7AD8o1z4Q4I1Onf7BW5l9QJ4uY8+U+Wz0pf/ohZZMvgJ44MsmQL4+c/DhY2X6a0cGPzhoOeDoG2+XuCxygHNoxA+QwQ76VOuwTvfj/gd+AKpaexp5eCmoJFd1+KqvFs/asRme3OP+B8397Irdk39YivYc6A3wlILJ8xVauGp9VaaudWAjOJdT1zZoy5f6k77GQ+32+gPwOXl4DC906rSvVgx3+YKXPtG/xni1Lh7wNnakdNVOiqf8pOQY63ibd9qQpe/ti/Sryzp4B3H9/Rmf8RkHmQ7+DvfAJcGMG/zk2WhP4hLBeIKnp/GoXoyhMx3JAfAuAMx9fP/n//yfBxw/sBUPerIBr2r9cKI3EtTDoa3WBX61xgk7Qe2+IBMvPqGnNmw8Th95eD4Qs8hib+05qcxHeABjQpvab1yhfeaZZw5fj2C3Nxz41/ySVmvtxgNUV/u94/K5eOAOe+DeXbBtAgVbBBVBR9AWBOBugmq9kiuIgLoOKoLOTW3VaTPgDQAy6aBuUoHGk2F6CW7/43/8j/VaJhogUOIhr40fchGIlEFdByRBsjoEYwFbvTbkVmtxFcRtOFwCsAGQgRYdPeGqq4V85P+X//JfHusBhF5s5Rc6sO+jH/3o8/SqqL5wX/iFX7jybK6NX4hb+k+fYU23ai30fAjHh/KAPsrw+rtuXzey+M9Yt+jJw40e9FJWJwWTnzo4UFvf2il74V9rMC7oavPjr1OMPuZ8tcaqr1/Y7KuDtwmgf21bxh9SgG5S+VcCZGlPnjEgD87502nq0OmvB2ng4aTo5Z8EqNa8q4enD+j4ccV6eLva+I9r8ACiNl09PH2A/OOK9fB2tfHToHa5djp4/QGUa9fVdQp/E4gf015c1rf63/iYjTQcMNa9gWUem6c25uK4g57Xuh3cbeDFfjJtXh324Hyv3AZZLHXwt1F2UWBe2PQaf/ioowedXAR/2qd92mE9+JzP+ZxjnqqRrZ2xjT+eDpdAHTygA9l41/YJvoB9aBwOXEg4jFqv6EIHfrExRzt20gtP/LQH8uj5jF/EVn7SXjs07JLHC7262us6fkAMgZfW1lUZT/V41v5NgrkAwZMNfEA+OvLI0V940VmqDj985IfOBYmyOrL43FsW7OBLfMnhe30tj+4Nb3jD4SmqwxdafjReyLVGshNvtjuc6S94Dw/sH/B1gENf+yBEB/aMPvJ0B7X3DnDa4M9OKXowNqEH6tmLhmwpPDmAHcNLHd7Ser4sfLQjY/K1aeDI0Fa/4IcG1H7tnt/Ir64O296aMG605Wf0dIIznmfc8i1fKxun9ENLHzBl9ex3yKeL9Ui9NuYaGfrOobxaFxFka88GPOloztIBXj2cOnbJ042d+hod29ST44APtPMnLo0Pc9fbiC7I6YRvdTjkohUXAL3Y4ACvjhzjx7jhFzyNGbbgYVx7GATob0zRwxuav/mbv7n2mfaX7DF26Upv7XwlcniTaYya++KTMnlSOvCltnypTUXcOoCrg4cw/unnzQa+wkMqntABDTm157C+UjYGzTeXZC5OzGX2ufjEj3+V+Zs+/MBOvPG8wMUDd9kD9+6CcdXVJtXEZ5OJb9J/3dd93XET+DVugdukn7a1FxJBBq8XAwKJQIi2kiyd8BTYBV2BRllegJFHKMjVbkMPmwSBSF21gq22ymiB4GhDCFe7LXztvAXJ5kE9mPYWAoEWLfzA6CJI4j34x5HyBTn8LQj/7u/+7jFBHX50tbi47YYD007+toDfAN30DTnS6qp/+Y4uxhzfWtDQ6AP0twkWLos4v9GBr4znav3oEdn602ZbHp2UPUD+SQfzh47/6T/9p+VzeXbyu7yF/k1vetOqM0bMndr9o/4Cj8sDd09OtZ5Y1R5PtdPjRX7EDuNUbBiwCbWhdUA3N8UMdViKe+alMaxsTk8cmTZ4mhPaijUOBxXyw6ZWvQ23v+ai3pwQI8QArynPoUeZXPzNJ/MIE/LJBdrRz3eBrR3qvT1ANjp6oKuuDj1ijMMAYA8ZeNMLLVnyNu/446kNP6mrvebB1+arPXnVelqHDj1b6H+cPnjiA+TFYH4E6EG1+hMveHzpV/syUezE1wGlWk8zj9OH3mzGUz04oa/WZnVkwlUrFqFlP1p86cpf5Frj7Rf4lg4D9MJLXHeIVX7jG9948D8ebMOPLP6llzI6/O15HA61IduYUV/bFvsU/I09flNHzwH6y8OTMT6DVyZPe/nBkS1vrNFJWzh84EElWX6prlI0A4vg/n91TVMt7Dkd/vqNHvShF98Y/3w8OqhjA1pM0AG88DD+5PW3tujR8Q1fTTu0Llrg2YiOf7UjDx1eUrRS/SyPH33OdaUDQKOODvSUp4e8N0akg0NPhrc96KLuF3/xFw8PTBzyjSVzVN8aO/oeL2OC3t4KsL9Dg9bh3m/ruFykp3iAbnQRN9honvKtp+j4OYS7CKAP3cgxfo1PbY1rMtDSxYUln/GJSwBy1WmLBzuq9aOL1YojZONJH7LRu5yQ8reYhzd78CYX4EUP7avDX+USb9GgNUZdnLDXHMMbP3zpol/1F8BLeoGLB+6qB+7dNcMEFTaZ4G75fvzHf/y4CeaJsuChHdBWsJZ/sWBBF2jxETik1dpsWCQEaPjqkBeIlI/Tp64XOPr7Lp/F/FS1FkopflK6TTsbvMGrO4fqcPM59fhqawNoEUFb13KHzt+VnTyaxwEWBnKqdfNrcRGsBycVqKV+B0CAp+P4Af62wAL97LPPHj/3cz93/Lt/9++OD33oQ8cHPvCB433ve99h8f21X/u14/3vf//xb//tv124H/iBH1i/U/A4dGOzBe67v/u7j3/+z//58UM/9EPHD/7gDx7f+73fe/zwD//wKv/Ij/zI8U//6T89/HChTaQFVTuL3Usd49o9buBHfU2ujY68saBf4IxrefPY4l3XhwdlNBd4TB54CsUYT9Se9DwPZ/xVKw5Xql8WzIZUDHZxa00w/4xlBw316mxWyVW2ATZPxTsxcjaq2tmYK9sImwPWH3xsdIfW2wSeAsI5TIB5gkkuGWSxkRzypdW6SMBfHXDgsCapH5nmFxpAJ+05B406ZU8JHQisOeyBq9a6aN7SvVqHenXK2tJL/XH60JMP1MPT54RerxTjqx5OHagWP3jxDh9tj9OnWn2JHk49utprDxvxsD5XB/7VkgWvzYnNOvhXsuupM73VQ9TGk8E33n5waaIeHfv4U385dDmMkSuli3b6x2HJeOBPdfyoDZ3R4CfPPmVt4BwQfS+cDHJnrOkj+gF02tEHwNXWWx4OfbX6qnZcpQtQX61L5tp1fOZQpr6uedXO106P06d2nh4AP+mpavVP7fpqleEBmmr1L/3JcngDfM23eOknY6ZaB0p+Ok4f9OziL+35Wxu6S6vVn9rztYOs+aTsTQFtHRyVtTEPydZ//I2fukmnLb3ppT059JBW6+Arf1JvyZbX3iWO34NiBznq7d/IMa/f/e53H96Kqw6vt9vvGi9e8Tfm6PsX/sJfWG+SkI+PvaXX86vDwZ3PtHG4JoNf2FKtV/3NdfbS55M+6ZMO8YPdv//7v7/+9CA8GjrTT5keeBi/ZGhfe34ZH+Twg7ikTjt+AtoBPgT6yPjlYxcH2vGdcU1vD9Pg8eFfbao1ZvFjH33oh4+3mI7Tx6WHOUL30eeEXmONDyrFC1w8cKc9cO+uWWfyChLsErwFhZtAQEMrcAB5IGBKXywIqgKOQKPNeXvByRMZeCAPJw/oJ63WxsICbmMA9yDgC+DdxEqrtRDLg7HfkwDl2sGsOtziCtJ41JaHht8Ewv/3//6f4mMDeszibANjkyjY+5qEQD+KjF8deP0WgPJ5fw3dq52SQ+Zf+kt/6fi8z/u8w0ETPHu6FPjLf/kvH295y1uOv/gX/+ICP0ZnwWWTPmXPq63Pg/wskF/7tV97fMu3fMvxt/7W3zq+7du+7fiGb/iG4+1vf/sqf+u3fuvxN//m3zzQvPH0JIlew0OfT/5JTs0ruv73//7fD08j2Pygvm9+85vXoq+/+F/9ua3KF7hdDzyt3Ge8SAE7HkwHBz/wYsbXjNXah2rj0wWA8exwKdaJx7U3yMa3uGGz7sBOlvGPVtmhBE+xulpvSqG1sVVnU62N2Ggd8Bq4J3DWQrEV2BTbONPfppgO+JGrvXZwwMEAjVhcHTbM2imjnTye2rOPfDo5qNAJP2Bjz1YHCAcBPpXSlX21X9vHi39mXZAC9PjgX63DEnv4h0+k+MM5MOOJN17aakdfqXJtHtqhg5fHSx4tXtMejXqp9gBdtWIPvDLf0LNafyaO/1ysW/PppQ4NXZXxZB9ZcPxEd2WHKJfhUmUXKnxbe7xU69BCNt/zLf0dFL0BSBb56sjk7+ogV//S9zh9avMZW+EBH5yqlwx11dqjwAE0eAO05M04GHp0D4PavLQbQFdJFsCTUS0dqoX3X+2LGTYbv+wjkz/5kb+kfMsn2uAlRcdnyvxAZ2UwMrVziNYfg9cP6M0ntpoDeJibHgDpG7R0mJSs6kp/9CODXHrznxReW/1PBjwc/dmC3tN9B1ixojoczD/rsz7roAM/mHPelLQv8fU4fx3g2WefPb75m7/5eNvb3rb2gGQYIw7BdGaXue7ATr/ac9Eh2wHbvDcvjRtt0bt84GN4fqArHQA90KjTZnSvPW7Ri0FjAx34mb/l8eIPuuhfPqcDn1br93KU6Wt8T5/Ko+dzDzzooo7f7H3pjre9sbb24ujR4M3P8uTyu/wFLh64qx64MxcAM1lN8PPOEghuArSCCxr5AcFgeA7uptRrReotClIBZFIbMEEHP/WCok2gMho4KaBHdbgEoMPwgVePFi95t8DSam2GhraCXoF+Ze7/p17AVxRcpaBaN+oCvU3KcfrU5nHK3uo/OhEgQLONnXAf/vCH1/e71QG+YLcA/ef+3J87+BD+toE8+pBDP31GF3ryoXJt/6OxeLFF+uBYVP9qA59YNPElV0q2dPSl42wm0KsDY5f8kwp052+ppxq/93u/tzbb9GWffpC3oHsKyqbB6Tt1F3gsHriTQownY29gytKXYrCxKl6Yfzbw1Xq9XBzDW71xbgOLzibegaJ2bDF/XURaF2yU0ZjncyCki/GOhw0tPjbe+NrEi0V0dqhx6S2Pp5hh/Zs2+NJxwDqFhzL+Nsza2uBrIz/6o5M3/2z4ydcOoNPegYEOaEZnZW1tyB0Mah8Spo16bZXRTTuGRx8eAAAQAElEQVS82KVOqsw3Um0AWu3ope2DQDdtAbpq/T4P32qr3eD5lt7VOgQPL/WDx48/9as8HVyEyDsQ8QscGnqSW62Yhn+13iDztN/hZWK7w47DknboAPn6jyw64I0n/vjyhfb6TOykIz30ce0DXnV1MFVfu3zc/6DnA3Vk8rW0tg+Q0QEdmWTTa2Sor+fzhMMT0BtMXt0APL7q4CrJle/VQfCJcaNMNzBt+QPN6AivfJ5qR2d4IK9+7OFXeTL0AxvNHX4H/Gyu6i+0fAWq5Vs88atdlieDXHpNGS94/MmTZ7s9mbnBLhcDwOHdD3Z+4zd+4/HlX/7lxx//4398PZ33GxCf+qmfejj0qxcz0GorDhgHdETnoZUxySYyxCW/8u+yCh392OwCyoWDp/76n8708YaRfsaPvuY7P2iHlzq28A/bxCS0Ul9HsC+Wx1N76cw7fcp+INbQk0xltvApPdDhqR25ZJJnP+4NWA890JGPRry0TyDPX0lgHx+Tja++UMb/AhcP3HUP3LsLBgq2Ju7YojyTWPooqFZTwUUAEUgEBHxWxSP+q/0KFrLavOhTrQXAj7SoG8BXoK0WqnaqQC59PeWu60VWG/X4StEJwAKgsvrafOTh3IAKhrXx2gqK6siQwkkBPdlem374qLstGBnVelqiD8j62Mc+ti41Rk9BHl69J/EWFoEd7jaBP4wJGwkLBCCvWhcU9NcXUnTo+dTCpoz2NoFs/MkF8nSRKtfWU3l0n3p6wj/JQEd61x6Tzz333FKXbWO7MWJx/5N/8k+u+bYITv+Nnafs5d+te+DpFmCcjQUP5pXPYeheTGqcoptU/JqNLJwYBgfQGbNijcOE2A0nxot3NrPnuOrwI2A23Q6HNrkOm+aD+IOPg4rYCUeGOeN1YYCfGKUd+9STY75J6eKQj492+NCX3jbleFbra1s21OirdZl8nD5443nKrh/adShwsEDrDTd8pfjN4QRPcxkNWWSSXXv+q8dP2ze84Q1LtnqAdvRGRza75IEyWedAZ/y0Zzd6efzl2a9ttdajaTu81MlL0UvZrc+A9vrHxQ2f6Xu2oQVkazN6aKtMvgOVPgJ04j+HsanXFl11OMjoc/bDoZcny+HNoQ4NOaOXfLViZoXdxwFZQAV6fMdP7K7tF/Xk6YOph6trvuwF+A1U60APD7QB8mjIkJ6X+WiATvJsMl7QK/P7ub18D4+PPsSTLef6qsOP/gPntPxLhn5B61CKp8uaP/AH/sD6uggfaKu+tu1ksQnvao0jfMw7dWD0lmorVS+vrUu7P/Nn/szxNV/zNcff+Bt/Y73R99Vf/dWH37AyttjKZn0vdqCnk3jBdmPHAx7jx4Mj+6uf+ZmfOX71V3/1+PVf//XDYdhXL/2pP18ttT/9v//3/64fE3QJ6JV7OrOVT1wY0I9M89DBGhhvYhE8XcQf9tGBLezylumMx2rto6o1Dqr1Q8vsYTdZ2hrDeJLJx2IE3+OHL7zUVyb4xJsPaPAxNp555pn1OxrmIv1+5Vd+Zb09pU/018giTx4YH9ILXDxwVz1wZy4ATGQBQEfVDiby8DdB7QCEVnuT/jwIwD8KBFkbKoFOAESPlxQIqoJMtW76yRBca+s5bbSv/Tq/X1JVPu5/zvlBVesvAViElNkoPQfBzmIwdfjRUxmc06oT+Gvr9KC8c9rbyPMBGN9bsPxi7bms2gvqp3zKpxy+1/WgDee0r1Zev1lw8KPbLEL8BTebAgsRfWwo2KGdMprbBAsf/saUcSiv7+hKl2ptyOHAcfrU9iMdT8Un+h8d+VpaHTYuNgRsqeeP1T//5//8+r4ng2wOatupfIFb9sAdYG9MgRcypbrxsPRC7Yxd4xFvccLchKsd6+Fr581hMdsGHh2eYo68tg7KNrBSh2m0Lno9xbNRRyPukGeT7sBp0w5vHil7u8A6MBtk/Cui1p8Tg3cwp4u2+Nn842FNsbFHLObIOxBNrKnWoZx96NHZgNPPWuUVdDGLLtX6bj17AFpPNyfeVlfzGS/AD9qicfCgA1nnQF+8+BXtpPIAH4AX/dkGL27DT1me7njhrzy6kwHgtcULHX0Amfig1xd0rf0Vitpxy9qhTnt8tMMHDi/8+VVbFzv6RZ34Ry/t1MMrGxN4VutQpZ/1oUMY/3uCSye66XP2kqMM8BtQBnRAA68sD5TpIk9vIM8OPtU//AUHpq12Aw/WD83QKw+g5Rv6A7KV0eInD9TxAb8rq+MbOHn0eNV+4MB/dKe3vPHHb3B4kS+t1luHyuwzjo1nMswR85A/tcOLHCn/Afmpw0O70VFf0BGejvBkaqdvfZXDE23tHcz9SLJUnzq0+8tN9kr2TNX6egc7zGG6mZ/GEPsc/n/nd37n0M4r+A7WvibkQK49P/Et29DCe4PE5QG8fsWTD1w8GF/8pcxG85heaNRVB/v4g9+NQQ+a0LAV1J4P1dqrsN8YR08fvnZxgT8fsIdf8GAT+d5mcEHyBV/wBettCPrQm854iFv08dcSHP593YG/a8smiy7H/U+1fpvhfvGSXDxwJz1w72m3yiRmQ+2JLA9qb2jkb4Jqberwqeu8NnDSR4Fg5EBarQP+cfpMW6lAKrjISwGcMjiRr3+C1cqc/hPw0Z2y6995fiFO/9ngCYLDY1LBTF5gtAhYSE7k65/XwWQGh07ZguSVrMHDVZJbBcGebELkLXwCNb1+67d+63n+5INq/bkq/rYYaHfbYHEmg050s+jUXiD0vUXR4oRGH7JHH9AX7jaBLvQi81we+eTCyfMtPeGmj+GVn2RgG/+zQ97Fmc0JP9O7WgcOeX/SzOagnh8L1F3gdj1w17lXa52onZpD4FF21x6fxq4xbJ5qZ4MKzMFqxTl1cDbrDm02rtX6fRdx0UbYpt3m1WHPht2TuaG1sbZRNtfNGRcC/jSYmHWcPtX64S58bNDReUIG6Ff7R+/ENGuHdp7qkW2toY+4Sx49xV/zDb3DDx4AXqwREx1ElNF94id+4mGjDodOPTsAGWTiXa3Nt9hWrSemfHMO40NpXfcJnnBAnhxwMn/9kwf6AtCTH8QT9PqDnYNTPudFB+3RArZhjFe1vtZBb3Vw+ItXaPgJrlJclx/shsMHqFAmQ15KvgsAry7zD3763sFK3/E9YAN+dMaDDg5pLsztA4wNbdCyA93IQH8O5AI8avcB+nMaZTT40V2dMvvZrb62rSNHPUAL6rr+nGby1XoyjJbObAR4n/OZPBqgTHd0Q1+tOTx1xne15h799Q8/GYd8zlfw+OFjTNDjOH0cUM0xeGNb22odYLU9Th/ytR8YP1VrTGuLNzl4VadWx7poUIeneaaPfd/eDw3/0i/90vrhPzY51BoXLgvt61wEPnN60m1uO/z6qzme8Hu6LxaQY+65/PPmkPnockFbPID5DlxojB+kMyfYpv0f/aN/9PDGHVp28Q09xSa6efuA/fykLR+Q7wcKXTroA3TasbVal1bGDh/zh3qp9i4u+QOwgUx7X74XU77oi77o+Jqv+ZrDbx+Q4+1Y88R88PsILjJ+4id+4nD54Q0E8jmbLPKnjC9QBmgucPHAXfXAvafdsNqbBRNZcJIKKvICgOBxEwhatW93BSy0gozAXDsgP8pHgpZAKmAIJujxoou821pBRR6og6vWggSHFp/JC7CV4gK8V+b+f4KjrB8CrNYiJtgdpw9aUB3+fuvgbQYEbDoKyFJwarKetPiRNbop03fqlF8J1LUd+FRrUacjm/UV+8m2KAvgFmKLHXpQLRvZDf76X//ra2OMx8Bx/1NbXu30PvplJXxgLGjMJ1LypPSWKo/+0tpya6doXi7gDbQ/Tyc/8vhu9KxruXylr20kbMrwGZz8OdR1u3P8q5GnLzjnVY+WZ+za9LJTW/PVWwAzTsZmeL9v4VeObRrGVm2mn6TgHCd/gVfsgSeWgTF3E1QrBtfNKQMfxgf+JtDGGEZjDhrHNsUO1J6WGbc23sarg7nXva0/nrjZ6JrX4o42Yr25bP7iCax1NsfmiMsBTwJtcNWRod1syqedcrUOq9raSItz9NOODKlNPBy+9LQ2mnegdgynG3rzqrYP2cpuAI+HSw0xXZ1LC08dvXFGR3qpY4P5XPsiAl9l9fSjk7ldrfUKf2U+4Fe8pXxJpja19wdo8VPPJ9rRXZ6PtWUfeei0pRsgFw4P9qCHkyeLfvjy5dA4hFnb4PSr9tV6vRmttuzlS3RkwxsLcHjC04s8Bx3rosMYX5KvT9hOBhpgz2Nc0YMNgJ0Oew5uxhYbycebH8hVBtoBdcraqwfneLLwhUNTrd8uoDPakVF7nMDhCdBrh7+ylH/wVEYL5NWh5w8pvDy76c4P1XqdG5592uDHZ3ga3/pZXxkXFdbrsI4OXhtjkF6A/uYfnurHp2xWx8946UP15Kqjk/bqlpDTf/BoyCAPLT+hYwcd5clCq/+lcMaOwzy7zUevuL/pTW86pHRgGx5845DvrxX50d+v//qvP/7+3//7h7cFzHeyjRsXeL7/7wGTA/yzzz57+PFil+f2h+qso35TwKv0ZPmBUT806IKBT4H2LglqP+E3Bs1rOvMJfxuv4zcXVt6EdTBnE51d/NUeH/zGR3yhjr21+1Xc408XHvbZ5ggaOn/lV37l8da3vvXwyj//+fFovxOkj/jIftdfb/IwiR+0O3XJmodo5KurNQAO1Mapv8DFA3fVA/fugmGChgDHFqlgKO8pu9vBm+D7vu/71vfnBBhttJcKQNJHAXo383So66BROy8A2kQITsNLXuBWJ2DCkzd5gZA+Ap26m8ArVVNPF/lqHZbxs/DTTZ0AavFRPk4fOAvNKbte06IT3ZS1ld42TF/RhWx+INMi4dbWIjc4els46WxRspiivU2gl/5zc2wx/chHPrJ+gbZ2/96m7BfDm35u+C2SNuo21RZAT8r/9//+3+s7fFLfnde/w7O6enI+uCcx1d82B3TT78aCP72obKPEfnnzxXhwASCFs5BLL3DbHrjwv8kDxmi1LiyNSePZZl1c0c54FfONbxtU9HDGtPE/MXLmL7w47umfjTawuXVp4LDgMAlsfh0avBkgRoivDpAOOuSR5a0vXyVQBwfo6GAlVba5x8+Gnl540EEbupqT7KC/FB2whqChPx3pIY7apIvv1jdz2IGCnXiDar0BQL62ZOA7OqEB6q0J/EkePdCyizw4utMBWG9djngSjoYN6NHqi+FHJln4VevJJPl8gZ4v1KEjmy61D/fa0WkArb4hu1oxV1u+0R6/BwE/wJ/TV8oOVtOGvsOHLWyly6RwQDs+prsDlwMYe/ncGJq+pC89Jq2YvA5GK3P6j84j81Rc/7QB1RVt7Xztw512iKu1L3kY/XH/U9dta7dHP3rhpZ/YxtfsZQ/7pMqzz6Gr8n3W640LeXYbb+orqNXH5Iyv8CNr5OhH/I0jOCnfArzQ669JMdVX1ZVf4EB15Yexi2zy8AVscFHK2AAAEABJREFU05946nepA7cfuz1OH2/2sM0YNoc/+MEPHu985zuP97znPYcHOWKBse+Vd/sCejngeyD02Z/92evAbG+o/5955pnDYdqhnwztANsc+u1vpfxq3NB1+sAllIM/er4Tc8iiPzv42tj31N+8M+/50oUAQIsHX+F7Mm3tx7WFt//D18WFw78fNvycz/mc48/+2T+7nvbTXxv7nl/+5V9eX21w0SHumSP/9b/+18OYJ5MMPq40+bh+WcjLfxcPvI488NRfAAjiJvWAvhMsBSgbG4vvTWAzIohqNwFXXjDCU/4mqNafYalWQKnW613aV4dALBDhVZuGznACIPzwF6DktaWTAK18E7hVxUNb7dBOSo5b/6kTxAVcNNqor9bTeEHaBgGtenXS2wZyRt+RTab+oxP74AH8gAsANkz5tlL6ve997zssmn/6T//p40u/9EsPB2r63ZbMl8LXkzSvv1kYXXRJ/Qqw19685sdP0i/5ki9Zeg9v/nxSbBidXii1GVBnQyL9jd/4jfWapLyxY7NhI6Xs6UUle4HH5YGLnBf0gPEpThm75pu88ezi1oHCuFUHxHybesyUbWJtZh04tLPJtqGeQ6HNungOb42zuRYzbZzhPIX2Y7IOCH7oS3wnz5NNhxagDT2sR/SydtZeE8QI8U8dO0Z/Oth4a1/7sK4t3cmw2acPvg4f5NuEWwvR0d/lBR50AXiyBdCRvdVaS/lDmT7yQ4MXPL0G2G1ddRHCD+rFB3aqQ8dG9jgUwOGLJzz+QJ5O+sEBBA4Nfi5iyMb3fM8wZTLktZGnC79U66AJjy+5/Itn7ZhFL/arlxoTdEFDH/y0qdaP5tKpWodbdWymk77gf3sgutb++sd/+2//ba0D+sfhig7qgfbk0AFUV3saOqsD5CtX6yn60B73P9XVARetNsfpU13h2Tbt6lpO7bw6cJw+Uv6Q0nHsYyN7zQ9zQb28OWNMaaMsrdYPUbLXIZYvRzf6KWuvTko/PiFDqj8nbz6Qy/fGBtBHJ1WXv6R4S2vbUymu+uFPL3R0Ugk/KX7Kxq0LfX1l/2ZOm3fmENpf+IVfOBx8f/u3f/twwabP1Rs37OIrh2Pf+ac/+9jqUP+Wt7xl/bUAT/ddLAB4Fw7a8p32fF6tvqYXu0cGHfmebi4I1PMVYJv55W1XD3NcvpkLbDIu1fMB28gAZI4NdDhOH5f6ft+HvnPwFz/w8BWHd7/73cd73/veg5+Ma5cjHtaIeWKReX5is/QnEyhPKn+Biwdejx546i8AdFrtjcIEHUFIYAGCyE0gaAn2gqNALKDhqW3toK38QqCNW9Wpr9aTnil70mMBUR495OlqYyQPRu4EJWWvMKm7CQT9acMOMs7pvaqlTE/52jZpM7TyNmeCNdra/qSD8m0CnYc/PeT5Hsh/9KMfXU9N5IFFQgrO88q3BfxEt+qwIFpc6Tf9eltyXwxft/r6rXa/akNX/S0/YNPK1xb/2v07dU9yyg6+pqPNgdQhx8WHvlA2TqePlCc/7eAucHseuHB+YQ/MWERhLNc+BBrD5qnNtDp08mIKMFfFaxty7dACG18HHG3Qy4vdNtYOIto6nFjP0HtyZn7YhHtSZ20UA9Rp75VfhwltbLzpgTdAgw/5DuvaKpt35pbDhDptbLIdvG2+XW542qeMJ95itcOLCwkXlC63xVG6OKzRhc0OFuTQmQwpPeijjo3wykCdtoBu5PKHQwa9AB35pfZXC+iBns70Gr7kA3bRqzY922vHVzHIAVAK8Af4SPmGzWIymXjRlw61ebAPfui1ZQd7QG26acPm2jEbLb/ynbyULfQGdMIL2GPQlV/wMFbYbE9iLIyuUrzIBtqCkV+tg+vU0Rso65+6rq+gF706dACyWnh6qpu0Nh4NqF2unQ4tPnxKX3ayT56efKpf+ZqNFVbr4Qb/sIcvtOczUPvipFp/+nHk8AX6kVF7zpKvzmWOQ6uyfnRgNoa0oQsaebpUy2bK1M6TA9iPDv3UK8sD8q1z7DTv9SG9xQU2eRvR9/z9ST3jXduRz07t6egC4Dd/8zcPh3Cy4NTh6+DuTRxjXBwQL7wRQF5tv5BJHpBnM1343JgSo7RjE77s5g/8PSzxkI2Oxp0Dun5A5+JAypf00pfmDv3oRIb9ja/Dihn+gpVLUfHEDx++//3vP7zhYI/oYsuYBt5+ZKtxX62vC9EbX3L4FlSSC1w88Lr1wL2n3XJBhw2CqbxJDuBeDAhA6AQsgU1e4JC+WD4O6gKvNqCuA4sNUV2X1QO6ntcps2FkCuZuZNHeBDYD9NUeHT2GR7V+Ld8GC87mCw1AL1DDV+s1qQmOtfVFg/Y2gfzhP/LowQ7+8P0tvpBHZ1GRPi6wMPKTxa62X/ib/NFJ/rUCC57Fni61nwrRhQ/500bWwg1XrSfnfI5+8OqeZOB/+s04YJfbfYu6caJeHWDblLW5wK174CLgBg8Yj6qNU6myuWcTO7HMXIU3rsUZ81nZ2zs2v9al2nPbIcfGGR1+aP2wlnXA67do8TUHpNVhM+1Q5HBMto21uaKeDGAjX60LTht0+tmQk0OmNUQsgVOnLb3l6YGvOht4dfKe0DlUOGR4M8crvHTHS1wFeAL64sMHtQ+7ytZlvoB30AJk0V8b+okD1Xp1WGyG5wdt6TK+l/KXFD/t2I0fW+ClbHKgwos8+tX2DRzb8AF0hNOmNo08f5PhIOUQg48yenGXD2o/LGALPKjWU3I204csNrJJuTrmUGj/oP44fdiAhr3401mqjcsm/aIfHaBO5Ic+Hr21gaNftQ7N2tGrWvpM3XH60O2UrINtteqrVT5On+r0//43tLt0LJpqtcET1DX9cfqct2E7GDp19DqRLR7K+oyNfMpGtsLpA7Ro9Amb2YofXwF0/GROwLMbDby89mSpR2+/6IJpDq3w+tZYqpZOtX1I5+P0If+ULL9KQXXlCzLQALL1qQskc9qTe3LNbQdzezjy/T6S19vJoDcb5PHCAxifeJHnAO7CwMG5WodiF3W+Jmusa0s+u40lc9PcNX7NEfMJ0MNhH/i9EmOb7XxrL+JBA34O+364UGwyXj3scknJLv1CTu23UrTlazj+ZYu+hGMbnNiFjzdCPd33xoNDv4M+W9Hh7YJB2dyHYxM+fCHlC8BGNstf4OKB16sH7j3thpvYY4MJb2Kb9HCCofQmECAFHu3QCTb4yKuT3gQClQ3OyJIK2HQAvo/1YKCp1kLhZlSdNsfpU3vhOGXXP8F+ZW74T8AVeKtFVdc88LY4zaI/Fwr0AhqwHZ3vkCuD2rzkHweMLhO0yYQD9LJ4wAG+ler36Sfl2wKLGR+Rp5/oCMiDl76WYMNjoaYLf1nkqvXqLH0tthZEOupnKUA3eOUnFcxLdtGvWpsoen/4wx+GunrbplpviuinVXH57zF54CLmUR6o1nxEZ3yae+aluO0gYc2p/TTSwQ2NeptwT8odmsU6sdxmW9mcR2ej7aDgMGej7o0280W9wwlZnvLL20A7CDgsiQ3mkZjgV8Bt6G3wyXXAGN2sHQ7v9KLPzEdtHbQcrNiFP/kuG4B1sVrf5VfnIEEn+tvgswcvqTKd2UNfqbVXKt7TEe20RYuuWq/1ji5SPnIocVARp+ksNlon6asteYDsul7rtHco8iqxAwd/sJv8av1ODhp84QDeLjr0ozpy6K6O7mznX75hQ7UOfurQAHhpdfhUa38A52mzvjBGjtOHzmQ47OgnssllF3/Baze6s189On3OL/qGL/DGCziE6Us8asdSOp5ELn3pCPCGexCqRVddVdGpWjFbnnwgX13ZiGftdlM/6dRVi78yvegC+JdP6K7MPrbLs0X/sN/84EN4cJw+UroYC3gCNHDG14lkrSny6pTJcZBFp8yXxqU25NAbXhugrA7ASwE8QIMXPeEBPJw+o6P56wf7vArvlXa/gePNT3MKz7GTjvxBHz7RFs7YM47tpfwJPL8HYpyg1e+ATca+CwHjip304Dd7IDTaiA90VkeuNg75DuLaiUV4uJxyGNfGfNCeTfqPXvQemejMH/yGvxiFh0uE//gf/+PhQZC3GFx6eKuAPDT05PcKyxVn+RAvAElfIA/IR3OOg7/AxQOvNw889RcAM5Gl03mCjLyJLn8TCOCCpPYCAlrBc9pLbwIbLjeh2qHDo1qBqDr8YMl3fMd3HN/5nd95/N2/+3cXyMOp02aCvzw9pHR6MRcAAqzvVgnI2tJDHg8g8HvyAu874mTRES1AA7wmJgVopeiktwn6qHbwpk/tPJnssAC57VUGFms2aKf8OMBCOePEImZBpCtdHof8m2Q4ANDFppRPLHrK1fqV79r+VGeh5FP8lJ8E/enyKJhxaFzSn302ATYOM1eHB7vk0aKTv8AteuDC+pEeEMsRGZPGsvhlLvp+vM2yw5h6sRytOpt/m2ZjWOwRx132VYfUYRqN79arM//ROvDZFFfrV9nxcChyiMffK8NAW5t1OtCJ3Gr9OrY2DoUOiHhbP2q/Dmz+iYE26jb2ZMKZhy4mHHZdANDPYdwmn30jAz/xFL12QN3wZPsAvHjGN+SQZz1Qz4fKbGKLmIwn3/ABe7Thc/Ro1dPLAbG2rfhV6yJRLHVJgh9/8lttutpP9/EkQ72DFj/wlQMMcHFAFvl0pD970ZMP4OgkVimjrdZlCZvZqw7Qz2EH72odmtnHXvLJYiNaef7Whp58y1aXOA6B6OX1J9vohQ49mwF74Kp14K4tc2RIq2M+aIFyXePJBvBAfuCcvlpy0MCDoZPyFeBLdeSD2nssa5g+ZQ+66nAwRqOOX7TD39jjOzj+x5OM2n2Mjv21+0KduYfvAF/xs/4cfni7pPGgwpzB45w/PnijA/L6mXz8zA9tyIBTp+yAaz75cT77zH//7//98S//5b9cb2uyFx9jUT8aR+wii354kYUXvAs+Fwh0Nsa9Jq+/1YkXxg3dyZy4MAf6KYs1DvveSnBJ5i+OeMDlMsK4Hx7sIZteZMjTp/bFUrUu7tTZu+I7X1GiAz72o9Z4v/dj/0cOvdWJT+Y9vfUnm/mbP47Thw/h2Mq+2mPMPOMndOpPpJd/Fw+8rj1w72m3foK8QDeTWt4kB3A3wQSLagUlAQK9AIz38YiPxcZGR6BBSraUbOnb3va29edY/LWBf/gP/+Hx/d///Ye8P9GiDg15QH7a0cPNL9xNgN5B6NyOoa/WIVDwF4wtJhZGuoJqbSiO08fm55SsxbiSXTf3K/MY/mO/gG7xIq62DvJe9dIfFhFlNOyQfxzAtxY1KXkufPQzPZRfS5g+tYGm0+higwKnn+EmtQjW3uBYNNU9ycDnxjj9xz4bWZsArwMaB+wwfoZOG/gn2a67otvFjkd7YMaimI7aODVeHeocGhwC4B3q1BnPxrfNrk2y9sa8zW51ONQp26zbMDsMiO/iJ77aaS9eiuvWMb9TY62y4bZxh7ehtnY4wNpQi7Ezx7SlD8wOHh4AABAASURBVDxZynQUB+ktNc/YpA0Qc+hGHpBni7k7m3ExiRx6aquMRgrwxEt97UO3PByZ9EFHH37jA/ook0Eufuq0cTARpx0SHaL4SXs6qOfb6uAzhxt+851mb17UPmTix3Yy0OPFJ2ThRRbf8yN/wqEjlxxtgdjLZnzU1T4QodXvbFdHL/TwbHK4ZDucOod58qR4oqGL9nRQRy7gH/Voyaa3CxprmMsAef3Ex/RmKxl4KZNZrX0Cfaq1Rzjuf+h9P7uSaqX+U1fXZTLggHpQ1/XK6gbQ8xM9+EVZHbrREd4h3R4HnfHBF/DslZ8U3ezV1LN1ePLV2MxO/MH4Rp02oPZvQ+BnPKlzWPbEWmre0AWevoDOUjAypfihZScd9B0b9JvLOWPLfH3HO95xfO/3fu/hYEyGSyG86MgmX+Mxx30d1UUcm4GYQTab7BVcBOpz44m+xhZ55qjLBGNFHbzYQ46n/OaRiwB4Mcc40w5Pb9zwA90BeVJtvbHAtvHF2FutryOSwU6xCH/zkAwXo2IVHmIVHHn40LVa+1O+5gcyzQU2ywP+lKoH/D0AzyfSC1w88Hr1wL27YLjJbTLXXkyqtUhVjzRPOyAwIMarWr+wK2+REFimzoIgP+AX1icvRTttJlhNwCKntk6TJ8OijEb72oczeeDWFq38eWphG9zHPvax9Z0uPPAbW9QLvp/yKZ9y4GOxwAONOqk2grXXwwZHb/mRIf9KgJzz9srV6iN4ZXrxQwW1Nhwy8B/4wAfW5Qzfss3Ca9FUXy0+leIC/GQmrb1YDI7N+OIFZ6FQRg9q86rWjwPpT/W18VOmr/b8qp08wBf9OQ7+lQKeeFTLZnm6AHlAJjr9Lp2+HBplNGgBGv3MBnpP3aRoKslh0bfAVusNF/2hvcpq6aRsQy6Fx1dKbnX1K9hw5zKUHwZknOtFPtscNj70oQ+tX7+mP17VKk+b6mEsn4dDW5uOzvgjMEaA/DmQO2VyJ/86TZ94s6s1Luvh6W0bUHujS47Nr3FqTthoi7s2+ja75oeNtzEortgUu+DypA6tMV8dDvs2zdoZn+KgMfzpn/7ph0OdCwWbde3xlPfa/5ve9Kb1WwDiADkOFdo5sOLn8GvD7TChHT0dhm2+ybIxJ8tG37g3D5TRKFcHvuz8hE/4hPVbAjb0Dp7iK7kuIPDWxjpqXrPBxp4u8HyEB6hr3zkI0dPhR14sQksvbfHBm2xz2MFAHCKDLeSpI0tb/sRHPT3xkf9Df+gPrT+Jxg/4sI3/HWTYAU8WvPZ84PDigKI/HaLg0LMHDWDP9C1+ZKGjD/3qet1XVgfIcVBnK2CHQx5fTx3e+sXhTupgxyfkkjkyjA8+MCboyz5rqQsNh0Z5vPiGDnhV66BlzNIZP/aDyfM73bQF8nBoALpqvU5PLzi8jAl0gDwytEVDT7hqvZXC9+gBPwN6soGdxoY2ZOlfeqjHA41Dr74DcNV664NsctHjSbb2/Futfcfoa8yr4ydtHH75Td7+6bnnnju8rm7sAXh21vbhuSx5euMnr6/Zro14gJfX3f3I3b/+1//68N39oTeu0OpD45bt/GJsGCv0Mg71H91dAvDB2ORHBO0JjRd6ihmewuPLRm2NUTLwpRuf4YcXHzr0e0PV11/h+c64EnfYRCd26AM26Rf8jtNHHp7d1WGuGLOnqnURZ1wDMtmMVv/rX/1jvprblSZXgN/IGCTZk9cXD5bJuAmm7SW9eOAueuBOXADcZscIoALHyJgAIojBeZ1OOiBA1Q5M8oN/obT2xkmgQyNQD2+B1Wv7ApS6AeXRSd6mSKq+ujo8oxE0BWk/IDN8h/Y4fdBYRATPU/Fqsyw/tsq/VkBXGxgLrDwb6MxPL1Yn7dBW640I/JTxsWBY7CwyylJ9rl676Rdypz/R1PXmVN20kZ+2g1N+UoHNgH7GSu2xy3Y4dTYA8jZRNgTje2MGqENvvPCNDQQc344PpGiGvrYcdDcB+dppj05eql+8FkgXPKXwtflOP8DdBNoObbUuEJTJZY+2ZOMPzxc2QPB8IX39wsXyl+oB4xcYW+aHja0Ns02tDbj5I16jEfPgjXUbc22MSwcQ9TbvDnU2/NYhl7zmqM24mG4D7mDvIsFTO+0cEBwUbNTJt76QSYYfCfOE0QHBgcBYt6l3AaAsb+MvDjp80Mka5eKA7g4H9OITcwa9CwY2AnrBA2Vy5cUdMthKpjJQj45u7JZXr425p97a57BBD/OST+gyurEVLz7mC68r0wk/lxPo6UuGp8gONWIC37iwIEtbNA57Um1GvoOLA7S3BshUh56uZJBFT/EDL3l+YAde+hQ9QF/7twasUWjpIu5YoxyKAD/TXdtqrdn6BJ3+R6sfyIOT4s0m7cVnOLrRAT3/wSkPL/RkAO0H8AbKQ6OsrXTopcrwlWRdJmgHIOgnfRid9vjzNX8BuNq85PWbsWO863f+5zvt9HttWnbrH7LIVAcH0OLN11J8+QCokwL9UfswjxfAB95r8X6cztdrXAjhYY6oo3/tvQcf4zl4PNhuvBjL1rTf+q3fOrwSjwc6OmlDPzi+G4AznlzyuSTw/X5j3HznG3PDE3xj33ysDjHAGwPihT+rZ77rf4dqdC798ORX/qKjuWWcm0/KxjOgH9kuKuVdULLHXKaD9gPwk5+UbfJkkck/+occ/NjNVrKqQ/+iGz9oe4GLBy4eeHkeuPfymr1+WglIgs1YLCDJ115Y/A1VZYFMoJIXrAQvgV/QuwnQ25gJwPIWAimZeHrDQHsLkFQdUC+F85oUvciDo7N0QID3a9LVenILr13tsk3M8KvWhgLN4ORfK6CnBd0PwFgY6MFOeYuf8k3AF9Ui4UN9M+2GBzst5GgR2iBJLXTVegqgDV2O08eGqVpvXZyKV/6SH0CL/5Sf5JT9oyu9z3WFt0mCq+1HY02Zf/gNDZCHU2fs8me1Nn38bn4AePToXgxoU1u2ftBeO99DtMkYfeBq08mjlT4KRhd+QEvX8YONCDwZ9FBvbmuDTvl1CxfDX5YHjC3jaWK9TboNsw26g4yn0A6UDvDGt428seYJnjY24uYkPmKVw6BNvbXIRQDeaG3kHUY8lRQ/HfodED1BduBUNr4dVPB3UfCzP/uz69VchmmLj7XJeDff6OgAKgZaN8xz+tOTXHzopp5evsfrUsFTxurwGr747bAjXmgjLtPHIQAv85ZM8w4/OjjciS3sZbeyNuodCviIznjzkTWDrvxKx9pv9ZHPf2Q4SNBTPR1cvJAB52IFD3zNe37CH0+gjnx8+BRPcQnQmw7ihLWdncpsdsiiv3YO4H7kzBNQOmjLHr5WTz/02tKPXwEf0BVv9vKhNtpa611UaA/UV2uNmrz2Ljf4mAz6as8+tlbrIYI8XQeO+58pS/FEV61avJSBeqmKuq6nF7x6dUAeVFey0cEB9ICefKCfpMfpw8/GA9Avxgt/Vut3FbTTB/pVnp/5Dg94NvDhidW6ACZPHX+qk+d/40xbYGzzs/bGmD2YOeAAb66Zx9UxfYe3enONrNoPEODQ6AeXbH4Y2mFav/OlOvZpQ3d8AB2ldJECPNg+ftOe7sYuvznc/9zP/dzxzne+83BRUB3seMtb3nJ85md+5nq7CC176EAmO4YnnxrDvpL5b/7Nv1l8vJ0gzvAnX6A1P9jFZ/QCo6/8ABwZ/Ex3cw0PZfryAVvQ6zu26mMAd4GLBy4eeGUeuPfKmt/91rUXkbpewKp1kBaQbKZ4QV46IPhZoKq1+NbDU0F62sjXpsNPewd39YIlqF0vL0hWhwAseMKhBRYL9VK/JeD7YbX1hh9acua2WTt4IP8kgVvx0aea7CPTc1vZZaGxyExDC4tFdspo+JNfLHjw+kVqMapWf8JV0GssrMzpP4t1bTz6E+qJ/8dmSlpYbXjkz2HqbdAf9Cd7jTEw9lrUbTzQ4sNX/Dl84NBLHwV4aIfn0MLJ67ePfexj68fOhh9adaB2P8i/ENhsnPOu1gb0OH3ozL5T9vAERNmc5CP583ZoXm9wsffFe6Cux6IxauyI2Q7TDhZwDoQOyg7zn/u5n7suHkkw3swtB04bbGPWhtthVmo+VOvJnrbmnvXH/NDGocMrxQ74cGKe+UKezb5NPh0caFw6ePMAbwdETw/R4UuuSwGHAIdeOJt0hwY62vSTbW6InZ4GWnsc6v2Kt18gR08O+eINH4jJ5hn+dKFvbX/hgx87qvX7B8pswFcsR+MQrW21Xhkfu9DRz/z19sInfuInroMOn/Etf7DTgR+d+a3OQdJBxtsNbKoOFx4OemygN2Afni4AyJLSSRt5B2220mfs0ufs9aRWf4uP2vCh/q3W5bJ2cPqeTuyWVuuH7hze8AFo9Ln9CFvw1JZv8dFWSmc2s1MfotPW+EODv7K2cMoDtfuE39QBPJXB8IKrVhyVP06fal0EK6OTntBr7Twv15aBNz3ME3Rsq11HT/7ib2OJH/jbOOALbbUzZtjKFjbgQe60l8Kj1cb4g0PHP7X3fnirNybQKxvb+lYbF1z8qg2ZfrjOAVsbeDrIG1/mK3vgpm+UjV2XZfZibCCH3tqpH6jW/qNaKD6qlq+1qZ3Xjl3k8Mv4Cs7XCvwe1Vd91Vcd/+Jf/Iv1uwLeEP2yL/uy4+u+7uuOP/Wn/tRhrf/VX/3Vw9N9lxL+8oA/PSh1ySFOuEBER19+5Tc20sM4Nr+P04cup2T9m/yk2gFtzSs2s0nMARqpG77iFHnwtX0gf4GLBy4eeOkeuPfSm7y+WghOY7HANnkBzE26hQBOkIITbAUoZXi4m8CCg07wq9ZhRlkgrA6BWdkiKa1WsD9On2otBoKtTdmDMmsvYBZJT5VOTda/2u0UqsOGTx6MrvJPClSHxdFiQz8LMN3GXvkXgvGbvrOwWGj5XL/ipZ1Fmf/l9amF3OYN3dDAq4e3gdM/yqD25kZ+NsHy01b+SQf+seCyma6VZAG/Ad8Z5DebCXTjA/5A6BVa/rYpUrb54IOh1RYeTvpiQTtt6KiN8vT9Bz/4wTUH6KfuHIb+HPdgnr5wM6boSm84dQAfmz/5sdkGFM3rGC6mvwQPGL9gmhhL1grjTvx2CDW2xDhj+bM+67PWgd44R4dGqk5b7RzAHeLQWHPwF8usSQ5FNs3Gs/lqbtuQO4iKpWQ5FNvge9rngO6wgp+DqoOCrweY09qIm2IgvmKlslhoLpoL9K+uDnTq8SXfQQk/ByMHCIckMdY8Y4+DNhyb2Ek+XekjZZPDEhp1Yizd2esSQJ2npw4l+NFJ6hKDvuITHvjzId34WV6sIsMTdfa5/LWW4uWgg47ug8NXH2rDh3jyNx8r6wf9w/d01JaOZOkvh3M82CL9I3/kjxy+wiHGONzA84F21UF3vMhBwzZ01fo6Gxx55OLHBn1oTLANH3Vo+Lxar1GzS0zTb+wB+hHN2AFXrfhaKS6gA37k6QMgz0Zt1SGs3UY9gJOeA1qAJ/xlXyBBAAAQAElEQVTQwOFpDMCxRwqHTpmufMyn+lkbwA60xi1f0mv4V1f7J7TjG37EE8ijZ0u17DdW0R6nD/7Gvj7hY4d2fjYGTtWHsfLRj3708HWA6tD//I2nen1s/Jgb+la9OemgbXzTq/ZcQj9QTXZdpvADhBRvMPnatPjjRx457DBfXDx5++SHfuiHji/5ki85/s7f+TuHrzCw+au/+quPf/Wv/tX6y1UuuIwn48r4tQf41E/91MOfJfyMz/iMdVnAF+MbOog1YHSTArqdp5Mnk99dtpl/5re4BI9GXe2LvRkP1eoX9Re4eODigZfngXsvr9nrp5WgVa2AWy3D4WQczgU/QU+QrdaibIGwILz73e8+vCJ1Ewi0eFnALDzygvQsWjYH6uABWbX1UB5wiLegTHlSwRPeRg6urtviBefVMOkAfF3TDf61Si2yFnMbMn6mB/9KHwXjU35Aa6GywOhDfhk+Nlrq0bsJt1gqD9j0yv/hP/yHD5tFiz0ecNpIgY1oPTm+o9OLgeqwKRg/sWl8baMF/4Vf+IWLlfE5tkNYqNHYEKAbnA1StRZqm24bj2odEvBH92JgaI2D2pdaxqi2Ni02hfpSGS3d1EvhbgJ0dGcDOrykxoM+BjZRcOY1/vI24ZNXfv3BxeKX6oEZj9VaT4w1hzBjSVwyzoDDgkOz1/mNS3UOMsb/jFXj3dh0AJK3XuDjoOvgLkZZn3yVQL06Yx0/T7HNYesKnRw+gIOMeepQaN2x2XaI9n1hbR2KxU5z3IGC7ua4A416+pFDHhpvHLznPe85pA5p+NDT03oHBO3p4UmiNw3EXLaKtdYzhyHzEA1afNU5WKmv/Rq1Ntr7HrZ6PrQus09buuLFbmuItnD6j58dbhw8XFCwkW5+gM2BjH/RevpPDlo+dFjhC/rpB+sI0D94unTXv3QmR9mbAspksMd3sL2ZR1+81fEnnfkUDj99yp/41bZZv1XrTQFxiGy+pZv+0xfTTj/qFzxcVrAJPX9LyUODP131Jf74WgMAHJAHaMHQ40M2nLbw56m2ytU6gNeeA3gdp091+v9YawMe+AHt+IUf2EQndigD7dkJFoPTf+xHw8dsIxcdvniow5vN5lW1dCKrWusVW/i/9sHTGDjuf8jSZ3ii01f4kVctKm8F2PcZc/jQGw/js1o/QGgeGI/+vN/v/M7vrIsCjdHSuTYvOAA3oDyAHlTLDvbxGbDmasNu/mIjXav1Q9cO93zw/ve///j2b//241u+5VuOd73rXetHPD/v8z7v+K7v+q7jG77hGw55b5e4BHApYB/0aZ/2aetHfY1ZMuwfrMdsJ8O8OO5/1N/PXiVwdByEOMAnLlDEoaljGx/yH3+j1xbIX+DigYsHXp4H7r28Zq+vVgIqiwVP6cAf/IN/cAVAeIuvQDV1NhH/5J/8k+Ov/tW/eiO8/e1vP2ZR0NYiJaDaWOAnQNvMqVOW1l4YqrVgwvt+pjqgXNc0cBYsKf7Sam1CLZBuW+GAttLa7eVfa+BfC4qnR7X1gnsxetWmr9bCblFx8y3V3sLIB/rY4iL/1re+dX1X1QJv0UQHvEL6FV/xFeuSR1mfS4HFCFj8LFbVWoyPp+TDvw4Ao+6MA3h2wfs6iu8KOgjzP5/Bo/2iL/qiq7dV4AC8FNj02oSft4F/FOgD8wGdvBSMTjYMNur6E47Mavle+XjEhz42KmgdnBx4HB5qzw/zhVwHGP1KjjGDrTkqfV3CxeiX7QFjVGNzyDrhIOIA63DpkGzTblPuaZt4ZGyKNeaBuWc8zhiUGpPVoZ3DDx7Gq8P/J3/yJ681yji2zhjDDoMuGchGTw/6kOkC08EWD2uGmIBeHFTvoALn0KMd3Rx86O9g7aBMZ4dg30eX9zUdB2o6sJENNvP4mL8OouKD2ImvA8Bv//ZvX/0iuMvfan0Nhw/o7qDhcGX+8gG7rGN4iOPmsNjF1/RzYHcR4SsM1eEQY23Fi+0///M/f/heM/54fPjDHz7oyj/iFjqy2EAfQG8HezbyvcO1ixN0dNCv9MLToVFbPsePTPKl9FRXO+YMPzz0NR2qAz99zSZ4/XLeTl/wn1Tf0IMf5PU9P8DpG3rrh5FNFrnGmfYAjhztARx9a6+ltdNzHP30hxR9bZumPd3VVZqtPUi1vu5Sre/s0wGQX7tOG23xNhbZUa2DKrwYPnh2TZn+aOlCB3V4sJU/ydA/+JOJBi2/HqcP/xj3/Kct0G/8Wh0enqAfGXSR19665Dc1XFgZ5w645olxaz54e81fOFJvPpzErTdAtZenk/RRQGeAnnyyAdv5BJ4dbEWHv9SYddA2bvmAjnT5x//4Hx9f+7Vfe/zAD/zA4esC9DWOa8cYNthv+m0Rc9i8N7f+1//6X+trMvzBT3z8oO7q4CalB/3opj/oZI7oC3qiZZO6GdtwYHjIX+DigYsHXroHLhcAj/BZtQ4Tx+lzHnAsIp6qwwlUFukTyVqQBDV4mym4m8DCgl7gE7Dx0lYbQdFCZsERBGsvmupA7bIAauM17ap12MUXnWA6dRaGyddeQG1IznHaPClQrdty+vjxmUp22bcyj/jPwodkfMCPFi84/pYCvrJY8rc/mWUz6LBrE2yz6CsUf/tv/+3jm77pm9amBV+LHH9Oe3m34HwJyFL3JIPxVtunxpBFmy/obFyB2k9BbIh/8id/8vgrf+WvrA20Ta1LMJci8HzFL9rzJZ/jo2xzYRFXBvwjfRSgszlBx7/K8vSSkuFPmsnTXTowtFN+WIonHvzwYz/2Y+vHkRwkPE00f/Unv5BBJvsAXrNpk3+9wcXel++B6ip+2dQag8aa+eOpP84Oaw7wYpSxaSwbf5M3v+Ck5gfAx7rkybeyNckhXNmhz1pjc+3g6DDiMGxeojOWrTd4+DoAOq+nuxBz8eoXxsVBMsVPm3+HGG3ohZeDvsOCtvT0Owaf//mfv540Ohz4DQC/5eKCgX7s9OTd4cJBxLyjowsAbyRYE+nHF/Qnm64uRviNTmIKHzjEoDdvfaUAf3qJCeYrGjxcbLgUsXY72PHFP/pH/+jwFPZP/Ik/cdDN4Z8f2ave+ihGkE9PIKZVB1sdgqRk4skvnuyiYxMcG9nlIgEd/mSp4yugD+jONvytH7V/90A9HnQAbCVTaoygRcMf+hCtvmGzdQoePf/yu8tL48KY80aAdY9MvsJfyu/yQBsyAL8OTFlKPrv4Wn1dj3M8QLX2U+iP06e6KlfrAoD+5AM6sQ8ODA+penXH6UMmO8knm4/ZWK0LsNoXEejU8w0fnZquQzccfvjWpoXT73zMf3xk/Lk8cQFAlnWBDuSh156e5ODtAP1TP/VTx4/+6I8e3oZxIfCDP/iDx0//9E8f9jP6W3u8+IROdGM3PnXtQ/wGauPJ1Q5eGyAP8MRr8rXtoiMc0NZFFhvpbDzU/tN8vsZAV5djLuRcjLnw8NUeIA+MdZcCZNfeK/Ab/uBcnvI5sN24YTc6YI7QGw/6AXn85dGf87jkLx64eODleeCJvwColmUmf7X+liyEQCEFAqVUMJEKEugFZOWboPaiMzS1ywJibXkCknoBUlCVt1jYSNSmhwPkVoeAKGjB3QQWLbeuE8jZNXqTxTaHT3zZhV5wxBOtVJ0nHLV9BUe/2rrhoy28AC/VpjpsXmrbCV+bh3ptyGC3VL0Ub3mgXLsNXeEslhZIdWyRwtOjWr8yXbsNOer1nQV2fAZPvnYAH7fMnrzY1J3rpO3woFu1nigc9z82Avez61d+/bkrZYuOFG885Ad8B/e55547PJmy2LnN93qc+mptKsicxUhqw2fRHL3HH9q8XOCHB3XDa/xEdzRw8lJl+kiVbwI6otXWIu8gcq6/PPnq8XHg97UV48Zm3yb8J37iJ9bTMvL0sTZ8M220t4nQZ/pHfe3+J1s7vIH66uqApN5GVB3eeEjpDWdD9qEPfUh29TlZq3D6D19luuBrfMGdqhZ/fOTNp+pw+PKKo8OEtz0cfjxJVZZWyNeGsVob1+Mp//DNy4B1CabdSzVfm3OoVl/Uw9OXyv+l0p/r8rD8S+V3E/2Me2PXODQ/xDIbcPFbnPIEWew0bo31yasTrxwaycADbmjMAwcTeG2MVyk+6Bwq0ZAHbx0x123q0TgMamvds3Y5tDj4aivmOvBL0VlD5B2U3/e+960n9S4a8MVPTGCPePjpn/7px1/7a3/t8BcK8Hd54Kmn2OFwLb66YKM7fcRZ851+Lhj5xiGZ7fzFXr7zOj1/ulRwqHVZAcRF/Bx2rUN0xcvry1639xaTOMBmvnzve9+71kCXmGjYoz3/4Y+OH1xgAAd6h2p6scfFB5z121sJ73jHO9bX/n7xF3/x+P7v//6Dfi4l2AvQOxT6pXj2ugDhB/0jDrGNDXTHVx0bqkP/0QkdneiGTmwzdvlJylfVerOQHxzw6VwdfIu/2KevpWIsv/ILGWwB/IZ3tfZdZBt7oJIsfO28+mqtsWRoSxc2IZbSWb72YRSOzmj5kx70kYdTV3sfY+yy3Tggiwx9yCa26DPxG08x25gyXtmhjfGpDk8pG9lLJ3yrFdPxrm0HvmToA/rgiw+++sZFGl54VOuNzOP0oWu1+JkrxsZcpGmjno3ViqXy9KqeFw+P+596OJ7e004KatPiWS2d5LGqXR46KVCHRn9J9YG+4CNj3Rh2sWUvZG6zweUc26plJ12O+5/heb+4bISrFkqezxS0Mw750Vyu1ldb6KD+/7N3Z9GWXVXdwNe/Xr488owOCYpCAEMgIowgXehBIUDAII04REFQGYAgPQFCI30A6fsECNIECE0CCImhFQgMwAgjiskDDH3z1Se+/Zu75q1TlUpVkqokt+5dd9Ss1c1uzbX2Oeu/9tr7mOP4jYuUf+onzQjMCBxZBPYcmfgNL+1DwYc32rz45ZPUB4sPBtQfGLzSfm0+KHzw0E2GLTL09Ac+vb5Y8Pig8iXgg9HixJ0IZR9kiA5fKGz7gNSm7lDkA9cGA/kk9eEvT1bKlzve8Y517Fwdfj75YEZ042PPB6UvJXV8TFKgCP/Y+8c3tLc4fJj7MqJbHV1SlERSb1X2JaqwGS96xEzacWNLrNzNwE+fssVFsn6pKpPpvpAh74vcgrPb6Rbn1qNvFk90kU/2HYtMUn3lH73sjr1/5GTFUgq8On5njJW7Xh6RFQ9+uOttTOX5ox3J45G3eJPa4bdY0IafL+qPhPSVLjrYEyd59fLqzAPjzV7zalPGeziio/v82c9+ttj1SVzEmU6kgV7zhe5eDBk/bfptUeY6IUdevbsENrnU8xsfPeSkeOnD26kx1KaOjPnHTzqk6tWZ8+4WWuiS5Sc5PGKijJLUy6/UkW0eseMPfqmxltLFP7zKUrJ84RufkfrdR7PHRxIB8wbRIQXczDEA0dwy98xH16TPQ6l5L/W56jMGn+tLuzls3vqsclpMHgF+9CP6yCBzGB9dAI7r2fWQpL5/fA5b8NtYAXMoigAAEABJREFUA1hd095Y73OTTn7YCPQZYTPw7W9/+8BLH3/4Cvz73AWa6X7Ywx42Tj/99Hq0CohwygCIZVu/Xb98U+ea9p3HjtjoL7DMHv1JBlv6naSOKbubahPCqQPXKWBNPsnwHaJPbAH3vm/dufWZROfTnva04bTF+9///uFuJhuufTLu0AI5Un44QWDc+EWPNp+DPoP0SR/I6jP/xDlJbZI4IWFDQDxtMJIVK3xtU5s68vwHaAEw4+T7ik82aNgnp6/mjr6RM9YoSW1U0mPs8Ro7vvGRHfXiSN6c8HkqT48+mkPmGJkkBSTp1qbO56oUdV4bHiSvLYnsFmljR6pSqq9dR8Y1wB96u12qrB2/fiibO+Ybv/VXLMna9NAHefqS1HqRHsS2/tEhjs1Ht/jQh7Qj8TeXxIodc5LPSQoA82vs/aMf7S1u24SPqB1MstUX/TFHxEDapO9iJB1H6Y8PYtnUatU3dd1MZwRmBI5OBLb9BoBu+vD1wSCfrLvRSWqx4kNJPfKh5MNC/tqSL1ZyPuwQuf5gY9MXpAVJ83S7D0V3DH2x+PJQ9qXR7Xbv+a18OHLMWD/YwMs+X3w5WaAcf/zx9cWlDfGLLb5b9KmzGOFrEsUiPDJiQoZeNpTVI89vSZu0JasOMhYO2vgjJU+PvP6hJLVJQLbrpeKiD2TEB+ERsyT1RTP2/rGTrGOLXzU+i0h57b6g3WFX1nf++YJXJmOc5JEva/LttxRpo9MRPDosrtTjpU+7PvG7+6mNfak6/SCjf3S5G2A33BFyOtTzJ1njSOf1JQu9Hkd62RdD+swZvjRZELErTtr5KD0U6ZP25n3Tm95UPwukT+wkax/YpVtcLID4Qk7M+SGvTZy00Se+6h0jFCd5C1XxpbtjxQf6mx+fMn30o7ahjQ2p/sqTA1DYVC9lR16blC7+8419JE5ipx3hkbYtPpDhH1+NgzIedckaG+VdRbOzRy0C5qr57Xq48sor60Vg6pLU42Q+381Dc92cdowc8ABGyZmHnHEduDMJ9Lg+1SNzHEClnw6p7wltjsGb0/T2nGfbNcEXgJU9RBZQB64ASYD3gQ98YP1SgY0Bd849NmUjwB1+7woAcG0AqHcqgG7H6l1DNgGAav0D3tz5o9vnBP/cjQfincKyuW2j2uMDThi4TgExfdYPvjmh8IEPfKDeZK7/+uyzk6zPBqebAHSgn20nDwBH79fRr3/8x38cfPWdnqwbDDb++eW7nE6PhvVjAuIKnHuRHzDPDnCufM973nM84AEPqBen2QAQL/3i793udreBxzj4LCKrv2LhM4bfxlBcbnnLWw4xVK9sXGxg6K/TSXwwD9g1huZJsn4mibXvRjbJs+UznUySukuvbzZcrDHMAz4lqXWVOUWOHqSMmkedz9BOjYl880iT7PcdP5Y/8vQejMwL9UnqhB1f6V3EavMhSW3yJ6v/+mze6oPvcWQdJIbmEjJPxEH/+TuWPz4sSfVTHrHTfOIoxnRLyakz18STX+JlY5vPSeokBB0HxoCdY4HEoEmfmsRA35E64yNF8i2jj/LS60LJOt/Its7WS4961HnppBmBGYGjE4FjYgPAB0N/CPgA9oGs7AvRh7KycPSHlLw6bfKHIh/meMni8yHuQ0+eLV/e/aG++SVi4eDLHR+yQMAvz64FB7+VD0fuam/qpodP5HxpO9qoTpluaRJJHfOTsdixENMfsVFHRj5JfRHTqX9SfUoy3OEZy5+6Jal/SeqLliway5/F5pLU8/jJeiSvy1Jfnt3f1mV8fJhr7zb5Jn2mlw3xJ2eh1O3qO0/eF76jdL6UfbHrQ/OQpQ+/flvcGMdux6usHXnjs0WfY4LKdAKL+NkRT7Fil5wvfP3ZtKPeIkP6hje8oR77YAfRiV96JKQviF/0GF++yJtz4mBO4FGHOg7Np+5wpF/J+kzra1/72rrDlqzjbAz1iQ/GSRnJG3d5xIYYWtAq89Wi3DHbZL0jhYceKZ10iJ84b/ZBn/DQj/AqI7xSpI/subNmDNnF67rVzgcpotO4kkf4+dLxkicvFvildMkbS+1S/vAZr7bdRrO/1y8C5g8iLUXmpNS8QgCe+ey6VnZNmGvmqmsLWAZcAR3gz/w3D81husj5XFA2x9W5m+77Cq/PNHXI/KZfHVJOUp/9ZPnh8xawch0B/QD4gx70oPo+sRHh58CAej7aKAC23UUnh/RBnc8Ap4uAetc8nd/+9rfLFv+BUMCXD665JMPjADYhbFID6TYXPENtM0EMEH1sj+VP7Jzsete73jXOP//8+vUBNmxGePTA96yY8dv3Ax/46M6/jQHfBUC9TQCPCvCFfrF66EMfOk477bR6ER/A6S3ogDweGwvsGB9x851g86DHwfcJe2Ktjz6D2Pa4hz7oe7KCSLHAz0888v15Iw6+r8V06W6dKiArnuTUSzt+Ser9C3jVS7X13LC5oC82L5DvXv3hJ52tW5/Im6fJuu6gC6mTJilAnawpO3Ql0bwf0Uc/ncZOWZ4uhDlJzbEkpbf1SfGQJ4vMazpcE+JpzdR9MK+NH5Inn6y65elBY/nDw2e66JWiZN2Mw9d+io0bN9rpEdOWX1SVz9LtTnxPUm52XM0jnzfmnv6iYtj7X5L9+kcOae5U/tpQkmIjJ5Yd47Yp1YaKcfkvSdlPspTmvxmBGYHrG4FtvwHgA2rz4vfB7ANfh31YJ6ndYeVNPh8cPsjUH4ro0O5L2U66vA/z/iCigz0f7j4UfUjR7fi/L3z++KCUkpUmGRYZ7kKrOxTh8Ww7m83HJhv08sPiC5/27iN/xEaddvI2AHzJAdVIG39bRrmJfv1xd0NdkvrCHXv/kvXDVXzYQuywaYGjnp/6Sw8xvkrZxM8n/PJkyJPTjvhlcZOkTjjgoUMf6JGno7/M1VlkOp4qb8HCB6RMjj/JClzZS1KPT7Q9fHwwdu52O7ZvEYTX4jlZF018aV7+84EvyRoXbWJo3jz3uc8dZ599tqqai+Jh8VcVR/ifPiWpExY9pnwRG6r117xVVq+OT9JrQ+T1XV+S1BywyH7Oc55Td5/G8mcMEV+QPFqayi95pGw83Yk0JjbBnve859Uinx1xcSeLLfFJUmNDTplu/VBOMsx/46bfUuOmrXn4rUwOKNBuTrHNhjZ1Urabn62+noxp1+uDa50+elCSWvSTwYvoQy0nv4todvUoRMDcQuZakuGadf36bANkzU9zzTzG19eP+elaQPLmNXfIJutz4q4/ZD5rB/49i29TTNldZ3fYbSb4bHONkDefySSpzwHXmU0AdexLgXjH5/3qh89NvtLp+iBPH399TntmGEgCdMm6Y+qoPlCtX1dddVXdsXed0yVNMvjrM80deXU2FMjS6U6/EwVOgrmT30DMHXSx1EdAEKC3ycs+38fyx09xo9OmhM0Fevhz/PHHD481SB/84AePu9zlLnUiwHeMl8G68w+Q88WvhdiUFxv+eBeCE2D0Au7iSr81ABnjZBOGziR1d9umiRjw2Xj47qH7U5/61BA3sdEnYwOc649NELHVB/PFZ63PU/OEHf1QbwzIGT+2ySzdr89qMWBXmR59sDkh5T9eY6XN5y5S7zNVHSJPt7gqN5FNUnOHfXqS9budzFj+pM0vpUe6NG39ax5tSQrs0SdWSeo7li369RWfMgXJ2s5v/nU9+SZyTWzhkfID0ddEho0k1a+x/Fk7OCFjzrKxVG2dAEhWf5Oo3vak7wdzUr2YIHmEL9m/X12vbTOvfG0oWfWx02QM6EJ0SDdJ3aQZgRmBI4/AniNXccNq6A8FX3I+jH04sKhs0SHvw1xqAeJLQh5t5pUPRr741Ns1tuiSZ4csvXQq9we9dnS7291u4PflgPCrx+fL0heyLwp1hyI8dq2lPuT0lz629Y9eizkLDvW+mJLUnXi8dPuSZ9MdE2V+WdDxhXyyfsgma4qHLe0WGsr0qpOnN1l5ffknqSODFg9k2MPXY9ByYkUPX/BJleUtpMgriyeigy7EJj71SQoY0keHNn3HL2+BJA+k66dYKSPyUrFrvfxD/NUmL7Wg9DONXnhlwZmkQKfFA1/Zxof4JhZSPsiTefazn13gXx2+pk3Zrrs+KRt066d40JGkFkXyFo7G2HWB1OEXh46ZukORPpElh/C6i2YToBeV6rSJjb6LIbtiyg55epIVzLz5zW8e973vfWsTgRx5JK7SJPXGZ7qUm4dec4ReY6gf7ODRZqy1KdOVpK4FYMF44teOjx58iI9JZGuMXW8KxkmM5fnAprz+0CHf9tnDLwbqlaW7i2Zvr0sEknXOHUzGfG4y38xRQNJdXnMMmHXNm8/mprmHX14KAJrjSFmK1+c/YOh7g7zvON9XjrCb03QfvwBeoJZO1yD7ZPmAh7/s8ME8R3QC3F5u5ySAu9lAeH9/sQOA8oNO1yMQrI5+1xYbrj368LkDzx+En12PJgDRgC9f1LtGybsW5X2/+nwH8NnSD3X8YwsfWzYfbCjwjZ/8BdycZpAXN3f9vT/Apsid7nSneh8A/+i5853vXBsSNj1sKPDhfve7X33muOvvVAEf2RB3n8fkjKPPQ+CeD/1d5ZSBDQQnCHyn2wiwWWAjGomH72SbGPrkexNAFzP9MR76ZlzJOu6OzyMNNgjERrvvC2Mprsr8VhZf/PLizHd66cNnzI1Lsn4HizF+fVGvb9ImZW1Inn46k9SmvvjS2aSMj7w6eXXkkvVaUdaGfJ4na32SAuH0q9cH/TT+/DTf9UmsjDc+hFeKktR3Z7Lq6ja2jDmS5wMfxUV8jKvxFSPjYaOOHXb1IcnY/Gtbm3XbMa+fiG9JKjZ8b1K/SXiRGCH5pk2+a5tv2U5bpxQdTE/zSg/WPutmBGYErl0E9lw7tpueK8mWEz6UFSyU3BnwYSzvDriyO+rKjrjhOxTR5XighYovbbLuirdObRY+rcOXDhkf+mw4lueLl7wvYbKOBOJrmcOlvlzI0OWOCl30WGRZHAA3FhC+iFpXkrqzOpY/H4RJ6oV+wDHQZmFET+sQG31TlpciX2bJvtgu6q72T38R+75g2eBrEx/13a44GzZTLE4pSta7UvLqLBRsVOAnb1GG+KufYoHHF6svY3LKvpDkfdl7FtTdZTLGQD/4gOjlny9rcSFjrKQoSd1BsCCiU7+e//znD0c+/e6tOzja1OuvLyHyvvjVWzDwHzi2WHzHO95RQLbniAUJO2Tolz8SEkuLT2NpboivuWF+muv66lEU/rHDb6m+i5v8oYi/fMWTrPPAIlX5nHPOqbg84xnPqLtSdBpD/WoZqRiJi0WrUxWAhlMRdBsHY0knH42fa6PHlh191Cd9s+h3PSHjisxRNtlpUiZrjKT66vivhT1Zi2g6zQcpMt96nMggY8ofi3Tx7LiaV64TMlJtAA9+/ZAnv+todvioRMC1RJE0yegj4z7ngV+fpccdd9wwL3vOuo4AOp+XPqfMW9eBetcTwKLONVysBHYAABAASURBVEEG+ARqXZv0ezbdM+iuQTb80olnybXT4RriD530qAco6dXGLgAKEDol5O45f7SRYde1IU+GTnU+F+jxWeFaR8rALVlAiow68vzzeZesR699jvCHTvEB2AFfL+TTH+02CWw08FkK5NPrOD87rmN31OV9xlgb8I0vQP5JJ51U3wtkbSLg8/ku/k4tuAOfZIinGPlM9pnCH6crAHqbAHzjA90+K93V9/mhP/Sq55fPE581PrPe+MY3Do9IsEneZ5zxYaf5+WXMfQcAt+aGdnERQ+PPrnpxVuezSp3Ymmt08Ukc2TAnzBFzwLhqT9bvAONAnn751sEmSlJgkV662KNXOUmBf35okyJyXZYidWQOpCQF9tkfyx/dePnCT/X6JpbIPFRvfUJv+yMe6sklq1/0LCrLf/1K1k1kOszZZD2loY2stPWQNTbGjw/izjc2Ufez9UuPBUpSbiZrWoUb+T+xReKI5G9kF6a5GYFdFYFtvwHgA9iI+ED34Srvg98ixG/3+nkh5A4H8kXs535OOeWUccYZZ2A/JHl5kecY7co7AkiWHjr9/J67mAC1LxCK+OFDH/DDj9fiwR0ERNfDH/7wYYHhC4LMoUhffLk/8pGPHL/3e79XCwwLGwsNdwj44AiiZxp90fkyIiMWiG514iQe97jHPernzPTHM4p08BHpG6DrOCJbfKWj+0YPfWjzw9fCTJ/F3ALk0Y9+dAHD1gnw6buXFjnmePHFF9exaf2nhw06fcFaOFow4XcHytuXkUcqPGdpIZekTgDoU/uWrF9Mvhgck/QCKnLGwALOYk2sjL+FrYUXm0i8pPznj7xFJl3GU9lmwgtf+MKKP9/48tSnPnW85CUvKZK/973vXXeD6PfCPxtGZIFcIDVJLSK7jn75I6Evf/nL4173utcwnvpnDMVNf43taaedNsTM2FmI6CN7HTf5Q5EFj8UNHqmYu5Nm8afOnPPCRH12x0kMbAiceeaZ4wUveMGQP2O5zoyDxZeyjRhxNt7k+UaneFisi7l827Mw9hOL+mbOGkPzwXVlvvqdbn1rn8wn8vzjv1S/6TC3yCK6XEeInsc+9rH1zowktbhM1hMf/BHDJz7xiYNN9l0j5F0nPgvEGpBhjy/yYxf+zS4fvQi4RpBrFXj0OeIaM799HmkD0NzZTDLMPZ/FPneAWfPWNYTfnEz2fW4CdMCrue/atCHAxiMe8Yi6w+3uN8BpXttA1CvXEKIvSW0wu3Ztyo7lL1nfZu8zAh/7rkPXOOIfP8j7zOWDev272c1uNoByn5M+J9jULnX904N8Puib71x2fYc0aNV3dn1f+j6ix7XZ17xYsMe+vruGxRD4B56BddczP+kRV+sEPpDzGUB3sgJAYwHo25zXZ/r46PvNZiU94kPWZoBNG5vDfuJPu9MB+uI7E6/PDD8F57tJn/H4FQVgEhj3ucMnvpkLPovE0TsM/KwgP+i3ASCe+iO2eM0T6wZ9Id/9EBNjYqz53mU+Jxn6aG7oX5Iac3lxT1K/JKDMjr4iPiF1Y/mjV8yl4r1UDak66aEoWb/XySC8ScoP+vkxlj+66GdfnTZ5MdVfJMZiwV885oj+mlP8XdTU9zM9bUeKzGXyYkU3GXrk8ZPlAx7xtxnGFjn1eJA8Xjql252S1EZI+6kPm6Q+WXmSNVV3tEic0NHSN/XMCMwIXPsI7Ln2rDcNpw92ln0oSZEvL6kvOR/A8j64N3ksNNRfG/Khjq/TtumDCWmjX9oEQHYef/MBPc3bvjXfwdLNLwxfWAfjobPr9bH1b9a1751qwytlo/P8ZGfTt87jw48OtKGuiXzrI7Nps3Xh7fxmu/qWPbDeeGrnozZxbT/Y1Na0GRN2uoyfHB3Nq9z5A1P+dx2/2LVg88IpP2911llnjVe84hXDho+FnwUdnpaR9nxkky+bdfJHSq2/fbUQppO/PQ+7j+q0dVn+cNSxpavl5MnpE53qbWqJgbiIiaPAb3nLW4ZNNHfM8ZExBtKmrpduxo5devG1PXXKiB72u6551GnfpI576+u0ebudjDq+SJWbzL+ua/m2iR9fp/K7kK7WZfE6FB0okKyLyGRND2y/ruVk1ZMcPD2cvuTgcslafzj5w7WbL8mqS5yaHyABYFzT5iawYZOvAYfPIPNRu40oPMCM6wfoATZtqskDO/h8BpIBrOkDEoGU448/fgD6QCLAZ7PZiRyAUhlo5Bd/2Dfn2ek6uuXp5IN2Nl2XPpuAVnJ4EGDq2sVv006eDnw2AcjzQdl1xq44AV3Avs+3JLWRzc8kA69+6R9e6ec///k6maTNZjR5MWATAb1f/OIXB3BOjzi6e+sznI/AvzHB58SQmDsxlKQ2em0IOOYvhk5PiPVHPvKR4d0BNlDI6K8Y8Md4GBcEIJIH7ul0tN/pJHbdcWfTpoQNiSc/+cnjKU95yrCBTs543ec+9xk+b52oslHAB32y6aGv8uIqFmJvo6fHUZ/EhD/8wiPG/NRGl7FjX2pMUY+XPtFtA4YcSlKbpp2nx5iO5S9Z5zc75NRr7zkurx4t7KVHii9JbRbgIW8+8Jmv8lI2+YZfv/HRbS7ZKNN/fddfcx5ANxeMub7ixSM1r+mUIrr13Zxkz/zDx5ZrTnyMAz468Th9yI5NHHzqzFljmqyx0B995CvqsjqkjOS3EyWr/8ma8o2fm6SuKVn5kmuXttxmmuyT7fpkrevyTGcEZgSOfgS2/QbA0e/y1DgjMCMwIzAjcN0jMCWubwSS7CdqQQ0YANLACUAJIDmy7g5/sv4iR5IB+AIfAAsiC7wBrMoACLAiRUnqBBU+cuwAQgCmU1NOwzj9RS8dwJO7zR5rAXjIAVz84R/ww3k2kHyy9idZTybgVY+XPUf06WOfrtYpj08/na7jP8AFhPENwGPDaQU8wK56d8jV8RXoAtjYctrIyTfAHggGfAF1/QLU3DFnExgE2J0GUKaTTX4DckCheLDDH/KO/eNxZx2Qt9HJng0E8dc/AB4YJAO46huQL47GFfEVP/sec/PYljHmhxN7jv17keC55547gG6bNfz0YlmPDoiHvp122mnjIQ95SP2MINtiyq52fWCTD+aAjRD1YqWP0mQ92WBM+EVWv/HzG+GTahdflKxjbVy1I3kkjx8fklenjX9N6puS1F1n/ChZNwFaBp96pI4+deYin5N1zgHc+iyOALjxk7JpTIw5fvL0yNNjzomNPpKlQ4zIG2863EDCY9zMSWPqGrKZJNbiRh/diE26m5RRl2c6IzAjMCOw3SKwZ7s5NP2ZEZgRmBGYEdiGEZguHVEEkmzJAySAA5ADfLiT6e4v0NJ3IQFHIMJxdnd+ASCgBD/AC4hKgT16ADv8jAAtwA1ACahoB2Lk6Tv11FMH0A/0qAesgWKnBOhhh39J6o4tsEQ22dcHOtXhHctflwEq/SCD+K1PABSAxX82PLoFyDqCDgTbmLjZzW5Wb1T3GJbHeABsmwBAuOP+Hn+yEUAP/+jyuIANFMDMBgAdfBIbmwj4xAqo46O4AI/AHL/IiAnwn2R4RwCw7o4y/8kD/vTpr3iLm0cCxE5fxY1efbX5wQd38uXZ4p/HCZCTAE4JAJFOYThR5X0KxsopEADUu0/wiI04eeTNmNHrZAFZwN1mh3eeOGHAhg0DbUAuX5PUsXd9WIaogLe5px2fvtBj3qjHJ0b6kaTGQpksHu1I3KVIG1tInh6Ev1P1Scp+kppT+Fs3viZ12sSeDjSWPz6xy3cx0nd9WJrqFw7MIXPPOBgfY6ONj3QnqdMG3V9ziB36k9U38nT3RgpZ40In205jsEkH3eYZHqS8SfRulmd+RmBGYEZgO0VgbgBsp9GYvswIzAjMCGzTCEy3jiwCSbYUACQABQABTAAj7grLe7Ed8APsJRnApef4AU0giAyAIgUGHXmmD8DWDiAlqZ+bA0KAFykebeSAfUfggUsnAxqIA01AUZICf4ANQKaefrrYoE9npEienHZ8wC9wrQ3ZwGADSANqgTftQD3gDdQDv9ockUfqAHgbAfI2AbxjRnxsELCHxAXItokCcHuXCF4bB+LKPh56gDl3ddV55t6ddY8GsM0fmwSOluuPTQEbKcZE/22Y8AOvd6Hoo40F7WLLF31H4sAnGwn6mmQYT8DUGADq3gXgMQYbCx7F8JgB/eo8usCe+Ej5ZhPCLxF4KSE/6Qf8vSPAowo2LgB6cyfJ1nP0yQp89RkZUz7zw9iah5ukjg59SlJgXV2SAvDq6TCP5JN1rpBJ9tkay5/2JdnvX5LSKV5j+eMTPrQUq80cE0N21SWrbX1G+qkP/AbIzRubWGJvrMjRq49SOvDym582oOgH+LUjG0jGk36+aDNnm89GE6KLvP4jevHTkax+yuObNCMwIzAjsF0jMDcAtuvITL9mBGYEZgS2TwSmJ0chAkm2tAAJ7vIDQoAm0KLREfAkA5gBGN2hBoTlAVhywI87lVJABSAERAAnKeADnNCvLkltCAChSequsE0A5C67O+vAOd0IwAGe+YOU+Yk6Ty9edQgf/7yslD6Amw4ACmgG9AFuBGTzGVAH2PgF5MoD1uT0WxmPDQTxsDEA4Hvxn00AQBCgI8sXAI8P4mXTBIAD9G100CEu4iPfPgLfYstP9vipHaAUH/JOJ+iDzRIbEO7+A4zGzEkBpwn4azOBTfXei6KNb/pkI8c4A4vGxfipZ1NMjNf73//+4VduxBMYRTYK3vOe94zXvOY14wtf+EK99NXGgncReNGgjY+2wW/9F5MmupLU3W/xYYcPfCQnbuaRuGhPUiBcfix/SaqMP1nnrzb8ZMfypw0la/tSVf+0oyS1eZCk6vHySxtfkLz69luapOS0I3PGmFNiPpgnALt+y9sIEE99RMY7CfZ6iSafjQHZZH2UAI96qTGxucYWX+g0VjYZvMtBnp/mPj/EAalrKmPzvxmBGYEZgW0egbkBsM0HaLo3IzAjMCNw00dgenB9IwAYABTSA3UAKQA14AEEA2/4ENAB0ACm7mwnqWfEASOADSCRJ48XcMELnLCHB4ihix3gBS8CdtgCfAFXQNTddb/oAvTSa2OBProApNZHDohCbAFy+sWOOsAfqHY326YC0M5/wBhoVwZs/TweGf7QIQ+8kUnWDQttdJHhCz53822SeI+BO/H6AMiKFTAmjn4lBRjXJ8BduxiIB1/oo0tf8AP9wD0gLnX3H5/NBycJgHckPtqdIrCJAXy6m28zAK9NB+AS0U0fcKof4g80Jhn6Inb0iLW7+970750F/DSeToT4qcDvfOc74xvf+Mbw/gDyxsNRdL8Q4/QH/50SEHcxME7JuoGk32zrK734nUiQ9viqNx/EH9Hf49lp12tDygcS3iQF2OW7XT7ZV5+s+SSatihJnVowRsnalqQ2q8w/Y+s64avYmStip80cHsufOrHFuxRr04MfyuKiTnvHg7z6ZN+1RT8+4+eaMkbiZc7S1fFqPrw+cjm9AAAQAElEQVSbhCdZ/d+sn/kZgRmBGYHtFIE928mZ6cuMwIzAjMCMwDaMwHTpiCMAGKBNRcqABGADkDUgAVDUSYEdIBIwAl6SFMjyjDhQog4BJnQnKeAjj+ilBwAFaPAqSwEnPiQZgDJA7Si6PPDIH3qBJMAPKAKeAS1+8Qm40uZuKTAOPKtjg37Anw5A1Z15Prkz7sV6jr8D2kAqefxs4qET4AXw+AhUoyTDRgPQzl/H5G0SICAYYLfRIGZ0kOUr+zYlbB64qy/PX/V85pvNBX3ig7w2NpE8X4F+voslkA6s08cuv/Rb7FqfviUpcCvmYgOEu4uvf+7g00lOnPhLxqYCPWT452QF38Ve3PDzyXjYwDE2+mm8k3WOKCN9Ekc+m1fGk7w6PrCrPJY/dXwQA6kYakfkuj1Z55n+qEN4FxU1/8jKJ6svSRS3iE9Jtk4XsN919NCrLHWN0C/W8u1Hxw2P+SNe7CarLeNBFxn19HVZnLouWU8D0Ic3WeXZc+rAdSbmfEgyxIzsOOBvsy5ZdRzAMoszAjMCMwLbIgJzA2BbDMN0YkZgRmBGYPtGYHp29CKQpAA8jUmGu4uAg2e4gXTgD/gCaoARAA4ABATJADDqgDkviwPMAB9tQA1wAiDRCcCoAxTx4CXLhnY63TWW8oNdd5PdXXenO8kAevhCjh5H4+lijx0+0gVMA80Af9fxtXUDqPpBLln7DeQCsPQBtnjYw8NXoAv4smHAZxsE2vmq/16Ap86pAamNC2AdqAbO+aWeTwiAfsADHjAc4eebTQD8+NjUT3rFTR0SE/1W59SCcWoeOm06eDu/xwTYclJAX/SJz+IG3OqPu8meI9cftowV+2yLmVjh0z+xpENZu/iKFR6+O6nR+oFffrKrLskA9NnQhyRU1LzjDz7jyKb5QR8fMZGRKif7QL6x5ov21ikla0ykyoi8svRglKz+AOSILWmy1pOlU508u8r85Ye4AeviqN/qzR1xYJ8+qTJ5MklqE4Ye15k6Y5pk6JP3afSmDFn62Rcfc9BcJSu+2pNUPMf8mxGYEZgROAYjMDcAjsFBmy7PCBxLEbCIan8tPjsvtZiSbpK7Nl1u/k7VyyeRrReVyVgEStlKMiz8lFHbSFJ3m8byZwG8JPUPrwWjAt1SpJ4+pNxtykn2W/wlwVJ3JmWaVx6/tG20r+qa2Op8p3Qkq94kW32lr3U1b6fqySnjQ/JiYIEsjwAa6SYBL13u+Oz1a7++4uk+tP5k9ZNtAAVPsoIHPBbMnR6Y57M6QEiK6JDScyxTkopdsi/t/iRrfIwLwOcoOcCbrPMX8BAHQEVcHS8H6tyFBkTUOYbu7e/JKoMXaExSwJ0tY+WOMxDFljrzAZ8YA5bApjZ15gEgbRPA2LCD31wAlIBecgCRtHkASj9rh9f8wY/I89tGA1CVrD9tSBdAyy4QzU88Unr10VF3R+ABbvb8hJ7j8gAcvQgfkOe4PUBP1lzih1hJlb07wIkBd+b5rB8AoHkpJmzwE7gUe/6JpzFQB2SKj2vH3fi73/3uw+mDBz3oQcPxf7z6ou/06QtZjyKwZ3wBSf6qT1KfR3zXH+PDVzFL1vGzYWA86Oc3P5A7/jYa9EHsWo4O8vrCF7EQIyk7/DfeyuKJT3/4Kg5ij/iIyOh3x4Ocenbkux/qEB3q9Hcsf13mE73KS3Ud66cjWa8BddpREsWKDRvmDN38MI7Ghd82Yoyfvpu/ro8kg6/49BuxKeUXWePENll6xdjGjnllA4Dv2vXdJotrzDse6KDLHJHyDSXZ7xov5/f+l6xte4tbSXLw+i2Go5Th36HoKJm5RjWHsn1t2q5R8WyYEZgROOIIzA2AIw7hVDAjMCNwTRFIsl+TBddmRZeBfgs0bRbD0iTDQkxeamEmjyz6LMLIq5daBFq0WVhYBOKz8LRwtHhTjzfJsKi0SKQDr4WhxWfbkVevnU668JBX1k6feqQsbd/pIcsuH7SRT9aFvTJdUsSWdJOfDnUoWeVaZ+uiI0k9UyyvHgEh7Sd5uiya5QEDi395+qTiCYTKG4f2R5qs4JJ+/UxWX/CyIRULbex0nXrUZX7hEffOJ/t0tX98MmZ8Ir/TCSARI0Ckn+t3nB3QAD6SNUaOvAO0AKGxEBcgCKh0TNk1JK7GQto8+JIUoBrLn/YlqTJd5hxe4wIMIuDSsXYvzwMY+Wgem1fmBPBkLPnNFmAJgOPlpxRvsl7D8myQM7/0A6Bl3917QJYf9PEPyP3v//7vAXjZFHG9usYBVaAMkfesP78cv3digR2bAOaOeNCpPzYapGzzQ728+consZbqJzt8MA9dK/jp8/mib/rJHlBOr77yQSqu5q5+2RDhk2vN4xr6kKyfh2ywRS8fxJA9sUVs0mcM9Ed86dY//Ub80X8pm+6G8ztJvfBRLOlkR6q/fPH4gnmmz+rEwljiSVb/6CHfxPZmuzIe/eC7snaU7NOBR1sTfeqQuk6TbIFo9UgbH8WDnDpxkRdLfWFPfMxX+SRDrMQVPz4+6h995pXPGTFPMnxeOy3iRYtO0+ATEzpsrPjJRicD+EAG0ZtEMmlGYEZgRuCYjcCeY9bz6fiMwIzAto9AkrrbY3GGLMI4LS+1mOvUQjVZF1YWengtgjd5LdAswizIyCap45t0WBBKETBDDp8Frrx6epG8BT8d2vBbKAINFrTybPHBYlI9Pm3kLRDpsFi0+OeTsjySx6/eolMZqeuULmV9VIfY47M8m8rJ+oIqdfy12Jdnmw48YqdNvdTCl271/Fff1PLq8epnt0nV8Vsez69+9ataKLMlLurpJie2/FSnXYq08Uuen1JEd8ejeehghx51gBre9lN+p1KSYYzMKePeQNHz6+aYDQDtYgt4erbdMXqgT3yNs7fNAynms1gbIzEVsyQFrIwXG0m2ns9OVqBINyJjHMxfAN0d1fvd737D0XZg1jx1nfCHDXOEDL2AOVCqXb71sMsPAI1vAB1wDMDTzw5QTQYvvfoltSGFF8jWbl6QEwOgjz28dDixYNMEPzuIL9rNK76rM//0VT2/9ME8kyapUzb8SFLHxcVZ2bykz5jYrOCzPNJ/MRnLn/EAMMULsQls//znP6/NTLzJamdhr7HXVza08UNMjXX/0gEd2vXdyQMbJmLicQYnAcg54eHutb7Qy195/tgcole/+eKFgjYB+Ck2xgo/PUmIb80RMmKWpDaM+CF26qStVz5JzbUkY/MvSckm69wjO5a/JPXdQHYp7ierDulD+yBlX2qzw+e92JgPxp5eMsZEf8QVLxmkbJykeJEY+AlF8WDLPBF/RL/TJ64tvHRJ+YqS/fupbtKMwIzAjMCxEoG5AXCsjNT0c0bgGI5Asm+xlOzL/8Ef/ME47bTThudy3d2ygNNNIETqDs1DH/rQ4cVk2ize1FvQWejJo9NPP33c5z73GY973OOGI7nuXAIMAIFFqsUdPgte7Y9//OOLT/7hD3/48NNejgezYVFpQame3T/6oz8a2izI3RG0EARO+Ige/OAHl//SU089daAHPvCBQ/kJT3hC3Y1jG/FbaiGpv/e9730HkPWoRz1qPPrRjx76yp48vy1EARzHjU866aRaSOuDnzC7//3vP9hRppPv+vuHf/iHQ//JWtTrO3vuJv7lX/7lOOOMM8ZjHvOYWnBb/DfPIx7xiEEn+dOWMcGnrF5ejNgBPsRNTPiPxzPQePRZfIyTo8/qHZPmC1nxVKfP/GIbL3BFlzumFvd4jYN0J1PPB32UB9gcFTdeQK7YdDyOP/74YQxtDgCCZMw/mwbAH6AiZmTUmw90blKSAl30I7z4ktR8UKdM3vUD/J9yyimj7zQnKSCbpB4xwGs+AOh0kWOPb0CY8TUngTRtxhw/8K4fAHbPX/KIrHnJvp8oBHTFAui2+UGf+USfDQV8QC5ftJl/6thuX1xLNlgAwCR1HeFLVjDOB+DPNck2/UieT3TTRY883a1Lu3HzmeC0gs8sevD9z//8zzA2eOgby596uoxV+8C++qV5GGePX/i8weMzR7xcR04eiIG42QhwagT4N0e880A8+MVPbeyLjTptNoucqhAL15z+sWGs+ISSdS7whX89J7SpU+76ZB8v/7UhfMnaRi5Z8+pRkhoDMmP5S9Z2ZfJI3me8uMmbO1J90199MGbioS/qF1W1caO/iCz74m9c8CTBVvMYyPfLC3jF3fwRC3b8xKJrqzcs1ZXg8p88WrLz34zAjMCMwDEZgbkBcEwO23R6RuDYiICFcnvaC6ZkBSEW8O9617vG+eefPz760Y8OQNOCDb+7mVLA4+Mf//h461vfOix61fUCzcKMTgvYN73pTeNjH/vYOOecc8anP/3p8dWvfnVYGL/iFa+o9wEkqYWhnwX7xCc+Mfyutt/UZlv5oosuKhmLSotEwPq9733v+Od//ufi/fznP1+/wW3xbLNh7P0D3Pl34YUXjs985jMDH/rc5z5X5de//vXDQh27WPBXHlnUf/KTnxzve9/7ynf+y3/2s5+tsjt+fPFcNR9f/epX11F/C9knPelJA98FF1ww9Ik+BPh85CMfGX5P3ILZQt0i+rGPfey47LLLxhve8IbxoQ99aODx7DhAiQ/I8Dvj+sEWX9797nezMfhofGxKAAw2WvTvS1/6UsXkU5/61OAHnW984xuHBTlf/viP/3jgs6GhH8aNDbzib6w7JoAem3//938/LObJb8ZKeSeS8dEvY2A+KwPyAI7rQ8wchRcLYAeQFl/AHMhMUi8RNC/dzQREW1/HN0mB+2RN6WIHyMLr+gFAm1+qTsqmTRkbDu5okwNyASaygJW77zap2MZvrPHRbyyBd3OZTv2xAWDDgE2ACy/Z1plkmMf6Sg6/sutfag7qA/10ALU2TcwlZTrx0st+sj4XLsb6ZK67JvgDHPJJfZI6TUS3eu1s0EO38cAn1U96kvWzzDUJaBsD+sgbQ2Rc1ZEVr46b/rLBFzb5x3cgX0zZTDLE33F0fSNPD3vuWjtZ0Pq1iSMfAFsbAlK8xsTnoUdGkgwbnOYRXW2HX0kKmCcZ/vglBlIkzw6SJ6uvSerUgDpEVj1KVl3qkpR+9YjOsfdPnqx4S5E+8zFZxwar7wZzkA8+Q8WMLMJLTiyl+k1GmzqxoJ/tJMO8ET/jaZ6Zl9psnPgJRrEkn6z9OzCvPGlGYEZgRuBYjMDcADgWR236PCNwjETAApGrFlUWYUnqDqQ6d/Qcp7WQswi2mLNgw2vBjCxgpeotpsnhp0seWUgDBgAR0ArkvvOd7xwWik972tMGsAw0WPgB+Bbd7sq98pWvHPhf9KIXDXlEH93ADn2OywLTL37xi4dnRYH5N7/5zcNikS5HRNkje9555xEfFqdvectbxute97ra3LCYtDDVyPeOSbIe7dd29tlnlw8f/OAHB/10erabjDuLfBYHNtVZqErVuVvIV+WrrrqqXoJl4ZysC2+xAbjF49xzz60TAMqekqr1wQAAEABJREFUYdY37RbLb3vb2wY/bFrYHABwLrroonHmmWcOwN6dMotoY8EW4PXa1752APVSMbB5oP/aLcylfBF/cTUGbBlrd/xblzZ87lLyUx4v+Z1O5r7+A2/6bIzFwHwHWMREzMTBXXPADTC2eWM+kQEEXQceGXD9AKPmhjxZfOSVk2yBNbLkjKs8GWPV8y1JbR406E0yAEu+msfGiR+uB3LmId/p44PrCJA3F5IMKVDOF0SvOaCfYtD2zW93ZPszwgaDecqG60U/2NFvm30AHKDcfaCTfvz0KpNhj8/6x3/8YkOXeP/v//5vnWzgBzvJekIAP13GCrUe4NH4kJeyKQbs0aVOLPggztpbr3yynqjQf3qdmkHsA+t85SPfrrzyygGUOrL+rW99a/jswSc2PpfEzNxh12cOGbbp5oeNJOMmpsbE9U1eXPiC+NmknKxzhQ9IrPRDio9sE3510iQF9JPU5z1Z8zDZVz+WvyTL/+s/7fjoRvLiKE1WPvX65TPGmNiYEm8axNUYydNlfPFLtalX5mP77Bl/c9SGER4xEb9vfvOb9XnPNjky8snqh7L6STMCMwIzAsdqBOYGwLE6ctPvGYFjIAIWXJtuWnh12eLN4guwVOdxAAtSRA55dlibRaxFt8WeBZ06upJ1QWZRanELjD7vec8bf/VXfzX+5m/+phbzjrRbGJNBFpXA/Ate8ILxjGc8Y5x11lnjVa961VAGUPAAL/gstt2V1u40wiWXXFJ39J1WwAcEs0cW4Lc4tXB/znOeM5Aj9/Qk++5gtf/6ZCFrYc4POv7u7/5uPP3pTx/PetazqK87/jIWnBbz8kh/gQ95d+b1XR54ALDoJSNej3zkI0vPl7/85fGUpzyl7uj/9V//dZ0IwA880GXT4fnPf37F4etf/zp148ILLxwvfelLxzOf+cyS47uFN98vv/zy4rU5wneEt/sLjFKizHcLaGOG1HvcgY/yxlaK10LcAh6p28kkFmIg1U9A0p1a42EuieFmPGyY2QAwrk6GGDtyxhsYFmMxND/MeTF0HamTZ8cYJut1Y1zMP9eDjSa6tCNgyljzj16ySeoFmvQrA958wA+IsuWuabLedXf3H7GvDYinr3nUIXX6ae7qGz6AVn/lAWEg1gYXcCsu5p+NKvr9rB85fdYP1wPf+Y34B2CbZ2zxR4of0Q346RcefvCn44G39Yij8UHqpdrk2eCrzw9+8FNftdPls41f8uKr79r4rg8e9bGZwh99YMt88NOBxsib6oFWesXHexRsfIi9WPGfLNv6zA49+Olh3+kCMaMbj3HEx/8mbfxK1nnSZf6KnTa8nSapE1atj040lj88ZMguxdpQkqqXJtnakMKDtLFpfion6+dn98V1Yt7ZyDA/xNK4sU+nVF/VJ6l3LYhNsm7oGHPzyGYWOb4aJycCvAzQr0/Qg5I1BvJIv6VsSCfNCMwIzAgcixGYGwDH4qhNn2cEjpEIWLxxtRdNybqYsuiycLUocxTfws4zrhZt6shYKHuO1ULQIs8iDZ/FoQW6+tYrr97ilyxyRFYKMJGVt2izsLfYs1DnX5KhrM3COUktZvG1XPN5LlRdsvLwVZvFONt8dnfbgrd9A5LwJesbquXH8gcsiINF6lIcFvHklMUByMbLL6R/bCN5sk4JeDeAPuoP/y1s3cnii3hZJJPxuIM6tiysL7300lqMe1+AOsSm/tAlBULJKlt0s9vlJPUcLZ+TDDz8ZYP//FOmd7NsrABWjwYYV+1AlHgZVyn/6NO2k0ksxFwfxc34AXrmEpBi/otJsl43xhXQMwYAo1Mc4oUXcAEk5c0hY0+/cUTySWpuk09SG2TAoU0r/GP5S1I84o+MY5ICUWP5MxddGz3u5gS/2XYdsSVvfpvTNtX0Ub2+kDOX+KCeX+YHnWzpI1lluvED58CvnwEE+m28eXM7vic/+cl1TN5GBn5zKUm9e0M5ST0GRK8Yq+NLx80cZUO9uLle8eqnNrxiak6S4a8y3133ZPSLL9IlRHUKyBjymzy7+iZlhz36ETknOjzK4zNQXGwgJBl0kOMTGWPEN48JOPlj/G0Y0Gus8PCL3/jEkN/0dJ1TJMZFP9hnL1lBePdPGz+Tdd51vTqkXZ2+ySepObOpbyx/eLTjI6ecrDrVJ2t+Yd3aBFCP8LaMPP/NLzHV7iSDfoi5MdBXfHSZT/oldmIinmKgjY/mq8dmlNXT6Tpw4qu/N8RUOz1IfpPo2SzP/IzAjMCMwLEUgbkBcCyN1vR1RmCbRcCii0tSi65kXdBZfKrvhZOFnHIv0KR3vetd63joxRdfXM/rW8g5EYCPPgs+izA65JG2JHW8X55N7fRbBLZdbRZ+2i3w8KjbTC2U1fFFPR0WdcoW01L22aWbPotpMhb+2pO1vxaQFpvkLS7xNLGfrAtswEF9kgLP7NIvBfa0sZGsepNUjNTjsfBlV6rua1/7WoE4IEh/1APVeOjlj1TfAIXOk/UM/5lnnjkAR+UmfceXpJ7Hp5NuscSjTV2y+sgvsREr7Wx2mYwyAKDvdNPlPQk2LZxAELdk1UW+CV/nd3JqbomnmCH9vuKKK4Z54DownwBA8dXuGhFHQNe7KvAYA8AFqJHHa8zFXTlJAXhjl6Q2fuSNDQAqvuYwna5D15F288iGAz51QDad6snw291pPOQBe/rIAmg2AtTxRT/01YYAn80NgJZudeYHfajbAD5x8PZ6wF9cnMJxh9ajBzaR2NNHcmyZT4gNPoqZvHY2kvWa0o8kdR3yg2+uEbGlL0mBWr7zAY9rVKpODPhpbPTBMXLXnn7aOLPJ5a47X7TTiciSG8ufcRI7L8e0EcdXbYC92LlbL474+C9OTk6deOKJwy8FsK1eioxd65Dqo/jwn13P/tOrD3TyJ8niyag5MZa/ZC0v2fqXrPGiA9FJl5Tt1tH2uq/ak5TeJAcF+PpKvgzt/U9cEd3mUbLqsLFpjtmsElMnYFwLxIyvOroQ2+T5RAd98vz3eazd9475wockwzw238wROpPVLj3kk6je6g99VbGN/0uy5W9y9fw2dn26NiMwI3ADR2BuANzAAZ7qZwR2cgR6EWSBZFEl1V8LKWmTegtDC0cL7STD8VWL5QYuFt7uapKh10JO/lDEpgUc4IIs3pTJsCNlE5/FsYU5gMUXC8ZkvVNokdy8UgtFCz95pGyBjU9eutmO5/oQHfyRbsrr/2b5mvJeUmiBC0Don36RFW8y+g60qfciQIv/bnPywmMLnivGCxBIyUv37NlTmwvySAyl4mtspIjvyfoyOu36I7W4xtf2kvWOM37PbScZXqJozNqmtrZDlp6dTt33JNVV8xh4VABWjK85ZyzFBLnzKbUR5U6wGBpnj9PgF3tjTrf4yycpsLupC3ACKm3GAL/mEL1k2JeqY8f1RK96+qTsuo60k2NbPb3mBp+Np7wNBCk+MlJ62EDyxp8OevmJxMIdXM/A2wBwwsbGh5TvdJlz+gqAuzbJI/Hjj7mdrPFV5hfd7OHhFx8QealrRbs8mST1XLs68vynQzvfpeLjMwbw57O+4BM7McHHljKf+Oszz/sOyHe7z0IA37iIG14bDOpsAKjHQ4+Uz50aL/Vj+aNPXhsdfFmq6x97+iKtir3/KavXR/2TV4f4Toc2ZUQsScVGW5It0Dn2/iXZr31s/NGPVCWpFzEaSzbELFnnrTobMOrFy/jrkz7yi7w2PqhPUj9fakzMQb76DDdXPNplQ4EM0k+bC5vfW+xpmzQjMCMwI7ATIzA3AHbiqM4+zQjcSBHohZcFVpu0AEtWYL25sNOOX12ybgA47myBD7hYyDkGiw/RIz0U4UEWyRbBjrfyBTDwU3UWdP08uwUdoGIxbGEJIFgUqsfHDh+0A2HyeNSzASjQS9bxY3XajoTY4HfraJ186Hy3HSz96U9/OhyNdvcQKNB38SXLzyT1iwL48HjHgDGgC1AAUCyalcnyR0yUf/WrX9ULBelC6lpWXPCrQ0kkdceUDgtwpJL+JAUAxvKXZPi1AQtu7wEAUOhP1sV/ktKjH2OH/yXZOuEh7sl6usWz7uagOJt35icyXknqJZTGL8nw7gzzH78Xw7me5MW0x8iYJKkNHTrVaxdec9qdYdcOgNS8Uu10A5+ANl/UtSxd/LB5YM4aa3LmiXFVBq7MRdceHeYFcE0H6n7j5xff9RVQM0foYheodjfcG/GlfOYvfUkGeb6yKQY2RGwwssFukroLnayAsm3Qm2SwQ5f+0KEffMCH+EaXMQDy6Xc3Gih1Rx0PfwF//oqNWOk73eSROHl+3bF/J2CchNIf/PSzj7Q7HSCPyAC+nt+3cUBv91k88YiHOPtMSVLXkb5rk9I/lj8xR66xTeo6/fe5yCd1/EZJCtzLk9OGFpVVL2ZJFKu82cZ2kqpP1lQ7W3QlqWuBXfqTdUzoVFZvXPXD+1jER//FFg+jdCkbR/zGRaqdffZcW47665sYJhnmnHFTl6Q+q/g05t+MwIzAjMAOjcCeHdqv2a0ZgRmBGyECFmZJ6vlvizGLLAsnd6T9TrwX8AHiD3vYw+rOjnYLMr/tbRHbx89tAFicWdxz2yKObvlDEVsW5BZyFm9eyOdn6SzwXvjCF9bP+L3jHe8ocIAPD7IgfuITnzj+9E//dDzhCU+oN+MnKR/ZZZ9dei0e2fG73F6oZ+H/3e9+twADniMh4MiC9jGPecx4/OMfX/7IAwlsHk433/RXf8RcfI2DhbB+KHvRlRf16beYuOuvX+IBMBkHdtjTb7LGgmyS/RbDyRoj8jYcTj/99PG4xz1uOF2AyCK6kxTgUqaXfjrlLeQ9zw3EeYeBfozlDy/deJbirvmnv2KerPEFLB1JFguxAmQQoCIo6gE9dzcBQ+/TMGe8E8KGkLE3BnjpRZ03DspJCnCZf+aAjQA66DYefJIigIq8+UoWGUt1+PhCHvAkn6RePInH9c6mOUoPfnk6+KmNDbbxstG+q8OHgF/XYL8YlE0bD2TZSTKAcdcn4A+Mm09tkw7+SgF78QTakbjiY48uPAAhHcA8Xn6pF3PXlJcuGiNj5acb2TVWZOjXF7rodU0i15vrxns53Mn385fGDy8/6BdDfPjJKuurUx8APp349BvhMYZ8F1ebAfLNJ8VDX48N+WQfCDcOfJCKGTIuXTYePj/waEPa6ZGiJMJb17x6BfVSPiQp8K+MknX+NY869thIUu9tIMdn9sXdWBh/70rQV+3kULJuGOgrncbBPNCGL8nwKInNW+MlHkhfjBcbzYtfftKMwIzAjMBOjcCendqx2a8ZgRmBGz4CFkrIAsoC2cILqPvwhz88LrroovGZz3ymfgv+1a9+dYFwiy1eObaM32LMAs+brdVbGAMI8teGyLJJl+dBH/KQh4yHP/zhw/PBFvV0WVBqTzIsoC2WTznllOGn8PzsnZ/e8zN3gGjzW1jrE3DrlIKFvrurFqFAr0V/LxivjZ/XxDH0RVsAABAASURBVGNxDwC8973vHR/4wAfG+973viHfd7euSa7r9d3v9Cv/yZ/8yaCP7+otwsUbIPj4xz8+/vzP/7yeA3/KU55Sv9svDkCHhTL57rv8nj17JKWvMnv/E0u62XAc2Tifc845FcuXvexlg9/0YsfDB3lzRD5JAQR1fjLQAtwvKtCrLkmBUn4r73QSE7ERK31NUndtAU4vutMG1AI+YgQgqTO3jStS75oD+uQvu+yyOrlBhl42xFNKVp0UuX6MAQKczAGEJ1kBlXnu+qGPDsQPPHjZlNoAsJFAT7cnqVMHdOBn0/yRknM9aUtSnw/kxvLXfgG+jmrz73d/93eHO+L0O5GQpOYzUIdcpzY/8CerXTEhu6gsP/gOyAKG5j3b6tzRl+Jz3fPVS+HEnk/JaoucemSMXD9kAUqfCTYBlNXTk6TG0zUhNu70u4OPjJlNDXz0ss+fJMMGQLLGhKyyWBhvsU7WsSGDkrUsNvorxSfW4iztmIp9ktrYS9brTR/xSfHSOZa/JPXYCL/4abzwiM/SXNcyfkQGySN5hA8lkZRMktoMwJekfJGnmwxffZbpg7JTGja3jJ33Izj+z1/zelNO35PUS12NA5+181sfPG7mNJT40JukHhPAl6TGCj8/xGnMvxmBGYEZgR0agT07tF+zWzMCMwI3QgQslizCLAgtVC2a3B0DCv0knLvNb37zmwvcAhF4ueW5V4uwH/zgB7UgdDfNgtwGgEWyBRi+w5FFYJJaQFpEO+bOD0dEgVMbAn7ebuz9A2IsBr1Q7KlPferws3dPe9rTxstf/vKhTn+wWkg2eOCnflkk2mRw187dJ33GeyTEf34/97nPHU960pPGX/zFXww/OwhIiNfhdJMHejwb7fEJsQM+xCBJ3YUFVPh/3nnnDTz68YAHPKA2Z9xVZMOCW9+R8v/7f/+vFv7Gq8eCDtRldzuf/vSnjz/7sz8bz3rWs8Y//MM/DCDMIl3MLLiT1NjQM5Y/i24+a//iF79YL7pzSkSstYkp/YhPi8iO/6fPHffNzjqqbG6YrwCmmIgjXjEGjrwkLskADs1ZMfTzeDaszHX6yJCVZ2uTgCyxNx7GNlmBWZK6LukzXuzxgQ51dMqTsRmBhz98oN/c5SdePFL18trMDTKIrm6X5wvC6zowD2zc8RMQphfIR1/5yleGF2E6keMdAXwhh8e8x88vehF7gKG+uMOvTj/4hFwb0iT1c4diyL44iSFZ8941xo6xoYcvfAVU+cA+uz4n9E381NFjI8B15/QCHWzwQxteeXFEYqYuWX9BxAaAa5scvxG9KElda80vhvL6xD5/2JCqp4Nck7qmsfzJ4yErbvqvb+qNBd+SffNEPWp9i4qtOdR5bXiUk9RmHxvK9GsTb6QOGUdj63rgu+8I/eATIk8WyRs/46TfYsim8dIPY6ed/+agOsRuss59eXYnzQjMCMwI7OQI7NnJnZt9mxGYEbhhI2DBZVFm0WqhJc/ia17zmuEN88DsM57xjGEjQBsiA7hYpAH+Fm7ohz/8Yd35cveejmtDSernvshbuFnYs0GX593dNTrjjDOGO0YWxBaWFuUW6+9+97vrbvvb3va2gSwmLa7ZtXjUp/e///31tm1HjwF07S960YvqJIEFMN4jIXYscG2SsOXu/1ve8pYB+F0bvfoj7v/0T/9Ub+wH7PVDvf5a5PIZD/Dg7elOOtjsuPe97z30RTzEDw+bZMeSoYf8kq3HHbpevy2aAc13vetdtbnz1re+dcgbA3bpQsm6qKafnmRd9IutjaJ/+Zd/qZdBOtKbrLybfPI7ncRMrMVVX8XGNQK0APLa3bkENM0LgNFYqDemNqWQO8p0mNs21owRXcYBL6If0e86QXShJPsBtmS9+5us9caLPvKIXn6zY54AVsZZvbw6fOYXwAW0AWR4yCXZenQIH//o5wsd+ulOuxMyiCxAT54v7s67647fHGdDDJxE4FOSOlWQpB7tYYNfPiPE1YYjPtcgH9nnM31SPqp32gBobxv8oIusMUKuYf7aECBHB1/x0qs/+g/026Sj06YGHcbCNYPYMIbiQI4usvSRp49tdVK8+JSTqNrqK17t+syOsRYjKcZkjQtZOpLUBgJ/lPmQpE6TdF5ctJt39NCfrHaTNSU7lr9kLS/ZmlfsIO0oSZ0C0E6/vtLNR3ptNhgb8xn4N17mgcdd8Lec2NDHN3PDOODln3iq06bOOOF1HUnZkNLFN7zySFk6aUZgRmBGYCdGYM9O7NTs04zAjMCNEwGLJAtX1iyykIUncN/1Ser4rcUV0g7ku2tmUUbWgs97AOQd8WxZ5UORBSOb+C0cpRa7ZCwEAQh5+i2ELQiVLSyl6shp12ZBSKc67YiPFqEf+chHxoc+9KEBbLlrza72IyFAALBrexaj+sAP6eF0W+Ti8aiF9NGPfnQd27eY1jd9aT8tfvXTYtpjAGLgvQNADrv6TwdZsgBH+2Cc1Un5itdY0k0+CdGtzRhtQIJKuqVsN1nAJ6nHQ9TZYMHTvPTjUbeTKUndBdVHQEaK5MXCHUtj7Ii7vOsKeDE2SQbAaT4CljbVyJn/NgzoEUNjJp+stros7tq7TaoNJanj0OYCPvOIbfxJCijiM/541JtPSL2y+mS9c22O8Nm46hfiKxBsPtGvjtxY/uh1XbhTrl4fPfvtusCjnoyTPt4x4kV6Hj9xtJ4tPpBJ9u8zn/TD5gFd4odsGpjryeqvGLLjeX16+GkTwIsSkc8w1xM7/EPmPL/ZWLpQm2auGXrI+1y73e1uNwBY5SQF1vVfjOngO93kxJIu44/f9YRPHZ3ip40tJB5SbXRpw88vpJ1udfiS1OeyPiSpMdWGj3zr0aex/GnDK22f5fEn6/WfrOnCvgXu6dokOro9WfnZQvTxUbtxQU5V+AxOMmye2ATgE7v4xEEqLoiM2NHDLl426TGnjLuxY4tNeuTpQMpiJz9pRmBGYEZgp0ZgbgDs1JGd/ZoRuJEiYEG1acriVdnC67jjjqu7P0nqbpx6Rzgt4C3kvKzPT9l5U7+X8Vm8+YmvlrWIs5jrBVqyT4+FWi/+LPQs5pSl7CB5fHxyR06dPH3qlaXkLPqBAIvFXiAm+xao2pxYIAMYSNmVoiS1iCZrgTyWP3aWpP6xU5nlP3mLVZsUNgH0camuu/jq5ZuAAncZ9QUIYJNe/WgeR6DdFfVcvuekbXyIvb44mu+Fe3wGBMjgd5fY0XEgSp3+JxXfAgbq+CmlRx4Zb2U+aDNmfNLGd21si0PXG0ft+pusMSX/pS99qe4wAnHsk6NTPDqvvJNJjJLU4xBil6SebddnG0/iCwAaO8DVHWx8HSOxNbbufgPJ9HksxEaPMVCHV72Y4+/YmvfqzS3joyxVx775lqTALHCtnjx+IEnZKRt5AB9QMwfkAWXzi+/8A7JbTrvrSRt+Os1zBKSpw6Md6OMvWdeVPFn1QD+fgWqfK91Gj88XfSGj33xzjdBPN59dV/zkm88c9thx/dBPL/3yri0xIGMcxNR8Nm99trDl2qC740bWi009inSPe9yjHtXgCz/Z40OSeuEdHWJOh/7jI6+eTm3GnYw2PMr87TZzRDs5nw94xEJ/tCmLnX6yj098+EMHGSSvjYw8YitZPx/YUNbOF2Vzgay6JPVZqE1ckvWaH3v/yPLbuOsveX3knzYktvQZN/4bI3HkN//Fnwz9/KfLtWJ86NNPvOQ9muTdGP/1X/9V7wcg49pIUt9P7CWpTQv94FuSvd5u34SvR0JH2rPD2T5S/VN+RmBG4IaLwJ4bTvXUPCMwI7DbI2BxbLElDhZzUot2qUWbhbXn9r3gy0LNYhWA1U7WQszCzoLOwtKCQ712izZ57eTIu7un3DYtYvEBRxaGQJF29XRboFo08o0NC0Yp4EIOJetCkG122MZHD3llbfSpsyi1kFXflKwLTXzqktQdVkCB/bH80SWPpxev8mwBAXy2aF1Ya6Fq4Y5fX8XSywDFSNkGCzn1AP7JJ59cJxfoQPyzKUAXPfyQZ+///u//yjdlsZAibeKhf2zwUX2yxmeTVzz1J1nblNkUP0SOr4CqjQg+8JV+euk3tvh2OwEtQCtAJEbmgHkupmJjbriOvFDuxBNPrI02se7NKmBVTI0fIiO+nVdu2qyTx2cczQ/XpTFO1jE1VsrmAx/kATPj6245wCZvbNmni51k3VBwrZiLZFw7+kOOjLFnX16/9VneSQfXJpv0mUPk+acMFNLFH/JtG8gUQ8QXfeE/GTHVR7zJuvnCd9cQ3fzEg/jhsQN3k+Xp4Cvf9YWP4pCsoN5PNNrcMi58wsNnfuoDu/jFhR71/MbHT+18TNaY40N4EPvKSeqapQuRS9bPHHMBb5I6oaOdTjxj+aNDzKT4lqoCxeqU8Wvjd8tok6cnSX0ekWvCj7pMz4Gk3bjwT/zo1G+pWKjXLs5se/eKMTEOSWqe46endZPzuaeOPPKZ79dmPPbh87Lb27eZzgjMCMwI7MYI7NmNnZ59nhGYEbhxImDxmGTLmEWvO/zuYnr5ns0Ai2yLY78MAMQDrLe+9a1LxgKwF3f4LPg0WKxLkcWjhR8Q4Fn/JHWs2iLf3TePGiCLc3ciLQrJJakjuPL0WWRa7EstFC1uLRaleMhps7i0KFW2WLUQ7nZl/uAjx3dtSB7JJ6lFM787Rr3g197y+ivPJt3amp8sGW1Jhp8DxMMvPqgn6yVpfPHTi9oQEHX3u9+9+u9ouf7QXX2R2UtsyKpH8nTSAQQpi5lUrKSIj3gQOfbVy/NN3lwQj8997nNbgIMf9Os3nt1O4gjAm4/uYtrEEh9AUWyRmDpFYu57lwIQjd8va4gnGaBJTOlD8uSuKb7GpdvwufZcO/LmWLJeO3S57gBmcxFAM658cE3Lmx/k6KPXXFDneuQHHnPCtU7GtchnvgNvXgBnrukrebrEwGeIuauvHotQl6zA27VvPvKDPvNYmR1z3518uhD7fCcjr3/yjv7zRx8Rv20gsKkveBEd7S8b+mQs/NLI/e53v2FM9BUfftelDRz9lcdPvzxS5rMYyWtjO0ldJ/Swj/hKRh6P2DSRS9aTJdrV00unvDRJfVaKHV34kpQddWzhkxe71qmf8oiuJESL+IPIkFcpRerZ2ST68dBjnmozv/EaV+Osbx7zMA/ZpFssjRtZxL+OKx4yNmu87+RHP/rR8B3Ah2T1lT1yk2YEZgRmBHZjBOYGwG4c9dnnGYEbKQIWahZ0FnYWZBa9FnLu5F1yySVbR80txizgHPW00Lfw5qIFH7kk4253u9sgK73nPe857nWve9UxU+1sWDA6SeA5W79J75l9i0t3mC3aAQU61blb6u6cI6U2JGw6OKJrYUsfHywWLTKVyTUpAwjsdZ3U4lo/yCgn60LzwLwyop8dAOq+973v8MsI+iXvZX4Wt2ywhyxqycmT1Y+OkwWzF/wBKOoRXnzqxfZVr3rV8I4Amy5/+7eNsBj6AAAQAElEQVR/O5wK8Ky4RTLeJHVXTZ5dqf5IxRfJ043EGcARN/4+7GEPG2KJR7/4j48OfqjXh87zCcjxCAgAhU8M2TZvlMnsZhILcRBPPwtoLNUpi5/UNWVOAOGOs9v0Uu/kgDuf2owdPfLIGCC6kDzqWONJVpCv3lia89qNjXZ5bUnqEQHXuI0IvPJJ6lcojDnetsMP7UAxXvX8pVcer77Z+LABAASqd/36fLBJKAXqkD56R4JrgD9k2aDb/KOXfteKa1Oc5NXRaw4in0k2DMji4SNZPHSaozYibCZoR3iT1E/J2bAQF6eN3K12LRgPsSdLD5v4jJnPGm108FVKXp7fyRo/eW3J+nmij0ic6NwkdXSIecuxIa9en+hPUp+dyaqzdSSpjUn6u45tceBv61FmQxu9ScbmH1l21dHVpH6TktSLIDd1iI2xJO/zzGMwNp/ElT1jlaw/lUgvX/hmXtgAEGM25D1i5pqhQ32yzlV+Jfv7rG7SjMCMwIzAbonAnt3S0dnPGYEZgRs/Asm6yLKYsyjjgcW3Y73J2mZRqd0C37F07cBwkro7ZcF9wgknjM9+9rPDW+O9L8BL7z72sY9VO3mLagtyoP973/veOPfccwdw6plfz8BbVLKNLBbd3aPL2/P9HN2ll146Lr744rrzhcdCOVkX9snqp8WnRSZ/3EW0AE5WH8nwA0BgC7jRJ/UHI7EAKvSVL/pmsXrRRReNL3/5y0PfLHrpsDim00KXLotegEJZqg5ZLHumXp5u/rJzwQUXjE9/+tPDM9Ef+MAHhjuqL3nJS4YxeNOb3jQARTJJ9Ve24ipDXr/k2ZXySepFjuydd955QwydQDjrrLPKTpKBX6wt5uXJ6AefbXrQw0936BxXV0b6y66UzG4m8UtSzy0DMe7q28xCrhft5j5wY/PEfAI+bZyZD+a1mIq5+dKxxK8szsamSXuyzvckW/NAvTmNjz5zK1mPywPo5hJgxr75AmQaP4BbvvnVySN51xkfyOKlmy0yrjNA3x1gqblDt+vcXHYXX9/d2fUeAn6IidjorzmmbCNBX21gqGOXnHlJH+KP+PHDdS3PD7LmKN6WUc8/MWRHGzv0ehGj+Ls2XL/ixba+0ctXMuKkzG6yxtlYIvxIXnzYwpukrik6m/giL4Zih5IV5Ha/khVkJ2s9P1tGno5NStbxb5146ZW2Tm1J9ttEGBt/ePFIkSZpkzZELx+k4mmMzaWO+ZVXXlmfUzZ2xQGveWicEBm84i9eeNSbDxcvn+ff+c53huuG3fZBbOXZlE6aEZgRmBHYjRGYGwC7cdRnn2cEbqQIWLBZNFqcMemIMHDr5wEbeGq3wNX+nve8Z7hT7c60egtA5Wc/+9njhS984Xj+858/zjzzzKI3vvGNROrlaX4+z2/Ra8f7nOc8Z5xxxhnD2+UB/V4YXnHFFePss88er3/968dLX/rS4efr8J+56GSHQgtTpwae+cxnFrDlO//UA+j4bEJYSFpY6iM5z5i+9rWvrZ8UtCBV14Sv81KLT4vd5z3veYMdOoHyF7zgBeXX29/+9jqyCiDw+dWvfvX4+Mc/TrSe9XWs/5WvfOWwwVGVy39Jhp8TpEMc2Wi7T3ziE+v3+r0nwGaDnz102sCvGiyi9Wyw/v3qV7+qO4AWz+LjxVkW2Xj4kmRYVL/4xS8e7L/85S8ffLPJonz++ecPoIndr371q0O7kx5k6fjgBz843vCGNwx9V5ek3mRvLM9cxuALX/hC2TdebZfcbiZxMJ/E1F1N14RTG+Zlg1Ig1DwEfjw+44V1ALTNFY8O0IHwmMvSjv+BsWWnSRt+c8n1KJ+kgJ88PmDrqquuGv6Uk9RJEiAaWJO2rJRdc43/8tqdHHD33bjjAdSVydt0o18f1eEF/h2xv8td7jLcuQf+XX/8BK71lS/iJmZ8o0u/2QUK27Y6fSELTCYr0KbD5oM6bfjpBsrp4482Y8DHJMMGAPDPR3b0h5zPCsAW+OcHPcr6KhZ0uSaMGZ3ssUEeDx3K+oTkm5TpQOqSbI3PWP70T4zpbB6p/pFdWLb+KTepxKcfZOnhB0pSm0PJullABv8mbdbJo812efrVd8oWEi+fI+avOW0+4+eDsRIXfHxRj1+djVn9IveVr3xl9NjTkezva7KWyU+aEZgRmBHYbRHYs9s6PPs7IzAjcONFwMKRtWRdbFnUveIVrxjve9/7VBdZ+FrAKQDWgKS74RZ4FuBALQIygU3AFGCWt5gm97rXva6ApTvawCSA6+4+e8AEXRaPwJDNAXeqAU4bEWTpApzdqaPvm9/85gDCgVhlshaqNiaAfHfV1W+Su//sv/Od76zqZO2zAlkpPUgeGLAZoW8ve9nLBp9e85rXjDMXIMwvC1lyNgAA6XPOOYdYvTXfc/Nk3O1UmaRAvI0L8duMrwUzXR/96EeHn/171KMeNbx/wdFY9QAGHnrG8h+bTgzwwwbAUlWbDknqqDd/+MonGwHiYSPjRS96UY1Bj7kxxOdEQ9e94x3vqA2DLluY029jgJ5NXvW7nZJ1DgFIrhGpTZ++ZgBcYwdAGkvxBIJs7gCZ5uQll1xSYQRUySuQAZ6azMkkdYfZ2CD2zAW8dOMxV6Ta6ZF3jZoTrjE2AFj1fCGbrH1Qpyylm8+Iv+7q43etStlx5NsLQr27wh1/IJa/rpsG3B5DAbqBchsjNgLo4hsbALUYKbPlVAQe141rPVn7zKa+6gNecuzoS/uM38kKeumgF0/3WbsNTn6KFx3k2bSBISXPV+CfbNtkN8nWxgkdxk8c2n6yxpHMJiUpwC82SHyb+IoXOGaDX8YOyZsP2sfyJ1UmI1XGpw/y7Qfd7GhTv0lJagMvWdNuW9Tv9y9Z25PURgJdyfrICdvG6j/+4z+GjRqPtHjJpTFKMvgthvziB2KHDjH+4Q9/OJwCkxc/hrUnka3PMH1I1nJVzv9mBGYEZgR2WQT27LL+zu7OCMwI3IgRsGizYOsFmIWbhajFmoUbV3qRZlGGgJsk9fwwHott/HjJb6Z4lS22yVo44lVWbzGpLK+NLTrxqlO2sLWYlNLHZ3J0SG0y8Bm/PD3K7UvrJ0ePMr7uMzl5aduVb178yt0GJCiLG/v0KvMPyfNtM6WfT/qjXlmK1Ev1W0qvtAmvPimTBxbk2xZggwcw6DrlzmvHTz89ybqw1q/m0Td69QcvkKZdP+TVoWSV5XPLqt+tlKQAlfgBjeIC2CT7Xu5mromreBoL8+Wud73rAJrE10aMsXMdKdNh/NQZM5SkQqy+ddEnn6ygSxtejOaQdrb4ZROAbnkpObxsILzkk1R/5OkAovlPjzrAV1/JA9Pu7ruj7lSDeaKNfbzy7NlAwCcugDZAro90usb4w5a7wY7giwNe8xEf/4477rja5GKXfvOYHiCcf/qCtNHj1IMUQAXkyduk4COd/GLTSQ02bTjw18kAesnRixfRa+yccEA+A2yGsEkuCZZrJDx4m5KVX986VvxB+qhOW49LK9bWpK75pK7HJDV+7OBrHmlTks4eNqWDT4gvUvEQPxsA7Dj+L65iooxPrPQZv7LUmNqg9diLd0Jox88J84AtefXy5JQnzQjMCMwI7MYI7NmNnZ59nhGYEbhxImDh1ZYsIi3Gu9wLMIs3dRZlncdrIdg8nVqY4209+JQReSlqfnmgXoro19a8yhbC2jrd9Fk9kCJFm/n2QT3alGs+trQ1sdG2pZv+a8Nn8Sttar2bvnbbgSkedZ3KI34g+bbZ5bY7xqi7a+KOr+vFj6/qOv7y3X5gX1u/tHnIt16yQJg0ST3jm2R0e7ICiPYP324lcQMupWJgLABKL77brAd2k/VuKoDjeXcvyxR/p168aBFoosfcAOaMD16kLNVOxliYd8ZAG9keM3w2ipJ1zJQBLjJJCiC6Q0+XNvrImjvy6vju+gGGHd1Xx4YyHjbxA3CAtY0B/ddP/EA3cC2l5+Y3v3ndBfeOBLEBnsWKnu6nsv7gT1KnHdQB5Wzznx/4zWn9Zx/h45tHgGwc6B//6KJTTG95y1vW3WXXr3qPOHlx42ZsnMigF5jVF3JJBvvGzPtA+M4mvXzRB2W8ZNUlqTvnYiwuzdvjok6MbSbYIOG7Ml1kxFhfk9Q1r8xGkno8R9/Ywas/bCepU0ZsaLOB0TLJ2kY/2+Sk+OTbv2SdH8rinax3/fHxwXjyVZy8F8TLWh3/txGDn8/in6yPDvEFr7iI94c//OFhE0Bf2VWfrDaTNe2+JOHipJswAknq8yI5eHoTujZNzwjs+AjMDYAdP8SzgzMCMwIzAtcmApNnu0UgWQEagAT8SIFpmwDuugM6wGayAjDgyN1S4NLz8YCmO6PAFGAF/HQfG1Qr0ytN1oU4YAfMIWBQmSzgBlgl+4AbOT543AaAU8YHJAPOwLSX+LnrrR3QwwP08gnA7Hp9ZFOKhx6EF5ijT9/c6aeXXfz66b0A/HTn+Kc//WmBanr0U1zokPKfDrLAdpL6NRL1iH9NZMQbuPR4ErDpbr6YyIsbm0A2Xr7wVz1fjRMfANU+MaDNuIknUKuf/EJJamOiZbThp5NvSFn9JqlrUk8eAc76z34STbVRwmeUpACYBvL0I/bEQB/ESV47neSkyijZX4c6+pJIDkpJyi5esWBTjJO1/zZyjJFHQDwKIjb6gMwXY+KEiLltI+L73//+8AJYMaZPbA9qeFbOCMwIzAjMCFQE5gZAhWH+NyMwIzAjsMsjMLu/LSMAfHEMuASUADJ39S+//PJ6TAYYa4CUrG98B6xOOumk4eg8MAQQA+R00QFMA3L0blKSOgrPFrBFL5AKjOEnn6zgbez9S1I/gwfsAuX0swmMAcr8BZa7XVuSAXzTRwagkyrznS1Ajgn2lQE/wB+Pu+rAHz8BQLo8K+5RAJsNAKRNBUBWH8QIQEfy7vpr86Z+dpJ9Gyh0Iv1ny8aFdxx4qZxTB97BoF/06yv9Nh/4QE5s9dmGCBv6oM82O5A2PPJk+QSoS9lMQqTGQSzYQPIapEh+k/AgdfrIF3ptAMhrQ0lqE2Ac5I9epN/izkd95b/61islrk6arD7T3302Zslaj08bkieD8NhQ4aey8TW3jaFTHXe4wx2GR1nw8UG8jDc94i9eTllceOGFwyYX3XzngzY6J80IzAjMCMwIXD0CcwPg6jGZNTMCMwIzArsuArPD2z8CAA4vAeof/ehHw3H4ZB/IAn6AM+QkgJ+kkwdabQAk6x1Wd3YBKvoQnShJAU+AEYBC8scdd9xwxxXwUmYnydZd3AaL2ulD9KsH3vgAlI3lT1uybgC4c68NIOaTTQCAc2EbgCvAR44ePI5320iwYSAFBhEbHhX4rd/6rfpVAKDdSy7p5AewyGcbGfrkqL0+SdlIUi/gU4cHGKdXzGw0OG3hZAGwyjadbOovvlvc4hajQSz/2SNnDPhgMwQv290Xdhz7d0yfLNvaxUP/9ZtMp0lqbJJ1DLWNvX9iYblJaAAAEABJREFUitRJ6TBOSUpmLH/0iIF2JI/k8esPGak6ftqs0Fey6pKUPjxk1I3lL9nnk7oktcmQZPhTh/jXpMyeWPFD381rgJ69O93pTuPXfu3XhjzeZN1oSlKPWvDNix/9somxpostuqTkpJNmBGYEZgRmBK4egT1Xr5o1MwIzAjMCMwK7LAKzu9swAoAPoJWsx9SVuQmUAaR+rhFoAqIAZOAKOAM85W9zm9sMeaAViCWLyCP5piQF2thD9IzlDxgGztzlBlK1AVfSZB/wAxjx8VEb3q4DcpE6eoFfoNedePrVLabqeXSbAIgsfjr1BZ8+2PSg3wYAsNekziaAUw82D/wUHDDeAByYZ4N/2tmnXxkBkPxgTz1KUgCULH/ow4OfPX7pg9jwTz0SWylecsCqmKlLUmPinQEeHbCBwDZ9+BE/8SP9I6ceJdl6/j9JbcIkqUcH8JFNUmNJPlnz2lCS4Y/vrbtt8wNp14fN9mSVS1K6yYzlj05EnxQt1eWXfJP2Jn412QRxWkKMtRtf8h5hEVtzwSaN8XIiAYmpDRa/jOIXW+jiN3+TDHONLnomzQjMCMwIzAhcPQJzA+DqMZk1MwIzAjMCuywCs7vbOQLJPoAHoPLVXWU/d+bZaSDJBkCy8uFRBoiBKADUnVUAFjAC3oBJepqSFGjrMuAGUAFf+N0td2SePB7t0iQFSAFtdUnqZXFAPhBJFtB1PB9IVg/0IqBOmQ1tQDcwZ8MCKKQfHx4bGXzWhp8f+i0OAKE+and0/Pjjj6/HEvhDn3Zy/OEnXnr5lqz+0qkMSPJDDNklI27qtEv5JTZtT5zxskVO6pEAsjYb2MLPLjtArxMV8skaP/1JUnfYk3XjQR1dSF/G8idF2pZi/Uv2jZ02lUlqU4CPfOK7eqk+qldOItmiZC3Tz38NeMnRjdQlqY2AsfzxD7+2JFvzSHlpLj/k8eAVC7rFVTnJEBuPbtjY8eZ/P+9IRvycFJFPUictPCbghX9+4tI8T9Z3ZbCVpF5kKD9pRmBGYEZgRuDgEZgbAAePy6ydEZgRmBHYPRGYPd2WEUhS4Br4AcAaQEk57Ei6t94DtYCQOsAKMAbagEygXb7fA4BPmT56ySQraEuiWICNDYQPPxDrRAEZddJuZ9NJBIBOG2CrTUoWGLYJoIzoAkoBO2WAFNDDp9yAna/KCGi0CYCXzt/4jd8Y9LhzjB8vP2wkeB+ADQs2AHO6yScZ+MSLPw0+6aeXz/qVrHEHRhF77iqzpx2vQLHl7r9NFnV0qxcHGwVSOjsmNjzY1cZXuvAnKTDNDt6x/GlDfNQ/pA/KdCbrWCUpwJ1kkVr/kZOjT98QvZv1YqO96/mzqZ+N9l/fUJKaG/SgZC3jRWzSl6z1eJB6KeI/O+wB/Z73Fzeg/gc/+MHw0r/73//+9X4LOsU4SW0QkPc4y+c///nh6D8d+pCkYqCfZMSKv+xOmhGYEZgRmBG4egTmBsDVYzJrZgRmBGYEdlUEZme3ZwSSlGOAD6CjAOAAUYAWAOXOPkALRCWpDQP1wDVg6u40wOn4vOPT2uhD9CUp8JREsUgbYkMFMMW+O+vqgTL1fMED0DmSzQ9lvEAYPkCTfSBcPQLKk9SLALXTpR4fokMf+ZqsfnkJIB1Iez/vzw77+OmhzymAzQ0AwFsfEJ8BR5sJZFtOvRiyKQV+vfzvl7/85eCTeOqPNnrYUbbJImVbG19swCiLh5MMTh/Q4Zl2JyHI05+k7vjThfRrLH98EedkHU86+Szlr7aFrf4l2W/8NtvoY0tsMZOlO0nZ1YaHDN1sNA8+/VHGQ0eSrQ0A7erH8idPx5ItX6RIHZJH8ngRvWzKe6njpZdeWj6deuqp41a3ulU9emFDiE/mLfvST33qU+MTn/hE2UnWkxJ002U8k9Q7ApTVT5oRmBGYEZgRuHoE5gbA1WMya2YEZgRmBHZTBG6yvgIE14VuMkdvIsPAUZtucJOsgE/c3PH82c9+NgAjfEAlUKcNkJWefvrp9Wy90wIeFwBK6QLegM5kH6hLVt3AFqKTD3QB3kA38O6dA9rZB9DcGU8yvHwPaKQf4JXnD14gHK88v+gDAuWl7NAHmNPHP3r4a3OBL0C4PmoHDvHLs5usx8DJAOTk9ZmvUsDb3Xe25Nnljzv7Nhf4Sc5JBmXg31vp+UUXXr57K714qxML9vEA+nQD//wFap1OYJ9dJzEQ2+Le/WSXHrbpBFz1gZy+6y+f5LWzhdjCpx/qpeqTFJBWRy+f9VGsmh+v9iTDHx+kbBhruqVOP+gr/vaPX/TQRyZJnV6gQ7/oxa8fYoZPHRl6x/JHNz10i7VYiZkNplNOOaU2XPierACfbo96XHDBBQOJsX6xk6zzN0ltCizqa/MgiewxTfp3KEpSfU4Onh6u84fSre1w8odrTw7uV7LWH07+SNuT1U5y7dIjtTflZwSOpQjMDYBjabSmrzMCMwIzAkc9AlPhsRoBAAuY8osAwB+Apa7BmtRd59/+7d+uLjotAJgBalWx/Jesi+MlW3d3D0wBtyQFKgFJOgGyZAVn7LGbpI5t0w+guesNUJLnG0ABtI3lT14dWXkAMcnSMsoO8GcDgR79s5GADz9A7K67Mlvq8AGIgDJAqZ4Od++B2PYPr77bjGATH93AuHqgNFn7RU6bPiAy+uLIOt/YV+d5fu02GfTPm+npVUefTQunMPDZCFBmz+kM4Jif4slHcuIiEFJlfQCO2ea/ein/kxQAxI+Sq5fZMGY2TGxW6CdeevShSR1iEzC3ocFukvqFhGQF2uzq54HyrWczxUsf3/WPjBQPWz1uNkr45dl/j1Tg56+xlxqLD37wg+Pcc88dfLJ5JAZ0TJoRmBGYEZgRuO4R2HPdRabEjMCMwIzAjMCOicDsyDEbAUAKWPrOd74zADagCGgF0LQhR+FPPvnk6uP3v//94gPCAGnt1bD8Jw+gSZdibQbQDQziB+SAV0BNO1525JMUcAfM1AO/wBswzk7L49dOF8KnrD5ZwSswDGAjPPwBJPFJx/LnLro8Stbnw/UfWAbE2QO22VcvLuSVpUD3oqZ8VgYylQFS9snbwFDXeToAejz6qV9OAwD27HZ/+1EL7fznqzEg02TjwCYAP/STTX6gJPUYB/mf//znw4vxbGzQxZdkPemg7x03fiZr/OSbktSmjP6Jh9SGgHa2xBZt5o05kO1Ze5sqfOYrubbJX/6QRfRJm+hrMh/xJuvGijISL+OfZHzjG98Y3tvwwAc+sJ71FzObAuJz2WWXDW/7d+dfHIxDEiYnzQjMCMwIzAhczwjsuZ5yU2xGYEZgRmBGYAdEYHbh2I1AkroD7AVqgCJQBSABqgAYoAUk3vGOdxyAnEcA/HygdkAPMAPaklQQ5JvIa6dDI/BJB33a1AGEUsQuWaCObnVALHltUnV8tKkAYPODXjpRkgLlnbfZIA8IAu/KQCy/6FQGpoFoeugFXtnC5443Xn6pAyoBeP6pJ0+//qjHp0/yQK4ND8CXn2KsngzbY/m77W1vW2DdT9e5yw4080O/8QH+XlbIlyRbR+X5Sy9b7EubxvLHnk2F7373u8PLG9vXpakAfZLaoEnWlN/akn3jqKyeXvbEwvjplzaUrPz6j9TxXxzddTdWTn3YPKCDLH+l+PBfE7HNb7HGww9lsUFiicfP+BlDp1TYEUd22TGn3fn/6Ec/Wnf++UCXOSZ+8pNmBGYEZgRmBK57BOYGwHWP2ZSYEZgRmBHYKRGY/TiGIwBAAVbAGCDl7jeQBeg2oAN8/aQaMAp0/fCHP6xTAEAccEaWHkSmU/VAGD4APMnWz/sJGYCLB3/bBBwBe3q1JyvAxMc24KzdMXoAF9Cji41kH5ilD0gE+JIUcHZnXT1Aqp9ssQMw6ps78fjZcafYhgHACyiKEVtiwQcAkk/0aRMvGwfy9PItyQBI1ZFlnyxyqsD7EG5/+9sPmyr6xF9y9LJJFo9HMABcfiKx1C5uydrnjrs6eoBvd//pG8ufPusb3Xj4JEXqkPzCWhsD8ohepL7HMlnHRF2y2icvFniROIkDHpsXfG55tuWTfXrwJWuZ3U2im076xd2YKYvjT37yk/HjH/94nHDCCcPxf3LmjfTf//3fx9lnn12nA/CySY4tRJ900ozAjMCMwIzAdY/A3AC47jGbEjMCMwIzAjskArMbx3IEACJACID2MkB3ixuMqgfWgCcA1AvW8NsA8C4AQAywxQdwoY6FPOCWpJ7/pkcdeSBW2ryAmTzASB/wqAzIAa1SsoAtnQA6wA1E4+M7wsMXRAd9ADxb+gDQI4CUHvq8/A8vPhsAQDc9APRVV1018LiLzw931cnxR9/1iSwf6NUOoHqGH9kQ0MZf9XzgG9+ld77znTUPj1XgcbJC7OU934+89I99/jWIJ6tPfKOAT+qQOvptYLDvXQfujEv5i6d9J0uPOr7J67sUyeOhH8kn+0A6HrJIe5N6+vTZvOG7NvXGmt4ktSmjTvlAUk+Gz1L69E1s2ENi9a1vfatONOij0xTiZQ4B/6961avGt7/97YGvN0z0fSx/5gsbS3b+mxGYEZgRmBG4HhHYcz1kpsiMwIzAjMCMwE6IwOzDMR2BZH2uGqACjr73ve+NX/ziF9UnABowA56A3pNOOqnAFmDsaDWQDACTxbdJwBXgRhFZbckKHgFZ9dqT1E+uKQNuzZesfgHewJp2/O4k80cdMKncPNoBRf7wC1gEIAFRYJhugJ8uL9XDq699GkC9Y+785QvgCNQDlZ5hd+pAmV394wfbNjSS1V9H+G2OAOHiY5PC5gBd7ItxkuFEhZfV/eAHP6gTAPSS0R+22PR+AMCdDWQjQB/1BRjWx2S1232mx7jpizjf8pa3rJ/EEy+yfMcrLsk+WXXa9auJv/jokk9Sj1eoU8bPB3Ekj9RJ1fNRH3rDhUzbxzeWPylqm1LlTaJf3BDdyLsFgHyxNZb3uMc9RtfboHrlK19ZJwP4upipX7FgX77r5CfNCMwIzAjMCFy/CMwNgOsXtyk1IzAjMCNwzEdgduDYjgCwqwcAmzu1wCugCyQ1kHQXFzC93e1uN+Tx2gQAboEuoK3BFV1N6ukHXumTB5oBU4AUH6CHT0qvPF30Au7kktR7CpLUewj4AFQCxPyiEx8d5KQIYERAIl/ZswFAryP/gCUw7W45smGQpE4s8I9O/gCY7OFpIK8ejxMD/BG7JMORe6QP4ieW+kW31MYCv92txuMFdXzterEB2r3EziaAUwk2GJr4rD9S/tHBFzr0XX/l8ZN3ioA99fiMRZIC8knq/QP4kXb6NomNZI0/8K7P6vCQoVfastL2Q3/1Q+yS1B1/OvDzH+81ER5EP155NpMU0BfXyy+/vE5onHrqqTUvxVjdWWedNWwCGBe+juVPSn7JVp+lk2YEZgRmBGYErn8E9lx/0Sk5IzAjMCMwI3AMR2Dbu56s4CVZ023v8FF2MFn7nazpgeoBLHYlHQkAABAASURBVCAaOAKy3EH+2te+NoBkAAowBZ6ASMDUC+mAOI8LAHj4AT51dNAv1aZOmqxv2QceexMAEMWLWh4YtLHgDji/1CM8ynShm9/85gNQ5hMCwt1txiMFBAFyd9S9eI+PdLCtTwC0u/7urvMxycCr3gaBONhUAF6BaLJ845e+sWNTgC4AnV5EzgYBf8TNhgFfPItPTpzpucMd7jB+//d/v15K1/y3uMUt6i61vnnunw46+SFWTibQpf/APVtIf/WBTzYc2BFnqXrySJyMI3nt8uT5I4/EWru6ZJ0v8vqP5OnFSzc9wLlYs89O91F8teuX2OJPMsRYv+hIQu3gB9t0q2BHHTIP6dVP7fi8MNH7FGy03OY2txneo6B/X/rSl4Y7/96pQI++0JGsGx3kk9RmUtfj28mUrP1NDp5u974bsyOhw/UvOXhckrX+cPKzfUZgN0dgbgDs5tGffZ8RmBHYxRGYXd8JEbDA1g9gDlh2dB1obQAFfAF4QJZfA8AH4OID7Mgr45EH4JoHYAO2AD4pfsBZO171iAw7AKJUHaAIAPIjSd2ZBwYREEwPkMl38mzxAT8wTJc7//Jk3A0HVrXzF7C2CeAONVl9B8i10cM/cviV9R/ZGADI2SaH8PJDnZQOvtuA0Bf19Dv2/6hHPapAr2Ps+kA3X51KsMliowGQRnxMUvz0iEmSQYZ+sWKLj2Iqxuyzx3d+0iPu5FGSetGfmPH72hK9eFtOyo4U8Uks9EUcxco4NU/7Rg/+Lif7wJY6/UDyxguv1F1/42lDwcv/9OtBD3pQbZx8+tOfHuedd96wMaUe0cHWpBmBGYEZgRmBox+BPUdf5dQ4IzAjMCMwI7DtIzAdPOYjABg2UALegC53Vr1ZHbAE6tQBfgDlySefXMetgWrvCwDugNLmkd8EmXQjfPRLgW55OoG7ZB8gBZIRfWyzo4wXGEb8ACwBd/7TRY+ULSlZdQ2QyQHW/Os6OvhCD14gmhx5eboAdECbD+RtIvz6r//6AKyT1HFyfPxAdAGryQpq9YM9oJWM4+qAvncPePygY8yuzQEnLLp/7MnzjU/iqpxk8K/9krYe9pLUZon+8Uff+ZakjuGP5a91SpvEeGmqzQF5pE2aRNNWm3pEr/7L84mfNjaMm77os5jTgUdKkTxfpeqQsjjoC13y9KlXxit1h98JAHHU/rnPfW68+93vHl6iSA9/8IkXW5NmBGYEZgRmBI5+BPYcfZVT44zAjMCMwIzAdo/A9O/Yj0CSAnWAHPCkRwDlFVdcMRrIAVTAFyDriPqJJ55Yd6A9Z+1ub5IClnQgeoAvYF8eSFNPhzrH55XH8gfcJalj2WSU2QH+6JYC3w3o8CQpe2P5w8+/JEtp/Uc30AsgAsHJ2sYPtHKNAsnuFAOoZOTdtVbGR68NAEfv+QJ8A7Q2DfDoDz6+ySP22NaOlz59wAMQn3LKKaNfXgckizGQLiY2AMjzRZ3NBr7qI936jpTpbOKnOjziTb59tRkh5uo3CT/f1bGRpMYgWVN1aLOd7WSdL12Ph30pnfI2O5JsvXyQP01JatOEPOIDallxQvqmXuzpplNczYUf/ehH9R4A/T333HPHJz/5yeHli/jEjZy8GEgnzQjMCMwIzAgc/QjMDYCjH9OpcUZgRmBGYLtHYPq3AyKQZL9eAIsqACrHqYFxoAsoQ0AtEAu8eV4emAXSkhSABL7cwaUD6AMaATX8SD0ADVgn2QLyY/nDD0DSRwYlqfcR8EEbYEg/slHBHvAI7PE9yQC+6Qeo1ekDAO9YOh+Acjz0sylVtgEAiNPFb7JSQB3pvzqgmpw82/Rr4yP99PGLHnrVeWzA8/Dk8OLhE8Dvmf/f+Z3fGd4nsIShTheox5ukXtjHVpICvuTFgY2x/PERr7SJbYBZmX1+InbJdT5Zxy3ZP13U1j+yMvQ0Jfvz0qVN6lSDdx8A4mKZpMZYHBA+PqDOs6G8Seqa2l+nJr773e8Oj1WItU0qv0Yhr7/0yY/lL0k9NrFk578ZgRmBGYEZgRsgAnMD4AYI6lQ5IzAjMCOwvSMwvdsJEQCyuh/yQJQyEOeIP6ANcAJnABxg6g32wDKwhcfd2WQFhfgAQYAUP+BKH8BKPxAPHLq7rYwnWcEaWSDduwXwaUPsA9l8YRMYt0lgA4BueviD2CMDEHqRHl7HxekkCxR7gSAecsA8f5X13eYEwMl/bWyzI6VLPRt4tcuTR/Tja1+TdTNCPXAP6POFnM0TOsRSvZ/La102WfRfLNjTF23io54tvus7vxEeKX6EXxkfOSl+eUSHMkrWsUuiWCdC8DefvIYktcmTRLFIH5JUvTG2ceQFgPqjn3xB+KRJtvRToE7KBkpSGwZJRv+Zi2J4ySWXjK9//ev1s5HGn51k5dMf/tJBLkm9G0B+0ozAjMCMwIzA0Y/A3AA4+jGdGmcEZgRmBLZ3BKZ3OyICDXYbOAFROqb+3/7t38ZPf/rTAXgnK9AC6txZv9WtblXPoX//+98fgBhgSraBGGCXrACYPjqkADJw2hsA6hD7ZL3o7T//8z9LJ17AkS/0A5hAuDvn2tjTTh7YtQEA4CP2gWK8QCm99PPfJgYfpHjpJ0+PzQEAHi/dbPJNu40AqTJe9vjANzqAVP2UIjoAVW14bS7Q4di/tt/8zd8cd7rTnYbTAUA/n+mV8ptckjoBMJY/Zfb0Sz/4oh9SdUiZ34ieJAWo5VGyAvCx/CXrmHZ/lqotcM4O4qe0eaQIL0pWHXj03Rv6bVw47cAffrKrHW3K0MNPddqQPJJnWxyN37e+9a3xr//6r/UrAknqMYIkw/jhQ+zof8tLJ80IzAjMCMwI3DARmBsAN0xcp9YZgRmBGYFtG4Hp2M6JAODUvQG8gLIkBcK//e1vDyAMWANeASx3d/2UHTkvXgNogWYAEGAGVAEyebrIyneaZADfbOGV4uMD8AhEukPeJwvIIXyAP1v0k0Hk+NKAE9hWTlJH5oFpQBwfsCwl51EAKV3qyQDi+sFO+6ytgaY8fkSWL+JChg35TslfeeWVw4mHlmfDhskJJ5wwHPs//vjj68g/oCwm4quvZMmxo99SsUoy8PKTziS1QUAvf5LU3fgkBfzVIe1Inv6x/MkvSf1T18QeYhPJd9tmWoJ7/8NjI8Rc4LufTzQOfGSXHv5jTyIpEC9Dp/YDiR5j57ECP00pbmJiXuDlv/hLjb06NuTFh+5JMwIzAjMCMwI3TATmBsANE9epdUZgRmBGYLtG4JjxC7g4FG33jhzo+9H2N1mPSrOTZOsOMDsAlTv8F198cYFMANUdeGDv9re/PZYC2J7LBsqAY0A4WXUCwsCfFBAE5PB4uz1wR1/bxUehdj/15tECmwGO7gPF+Nn1bD/QR1eSepEfAKgO+AM6gT8pX/rIPZ2AoZMH+gWgStUlqbvwfADgb3Ob29RLDskCnXxPMjxS0HZsHtDPptSGRZJ6cSJf6XWSQZ/4Q5YMX52ecOzfCQD1TgYAtmJBn74p669+8JONLosbnWIhlvymV+yS1FixL27qpEkKcNM1Nv7IKdLNtnb5JrLywL20eZtPvNgSF+BfzNz95x/fW6Z9JK+f6lsH3WIm5QMeqbnm7v+FF144zAP6bEZp5xf5JDVnySapzQ95fiXBOukQETAWh6JDiO6IpkP1XdvhOolnkw7HP9tnBHZSBPbspM7MvswIzAjMCMwIHC4Cs323RAAYBca9ed1CFwgDiIE8JwGS1EvZAFRAXztACJwBYoAeECpewKayPOCLJ1kBHN3qpeptKADQ8sAl3fQlqTvbSQrsJalnwgFMvHjG8qecrLrJt11Ak4/q+u5yA2r17q7TY/OBL/oFjOMBSgFbb/O3kUAXP/E6MUBnp8AweX7wiRywLmZ+ncCjBvTSTw/Ct7hemxp8ETfx13f+A71ii7QpJ2scyImvetRtfEDaURJJxU5GG6Jfqg4l2eLpMv1IGa84sQOo6yfwr/9+KUK81CXBXiCdzIGkf/jo0cZ3cRBT8f7GN74xnKKQpyjZp0950ozAjMCMwIzATROBuQFw08R9Wp0RmBGYEbhpIjCt7poIAHzA/6WXXjqANaAPuYMO6AFml19++XBsH2gD5BqgSgFCdWSSFZDT6T0CAF+yArrNgAKjXvxGL4ANqAPBwDJ7SWoTgDywSJ+8u77uEONRN5Y/gJIs+3jpA04BbvzAKz/Rwl53ybWxBYTzHb92mwMAvGf2gVZ8+qff7PKTbXbcsdbefpCzAeDN+DYPgH/62WeLf+y3HXbpEXMbC9r0hQzCp9z6tcur184/dfSKDUpSoD6JpgLlYn0g4cWQrOOVpOTUoWStp5us/usDoC5GTjhI8SL68CF5dU02RsRNf20sOalBl7G56KKL6rl/Y4afLB3yk2YEZgRmBGYEbtoIzA2Amzb+0/qMwIzAjMCNGoFpbPdEACgDyJwCAMiBPaDX8XPPrwNljsn/+Mc/HoAq0AsYAqdAKF48UlEDUrU5QSBVh9RLEX4A0PFv7xhgE7BW12Aen7oG0HwEFAFmeT5oB0Tl6VRPF0BPHiXr4wr81u4oP1/J4dNPsshRfRsf9PYdfroBWHrZJ0uPDQw62fALAGLVwBzYRfQA+XjEQqyRNnr0RZs4qpOKk1SZTJLatOAH3q7HByzzG2lDSSRbhKcJH9pq3JtRh4e/bUeTemPCVz/N50WLHm2wMaQNr3STyPENJRk2LPCZO8a2N1L8vOT5559fL/0jk6Q2LOSbkv370vUznRGYEZgRmBG44SOw54Y3MS3MCMwIzAjMCGyTCEw3dlEEgFndveqqq8Zll102gFxl4PjEE0+sO8PAoVMCUvzAHGArrw4AVJYHXoG/viOuDQCkE8mrAzaBwZ/85Cd18kAdvYA2YE0X4GkDAHCU8g0YB0rxStkCMgF5ttkAxNXTqa3l+GvTga+e19eOXzlJvcyPLL/4wVd59tniA+Bvc4D/bNLvnQIeG6CLDb4D6vS7Aw70A/PqknVDAh+dTg30aYEkBfbJJSv4pQvxRcpGsq8NL1KPOt8pGaR8TaRdf8RdLJTxSvlJL8COR1/1mT/6ow0vkk9Sc0YeuePvcRDjZQPBuJhLF1xwQW0oJal3GtBF59j4a50bVTM7IzAjMCMwI3AjRWBuANxIgZ5mZgRmBGYEbvoITA92UwSALuAL2P7Zz342POcNCCYZt771rSsUygAg4IuPDKrG5T9AEalLstSM4Ri8u8VAOSAHPGroPF56bTwA1QAisClVj1/afPJN+IBn4JxOANOxfWAbsFfHH/zkbRoA9HRLk9Rz+MAu0n8gHLDFQ46f7AD/7Yu+85U+z/jb5HBqwC8msE0OD5AL9CP+AP/08aV18dEpBBsANhJsPCTZugve/FJ9OZDUoyQFuOU3iX7llpNXh+TV80faZb416Yv+IzH5xS9+MfTVCQlySeon+pLVPr1JJNUHeujAS0eybnzYZAL+f/7zn9eR0NtVAAAQAElEQVSvHWjnA36p2BkPPpWy+d+MwIzAjMCMwE0SgT03idVpdEZgRmBGYEbgxo/AtLjrIpCswM1z/oC+59sBY0e9gT4AztF5bcAvsAbcAa1SJGjqpcAbUH7yyScP4LbrktWOdsAPWKYbqHanWD5J3QVnHw+QDEA3MJSq7w0AoB0o9ew9fwBxgBUPv/grdQoA+Acy8dHjlAMgD/zbsFDmE91kyAKj8mJChzr9dOyfX9514Of+yCB29Zd+svL6Qod8kgLsfGgd9NgoQWSQGJGTkkPy/Efy6thJIlvAW32Tyk1eZaSdn+jAdm36ZyxssKBf/vKX5fNtb3vb+nnHJIPPdLX9JFv2+S2OxgGfO/9i53GPz3zmM0OaZLBBB5tIvvXxS3nSjMCMwIzAjMBNE4G5AXDTxH1anRGYEZgRuNEjMA3urggAXAAbMAiIezM/MC4KAGrfxQcKr7jiinpEALBzHB5oA/SQPB1SskD1CSecUBsAbKgDbIHcZAWsQLEykOl5eDYARrzydAH0wDKgj/4/e3catGlRnQ+8z/AXKWVnABkQWQSiRsQNiWhMiRo0mJiKWjGJqVimUkkq28cslU+pSlWqEpMPViomGpfgisSgqEQQg7gCEWRTWSJLWBy2ATGh1DD/59fP9DvPvLMw2zvzLtdTc97uPn36dPd1U6XX6XP3rZ/emo1H2gUpzGecuZzas9FG2NWtFwnVz09V9c/+HX300T313zx8DFv2/AhA2O94Bx7Jr6r+brs1yzwwP9/6EFc4WB9fSK7x9mOv5rYHexIcYUOqai4Vnl2b/IyZFP1f1RQztoSyqvpliVWb9o3+NvnN1quqE/mJupN1ayXaVRv76GBrP3AQ/JHJcNJJJ/U12oNnyaZq4zh+jLV/ffYu6ELvxN+lf/770vbcrI0feNAROj7UPStlJAgEgSAQBPY8Aqv2/JSZMQgEgSAQBILA8kegakqgqqblnt4xsiVVHWFDxryTf8UVV3Sih4wdf/zx/bQXyf/KV77SEELEF2FGbJFVRG+QRT74Q14R4/FuPF9skUNj7dPcCKLAQ1V1Miv4wAefSLQ5EEGy//77N5/Y48t6ZShIw5dtwAcybqy1Iu5K46zX+swvIIB4G8cXYov4I+TWzMa81qXPWORVMMC8iCsCDAfZAy94wQuafmPtR6mfLR/G01mH/jb5WRuZVDsRZ6vf3OrmZzv86EOSiTobUlWNb8Kev6rpf0fa9OwJ3/rpPQMlH+pEm6jDzdplPbgA0rOAtecKO+uqqgZrfvWPObwmYqy56PkUOLr44ovbf/7nf1L3/7bMo6G0zqqN6zamappRwCaydQQ8w23J1kemBwLbwk4fm0gQWKkIJACwUp989h0EgkAQCALLHgGEzyaVCLi7AAiid8YZZ/TTbmQP6b3mmms66Rwkjx4xZYtE+z/NSB09guzSOOSwakro2CHhSnMi8k6Y3T2ALBuPONIjhmzVzfHUpz61ZxQg5t6dJ8g/wmw+pFppHB/qTuYRSmLNVdXfPbc2ZB6B1WeMdSutS2ms1x7Mby7+6fULNrgjwdzG0ZnPOu1Xm6ibY/TpJ9r6qopZ44PYP7Gm0WZQVT1AYgypmo5jS9rMT5vMqHqgYbY96mMec9FpC3Z4Hk7rpf/zNYuX/RDrgLOAjv82PEdBAnuDnWfMx2c+85l22WWX9TV4duYxjp16JAgEgSAQBBYfAgkALL5nkhUFgSAQBIJAENhlBBA5BK+qOsF04o70Xn755f12/tNOO615FaCqevr/l7/85YYgInCIH5KH+CO16ggyUlxVDWl2QZ539GfnaJMf8kiHeCKbLgN0B4H5kX4n9l4NQNoRcMTygAMO6OTdvIgkAq+0Hv4mbpu5jeUHYbcu8whu8CMrgS9ivU60YaAPiTVW2xgn4E60rZHOGPYyBvixL/Pqg4H5iLp5EVxjCB0xJ721msN4pTkIAq6thKV6VfVnYx5iTNU0AMCOjZKotw0/9a0JW2IOe4ebuufqnf2bbrqpua3/u9/9bifuAgDWP+uPPR/wty7ieZne/mVGnHfeed0PnbGeg31qs1dGgkAQCAJBYPEhkADA4nsmWVEQCAJBIAgEgV1GAJnkBLkbxBTxvfTSSxuyj+D5HCDyhhzKDEAKkT865Bap5cd4RHIQSiTwuOOOay996Us7gTUPH2zZVVVPB0cKzelyOCnnAgDsZAQg8mz5Nk9VdV/abfIzFxtkUiloYKx1W5tgAcJpDuTdeuzVGvQZzy8xr3UgtObUVuqrqr7WQf7dHUC0Z8UcggCEfwEKgQpzWmPVNBMCdtY1q7Nm+rbhN9uuqr5v667a6IPNEGNHXak9X+gJ/Sitwz7h5uTeqb9gjE8m0tmfAIC1sq2aBh/UrYfNqPPpvw13JrjwT9o/33Bpk5/nMCn6ayX06pEgEASCQBBYfAgkALD4nklWFASCQBAIAkFglxFA2DhB2hA5hA45vOGGG9pFF13Urr766vb85z+/k092Tsm//vWvNyfjyHJVdWLcJj8Ekb+qmktpl6L/8pe/vLlBfhA+5Hhi3i+kq5qSSX4FFhBHBJwfp/EII5L+f//3f90nH1XVCSQbryxYM4JpD/xqE+OcSFdVv70eiUXG9SkR29FfVU0AwXz8KgUAEGK+EXjr4d/N/zIb3P7v6wEyHdjwyU7gQ6ltrwII5jR2Vqqq41o1xQDuQ9rkV7WR6FfVHF5srBHpHvVR0g8Z/RNX/RSfftZOfayLrT3DQ+AFdvbgrgSZDgIZVdXXK/jiWRPjBTo8M/jZs+yBj33sY+2LX/xit+cXdsbBRulZWU/LLwgEgSAQBBYlAgkALMrHkkUFgSAQBIJAENg1BKqqO0DIEMKq6pe7IW0uBLzkkkt6e5bEXnfddc0psXe+kWSkHIFEBquqf2NfnWPjXAT4spe9rPuhF2ioqrnP/bGjQ+YFABBJ/hBEpbX88Ic/bEipudhXVW8jq8i30372CDeSWTV9ZQGBR/wRWURV4IIP5Ja9IAD/TruRVKf6bNWtxXr5tCbZBV6HEBAR0OADMeZX3bzsq6oT39l22/Crqh4wQYIJzNuGn7o1ESq+lGS2Tz9cxjMb/fNt2M32jf5R6q+aPge+4ED025dAx3HHHdfcd2Ct5uSPGGt99MZ6BupXXnll++hHP9quuuqqHrARJOCPvfFVNRfI4CcSBIJAEAgCixOBVYtzWVlVEAgCQSAIBIEgsCsIVE0J2fCBrFVVJ6nI84033thvuUcI2+RXVc3J/2233dazABBnp8bI+aS7nzQjwwQhFABAzgdpZoMIIoTqSiQRKefDKwCINgJeVc1YRPPxxx/v7/cLFCCpbLyrro6gO4G2Xr745JsPfUTbegQs7FHdnPrYCWjwibTz4/11AQn7MMZXBnw14MUvfnHzOTwn3cbbnzH8mbuqOgbms+6q6sEAdcJGWTW1m8XCurSJPVRV86MndPoQbiXRT/QPGXb6h26+zdDDHKYCHOr09iyzQQDA6T9yP8ZbO7/2rm4uuMHIBZHnnntu87UIentlBxs48W0O4/UZz28kCASBIBAEFh8CCQAsvmeSFQWBIBAEgkAQ2GUEELRZJ4gbHbKGGCNr3gd38o206UcW6Zy+jywAxE4fYYf0IcZOx5E/n5FDnvVrmxO5V1ZNXxmoqn7BIDJPrAHRZl81tUH4rQtJNzcbPpB1Yu1s6IlXEBBcgYWq6oENBJdP60PsrR0ZtVen/lLXZTmw8WrCXXfd1fh8znOe06T+2xsMBEWqqp9oG2/fyqpqflXV56Mnxo1+OAwib51DrIFoV039tMlPmxg3K1Wb27AbMhna/2n3yuSP+hD7shcCu0l3f73Cc7M/rzcIklg7vGA39qAOWzg5+X/Pe97TXCDJhz0QfUoY80Gsf8zFNhIEgkAQCAKLD4EEABbfM8mKgkAQCAJBYDsQGERna+V2uFjWJlVTAllVnchWTUt4IWkIsE+5OQVGYpE5pPzzn/98zwz46le/2tzgj5AjhMZJs1cS4CHh0urdBYBUIv5IIPKojggjlebzRQCkVD+CTw466KD+RQJzWAOi78QZuTTO3QHmNJe1OrU2JxIrW8G6TjzxxP5VAoGMqmrmREarqqeqy2iQBeDuA0EBazfW/q3z9NNPb2eeeWb/CoF5jLUW81dtPM03rmojhvZRNX2tgn3VdD446rMO/om68cQcfCurpv7UjSNs9POhrk9J1PVZ4+in55/QKZF+JXsEnSD51kl86UDghk1V9cAAPNh7joI05vnUpz7V/vmf/7nBXlu/MZ6PZ6pdtXHfVdP9WJO+pSz2MCtLeS9ZexAIAkFgFoEEAGbRSD0IBIEgEASCwApBADFFiJFyhBDBo0MWv/nNbzZp+Iiz0i3+VdVT9ZFDECGCSCWi711yQQB6fhBEvrQJYssWGVdH3BHOBx98sBN2PgUEEFsE36sH1uZ0n73MAGnr+vkTJEBUBS/4rap+Im8tfFdNSal1I8XGKe3FutSJ9+Cf9axnNcEDa0aOkT57axt+VVNSWzUt7Y/wWTUNEBjDnL6qVLtU1VzwRR8lW3Nrk6qi7najXVVbfb2gamrvOSHh1sofv1XTcfZBp8++BEz0a8NoYOyehKrpHo488siOoVc/pP6/973vbZdddlkTuGmTX1X1NbXJj69JkX9BIAgEgSCwBBFIAGAJPrQsOQgEgSAQBILAriKAQCLaTt9dpocoIo3InUsCkf/bbrutBwIQafbIuDEIu8ABokkQyle+8pX9MkA+xtqGTzrCDzIv/ZyvtWvXtkHIrcMciDWdk38Et6oaoioAYB7j+BIAQGzNUTU9xdYWEODHeO/72w9/1m0OJJgO4X3Ri17UU/+tZ6yZb/3aVVOyXVVzBB1JJ1XFpGcZWJMxxPjZdlV14lxV3Ufb8KuqXjOG9MbkT9VUX1Xdvqom2tbvHxi++Z8Vej5IN578sUZ6eHpGnhkcZHnA8ZhjjumvP8CPzmsfVdNXNT7wgQ80p//uiRg++Zi47f88l17JnyAQBIJAEFhyCCQAsOQeWRYcBIJAEAgCQWD3IeCUHZl3MswrQojgScd3Ku+kHnkWEEA62SLXTuGRSmS7qvrnAE844QQu5mSQUApp6UimE2ZkElnnmw7JND9/0vO1zePCOu+pI6uIvboxxiKt2vRIrnWrWzufXl8QbLA+J//2Yh0E4Xdvgff+BQLMNwID6tbHjlTVHBGvmtbHvoyBCaI9xPyItnL0zfejTYxhQ9TNTUYf3RA25uPXnqyharoeY9gNG3b2UFU9QCHw4TnrF0yBHXuBAHM58dfnfoQPf/jD7cILL+wXQfLLD3z1G8M+EgSCQBAIAksXgQQAlu6zy8qDQBAIAkEgCOw0AshcVTWEGmGWOo9ED9KH4CPOhI3XApRINoKJVBqHkBqDTPokoGwCvhFUdlXV14i00l977bVNZsE+++zTibVgAl9eQ0DM+UT+zSMAgKAPn2yRWERDCgAAEABJREFUeqn/ggAEmR2BAPPxJW19EH7El/A7yKy0fwEAvo2xNuvVr6yartnC7U05K3SDEKuPPvsb/uBCtmQ37I01hqhX1Vy2QNvw08fHfGHPRDmE7RB9VdMTfVh4nsg/nAVbBCms1TO3zq997WvNZX+f/vSn+38T/AwfY+6q6uuDUcsvCASBIBAEliQCCQAsyceWRQeBIBAEgkAQ2DUEBvnjBbFXOulFhquqObGXBSCN3um/S/QQd+PYIYXIOKI4COhpp53WXMrHhk6JVCOZ/LP1GsAVV1zR7rvvvkZfVf0iQCTeST9yyreAAnJ/7LHHNsEJ5BW5V6cXLBgBAGP4l0EgSEDsw/wCGMguksvGpYUu/jv66KN7AEKwAaG1FkEH6zW/9Q+x7vnCV1V1Qlw1fY9+2LTJz9yzwufoV/KtHDIZ0tdjLdZQtTEIMWyUxrHlb1b0Ef1Kz08/TDxf+Nq7oAoMBQLsXcaFryO8613vaoIAMOCfH8KXkq5quqbRposEgSAQBILA0kIgAYCl9byy2iAQBIJAEAgCuw0BBBXhRJYRxaopwRukT2q4zwL6XB4SKUVcHbkUBDAeiVQim0j1z/zMz/Qb9ZFEvvkiSO0IGNx0003tmmuuaeZE5I0VbLAOBBRBpUfKkX0ZAMR7/07/6ZF+PgcYCL71Wht/o6+q+kWD7Izx3v9P/MRPzK3RPuj1E+OMt/5ZsQeij7Ct2oiX+Ykx9q0kbAmM9CuHaNuzko5/Y5T8K40doq1/VuiI8YQ/AgvPhsAU+T/88MP7RX98C4zIlPjQhz7U3vnOdzbP2bo9I3jAgR1RJ+Yh5qePBIEgEASCwNJDIAGApffMsuIgEASCQBAIAruMALKHWCLACB3CyCmyWLWR2CL+7gBAymUDeLfeSbzxiCbCiMAiiG7Tf9WrXtWk2OvnG2FETPWbB4k3l2CC1HQE35x33HFHkx0gKOC02lhj2Dq15g+JpbNOwq+5ibUgu/YkQMCeD4EEOusQPHj+85/fZBfwo99c7I0nVdPTfP6td1b4GKKfaJvf3Mabq6r6ab5+49nQE2tWGjMr9EP0E+OGjq360NtfVZmiDTvzWweR9aCtD8ZO/O2VH3pBGMTfO/9eD+CPLVyMVR8y9tAnm/xhMynyLwgEgSAQBJYgAgkALMGHliUHgSAQBILA8kMAyZqVhd4hcmcOZLCqeio74tgmPwQPIbQehNHpPOI/6eqfhUPUZQIg7sgiUmosQo2kn3XWWd0fP8Yg3myqqgkY/PjHP+6n/26ZR0T18WUeJ9Ps+UHUkVZBiOELWa+qJijhU4HGCBJYp72wpVO3Jn0CFvycc845/bJCev74GuMEOKxhrMX+q2qOyFeVrfTb+NkQfpDyqmmftnkZGk/Mow3vMdewM5YfOBM2dOzU9Sn1VdUcptZZtbHdJj/j+PU8iLHKSVcTdJFBYZzXOaT8//mf/3kThKFjYx6luay5qvp89tA2/Kqq4zFsN6h3qTDfrOySs904uGq616ppuRtdd1eze95SvRvlTxAIAkFgARBIAGABQI3LIBAEgkAQCAJLBYGqmlvqfCKCRCK00uoRbu+LSxX/7ne/2whijSAiz8Yi3+ou2HPDvnHSyZFw/QRRXbVqVaNzpwARXJBdQIdc+lIAco60I6PmZmNOBNalftoIrn7zWIsSCWbPB50x5n3Na17TP/nHBum17qrqhLaq5jAYFWNGXalNrI/ARkno2VRV96c+RD9b+ybqRH9VzZHsqtrkJN/eRiCgqnrqvr2Sqmr6PBv75XesgW96bfvXFlDRFrT5/Oc/3/76r/+6sTFOvzW2bfyM3UZ3uoJAEAgCQWAJIZAAwBJ6WFlqEAgCQSAIBIHdhUDVpmQVyRuCEA6iSYdsIudO3BFrpBoBR8Sd6LNBqJFrY71j/7rXva65Zd9Ya+ZPSfbZZ5+G4Er7R0r55U9wAaGVSfCtb32rvxIgS8ClgV//+tfbd77znf55Ojb8Cji43d9rA9pKAQJZBdbJJ4L7ghe8oPlCgVcJkF6vBVjvkKqyrH66by9DKKtqjtTT25+SX/UhdFXVCX3VdAwduyHDVlk1tYWLdbTJj9767EVpHB+Trr6GquprZEennx2hG234CNbwK4gimAKX9773ve2jH/3oXPDAPMbxNcR8ZLY96kp9RD0SBIJAEAgCSw+BBACW3jPLioNAEAgCQSAI7DICVVOSOusIsZuV0UeHZCL7CLc0fe+Nq0u3d+LuVJ2wQURdBvja1762f4deFgAyyl9VNf4QX+MRdYQV6RcIEATgw+k13/pvvfXWJlhgHoED9oir8cR8dGxlEghMOOEWXDj55JPbG97whh6MMNb78NZhPcR6tIdYG9/a+oZo61MSc7IbQscfMYatPnawU2ejj80Qbfphr6SDD5vRxw/Cbl+EHZ98a9s/UWdnnJN/QY9vfvOb7W/+5m/aV77ylWb/npP++WJeOr6HaA+hG/WUQSAIBIEgsDQRSABgaT63rDoIBIEgEASCwG5FALmbFYRT2yRKZBOBHqfuCDryTdSRVZ/lQ0hlCxxxxBFN2v2pp57agwDIKZJfVf1WfvZ8I+xO6p1SI6ZIO8JvHoRfoAGp9WqBQIJ1mM+JNhttAQOvEsgWcLGg9coGcNLv1n+vIzgJN97nBI0z93wxbggyPGS+Hf2wGyUbexp9SLh1E5hYJxv9ZNiq8wFv/fQDJ23jjOePqLOF52x76PXx51kY+5nPfKa9733v63c3wBdWbPg2NzEnoTOWqA/RJqOdMggEgSAQBJYuAgkALN1nl5UHgSAQBIJAENglBAapG+WsM4QQOSTq+tghnkgkAk6QcUQdqdbPzuk1G58FfOtb39pPnYd+/fr1qj0IMOxuuOGGdvPNNzevECD6yDp/2uZ3gZ1P2Dm9RuzNK/BgDvMLGEj7l/ZunPUIQrziFa9oL3/5yxuf9oAAI8qCDRZhvdsrSDNCbT18zZZ88Df02sj5EGPpjGFHtGeFb6KP3RhrvUP0jzF0/LKHo6CBPpjABh7/+I//2D71qU/NXbxoDAz4GWs1Fx9bEz631hd9EAgCQSAILD0EEgBYes8sKw4CQSAIBIEgsMsIDGI3yvkOkUokkagTNuwRT68BOHVHxtWdvCOeAgTGIOoI57Of/ex25pln9iBA71u18f96sEPOnfJ/4xvfaEirLAMEFdkfKeyD/AsIIPlS/RF8deTfnQTmp7M2a3UR4Stf+cp24okn9vfmrd1pvHXxbQ572ZroH2If/BL2SLO1D+Gb0BM22kSbnTUpCd3wxYYYQ2euWfJPp2++jbWxJerGPPjgg/2ehK9+9avt/e9/f4OJfrgbD2u+BAG0ifYQbWsjszr6SBAIAkEgCCwPBDb+r/Dy2E92EQSCQBAIAkEgCGwHAtsieAgg4oh8IpdDuB11RB3BvOeee5p37r2vj4Ai4QgnHwi3E/pXv/rV/R184wf5VCKt5nF67eQemXf5n3fV3QXAt6CCPkECJ/sIvDHm9uqA4IPAAD1bvrz3/6u/+qvt+OOP7xfemZfe2q2J/dj/bMlOW8mWwGCI9uhH5Il9zoqxbMy3JRmBgFlfxhA6mFijObWH79Fv72yIZ+DE395hIzBy9dVXty9/+cs964HeWmBtrezHeL6J/iHmIOZURoJAEAgCQWD5IZAAwPJ7ptlREAgCQSAILEEEkK5ZeaIt7IjtlnzNjp+ts0UIlfRKRFGpTZBTNkj5Lbfc0m/rR8gRdeRaMADhRMil87uIThbAk5/85H4arw8R5XP4QowRVmORWRkB5JprrmnXX399Exj49re/3U+4ZQrwTdwZIFBgLH+nnHJK+/Vf//X2zGc+s8kgsE4BCWuzD6fg7OiJ/RBroif0Q4yxRqJO9LGnQ9aRcXp+7APxtz9t5FvbGHb0bI03l7o+daLNhm+EXcl2Vm9OvvkzVgmjT37ykx0rexw27Phjp74tMT/ZEVv2uyLz17MrvhbTWBhuSxbTWrOWIBAEVhYCCQCsrOed3QaBIBAEgkAQ2C0IIKZIphN+N/Q7jXeL/+yJtHftkVcp9z4NeNJJJzWEGJlF/PRZDF9D+ER8EXan+y4JdEcAUafTJ/Dg9QPjtIn3/ZH/k046qSHi/I95kHBt8w1ipj5k6JTWh1QT9WGjTiegYF62+vidnc+c+oYMG2uwf7iozx9j3KzwCw+ZFUSdzjrU+YfJ+eef3y688MImeMK/NZozEgSCQBAIAkFgPgIJAMxHJO0gEASCQBAIAkHgCREYRNXJu9RzhFwpK8CJMz0yqo7sSst/3vOe1w488MDumw6RRWKRWkECQo9cD/+M2SHdSL5Tf4EGdXqkl733/d/85jc3dw6Ygx9++VG3FqW2OfkdQqdOzyd/RJ1OP2FDh2Dblz5zIPJEfdiNujbRHjLa/PExRHsIf9agz4m+tuwKwo81SPd36v+lL32pv4YBo7Gu4SdlEAgCQSAIBIFZBBIAmEUj9SAQBIJAEAgCQWC7EEBIEVkEFdmXiu8mfxfzIa6IKEIqQ0BWAHL/3Oc+t5166qntiCOOaPoQWafhyDliy8644VddNoB7BRB+/XzrN9YpOHLs9YJf/uVfbj/5kz/Z6IwZZJ+dtWqrWy8Sv7VN6idszTNEe1bY8EHHv1Kbnn/rsi99fAy9PSHvo20/RJuw5Qce6tbNHx2s2HhFwj0JF198cX81gk+vO1iDfuPYR4JAEAgCQSAIzEcgAYD5iKQdBIJAEAgCQSAIPCECSCthiHA6lfeOviCAdHVEFIlF3AUB1q1b10444YTmpP5lL3tZf0ffST3CLhjAHsHdb7/9mhLxRaLdIaDURoTZCgSwOeCAA9prX/va9pa3vKWtWbOm3y/AJyJMrMv6Rt34IeYbQjfqyi2NoeePr0HqR11pDJvhiw390NHDC1kn6kP0Gc+/ksBOmy38BDUEFGRAuOTvYx/7WHNRonlgo99cxg5/6pEgEASCQBAIArMIJAAwi0bqQSAIBIEgEASCwA4hgIAipk61XQTonXSf5UNgkXT9Xgu4++67G6Lq/Xyf6Hv961/fXvrSl7anP/3pnfDzgfCOgAB/6krE1liEf/Xq1e2oo45qp59+evuN3/iN9qY3vakHFmQYjPnYzm7CeGQbmSbaSDLRHsJG3xDt+X2zfkedPV9EnV7deKJOb3+CAkrtoVcnxinpneiPzAd1+LgI8bOf/Wy76KKLGnzZwXes0Xh7N4d6JAgEgSAQBILAfARWzVekHQSCQBAIAkEgCASBJ0JglmQireyRda8A3Hjjjc2lfYguQuoE+5577umX1CH1xxxzTHMnwNlnn93e/va3tze+8Y29jeTKADj88MObLwccfPDBDelX90k/AQOE/7d+67c68X/DG97QP/VnLQcddFAzFmm2nvmCJJtbqQ8xV7fmIdr0o1+dINr2N1/Y6WND1O0ZKR99dOr0s8KejDnVrUOGA3JvjJIIoLjl/zOf+Uy77En/aK4AABAASURBVLLLmlcAZDrwbU/WBTv++YMHXSQIBIEgEASCwHwEEgCYj0jaQSAIBIEgEASCwHYjgLgioQgrAoqsygK44oormjpCK20daVXSIetS+5UyAmQD/NEf/VH74z/+4x4QOOecc3pQ4Dd/8zfbn/zJn7S//Mu/bH/xF3/R/uAP/qDrzzrrrHbaaac1ZJ//ww47rCG+2l4XQMCRY2uyEaV1slHOtumG6DNuCDt7QqiHaNOzGaU6MZf+YavUpiez9TGnEvEncJTKj/S7UFFGA78u+fvwhz/cfBZRG9n3agWf9irIMtZOx6cyEgSCQBAIAkFgPgIJAMxHJO0gEASCQBAIAhMEkDsyqW7yj45sotwLDWsYshemb4jo7LyD3CKv9913X7v11lubz9O5pf/QQw/tKesCA97fFwRgj+Ai7ERqv0v83BEgAODd/jPOOKPfFeDSwIMPPrh/QYCtsUiuIII18Ek3iDBcEGJ99NbKng7RRrLptiXsjecT4UbmtQnSzS9/SLsgBL/afCrZK/Xro7cu45Xa/NiPtgAJUm8vAiXm9ErFF77whebkX2YFHXv++CH8mIcPaxqibyHFfGT+HHRkvn5Pt61hb8qe3m/mCwJBIAhsLwIJAGwvUrELAkEgCASBIBAE5hDYEtGcJVxO42+//fZ22223tdZaf9cfyRcguPvuu3sAAXlFggUCjNVH5513p/oE8X/qU5/aEF+kmhgzFmKcMYMEaxO6WWFvzcYSfgidviHaZNjM1+vjHwkXJDDvmEedHukXZNA2hyCCki864+wH4UfsYWU+BJ+N/muuuaY59b/gggsaO5gYK0Aw7NhGgkAQCAJBIAjsCAIJAOwIWrENAkEgCASBIBAE5hBAhsmcYlIZZBhJlsbu3fW7J4SfnXf0ndp7fx3pRWyRZQEAl/ghysgv8qxfn3H0g0DzO5mmIcOEPTuCfGsrR5860TaOv1lf/M2uWZ2OndI4ok7U+TMP0TZGqT1EVgC9uYix+ugFOu65554e1BDgoHNPgn3TS/l30Z+vKlgzP/qU2pEgEASCQBAIAjuLQAIAO4tcxgWBIBAEgkAQWMEIIMhj++oI7hBEVR3Rddp/yy239EyAtWvXNkTdxX4Is9NsOkLvVJxP6fCyB6TAe10A+dWPKPNpnPHmIQg5QbCJOj0bbaJOZ11EndDPytCxoefL3Ep+lNZhnWyGvZLQ6YMJ4q/khw/jhrj/wL7tER4CI9ddd1278MILm7R/uNEJEPBhbqVgiTWYIxIEgkAQCAJBYEcRSABgRxGLfRAIAkEgCASBINC/uT8LA3KqjQATRFf7Rz/6UXMngGwApP7mm29uTrad6hvj5FuAwP0ATv2NQXaNR5oJwquk59s4KfN8KAfRpid8jBIpny8IOaHnb4g2mW2zM681EOtQsiOjT6ltrPnHurTZG8eXPiKoMdaI7H/xi19sPvEnY0IfG8EOARB29ir13xza+iNBIAgEgSAQBHYUgQQAdhSx2AeBIBAEgkAQCAI9AIDczoeCjtAjqo899lh78MEHm4vtlAIBCL+gANLsRFup74EHHpi72d/rAkgvP4M4I8DuA3B6jvTrJ+pklnQjysYN0SajbU51OnMMsXY6ok6vzh6RH2PUyWiP0hj2xhF1Y5XaRN1e4eOSRKf+H/nIR/rFiXT2ZK/DF3vjRls9EgSCQBAIAkFgZxBIAGBnUMuYIBAEgkAQCAIrHAFklGwNBkSWPPbYY80pvwAA0qt0sn3HHXc0qf7S/g855JDmDgCE+gc/+EFz+m8s/8jzEKfoTse9AqDOfog2MZZ/dkSbnrBV0hH14RuBJ7NtxNsalMYao2SnpLd/wQekXaltDBvCRptoW5t9y3ZA/N/97nf3z/uNseawBv4FRwRC+Bw6uGhHgkAQCAJBIAjsDAIJAOwMahkTBIJAEAgCQSAIdAQQ217Z8Gc+QaVGfBFe77w7+UfgkfNB9p3cCwQgwUQd4SXGIsPGyBKQQXDrrbc2bWSaH+UQen619Q1B9ocg2UPozDMrQ4e8k7EG6yDa9PZu7U7riSDA2P+sDTv2/Lr4UCDk3HPPbZdffnmT/m+t+o21fyW/7K2fXzKw1KceCQJBIAgEgSCwowgkALCjiMU+CASBIBAElgQCSNes7OiikTAyfxwdma9faW0YDJm/d3pE9sc//nFTIq8CAOPk26fvEF6CKOu78847m1cDpMQbw4dAgJR/2QFs2bggD3n+l3/5l3bFFVc078jrQ+iRf6TZc0eckW2ij14d+TaHYAKbMVafTAUiS8Ft/GwFE9gNH+ytj1ijtuCBfcBh6NRd4qdtjdbGx4033tg++MEPtu985zuNb36slx9j1JXaxhK+iTpRZ7M3xTrI/DXQkfn6HW3DYVdkR+eLfRAIAkFgpSCQAMBKedLZZxAIAkEgCASBPYjAlLytn7srQBupRcSRYZcBItlIsD6kViDAibg+JJIg1/RO3g877LB2yimntFNPPbUdccQRTXo8PRu2Ag1DBA30I9jmRPARexkIAhDqyD5ybg1O4Yk6MQbxVze/0rrpEHnzmstpvDb/Snu0H+n75jEfO/P8x3/8R/vc5z7XXHjY8gsCQSAIBIEgsBcQSABgL4CeKYNAEAgCQSAILHcEkOA22aQSKUbQ1RFomQBO930V4Kabburv/Euhd+IuxX8QbqQZqXaS7lN5CL3P4h1//PHtxBNPbAceeGATOBAA4Ns82uoIOEG+J8vodkg7W6X1sOUf8UfuB8nXHgEAayH62BrLB+LPhk7dGgUbtNnbo/n13XDDDc0lfx//+Mfbbbfd1uzVmiJBIAgEgSAQBPY0AgkA7GnEM18QCAJBIAgEgRWAAII9u83RRpCdliPJTsKvvPLKds011zTE36m8ewK++93v9lNyJHqQemQdoXayL3ggIMAnso68j1KAgS1yLhAgACBwsP/++zeXDa5evboRwQN+2CD1xvFB1IcPdcLGWsxJkH16ok7UiTmRfNkMF110UfvQhz7Urrrqqg6HOfnqjfwJAkEgCASBILCHEUgAYA8DnumCQBAIAkEgCKwEBKpqbpsI8xDEGkn+1re+1ZBtp/zf+MY3mnfjnZYjzk7JXfQnUIDIS6P3zr4+xJ2dsU7liWACW8K3OQQFjEXw2QseuE9AIEDwgA0iThB7i1Uaw8co1QUtnPrzRdjxb098W4PgBZ1+vuzvk5/8ZPvEJz7RvApg/pB/yESCQBAIAkFgbyKQAMDeRD9zB4EgEASCQBBYpgisX7++Ichk/haRZIRan7qTfvcBINFO0g866KB+y78ggCyBYYtIs9NG4Pk1HkFH/vkZIiiAkAsUKIk6W8IecedLYEFmgUwBp/fWhfgTtoIE7Ig2PX8CAQIF5lI3XqDiS1/6UvvoRz/aMxusD/nXP+zMZe2RIBAEgkAQCAJ7GoEEAPY04pkvCASBIBAEgsAKQODxxx+f2yUSjABTINdKJ+dIuIv4kGqly/9uu+22ficAIn/99dc3rwjQyQJQCgi4xR95R+iRancH6KcnAgXGyy4gfGsj7cj8CB5YE7E+67ImIghAN0SfwIS2IIAAgJJPhN8c1uBm/8suu6xdeOGFzf0G7Iwzp3n4JfYLg0gQCAJBIAgEgT2NQAIAexrxzBcEgkAQCAJBYAUgYIsI83wZZBoJR46dvivp6RD4b3/72+2OO+5oSLVLAi+++OL2ta99rWcFIOj0d911V5MNMMTdAQg5Mo7wCwwMESxwUm8t5nNST/hCzhF1wQQlYs8OUZ8v7O3LOtkJYBCZC15jOO+88/ot/wIQfLBD/O1tdiw9P5EgEASCQBAIAnsagQQA9jTimS8IBIEgEAT2CAJI16zskUl3YBIEcVaeaOisrfoT2S90vzVsQ+bS/+c/gzHG+pBjxBwJR6gR4yFOyZFrJ+zIvpv0r7766nbnnXf2G/0ReQTd7fvuBdBG+JFxhN9YgQABAcTePHwSc427AKTjWxO9dVgTMZ4/46yVDT+CDEQ/nYDF5Zdf3i655JIetGBL+Bh7Z2dOe9NHTzeEbk/L1ubemn5H1zf87Gy5o/PFPggEgSAQBLYPgQQAtg+nWAWBIBAEgkAQCALbjcDOGc6SRSfyQ5D4e++9t0mx//rXv96+8IUvtEsvvbRJt3fy7rZ9BNt4pN9rAr4qICvAWH1ItxJ550uGARsBBen6xvj6gLZ+xN54daVxggSyFbzTry4r4YILLmgCEwIC/JvHZYM7h0BGBYEgEASCQBBYWAQSAFhYfOM9CASBIBAEgsCKQgABrqrt3nPV1BZ5N0hJnO471SfS552eO9mX/i/tHwH33r+ggM8IunVfH4LuEkEn8AIIAgL0MgPcAYCk82+8NmIvZV9AYFw66K4BQYVB/M2L4Gvfcsst7dprr+23+zv5FyAwp0wC6+efvXokCASBIBAEgsBiQyABgMX2RLKeIBAEgkAQCAJLFIGqKZnfnuVXVX9NYNYWMR+CwCPTUvCl3iPs6oQe+UfKkXh15N1rAu4MQOCRf6f/yP044XfiLxAwfBkrAOA1A0ECguQj9XzKAlAOHy4ldOovA8E85pANIDjBl70IBghYqEeCQBAIAkEgCCw2BBIAWGxPJOsJAkEgCASBILDEEKjahMxv1+qrpmOqaqv2ggDI9SiRf6TbCTsirxQMoNd2V4CMAETdp/h8QeC6665rxKsCXh9A4JXsXDboywPS/o1H4gUb+JU5IBDgxP+b3/xmT/OXZSBTgC2S/+QnP7nfR2B9NuE+ApcLWrN2JAgEgSAQBILAYkMgAYDF9kSyniAQBIJAEAgCSwiBqk0JfFVtdrK/M9upqoZkz74KoF5VnXQj2/qd5gsKIN3aTuAFBZB5fS72I4PYu9iPIPbe+ZcVIAOAvUACYSu7QAYBsi8TgGjz3SY/85kX+feawiD+/Ey68y8IBIEgEASCwKJEIAGARflYsqggEASCQBAIAosbgarNiX5Vtbadyx6p/sotDUGwCcKtRLTZKgnyjdjTIf1O4wUI2CP+xEn+IPAjtd+7/YP0I/ns+FHySUeMFQywthFYUCdV1YMTbcPP+gQNhr3gxIauFEEgCASBIBAEFhUCCQAsqseRxQSBIBAEgkAQWJoIVFVf+K78qaqePVBVzak64l1VDeEnyH5VNYSf6FfqQ+BJVTWBAKJPOYQdcu+9fqf5TuuRf4LAywzQr+QLodc3SuOrqq8N6W+Tnzmqqq+parp+gYSWXxAIAkEgCASBRYhAAgCL8KFkSUEgCASBILDrCCCL25Jdn2HXPFRNyWLVtHwib1VTu6pp+UT2Y+/sqqZjqqblrA6BnZWqqY3L7RBnfezn+3PKPXRuwN9g20/GEeVBzuePpUfuyRhPV7WR6Gsj3vrVxxqqqjnpP+CAAzoJt0YybKyhqposAASdqBO++CHWZI3mQPwRfP3G829tbNhWlWqXquoBCv6qpnV+iPHdaPKnqiZ/F/e/qup7mb+HUH1lAAAQAElEQVTKqi3r59vZ77Zkvn3aQSAIBIEgsDgQWLU4lpFVBIEgEASCQBAIAnsSAeRtzFc1JX1V03JWP1uvqtFsTs81qqqNdPn999+/PfvZz26veMUr2qmnntpOPPHEdvjhhzcBgkGqkWeEmxhP6JBodaKttMahr6p+so/wI+nHHXdc9/+sZz2rnXbaae30009vZ555Zvvpn/7pPv/znve89sxnPrMdeeSR7eCDD25PfepTm6CFtYwAwmGHHdb7DzzwwL5Gnw9kZ17zR4JAEAgCQSAILDcEEgBYbk80+wkCQSAIBIEgsAMIVFU/Ca6qLY6qqt4/OquqV526I9RV1dPfTzrppHb22We3X/iFX2hveMMb2tve9rYub37zm9tP/dRPdaLthH2MM9bFeVVTf/oQcHoEvGqqVxcEUJK24YfEn3DCCZ3wv/GNb2y/9mu/1n7lV36lveUtb+nyu7/7u+13fud3mvL3fu/3Ghnt3//9329/9md/1u1/8Rd/sdvRvepVr+rrHMGKDVOlCAJBIAgEgSCwbBBIAGDZPMpsJAgEgSAQBILAziFQVZ3kV225HKnwVTU3gfR678kj54ceemhz4v6CF7ygn8o//elPb0cffXTPAnjNa17T3vSmN7VzzjmnPf/5z29IvrR778nLAnCiXzVN23/44YebPsGAMdEg/Uop+8Z5R98n/3ymzyV/shH0VVU/6V+9enXbf//9m/IZz3hGkyXwnOc8p2cnyFAgshPOOOOMdtZZZ7WTTz65ueX/y1/+crvxxhubOcb8KYNAEAgCQSAILCcEEgBYTk8zewkCQSAIBIEgsAMIVG0k9FU1FwSYJfyz9eEaGVdH/hF4ZP+oo47q7+fTIfBO+qXyV1UTEHjlK1/ZfumXfqmdffbZPV1far6xggj8sTeuqpo2MUdVKbrQCRog/IIASLsggAv9GPDBn8/60QkmCAwYoxw25lGX7i/o8LnPfa6df/75zWcB6a1LGQkCQSAIBIEgsNwQSABguT3R7CcIBIEgEASCwHYggNgPM8SaVFVP5x99VbVZUKBt+CHPqsj00572tLZmzZp+uu8de+/oH3LIIf2de35lC9A7aX/1q1/dU+/f+ta3NkGBY489tknn9zqAeQUQ2PNtrJKeVJVmF7f1/9d//Ve7+uqr27XXXttuv/32tm7dun4fgQABH3wh/oIFAgN8CBLoo0P83/GOd7QPfehD7Xvf+16zBmsXMOiT5E8QCAJBIAgEgWWGQAIAy+yBZjtBIAgEgSAQBLYHgarq5J4tok3Uq6oHAaqqjV/VxvrQOd1Xl9J/zDHHtNWrVzeX6XmHH8F2Aq8fuRcsqJqm+SPYLt875ZRT2s/+7M82gYDXve51/cI+aftIuGBBVc2tj5+qabuqNHuqv4pP+n3lK19pn/3sZ9tll13W7rjjjp5BgOAj/dYpEID4Eyf+N910U7f/9Kc/3VP++fHev4wBYwQ16CJBIAgEgSAQBJYbAgkALLcnmv0EgSAQBIJAENgOBKpqjmAj/8SwquoBgDb5VU1tqjaWE3X/hygj7N7rd+O/E/+q6U39yLRAgBN3J/CkqvoJO3JP3Bvg9P+FL3xhfzXgD//wD9tv//Zvtxe/+MWdwCPhxpsMgRdUUI51+vJAVTXp+kj+d77znXbRRRe1Cy64oJN76fz33HNPe+CBB5psAQEBp/wyBgQLLrzwwp41wD8fykgQCAJBIAgEgeWOwKrlvsHsLwgEgSAQBFYmAlUbSWvV5vW9jUrVxjUtxFqqNvpHpBFnBJog6EgzYo7EI9d0SLe60pqkwtOPupKfqqlvJN6n9g444IAeNECkpd+z458tX3xUFXVTN6fMAEECY+h8LtBn/NwT4GZ+mQLW4tS+D5z8YcffpNqDF/ybx/7orFcGgMv8Lr744vbFL36xXX/99e3b3/52u/TSS9v73//+9vGPf7xdeeWVDQ5V1f3AgZ+qadu8fBN+Z4WOzOqWY90etyXLcc/ZUxAIAkFgJSCQAMBKeMrZYxAIAkEgCKxIBBA4G6+qhkhXVSfqbfIbRBrZnTT7N/arqtvpI8i5ss37VVXXuNzviCOOaE960pP6qT2lFP6q6gRb27xO/KX9I/leB7AueoR+BAHoEPk1a9a0F73oRe20005rxiHm9G3yG0TdODJRbfZPGr/sAF8JQP4Rf6f9l1xySQ8G+GrA8LfZ4CiCQBAIAkEgCCxzBBIAWOYPONsLAkEgCASBIFBVc8Qe8a6attvkh1RXVT+Zr6o5uzb5DdtJtZ+UV1Un+lXV3/f3aT0XAP6///f/ul4wQdDA6TqCro7Ye+/eu/pKNoIK5nViP9rmMo8AgkCBLwscfPDBVH1u/npj8odPYyfVHmjgS79gAjGvwIFsBITf5YDqdMaMudQjQSAIBIEgEARWEgIJAKykp529BoEgEASCwIpBoGp6Sj82XFWdSI/2KJFihBxpRqyrpiQfqdZHEHo24+RcKfX/pJNO6qf0Yxw7fdpEHTF3ki/lX+p/VfWb+p3SO6H3zv773ve+9p73vKen6J933nnN5Xze4ecPoRcksA7BAetW59unBGUM0Fvv//7v/zYiOGAMW/N7nYCo86lfXyQIBIEgEASCwEpDIAGAlfbEs98gEASCQBBYEQhUbUr4EXKCODsBR6IBQYfc0yHH2giyOhKNWLPTr62O0D/3uc9t7gB4/PHH++k/gi2IwA7R1mbv5B0pl5rvQj438HsH/9xzz20f+MAH2gc/+MH+Xv6//du/tU984hNdBAWuu+66/lm/qjJln8OardWXB17/+te3t73tbe3tb397U3cZoa8RCDSY2z7Mb/0uLLQnOuOtsTvNnyAQBIJAEAgCKwyBBABW2APPdoNAEAgCQWDlIFBV/dQf8UXoq6ap/k7V6QZhh4h+BJseWRYoqJpmA+gn+pH7448/vvmmv/GrVq3qN/Ej3fxWVX+NwM37SD8Cfv/997evfe1rnfD/3d/9Xfu7iSD8SL7PBc6ONbdxSLvSepzwW4/5fWrw9NNPb0QGggwAXyHwKcGzzjqreXWADz6R/apqflXTkh96ukgQCAJBIAgEgZWGQAIAK+2JZ79BIAgEgSCwIhBAnG20akp8taumn+JDohFhxBoZRv6RZmSd3sl5VfXgAR8E+VZ6P/8lL3lJc/kf2wMPPLC52E+fk3Wk3ak/nc/w+TTf3//937e//du/7Sf9MgAEEaxBJgEx1vzmFVQw1usC/Fk3e4ReW9q/TwW6gND66dRlAJxwwgnNOHr+7Msa2ZjDHugFF7QjQSAIBIEgEARWGgIJAKy0J579BoEgEASCwIpAAHGu2pTEI8MItpN6pHiQarbIsbKqOj7qREOJnKuvXr26OXFHsvmTjq9uPBvv9rvszyf3/uEf/qGf+l911VVNP3Ju/vFKgGABMq6PL36QffNpEz7ZKK3XfIIQVdVGWxDBJYNeLZBVwD8fAgDKIdZPqqZ7VI8EgSAQBIJAEFhJCKxaSZvNXoNAEAgCQWDlIDBI39bKvY3E7LoWYi3IM4KMXDvZR7wRaeT/9ttv76f71kBXVc3JOAIuI4A9Ei1IUFVNm17/Oeec0wQBfNbvkEMO6X3Gslm3bl1D9v/0T/+0feQjH2nIOP0g9earmr5WgNAP/0NvrdYDDz6tXx87pT15z/+QQw5p1kNnXz7555UCn/wb46tqbo/s+Kya6tSHVE11VdNy6Jd7CZNtSdUUj6otl0+ET9WWx1VN9U80Pv1BIAgEgSCwMAgkALAwuMZrEAgCQSAIBIG9ioDTb4LkWYg6QciRbyVBqhFtRLqqmr6q6qn0Uvmd0jthZ/vyl7+8ee+eLVK/zz779Fv3+V27dm1717ve1d7xjne0e++9t5/4I/RbE+syboj2EDrrUCL65qqqfuIvgEFvDfpuvfXWdv7557d///d/b9ZrL/T2HAkCQSAIBIEgEAQ2RWDVps20gkAQCAJBIAgEgeWCAEKN4DtBR5qrqjkhR66R+qpqo79qSv4RfQSaTZv8jEPijzrqqPZzP/dz7bjjjutEnM1jjz3W9Dv1/6u/+qtOwidDmqAB/ZbEmrYk8235Hzprsgb3BrgDQBDAqwY+F/jOd76zfelLXzJtv4ugqnrwoSvyJwgEgSAQBIJAENgEgQQANoEjjSAQBIJAEAgCywMBxL6q+o38Tsvb5CcQgExPqu1pT3ta22+//VR7Gj890q9k5xUA79szQL5//ud/vt/8z2aQc/WLL764ueTv5ptv7nMh5yO4ULVpunfVtG1t/FaVYosiSGBeJWFkXuu65ZZb+ucD//Vf/7Xddttt/SsE5hQUEHyQMcA+EgSCQBAIAkEgCGyKQAIAm+KRVhAIAkEgCASBZYMA4oxsI/RO09W9W2+DbtqvmhJwRJ7tsNNPEG7lC1/4wuYTe4g1gi3N/sc//nFPvX/3u9/dU/6dzrN1DwCbqqlvfulJVfWMg6ppaT2zUlX9vf2q6ncStMlP8AK5N6dPC7roz/0CAg8PPfRQD2LwIf1/Yt79a6tHgkAQCAJBIAgEgU0RSABgUzzSCgJBIAgEgSCwbBBA+m0GIUbyq6qf9tON03J9BPlHto1hq/3AAw/00/U3velNzc37dLIGkO3zzjuvXXDBBf29+wMOOKCXTuwFCfgYIgCgPlua35xV1Ql71UbiXzWt84P0G8cvH4888kiTaXDDDTf0QIE+wQbSJj9BDXvwmsOkmX9BIAgEgSAQBILAPAQSAJgHSJpBIAgEgSAQBJYDAgi2fVRVJ9nIMh0ijcg7qUeUxyk/fZv82KkT9meffXZ73vOe19+rr6p+Mu/b/v/0T//UBkl3Mo+kawsejGyAibvG3xDtIVVToq9dVYpNxBqtTcbCo48+2gMX1jvIvvUZUFX9TgL2AhNeYaCPBIEgEASCQBAIApsjsGpzVTRBIAgEgSAQBILAUkcAeR+CHNuPsqr6J/SQaSSaTolYD/JsHNLuwr83vvGNhnYCjozffffd7dxzz20yAWQIGOPknZE6f07qq6qf0ldtXvLPfoi5ZuvayLx1EW1jBBesk632EHvRVzXdm/5IEAgCQSAIBIEgsDkCCQBsjkk0QSAIBIEgEAT2OgJI76zMXxDyO/pdvKcu/R0xV6+aEm8678p7j54gyk7r2Tix9yqAi/WMq6o+DRJPXvGKV7TVq1f3m/6RfCfx73//+9v999/fvyZQVb0PWa+qnmmAsDu5r5q2rZNUVc8G0G/+NvlVVR8z+tvkp98arc98yom60VVN11dVfV597KuqBxu0BSmqypDtEmNmZbsGLQOjquqYVW25fKItVm15XNVUP4vplupP5D/9QSAIBIEgsDAIJACwMLjGaxAIAkEgCASBBUUAqTIBsj1ILx0yv//++3eCjNTTIdjIvjpib5zTeuQZGfeuvZIIGCD03vkXADDWGLrLLrusfetb32qrVm38vw/6CRslqZqSQPOQqmm7atNS3xBrm5Wht//MFQAAEABJREFUTxkEgkAQCAJBIAjsPgQ2/i/47vMZT0EgCASBIBAEgsBuRKCqNvOGLFdV//Qe4o7gOyVvk98g9E7t2SHlo1/AYGLST9TZE/ZKfmQJ6D/zzDPbM57xjP5+Pf19993XPvaxj/XT//Xr1zPpJ8h8DxEEqKqu7waTP1XTdlX10/6qadk2/KyPCEYQdbKhO0UQCAJBIAgEgSCwGxFIAGA3ghlXQSAIBIEgEAR2NwJVtYnLquoEG0kepJ4B8lxVzQV83pNHygexr6q5QAG9sVXTNHoBAeS/qpqfDILDDjusveY1r+k3+8sUEAC45JJL+uf+qqqx40NJ6Pgd9VHSb03YEH6sfZTqRF8kCASBIBAEgkAQ2L0IJACwe/GMtyAQBIJAEAgCuwWBQZyHs/lteqQbOXdqj8Qj/yeffHIn7u4FQKQJOyUbRNtYxF9dkGAEDOhdqPeSl7ykHXfccT3Q4PUCn947//zzG5/r16/vlwhaD/shfKkrif4h9POFjTXNCh2Zb5t2EAgCQSAIBIEgsHsQSABg9+AYL0EgCASBIBAEFgwBRHpLzgdZlurPZs2aNc27+wj/IYcc0hB7NlLzkX8+tNkKAGjP9mnTn3HGGf0OARkGMgA++MEPNpcFGrtq1areZw7Cl3Fbkvl9xs+XLQUA2GzJX3RBIAgEgSAQBILAriGQAMCu4ZfRQSAIBIEgEAQWFIH5JFqbIN+Iskv7kHhy5JFHtnXr1vWTerf3S+dnqw+RVzfGWHULH4EB/fTPfOYz20knndRkFiD9l19+efvGN77RZBkIKOy77779/gCBAn6NGb74U5+vozcvmSX86kOnJGz5UEaCQBAIAkEgCASB3YtAAgC7F894CwJBIAgEgSCw2xCYT4Rn207nTTRu+tcnE+DOO+9sggIHHHBAk76PjCPqyLYSyR6l8Yg/X/rZnnjiif0eATbf//732wc+8IFmDgEBdkp2+om6ubck/BNzzoq5ZttshvAz6imDQBAIAkEgCASB3YtAAgC7F894CwJBIAgEgSCwwwjMkuHZOqLMmRLZJk7sEXzEG3k/6KCD2iOPPNJJ/913390eeuih5vT/gQce6Cf1CLWTe8EARF6QgD9+Zv0Ncv+qV72qv/vP9j3veU+/T8B4c+277749M8BdAHxYm0wAYj3axJxjH+zU6WdlVs9+yKxN6hsRgOGsbOzZO7XZtWypvndWlVmDQBAIAkHgiRBIAOCJEEp/EAgCQSAIBIEFRgD53dIU9Mi1PiTL6TvSri69X1q+S/yQb4R+pP8ffPDB7eGHH+5Eng9k2zglH8YLCNBpS/VXHnPMMf30X/3KK69sAgrszM9PVfWvCZjPWGXb8ON7Vswx2tZGRlu5YViKIBAEgkAQCAJBYA8ikADAHgQ7UwWBIBAEgkAQ2BoCg2CPkh2CPQIA2oiz03+ltgAAsq5tnNN/AQHk+/777++39fOhf5SD0Bs/X57znOf0SwTZf/7zn29eJ+DfWP7Xr1/fgwrGzQYA2JuTqBP27GZ19NpEXyQIBIEgEASCQBDYswgkALBn8c5sQSAIBIEgEAS2CwEEGlEmBiDcSgQfkdYmTvrZCAz4hJ++e+65p8kQkKqPvDt9V0rjR+j5NlZqvwCDsXSnnHJK84rAXXfd1a699trugx0xxxirzt561IdoD73SnHSzsjX9rE3qQSAIBIEgEASCwMIgkADAwuAar0EgCASBIBAEtokA0jxrgBjPCvLMBmlH+hF1RNy7+vTaiD2if+CBB/Y7ALTJgw8+2IwXAOBzzMOXAAEdH2z5ROwFAZ71rGf1TwdecsklTQaBcebhq7XWP//HXtt4vog6n7NCN/rUCX9ktq4dCQJBIAgEgSAQBPYMAgkA7BmcM0sQCAJBIAgEgSdEYJZAqyPayLl3+meJtz6EHcFG0NesWdOQau0xCfKvj44fY/hSsh122my8/3/ssce2W265pV166aX9sj9zDrsnPelJ/f1/PokxQ9jwM+bRFmwwnyCD+ciwV2cTCQJBIAgEgSAQBPYsAgkA7Fm8M1sQCAJBIAgEgc0QQJ5nlaONaKu71R9pRqa9w49oH3744X3IqCPc7NkZI2sA4aaXNcBOW8mPwQj+qD/3uc9tjz76aLv44ov7BYL62SLx3d+Tn9zvFFCn0z8r9Nrm55OYjy4SBIJAEAgCQSAILA4EEgBYHM8hqwgCQSAIBIEVjsAg0KNEpBF0IsVfG6FG6OmOOOKIfiEfMo7sI9wjK4CNYIA+evbIPIj5pxNIULI17rjjjps7/Wc/a6vO3+xYOkJH1MlYp/oQ/eYn6kOfMggEgSAQBIJAENizCCQAsGfxzmxBIAgEgSCwSBBAVLcle2KZ8+cfcyLJSD/CLP3fe/5k//3376n5++23X0/5R+Kl/7v935hB3A844IB+mR+Cz5ZfFwTyh/Cbl7227AABAP4//OEPt2GnX8DBqwT77rtvn49/YhyfSqLOdgQctAkfRN2cRH3o1CPbhwDMZmX7Rm20gv2sbOxJLQgEgSAQBFYSAgkArKSnnb0GgSAQBILAokVgkLuxQER9EPh77723X8CHbCNxAgEPPPBANxUAQN6d0B9yyCHNOBkBiLwAAR/IuXEGmEdJ6JVsr7jiinbrrbc29gTR3yj79EsFzW/8EGP55WdW6PRFgkAQCAJBIAgEgcWFwKrFtZysJggEgSAQBILAykJglkzbubYSKVc6of/e977XT/S1yVOe8pQmAKDPXQBu7DdOYMApvE/5CQoIBiDzyPkg5ez4EDBQErrrr7++f/aPT7b6h6xataq/bjBs2auz45uMeegjQSAIBIEgEASCwOJEYNXiXFZWFQSCQBAIAkFg+SOASG9NEHlkHIl38u6Wfjqn8nSPPfZYk56vvO+++3qGANIPNRkAbBBzJJ2OmEs5q2NHJ1uAb3PqVyfmNo6OP6KO8M8KPT+RIBAEgkAQCAJBYPEikADA4n02WVkQCAJBIAgsYwSQ6q1tT5/Tdyf93//+95sL/wQAkHT6devW9bsAEP277rqrp/0j6gIBxgoEIOnqSLxSe1ZkGNBbA7/qyD89X9obpL//j+wLQBB1gQOiPZ/8G8dvJAgEgSAQBIJAEFhcCCQAsLieR1YTBIJAEAgCKwQBJHlrAgIX+Tnh/5//+Z8mzZ8O0UboBQUGmUf6pf7TP/LII8zagw8+2FP2EXkybJUMRimAYA1DJ5sAueePnrTWenYBoj8IvzqxnuGLD2IMUY8EgSAQBIJAEAgCiwuBBAAW1/PIaoJAEAgCQWAFITBLlNWJ7Std6Oe0H8FW3nnnnf0iPn2IN8KPhDu9FyxQsqWXAcCGL0KP2Cu1hxjPt7ZAgVJQgM48pFFOhD/Cj5IvMuna5B+d/k2UaQSBIBAEgkAQCAKLAoEEABbFY8gigkAQCAJBYKUigGSTsf9RR+rpEHpE/Y477mjqdAg6oo5o00nd/8EPftDotflAxIewUzd2iDH8EuRf23ivHXgNgA9Cxpjhhy/6+TLsUgaBIBAEgkAQCAKLE4EEABbnc8mqgkAQCAJBYIkjgBwjygQpJ2NL6vvtt18/0XeiTtgj40i4FPzjjjuurV27tiHmbvzXh/R7LWDYK538u/Vfn7EHHnhgv81/+NNvDdoIvDHa0vnHevTR7bvvvv1uAesz7/r165vXAryGIChgPDsyxs6W/AyZ1ae+9xEYz2WUnuGuyN7fUVYQBIJAEAgCO4NAAgA7g1rGBIEgEASCQBDYAQRmifN80oVoO4Gnd+qPoB999NHt0Ucfbcj7kUce2Qm9AIB+vpA4ZJ2NcU7/BQCIukDADiyvm/JJkH/jBQh+9KMf9YCANZnXXN04f4JAEAgCQSAIBIEliUACAEvysWXRQSAIBIEgsJQQQJwRaGtGsglSrUT+6RFvWQH0Rx11VHO5H70vACD6SLnMAEGBETQY7/o/9NBDzVh6p/VszUfMPYS/WTG/tnJWrMmJ/w9/+MP+hQHBBz7YRoJAEAgCQSAIBIGli0ACAEv32WXlQSAIBIEgsEQQGOQZyUfSEXREX1uJfEvjR95tyen7Pffc05z460P6DzvssH4bvzpbBN2Jv/EjQIDw88mHOWeFjvCnHILsDx17ZN/8RJ3/YZsyCASBIBAEgkAQWNoIJACwtJ9fVh8EgkAQCAKLFAFkHLEegpgj/0QAwLKV7LzXj9T7jJ9+F/451T/ooIOaEkn3KsD4/J9MAO/mr169un/uj49B3t0BoE3oRqluTmJNSqLOvzqyL7AgEPH444/3gAP9rMzaz+pTDwJBIAgEgSAQBBY/AgkALP5nlBUGgSAQBILAEkVgkGUlQbSJOvI/ggJPe9rT+oWAtimV/+677+7km50LAA8++OB+GaD3+5F/Y/mRIcCH+wCc2LNXR/bJlsi/OYawJ8PWiT8/ZP369cNsrmRL5hSpBIEgEASCQBAIAksKgQQAltTjymKDQBAIAkFgKSGALA8Z60a2nbQj+nRO7E844YR+275Tfmn9TuFlBDz44INd76R/3bp1zVivAiDosga8DsC/gID7AGQPOL3nl+2Q0VYOETgwlo1AgTUptdlUVc8uqNpY0usn6pEgEASCQBAIAkFgaSGQAMDSel5ZbRAIAkEgCCwhBKqm5HksGXFGtJ20j5N6p/hr1qzpN/3LBEDm9TnpFwBw0i9IoI60ywYQIBBA8EoA0s6/VwKM9RqBeQg9ma1rE76qqgcVrImwMx9hMyv6ZmW2L/UgEASCQBAIAkFgaSCQAMDSeE5ZZRAIAkEgCCwyBGbJ8KhbYlXNpfM7zXdarxwEu01+7E8++eR+w/4xxxzTrrrqqobUywQQEHCaLwMAuRcI0Nbv84C+DiCAMHHTP9HHFxE0ePjhh6m70BGNqk0DEXTWZU3m0K4qRQ8IrF+/vtdn/1TVJhkBs30rsQ5bMn/vdGS+fk+3rWFbsqfXk/mCQBAIAkFgcSCQAMDieA5ZRRAIAkEgCCxDBLyz76QdEZOyj6Qj3ki+9H19iP29997bDj300P4pPyReRoBUf6f8AgAI/yGHHNIOP/zwhrTzQTfIO+jUh2jvmmR0EAgCQSAIBIEgsBwRSABgOT7V7CkIBIEgEAQWHIGq6Yn4mKiqRrWX0vFVEH+kXamNuKvfddddTWaA9/aR/qc85Snt/vvv73LKKac0wQI6XwIQQBAQGFkBiL4AAr9V03np+KZjb66dlgwMAkEgCASBIBAEliUCCQAsy8eaTQWBIBAEgsBCI1A1Jd5V1VPjzVe1aR3Br6qe6l9V/UI/xB5Rl8pvjCyBqurBgP/+7//urwIICug33vv4ggmyBmQLGK9/BAAG2Uf8+RUIGDr+d0YyJggEgSAQBIJAEFieCKxantvKroJAEAgCQSAILDwCVTU3SVX1QEDVtETIXd6HtCPk0vaRdqn8buof6f+33357kxGA5LvoT9r/zTff3LwWUFU9I4AtG8ECgYCq6q8CmAPhn1BcXvAAAA1PSURBVBVzzS1q5yoZFQSCQBAIAkEgCCxTBBIAWKYPNtsKAkEgCASBhUUA0SZmqZqS/qpp6dS+qpqTesTfSb6yqhoCr47UO7F3wZ/P/CH3DzzwQE/9/973vtezBdjdc889neyzHTf9I/7mRvzViTodsaadl4wMAkEgCASBIBAElisCCQAs1yebfQWBIBAEgsAeRaBqI/kXAJgl+t7jR9C9068kggNV1VP/2boHAMkfBJ4PhJ/QywhYt25dWzeRsTG2s+S/arqG0b9TZQYFgSAQBIJAEAgCyxaBVct2Z9lYEAgCQSAIBIEFRAD5JrNTVE0JeFU1pF/Kv5R+BL+q+i3/TvyN8yqAsU75iTqd4ABhY7zsAfW77767PfTQQ02WgOCBAIEx+tirV03nV99ZybggEASCQBAIAkFg+SKQAMDyfbbZWRAIAkFgQRGompLNqi2XCzr5InEujR8BR8iRcKfx3vl3Wz8yj9gfddRR/ZTfSf4RRxzR1q5d2w4++ODmfgDbQPAR/e9///v9M39V1V8DOProo5t7AfQh/Wy9JvDoo482dwhom9ucxPyzon8nJEO2E4Gq6X/3882rtqyfb7erbc9+W7Kr/jM+CASBIBAElicCq5bntrKrIBAEgkAQCAILi4ATeMRbEADRR74FApz4I/iIOx3xeT/p/8YQ5B+Jl9pfVQ2pd8kfQeoEBYYM//zpq6qmHDK7y6pdJZ+z3lIPAkEgCASBIBAElhsCCQAstyea/QSBIBAEgsAeQQCRNxHSj+RXVaPbf//9+0V/0vWrpp8A9N6+E/2q6cWAiP7oN9bpv6CAT/y1yY+fEVyQBcBGm37S3QQD6IhAAF1VKbpUbax3xfb+iV0QCAJBIAgEgSCwrBFIAGBZP95sLggEgSAQBBYKgUG8nf4LAjixR8id9HvP3yf9EH0n/VXVjj322ObE330ACLxTf68KqCP3484AhN/rAvrZV1UPLCD/+trkZ05zWQOZqPq/quqfIuyNnfiTIUEgCASBIBAEgsDyRiABgOX9fLO7IBAEgkAQWCAEkHbp/kqkXh0Zl7LvM36mReqd7iP6IzBw2GGH9U/8IfM+/2eMrAHBAoEDgQRBA+OR/qppyr/2rIwAwKxOnT/lTkiGBIEgEASCQBAIAsscgQQAlvkDzvaCQBAIAkFg4RBA0HkXAKiqucv+pPwfeeSRDal3KSCCL+UfaT/00EOb8vDDD28CAwj/uDDQib/AABIvYDDqggxO/fWbr6oUWxXjt9q51Y50BIEgEASCQBAIAssdgVXLfYPZXxAIAkEgCASBhUAAOZe+7+SfOL1H5J34Cwx45x9pV/d+/1133dWQeoS/qpqvA+gXBBAocNO/VwmQfP6sWZ0IGCD16oIBVZsGAKqmbTbE2B2WDAgCQSAIBIEgEASWPQIJACz7R5wNBoEgEASCwEIgIACAkDv9l/bvvX1EXyAA0fclAKn8yDySLwOALYKO0Ov3nr9+69PPp4wBQQJjiSBDVfV7AIw1p/FtN//iLggEgSAQBIJAEFj+CCQAsPyfcXYYBIJAENgrCFRVv5CuasvlXlnUDkyKjCPcTvCVZOjc1j9IuFT+O++8s3nff+3atY2NPuQeqZf+70JAY5z433zzzc0YrwI88sgjDeF3+l9VDeE3H9JPLNeJvzqf2oSN9ahXlWJOqqrjPqfYvspmVvzPymYGC6yYnVt9gafb4+7taVdkjy84EwaBIBAEgsCyQCABgGXxGLOJIBAEgkAQ2N0IDMKNgA/fCBuC74Teqf84vWerD8FH6JF9FwEaKxtAVoA+JTIvI+D+++/vRF3mgDFs1Wd9qZubb+XCSTwHgSAQBIJAEAgCKwGBBABWwlPOHoNAEAgCQWCHEUC+nbQbWFU9BZ/Oib4AwKg7tUfe2SL4yDrSLxvAu/3sEfs2+bkfwDiBg3vvvbcp2RurLkhQVf1zgYIC0v0nwzb7Z8xmyl1RZGwQCAJBIAgEgSCwIhBIAGBFPOZsMggEgSAQBHYUASTbpXzGOfV34j90SgQd0Ze+r4+NAADCj9Aj/VL91fkQDBAsUOozTiaAseahFwBA+vXLFBBYMHahJf6DQBAIAkEgCASBlYFAAgAr4zlnl0EgCASBILALCCDpCD4yj/wj59xJ9XeqLyNAH50vASDw2i4F1M9OsMDpv3f/3QnADz0df8i/AIK6Pm3+9oDslSnscVuyVxa1Gyfd1t707cap4ioIBIEgEASCwHYjkADAdkMVwyAQBIJAEFhpCCDnyL99V1VD9BFz4tI/pb6hd8u/2/2d9A+dupN+AQFBADaCAsZXTdP9Ef8f/OAHbfgbc/I9ZJY0ztZH/86XGRkEgkAQCAJBIAisFARWrZSNZp9BIAgEgSAQBHYEAYRdOr6T/5GKL01fvaraUUcd1dzyj9CzQeKPP/74Nl4BQPoffvjh5pRfJoCsAMGB4VeAwBiknzj5r6qG3LMZa62qXqXvld39J/6CQBAIAkEgCASBFYNAAgAr5lFno0EgCASBILAjCCD1SDcyjvQbi8wPnVR/n/FD7vUh8Mccc0zPEnChnwCATwEKEKgLAAgOIPvs3SEggGCcTIMxh/awMXfVNABgzEJIfAaBIBAEgkAQCAIrB4EEAFbOs85Og0AQCAI7hEBV9c/UVW25RIR3RXZoMQtsXLVxj2Mqp//q9oiII/HaCDrSf8cdd8yd7rM54ogj+q3+LvdbvXp1Q/xlCaxZs6YJBCD1iP5dd93V9PtMIF/mERzQJ/WfmKdqmg3A92hXbb5OfbsgWx1atXGuqtqq3dY6rHtbUlXb/O+ratP+rc2zt/Tb2pu+vbWuzBsEgkAQCAJBYFsIJACwLXTSFwSCQBAIAisCgVnChuwTOin/VdWczju99+4+gq7fCb53+p32I/hu/EfkAXb00Uc3GQLGIP4u/ZNRYLxxPgEoe8D9AHwbYz6iXlWKPSCZIggEgSAQBIJAEFhJCCQAsJKedvYaBIJAEAgCW0UA+a6qhtwj+T7Nh8C3yc/7+oIBiL5MALYu7XPKX1UNqRcAWLt2bXOqT4/0I//r1q1r999/fw8i3Hfffd2Wjp1T/4n7fhKu1Cb8ay+4ZIIgEASCQBAIAkFgRSGQAMCKetzZbBAIAkEgCGwLgarqAQBBAORfIAAhP+ywwzpxb5Ofi/yQdyf3ggHe42c76Wp33nlnk9KP8N9+++09GIDsCwTIDnDqbyyf7KuqyQwwjzb9niT/5owEgSAQBIJAEAgCKweBBABWzrPOToNAEAgCQWAbCFRVP4mvmpZO/N3Sj5B7Z9/pPcIv5Z9eIMClgNL5BQic/gsGGOf9fhkEMgdkDagbw5dsAUS/qnqwoaqaH52SVE116gsou+TaXrYlu+R8EQze1t70LYIlZglBIAgEgSAQBHYYgQQAdhiyDAgCQSAIBIHlhkBVbULG2+SH5CHtCL2MAKf3TvoHgXfBnywANgIDSL+TfPcCOO13UaA+QQFj2Drtn7ju//inI7IGunLDH/NtqC5gEddBIAgEgSAQBILASkMgAYCV9sSz3yAQBIJAEJhDoKo68Ue4q6an7og5Qd6dyrvd3+V9bfJD7gUClN7zVxcUYMdeVoCL/aT5K70GoM8rAJPh/fWAquk82kS/cla2pJvt3y31OAkCQSAIBIEgEARWHAIJAKy4R54NB4EgEASCwHwEqmou/V+fAIBTeyf60v8FAGQCSOV3+R/SX1Xt4Ycf7rf9I/iCCDIBfAZQBoB3/0f6v5N/wvd8cl9VWwxCtAX+xX0QCAJBIAgEgSCw8hBIAGDlPfPsOAgEgSCwXQggwduS7XKyDaOqjaS7avP6Nob2rqrNx1Rt1CHkVdVt5/+pml6+Z3/e45eGT6qq0XnPX4n003u/3+m+AEBVtTVr1rQ77rijaR977LFNmr9Tf+TeBYCIP6mqfurPB6mqxqaqNgs4mM86q6Z96gsom7k2/47IZg52UDF/rh0cvsvm8+ef397lCeIgCASBIBAEgsAiRCABgEX4ULKkIBAEgkAQWHgEEL6q6p/nEywgZnXqrw9hd/rv3X59AgBO/wUMnPh7b1/daT+hkxGgRPL5WrySlQWBIBAEgkAQCAIrEYEEAFbiU8+eg0AQCAIrAAEkfkvbrKquRvCRfYQdwac0hk6fLIBDDz20ueVffQQAZAUIBHjHn63Tf3VjBAD4qZrOob4oJYsKAkEgCASBIBAEViQCCQCsyMeeTQeBIBAEVg4CVRvJeFVtkno/iP8oEXp1ZP7www/v2QHuAnCjP8QECJz6I/pS/AUPfB7QBYBV1dP92VWVYtFKFhYEgkAQCAJBIAisTAQSAFiZzz27DgJBIAisKASqao74V03rAKgqRRvE3+3+VdUv5XP7/0j/d7mfk34X+UnvV0f+pf67ILBNfu4DqKo+VgChLd7filiZYM22ZEWAkE0GgSAQBIJAEJiHQAIA8wBJMwgEgSAQBJY/AlUbLwFE6klVtYMOOqhfAuiUH+l3uq8uKwDpR/Kl+xM6AYBZtOgG6ZzVL656VhMEgkAQCAJBIAisVAT+PwAAAP//Dc5opwAAAAZJREFUAwA6AUnF4oPb7w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data:image/png;base64,iVBORw0KGgoAAAANSUhEUgAAAfoAAAEeCAYAAABiwNfdAAAQAElEQVR4Aez9d5RlyXXeiX5fnGvSZ3nf1dUWaDQAkhApM+LMrFnz/nhr1rw3M+IMNRJIAIT33hOmCUcABGhBB5ISPUBKopHhyIyhJEIUPTzaV3d5X1np85oT77fj3JuZZboBSnoza2kh8nyxTeyI2OGPycpK+Zvhmz3wzR74Zg98swe+2QPf7IH/bHsg6Zvhmz3wzR74Zg98swe+2QPf7IH/bHvgL3fQ/2fbDd9s2Dd74Js98M0e+GYPfLMH/vPsgW/4oL9w7oz+t9/9R/qJjz2gD7/tZfrwG79Xn3jH9+knH3iVfgr8xHtfrk+++2X60Ntfqre+9oV62Uuerxe86Pl64UteqFe/6sV691tfpY+99/X61IfepE9/9C36uY++WT/7kTfpJz/4Bn38Pa/Wu9/4Yr32ZX9Hr33p39brX/q/6O2v+jv60FtepB9+90v1U+97qX7+B16mn38A/j3fp0++4wV63+v+Z73ppf+rXv49z9eLX/B8vf4VL9YDb3mNPvX+t+mXP/xO/cbH3q3f/KF369d/6J36pY+9Sz/5gXfog299g974spfopS/4Hr3ixd+rt77mxfrY216hT7/3tfqVB16nX//A66Gv0c+955X6iXe+Uh9840v15pd9r17+gv9Vr3zh8/UW2vGBt71GP/r+N+vTP/g2/eLH36Zf/cTb9csff6s+/aE36+Pvfr3e8fpX6BUve5Fe/H3fq1e+7IV615teoU++7w36hY+9Vb/+w2/TZ3/4rfrMJ9+mX/n4m/WzP/AaffxtL9Z7XvW39Zbv+x/19pd+l37gdc/Xj9CPP/fBV+s3PvEG/c6PvVX/+Mffrt/60bfqs598q37+Q2/Qx97xMr3z1d+jN9D+t7/mhfrou1+rn/jAm/WrP/xu/dan3qN/8tPv0z/+qffqH/74u/X3P/4Offy9b9A73vQqveLlL9KrX/FCvfsNL9EPv/c1+qUfeqt+56ffq9/7+R/QP/+FD+j3fuGD+qeffkCf+bF36cfe/xq96w0v1Bte8716HXW97x0v14/8wKv1S598k377p96u3/v0Owr+2affqX/0qbfoZ3/wdfrg21+kN7/qu/X6l3+33vKa5+v9b3upfuQDb9Av/ui79Q9/9gP6J3/vI/rdn/+gPvsT79LPf/wt+uh7XqU3vvb79LKXf69e9coX6j2MxY9+4HX6Ffrotz71Dv3Tn36Hfuen3qlf++Sb9ekPv0Efx4d3vep79KYX/219/6tfqE+8+zX6xU9i83Pv07/61R/Qv/nMD+hz4Pd/6f363Z/6fv3cR96iD7zjVXoDdbwB+wfe+nJ9+oOv1+/86Nv1f/zsu/S5v/9u/eGvvEt/+Mvv0b/5e+/TP/nUu/WzH3ijHnjzS/D/BXrHW16mH8P+t3/yPfrcr3xEf/IbH9ef/YMf1p989pP6w1/7mP7Vp9+rz/zQG5ij36f3vPFFes+bXqxPvPfV+vUfeYv+6c+8hTzv0Rf+wYf1ld/8QX35Nz6qP/7lD+mf/cS79ekPvFYPvPmFetvr/q7e/46X6Mc+9Fr9o599H/5j81s/rD/97R/Rn/3Oj+pPwb/9jU/ot37mffrUB19L+cwn1t2H3/0S+vvVjMOb9X/94jv1h7/6bnx6j/79r3+//o9feJt+5yffpJ/88Kv04Xcyt970Qr2Dcfzou17KOnidfu+n3kpb36nP/eK79Afg//y5t+s3f+SN+rkPvor1/CJ96I3PZ028gLn5Sv2Tn3yH/uBXP6i/+Ic/pC/+1g/pL/7Bx/S5X/8wc+Q9+vufeJM+9p6X6vvf+Hf0vjf+Xf3o+16uz/zwW/Qv6JM/pJ1/8esf1ec/81H92Wc+rn/9Kx/VZ3/6AX3iw2/SO97BmnrzC/Ted71YP/6R1+sf/NS79Pu/9AP6s9/4kL78jz6oz//me/VHn3mX/uWn36xf+/hr9NG3v1jves336N2veyFz9lX67Cffrv/95x7QH/3aR/Snn/0I+T6iP/r1D+n/+nvvZW29RT/07pfr7a9/od70uhfoQ9T1ix99g/63T71N//oX3qk//tX36M8/8z59/tffrz/65ffqX/3sO/TrrLFPvOtlejvz9a2vf4F+4L0v0y989I20/T36g1/5mP74s5+gbz9BH39M/9ffZ/x++v36xY+8WR99y4v1/eR5N2P40Xe9iL3gVfrHn3qD/tXPvEm//3Nv1b/+9Fv1+z/1Zv2LH32jPvuhV+tH3/YifeAN36v3vu579QBj8inq+czHX4dvb9bv/yy24F9i/zs/8nr9vQ++Qj/27hexNzxfH379d+njb/lf9Pc+9BL97o+/Uf/qp9+i//NnyAP+5Y+/Xr/zgy/T33vghXrgLd+tN7/4b+kNL/if9PaX/C195K3/q37i/S/Tr3zyrfqtn36f/tnPsbZ/9gH9Q+b+r3/8Tfrx73+F3vPq5+str/i77LXP1wff8D366e9/iT7DvPmtT7xev/ujb9Y//OQb9Ws/+Gr8eaV+jDY+8Jr/WW9+0X+v133vf6e3vey79JE3f58+xd79mU+8Xf+Eef3P2af+5Y+9Wb/3I2/Qb/zga/ST7N3vf+336I3f9916I2v2gdc+Xz/F3P3Mh16pf/KxV+uff+K1+qcfe5V++wdfqc9S76ff9zL2/OfrTa/8Lr3qJf+j3vTq79aH3/Ei/eQPvEK/zr7zj378Lexvbyv47I+8Sb/wkdc0a++1363Xv/h/0Ou+7/+rd73qu/TRN3+3Pv3ev6vPfOSF+s0ffIE++6Hn69c+8D36+w+8iDa+SB978/fo+1/53ewjfwvfvkvvw68fetv36dPvf6V++YOv1q9+8DX6tQ+/Xr/IXvRT3/8qfeRNL9HbX/F8vfx7/5Ze+r3/k974kr+tB5hfP/r2l+nn3v8q/X32xV/+4Ov0S+znP/u+V+qT73yZHmAveM33/R193/O/Wy/53r+jN7zse/T+179IP/rOl+Pbq/TznDc//8Ab9LOcDT/yztfogde/XK978Qv0ouc/H/xdvZKz8+2vfoF+8K0vYaxeqZ98zyv0M+AXWUO//TMf0+f++e/oImfyN3pb8nUP+nOnT+hHPvz9esF3/Xf65A/+gP63f/zb+srn/0Knnvyazp4AT3xN54IPPPFVnXn8Kzp7/Cs6/fiXdeqxL+vUI1/W+Sce0YUTj+nCycd18eQTunjiuC4++bguPPmYzoOzxx8lzyM6+/gjevKhr+nJhx8i78M6g/7CE4/qEnmvnHpMV04d19XTT0Kf0JXTJynvEZ07+VWdP/mgLpx6WJdOP6LLZx7W5bOP6vK5R3QlcBYduHTmIV08/aDOn34I2wfJ+yDyQwWXzz6sq9guBC48pqvnH9elM49S7iM68yR+PP4Qvjykc8cfxpdHtYAvy6cf09rZ4+BxrZx5TEvI1049oisnH9KlJxpcJu+VEw/r2slHFPar2K+A1bOPK+jSmeO6SlkX6J+zjz9M+x+mTx6l/ONaOvukroHFc09o8dzjunbmcS2Ay6cf1cWTj+r8iUfo9wbnn3xIy7R7lTaunX1Ia+ce1vr5R7RKe1Zo2+Lph7Vw4kFdZqwugihn6fwJrVw8obVLJ7Vx5ZTWL5/U+qUTWkFePv+Els4fp94naMuD4Ku6Sh9HOWvnHtXG+UfVo58CG9BV+mv1/GNapp+vPPlVnWPcAxeYC5Fv9cwjxX546bh05Un56in1Lh7XtVMP0V8PFr8uky9sl/A1/A7/16hnhTKXaNsSZVymH88/8aDOPf41nT3+oC6ceIj+e4R6H9Mqdqu0dQUsYb8IFhjrK8zRK8zNy9F+cOXkw7pGHWGzhO0y5Ybt1WL7oC5jfwn7S7T36qkHGQvssVlijBfB0tnHtHQOMD8WY8wZk6uM46XTj+syNHD1zJNavnBSSxdOgCe1SF9eY8wXGPurZ2PuHtflU4/rErjMWC6ee7KMxeqlU4zBKa1dBozDyoUnqOtxRd5m/j+qs49/VeeOfxU/H2ReMe60e42x3gDRZ6v02TJjtBxrgHZcYC1ehi6c/Jqiv5eYI9FHq+QrYI6sYn8t7Jm/l2jTFdq0wJxbiLkXcyH8uPCklpgvy2AJ+RptCZ9i7p574mHW88O6fPIxfH2Ctp9owBxbpm1L9MfiqSd17ckntHD8uBYeP66rYIG1f408i/Rl9OsidS4F6Mdr+HCFuX751KO6HD6NsEA/XsOm2NKvi+eOaxH5Gv1/FVwZ2V0lf/hYgM0qbVmjLUGXsV8mfek0eRmDq+xLV088rqvsM9fYlxbOPKFr2Mc6WGUMY52sxtqgDxapfwF/LzOPLrK+LzEHL7PmF0Csj1gDq8yrQPDXmFfR91eefFDnGbszrIkL7JOXmYsxHuM8S4xHzMUCxuIK+9k59pEz9M9F+u/y2ZNaoD8XL55iHE7r2oVT4LSunjvNXnda586c0OmTx3WC/fKJwIlHtXT+JPvME1qirdGWZcYt1vW1C4/rEnvhxdNfYw/5Mnv1Fwot++W5h3SFPWSB+bSJC4/qEroL7CtnWRNn8O0M7T3POrrIfLoMvUQ7r0S5F5/URfrsAn19jj48y3w/E2BMT9Pfp+jb0/Dn2cuv4PPVMyfLXn7p5JM6S9+fPv64Th5/DDyqU48/xr57XOeeOM6++CR770ldPUk/nAqcYu84yZw7ydx7UheZVxfAWfLHeXKePfUS43OF9XWFMb5M31wE5088obOUF/WcfuIxnWbMA2fp5waP6xz255ED56Bnw4a5eoY5cgYfY0zGOMvcOVfwqCJ/2J+j3tifzrJXNfRrCnoO+Rz773acZS2fO/412vlV/HoQOyhy2Jxnj4u0c9icZS6cOv6QHv7SX+hz//vv6Vc+9XG95u/+D/rYA+/UKdr09Q78pz3o/+2/+G298QX/H/2zf/QZXb26oIWFBS0tLWp1eUn9lSUNoEPocHkRfoSlBfWuXdX6wmWtXb2s1SuXwMUi9xYX1F+6VjBYWdQQ9CljQP7e4lX1Fq9p5eoVcBlc0TrlbCxeUX/xsgaLl0i/rI1rV7SGfjV8uXpR166c1dKV81pZuKDVaxe1jt3G8mX1lq+oD4JuoAv96jVssFu+eqHYr8GvLV7UxtIl9Vcua7h2BSyoXsfP1ataW4q6LmF7UcsLFyn/EnVf1kYp9yr+X1W9uqC8tqAh9lFf1LV6rcmzBu3h+3DlqvLKgihA7f6q2oOVQlNvVcO1Ja3T/hX6JrCxuqRhb03qb8iDdbAG1qXBmjL2g/UVbdBva+RZW76mVfpzDeS1q+KEkKHV+oKqjQWlderFr3rlinq0cY3+Wb56Sav4tI4/w40V1ZSp/hr1gd6KhuvLiMvqUUdveUErtGGVfD36cEg5DKrSxtUG61eo8wr9cJnxv6w+/b5GH6+QZ32J/llfUqL8znBVE7S5219Up7eoVvGNPqO83tLlMmZr9G+P/o52VBvX6B/setcUbUnIIl9/7VoZkyV8WS5tuIq/y4eMHwAAEABJREFUi/iypFZvGSwq8hr7TB8MVq+oTx0b+LVB+3vQPv0xpI8yNt5YlKAZf4Yj297yJY3toz312oJwUMI29ZdU0FuSARNUffxfvnKOOXhW1y6d0dLlc8zd8wzXkvqri/TjtYL1lfB9gf68ouVrlxssXNEi47HCfN6gvwfMhZp2iD6rGYt6Y5VyGAvK2Vi9pjXGI+bWKn0V82ywckl59bIEvHYZ/opq5vEg2sA4rBVcxM2LdN8lxinQ2OfVS9gGLqO/rI1oB+O2zHpbZezW8be3tkj9gHEcbiwrMAi+zJElhc0q9sus9ZVRG4bMzxzziflqEG2JdT5cXFT/6oI2Ll3W2kX6+NJF9dgb+ozlgPU0ZFxiLQ1ZK4F++EDZ6/i0vnCJNlymDVfVX76q4eqCauZCTZ8EhvRL2G+wh6yzP6zTvz1ojzLCfkBbHP1KG4T/GdTRNvL12HOafAtaW7iq9atXNaANQ8aAAZSHa6qGG0pAtCvWS481GutuhTpiLa3Rhh5za8gc8voC87GBmGfjtbeOzQrrqKwN2rRR5uMlDRnDGK8h+fuMW3/5ojbYk8I+9pyVpQWtry2DRa2xZtfpq6hvjbpjD6031jRcX9WQtdxn/mzQ1jXatY5tb/GChovn1b92VmtXTqu3cFYDyl9jz+xRf15fZD6viM5VZp4PGYPQBwaMgzeWhDMy875m/WXmfB/dAMTc7tP/Q/zJrLFM3hiTAf0ae8cG87n00eKCVsBywbXChxw+ht2AtvXozzXGdZlxW2BPv3rlAufNRc6bS1pkbi3GmcDYri0taI09b439bg1+lfmxTD8scc5cu4L95Yusp8taIs8K/b1OG3v416c/eisL6nF2rV27ptWFBS2z9sJuiTFZZu6vgXVse7Sjt7qgDeg67VplXALLlLVMmYEoewX7FdLWyLMWlHVXKGO4yvitXD2vFdbp6mgNrlHPGFu6C1pFv7IQtqDkuVDyrXA2rQbIv1pwkb67rGXavUw7lpaWtMjc/e3f/DX9T//v/1K/+w8/87Rn/VMe9P/is5/WL/3wA+qvb6jf66vX21BvAwTt91hsSXm1pXq1Ur3RUl5vFwzXWypAz96uwarUW+2rv7qBnnyUVfcHHDB9DTd6LKoN9dfWNVjb0MbaWkGPOge9HgcboC4Nehx0G8qDvgag3x/i0xDbIQtgWOjG+hD/apApV5QP7dUagkEv046s3rq0sZ5B3WCj1mAj7MJeyn36KjCwPMhyja7Oan5wwYAe6yerV1WgpX6q1M/IWVof1loj3xr+rQ6GCoSuNxQ2EknaGA61QdraYED6QCskLoHFjaGW8HWZ+lcHUZa1UVu9utJGboGO1usW5Vt0p5Y3apC1TNsizyBXGmobctKw6JL6tGOjTvhXaXXYVtivD015lfpqa0Mdbbir9aDUtU6da0NsBwn7oBW2iXKMP4FEW5CpY4CPA2iPPog61oYtrQw7Wqu76uUJ1QaUO8QmbHuDrD7oDaQe/bwRfkDXCzK6TD0q5deUWSvRjqSNYcaXWkv03xJ9dw0sRz/3syJvD18HYDhM6lHmBuWv0/DVXk0/DRv0hloFayVPLmVGucUW+0iLfl3ZwA6skX8NX9dJ61F/b1AX3/o5k5dxHPapa6AhPvX7AwUG+DWsM/3aUt8d9Wl7D2zkjtZzm3FsaYP+Xad/1/B1hTFdGVRaHbS0Qd/3sOm7rQHjEeOyzvisYbNKv65it06eHmO5AfpgEP3PuA/o35BDH2O7gX6NPl3tG1/NWNAvI/s+af1s2kIaPF1S5tUS5a+SJ/xax78N/NwIn9Qif4AymFPr6Ffpk5V+1lJfDci3Apq82FHXBmUHBtgP6Md+b8Aa7KnPPtJnXQ/ot8EwM9bCl1qDeqiaPDGOPcra6Fnrvaz1jZr9B7te0jDGGNSUWdPmsB8y3v1in7FTQR+/BvjHdkEeaYDfBcynPn24gX/rIPporV/R/9ZKtIm1ukr6+hjUsz4Gukhb6ifanLS4QdvZP1bwMdbUGnWu084N0APBRx+VNRo2I9s16tkIn2lrj/p6tGMDPnTrtCPS1/tZG4Na6zQk9ozesGbd1KyFrMzY5WEWKg2h9WDADBtoImVNtQykroeM2obaqa9OVauTBmqh66SkiWpS85M7Ndvdge2sZid2ahp+oppWt5pRN0E9RR4AbeUudjOa7s5px8xuzUzMa6o9oxbzsuqLm+uh2utDBW/ayGThLBDA1/Wser0GUk1/ZdIzje7F2tGA9QHcVx/fGoQ8ELME3QAM1U+0nTb0qqE2UoB+wX6N/Ct1T8tgKcA5sUq56zXpBVkbrMUefJlnwyH9NdCQPh0y//r9dfV48OqDITdyOfeUw0lqzxwGQ+Rhvc4aX1OPg2yjv6INDrUeN38DEGk19nXeYCw2NIAfUM4QX/o8qPVKHX0N+gMNBlF3rQGDNmDMBvjSZ9wGTNA+/gTfCxp9g32fva1PngFzoI/tYDjA9yhjCwPyR951zs0PvOtN+rWf+xQH2K2vdCv1H/zeb+q3fv6TTKwofIBJVkpJVaulKjXosSg38lA9TsMeRyHzUwNnsQYbaqkvq2/AJB6yYdRqYZmUXXEAwKe25JZCP3BbA2zGdjWbV41dHiPymrzohyxW1o16UT6LpI88xgCbnlTSeqHPVr/IGR36Iid0AL5HGb1CE+mJAy+RJnyp6diBagYiMwA1g5bo2ESHp3qgKkvJFEybh/RDLWwd6Kt2oKehe1s8pQ4BJasOW/hhTCb6j/1GalXK7UqqrJyyasqK8itntZE7TPY2SKrxmMqpWsqqkNulDKtOFXW6YKBEDRb7BbUldEk5xtBkzFk51zJIoML/StGrGZ0ov0GibFFHzRgO0Q5A9GUfGn02dIs6WpRfYYXveCPqzYyByJNogG1FqFlsNROWikNUaG3LBmhMnpxpg8yikXBLUY7RY6LiGJ3uVqavpKgqk1Ara5ijPYlMLdUxh0gc5lRaNMgmnZYg12CIfwNFPeiwq8GQQ2CIfggf8gB5EDy0jvzYD8hbMxeFP3lk26utnjvaqGbV0xR9PameJrTR6qjp3z6W9BbjnPKAJgB6SzQuPDD9nvBSddiQhl7AzC+HLsDGlQMxD4c9WktO+r0GA/wpyFYc3gNqa/ykH1gvg6IXaWKDkdhjGNHE3E7w0S9Gn0mPPhyO/KspJSs5ICigu03OmC/O9DVjGe1L8JwrajHObVvBRz7ThmiHSDceZzbMgTbU84Y2WBMb1UA9MASZOc1dNTXUqrM0oH8HlBWgV5hfCbig6Bhm7kc0ZE0MsR2mpMEIQ9L6pr2MV58yuE9QH3kAP8SXOmqhjiFtq0OmwhoMac8QChErmH6IvhhKtCPFGDF2CUS7zL5XjXQVY5epq3aLVlaqGY+hkuqYO2AIIi2QsRmSFmNCyYr6cQGPuKinZsyH7C0DBikwzOhZz4k9MlVtRdnrKOPGc4VDYJVCcntC1cyMJmfntGd+pw7u36XbDu3VbQf36uCevZrZtUeanFHdmSy0R1mXV9c07FSa2TWnyflJTcx1Nb9nTrO7ZlVNduRJ6uok9VtSzX5Ud1r04UCtyUrdqY52YDcz29XkNG1mPAd5nRvcZQ0Hq+K4Vp8biqADDr9BjDsYMv+z+4pxLuPN2CUlmfVjBm2MihuqFjeYLW5qO9xctOu22nVir01KQSMd2iJfBRJrMmCoSZMqFR45Iw8CQ2sIODNV18yxYa3od2cr9sZ1xq+XK3yvNFRLNeu5dls5wE32gP1kQJ19yupxY7OBb33oAIR9Sccu+MAgtxV266RvUG6P/KV8aB8MsB1Qz6DQNj60FOnrlL8BevheePJugB7oq4t/HdZtJaZKacdwOFTsp3HYBx/49I98VP/77/6GbhXSjcrzfEv7zI//QFGbOA54OziNKhhwh9KnU7JqZQ1igjLx47AboqnBEH09Av0pxkQhZ+wEjGTSBTKoqYc5TJlqUjIKBkCjeovEZmLjB5fsYmdbqWWxvsSaL2CkoRTgBtmUDozsTZqLTZMn+MamptToyUxv1syGTGfmumaiDGl7gMlKe2OhOyYvG2/NZpzNqqMdjjpGVEEpLwOBcVpN/gaUx+YxjLqEhR1W5KpxoS/TGy59NZTZXIIXeY290AtqaCJXBTI5M/Wr8DVxjaZpV4xBRmM0TuiClvwD6hmwPIYFLdJazAjuNSTSox9EvgpdJk8p31L4zDqVGJOAU1LFplSlpBbGHQrpMC6TnZYm2DQm2Fi67VZJq2inqTVhm6qkdtVSBU2UFVSkWRGyqFKhTykcyKQA8idsQ2eo0IoG1nVWzUTDbZko+qWh0bZaSbnAtCfRt6LvAo6+RU6jPGEXN1dVsa8pa0gNtUQ+octwKApXO420Q+R+gZkLibkTB18b2qLsFvOu8kAt0qrY5GgOxkrkr7Bp6qJkGk7zogaqyA0Y0zAPvSNTYZKcKiVuKMzmLUZPWAdSSnBWBI+4ZCslqypQoSklIcILq6auTJ9k5pho1Tgt+iJamag72hUIP+q6lvCdoks5FEdBGVX0xQDaJ30IBrJ7DXgay1Ut9nacsJS4Sn9YGJIHe7Y0cdzm4scANXDom3IV664APXZiDRlaQD+X/sfetMWMqej/TJlFj11Crkr7hjJ8IGFfBZj/bfyJvCn6HT78CNTME5EvygsYPiD6JYf3RDX9kSmVqaiaujNyDTLpdpIDVfRkHuWqZXyOPUThC/VHn7RZL5gFq8luW9OTU5oCrXaXJ0rr2mpfK/1aPcY9t9vqTE5oaqKrOQ7gXTuntJvDeD5uAGZmpU5XQ9ZYe3pGGX5xfV3neW29wmeIzkRSu5N15LYD2nNgDwf/rNrka89Cp6fVmprkgO+W8ufm57Rjfkb79+3Urvkp7ZifULdjxY13PGWvcwM+qLLiBixXklpSqqyYF8lSoh9c+lQyjbNN11nRR3Cko6+lxKFaceBxv6CAB1lVrQZDoSOKUxuY/ZkC4gKmzy1Fr2XLHJiGKjofLZVxUZCHytHnMnKSuLFI1JmwTzheQSvyJfaSCj8qDmyTriH2wOgNTdiN81WkV8W2UqIMkxZVkgOSFU1t2p7VzCtDG+CEws5ZJcR8sTK6BmEf6YlCAiQUu3FkW7ZLeU7Wz3/8AcUZrhtCukHWP/vMp1WziMdTUbK2h4yQVStRaAxkOCXkQMNnctRYBXJxIDZ0p1pms0ubi22oSkPKqVUxMaI8+peSovTMwAVqmgxYtIITqcZj2kX5WUZOUYZrBXXwYJPGJkBes0gN1Rj4EPIYjX4ghR0Hd9hTjRIVmQozVFAnF185x1TRFlOOog78MP7FYEW+6DEzscWKDzrWk10x4JGuEkbWJndRWqasBFpkSqVduejMxiH8j3RTdqFRJyjlkse0veQhnwvIS55E3w8GvDfDX1Mu1VGmZJ4gMvo8WFfipsW8chKvn3K8fmIj6PONOPMKKuQaXdTZYROa6FbkH+fXKkEAABAASURBVNA/Q7WiHhZdRT0VPrQoP14hTlYSDwe8Bhwq3ka0UqbPon2ZiqFOlJEpwyqBfKItDUKDHe3MtNvoE6pEjgIaUKVUyqtofMCkkQMrqQr7kT8VPkV/jvsl5CrS0cf4V/hfwUd6UNOHlYcKRD6T5hhjINJMmshD5yk7qsuqeHqptKZWAtpQh3lUsYYqfE/4EWUm+j4xZ0R54eeQdOOzmSM0QTRJRaZIg+YKDkRio9iMbVNfhZ+JPkzklRL1VfRjUkaukYdK+NygvklnfAn/Ev0sfK7xdcgBm8lj2mjK8ygtbBJyBRhKZepnhTb+wHOJISkwPkQflRtg2mwO+lTaXxf77PCwgjf+hd+SqCfTJ/F2QxzkgRRrMQ5p+t7kd/BB8VEFfYVdIJGWSNsOR76CvlLxg/7gZiMxhom2G2raKtotaKLNlbISqFJSioHBTsCBhJ/QkIVtQzPKWkWm3S42oaN3wiZAHtNpqZK67UrtFuboSn5oxU1xi00l+rDVTuoE0O3aMafDBw5o3+5d2rVjl+bnd3Hozmpidqc603O6sryik+fO6sq1q+rxXTKzdjf4jr4a38k31rXKK90eh+E6bySXOeAXV1a0xpvJigP/wsVzKvtCb0X79u3S4SOHNE89Ji1uDtLEhDjPtEK+GOsJbiRalbRzbkrzM13t3jGtycmWutO8weJAX8H/Pv3FMaoMNZt6ha4NbTkxF2kzcz0zziJED9Wmj6Jfwt6SSTOz1NnYBzI6qaJjWui5l2CtZVCTPiStFkMVl2oLJMVBGQpnYVOrjCdjEGNrxlsaYjfUwFKmnhZFFAylFv6VdRs0Z5n5yHTRGFWxzdQPsAn7FnZV4a1IDz6xRkw9Zo4m5pYDyBVzsdJAY5rQJdW0jHkJP7YrevIk7BO0Ii1owlY0LvowUNoqAv1jWwnU1P1Pf+VndGNI2xUXzpzSH//+P5dtxU9KSbDbTQpv4kSFFY1MFFyNMObHtMIxh5PbYBpaUBZeXyYtOr8BncsIRZ1ULeaHYtMIqigraSRjR90WE4hXIIlXIi211GFYW26haSMBdwqtIoVXKi2Q0KQRrSIffEWOAM+WlFCpokJnlZBlZeqpDQWKhJgwBXWTmqUKLoFIZu7CqQFpSWqywVtq9KO4SEw4BaRil2hbVVBHzVhGPQCd6GtHXyhj2+ii/EQ/VlReUUGMTStZ7BXFpoXfE21aVzrVqlLiSbutyU5bE63EYZzpgQGvyfpqMbnalDVRZU0yc7u0s2uJB3OevmsmaU/1+qIqvlG1+X5V9VbV5ltXB786+BT5u6yMaTarOOynOxV5BqCmHSxsysq0KuOTCGmzLcJXsTgbam0PJi0p1aacMUQpwBIFy3R6zJXgMztqnXiWdqUhGIBmKVWqmR9Dt5VTW6poadiB0NepScdbZmmlyBflBDJ9Ztpn2mkN8aeWkOOiUPyS2llqoRV9Vmzhjc4K2+1ASdr4si37ZozTb6Sm0kTBCVqR2ILGhhN1N5tPrRabVIWvgeIzfKH4ciONcqIt5UmHTTH4Aupw2IMEoqxEOYn6ylTMxswyPtgWl+gm0Y3wNRiSMmScQOSj2c5J5unHPPkkYMowVoJm0sRYZCeRWUpBWzI6U6irbTJjGumGmjFVoZUMLTx5zSHjqoUZPYRNppxmLCsNKW+IbgCGjFrwQ/IOyVeL4CwFNKKFj5SRPNYL3WafwRd90AC2RY55n1VzQx2/qGgNKLtWruhd/Buo4jalUmuCw3NqRjs41O+99xm69667eHqe02BjQ1cvX9KFixd15SqHOjfWcXBfXbiqK1cu69SpEzp37oxWVpb53NrT2vqqri4u6OKli+jP6vgTx3Xu7FnSBpqentXs3JwOHDykqqrUbbU04Cah2+1obn5eUzNzmpnbqQn8yLLOnT+vefyxk3pr61pbWhRLW6vLi1pevkZXt0SkKnWUWE+i/7JRsf8kJyVbSaIrrTJn6gzNqrEpB72zYt7FK/2gUtaNARNhDjJl5UIbu4xpAAmDqJfEoqM21mStxEEZc7bMeXizdqVaUb+rrIo9rqqGipseM45ONfkHYFhgD5XQR3og0hMONahVkRYIuwYZe5whN4xi31CqJFfyCEUWNsbLBGAzcg7ZSRk7QbWZz7LpRfRwGgcbif6uUlKqKiXs0ehP/s/fU/wrjbFd0BTRGJ//o38DS5UUIBCZYnBQ3nzlUGU5yAhjfkwZ0VFKHtExCTkg8gcFkclZtoEkl0v2iFEE0iGYSajj7qVm8Bg2jZHhFIPFxi8MY++okYcMyJBBrsdg44mJVqMvEwxqesN0vCKQN8gWqBAhKxPXoKEMU7iCfP01zt7k2kq7UX7qlCi/Sb0+z0i/OTAhgzrR3Ba+VNeh3Z5Qro2uxau2SbWqjuy2UntK7s6obs9q0J7hm9y0+tWk+qmrYdVVjV1m4XYnZzU1vUNTs3vVnQjs09TkfnVaO9SpZtUm7wRPF1WLPHR2tzulLt8EW1XSRLuFT0M1fZQLjRZlR9wg2NFQkd7otsdGazI4S7RQCb5QxqGyiq5ijiQnpUSKRY5cQMMV37EyT6uZeaKCmrRAliij8U34ychyOIobnZxrBTS23+xrbQaq2eRLORRnWx7Pn0gNXdD/hDBlFVB2wq/G/0y/CNRlc6vwPxB+ZezHl8dMUBKukxFQkRJxQKVPUEODBxLlj+tKUTw92NhG3yfabtSOwXKN9bDA+FmMkUzvQ667inkpJiL6njWcUcYnolx4dIny0MXmHGk5ZRVKPRnUpNXY1mr0IYs8xi6Bpv7wZ0Dd/Qa8OTBvDcSbrAQfqBh/U15jjxnlbfEhPxXC91ulhT6XVrc5WCY7WVN80urGq/jJOaWpnfL0HuWJHdpIE+qxNgeqlOnITrfLU/y8ZmdYn72+Nni6Nvr4Ba51+BlesR88dFgzvKIPeZHDfWnxWpnzq6vLCrk/GOjqlUt68KEv6+LFC4p5fZmbhhYHw/T0tCYmqZMbiXkO+YmJSU10J7S0uKhJnuhj2Hq8AZiamlKsr6ijZo30ez2trq7I+BK/DDYY1pqb26GqYvAl2YyyJY4sVfABy6UbmZpQeD1VyDclFOuiLhH5R/Qmy+2KxibyBranjHnjvxM+b9LRasJnZhtjgEzmzNwSNOBii0A2wQeyR3LMM/QhZ5XW09/QTLooq+iQR7Rmv8wBMd5FV9G2SMeWsksZlF2Tt8bprOYHFi5ikSJClA8pV9hIX/mjf12kcYRbY1Z65KtfRGgylbhEqG64wm9cGVWSoQ3wsvANbTI1RTRxo5HwXRG2tNs4WNtK14HGo5dKRJwVdWQW9pDXIzUbec2mXCOHLjObMl0RfhYa/DhNQzq/RhOAL4OIFTSHjbOoQFE+0dNejTf4whWGIQeCD1BkUwzphQ/lDSj2RFyjlO1cZpPN6DMujaERP6ZZUUmuGREaHBPHuSIfk6cc/lDk+bld2rfngPbu3qdd0M70LlUz+5Sn9qrX2a211k6ttXdqOLVH7V2HtOPwXTr2rOfp/r/yN3X3/d+hA0efrYm5o3JnvzRCd/aIcnsXL62n1N1xQHsO36HdB45qduc+Tc3Ms4lMq9udxF9c3Lya9oXXihSYOAgYYXxGw7hzaRysxA8xbTP2gQRNlhJ5KwkJRAcbSkLcbdMb6LMQCy0yNlF2YpwNIi1JSgq7Bg5+jLCHb/KIcqSILMkusbYHszhty1FwJDiiEeBxdyTcimAwVhfWsiUuXRcoJHSB0Df+Cjv8z0CiH3MDfCdBJYwzFIEo5ABsmOWgwRSEkJuslBl1xBhtR2MxiunE4uuIUrlCDir6Oayux7ji67UqdbMuc60alHXMus6g+IB50Bjf6OKASlE1WcnDIRR5auxRYB1tANh45AdsyRI08peyit9ZFYoAE0IF4Y8lOyIR8tdBTfoQQMvNAhQprkQZUxMdzU51NcfBffjIUc3s2K2ljawT5xf08JNnde7ykq6ubGhheVWXry7o0uXLOser+YWFBV7N9xT0xIkn9OSTT+r8+bM6e/aMFq9d09zcvI4ePabYB+Mp+9riVV26SPqZkxza11Tx1L7BU/6pk4/rwoXzojW6xNP+Km8A4veQooyFK1fU58k+bozOU+75s+d05sxpzXOAJyetrK6U8memZ1QzJ/bs3qNdu3brAJ8W9uzZq7W1dQ34TBCHvght3hR2OpU67aQ4S0V/xOeqIXnr6Mbihf4fDcaHxCGbGGzH/sKhq02aFLoybdCHrfG22JIv0gwt9qP8Qi562tekiYAgQLtzmdPwIQODuAqwLDKC4TevYk40yk/yZtKYyUWZGZe6cKE//tW/CLKJtMnBnDl5gliyR1VRuG4IdqSZpuWCzcWPOoEiU104HRuo8TGy2C7l2pZk2Ya40GBVgpuYTMYzQxOFGmCoAspmBOAzYlZFlrJY0Ud9ZMMvy1JBIwvdSGYgi32UbXS0EZYis8SoxmKJAUH4hi+KIb+uh1TqL2lSw0cVuiHQeEdq0ALJRgO4I1H0Y9OnNTxgsjiAryXNom3BReGWnWSQ1FK7NampqR2and2te+6+Tzv5xjfJwTvDN76pHfvUmjuotPM2cLu0E+wIHFVr9zFNHrhLe+96jvbf9WwduPM5OnD7czW7/xmq5m/XcPKwBhMH1Zs4pP7UYU3te4Z23/Fc7Tn2LM3tv0233flM3XHP/epSd2dilmZUakKWYyxDsCUnRQjvkSQiu0QahyKSkGilGDtlbfZzFBV5x+MetiIUPYMasm3F5h3zKFFfQg7E3BKFUZtQSTBOViDhVgWSrchjKZJlW/EjaCCISkA7Emx4hVdReoMwwW2F+8HfCNtbKliTv1FZahhtD0xZkYIqF4qrUHhsuTb7J2yinbZJN/ajC9YmQhuarAwhZjMuHhcam0atKCxa4/F8K5Q0nnxz3DTTz8UGWkoMZyivqbcpV9sDRlE1ZEtLg0KmCOU4Bag2DzNPpjDIBnFTF0UnfK7IWZGn6KjC0bFQBSULO54C0QyjNxt1zVNnA5K4Ka6H1gDbHmUNKLPGJkMDDLrKU1y0deRYtCfaqSgUvUbAS0rIBS5vEIZyNVDm9XyUES6Jcp2kvXv26K4779Ltt92uTJaHHz2usxcXlKsJ7dhzSBMzO9XmLdv8rr2amd2hbndCJuMK39aXl5fKYd/jafoS39cvc1BfuHBWx48/opMnniiv72N9x4G+wmv1AU/yfJrnhuC0rlw+r05ngtf863r8sRPlkI9/1z7ob2jhykUtLVzRV774eS1cvijzSbVVWWdOnwIntWfvXt4MLPJW4IquXr1SPgescejHIb+b9oSPa2tr7DNT2ugNNaBTLSveGEx0K3X55pfoF3lIn9QMS/RYhtf/48EMTipISvic8KhiHiR0FTDzJPjEA1MDK4UuQI4K24p8QVNuqaorJXSJvIkBTsyRxE1nwKyVZg3VSjycFl2koQ++2Ia9SUdXscfziEbpmZqtx5UhAAAQAElEQVSGStiaMjUKtguXQwe4ijyOLpw8PmYLTSUeRUuLCyOuIbkhJS4FFo6IOmyiYCG2xbUJ1IWPKIbUjvRtCANgsHlhIyZ1raY7Qo8YKhnGHFyFOnJZ4004ueKwD9DRBkrlh5fG5BA8tsTNACQViSdcx4Cgr1TRiUkhi4EK6lrIQDcH36DySL5RP1LfktiWHUib6d7kGuZGudE28XgsbCvFqUQxFd/bh5XUb1m9VlsDXp9rbp9mOKB3HTqm2R07VbXb3PnfrnvuuVvH7rhT3Xjlx8Ls0w9KHfWZ0P2B1JmY0fTsLjabXTx9sOG0O+q0K83t2qGatOH8PvXmb9OFPKu16YNq7b1DS/WkJnce1DPuf57uuffZ2rFzv+bA5NQuTc7sZuq21Wp3S7trvlV2KE/JbHjMMmYpbIiKyHaxs4MmOdroLdtoPym6KURRKNnT2VBYWiw4zojCZyVlJ9WWamzqcZoy6Y0uy6QlNEEBNpw3CgzwUfgg8ttWCkiCKFMuHLxlSQl/yYpeDdApUlByqfaWPmRFIehEsI1oOKmJRchNP8HZocXTQiXbcgJWCXYaURQGRRpFiFzy+If04KM/45WsR2ZjcqPc6JvyxUbUyKK0AD6RlChTBCfLtqLsOLyDIhSdHWlJ0U9wWMeViax62NKwDlSMSwVfKbOSM+vUINa7lJRNZaxjoYu0BuiL3CZvUo1dYCjJjIlt0ZPKPPkzArIIMa4ZOrpsq0r4BrUt2yp+QiVLwE6yg0eqVfYPckjUmNOGhtWGcjspV22t9bI2hpUqPm3t4m1aC7qytq75Hbv17Gd/q+7mW/zM3DzpHXW4CR8y2a4tLGp9vcc39zWt8HTfZv0tXlssT++X+E6/uLishYUF/GxziK/oxIlzioP/5KknNTW9k2/n/XIT02pbwtcea3rh2jLrr4g6e+q0lnkTsHRlQevcRFzlzcFl3hAMeGXfXVqVuZl4ghuIyxz8nVZbJ554XL31dS0uXFI7tXX/fc/RoQOH1am6WllaIa2n8LFVdbRn737tP3BIc/M7tHvXTu2YnyrodlvUb8aF0WDSO8W4hn+SgtiyASNkoG0h5k6+QWfSMZeZZwoBOa4YzqBj5DFzC1puxBKjVmXVCUt4jRBTK8CRUNKGqdYQm7AL3TgtaIOsupRTK2zkaAVwUszVTMFbtNXoIm1Tj62ahtjQSBtj04aySgPxtdDtjQpdI0f2+KNEjdTE0ayGizjjpDI/CI6MNXyNAA8nEIVou0NjvlCcbQyUg+Jv5Cz28IoQlDQbBtjQ0IPGFoar0WZKZQm5kgI0GEYm0Rr9MNA2PINAv8ixSKuQsbSkaCFtKYMKVSxGIEU7aZ8Bx5CKLiYhd57oyklfdJRhy24gKjFI+BNUVGBbCuipQxmXiLKEtaieKjKbBJBkO0qCpgJRh24RwutQ28YO0H5VVsVrQXU7Et/Tep2uNtqT6rUmdG7hmjozc7q6tCxXSbJKq64tLUrIHb4D1jRbzNap7rSmJmf5FjhQi7z9/pCngKss5HU24IGG3BRMz85pY5DLH57pq6344x7nLy1oZm4nm9OQjamvbndGrc6MKr7fqzWj7sweqTVNHuqmngm+T9Z4kbgpCX9U+iWralWyjY9AEYysEeg4KbqNeHQ5aE0UaSNQVoq54Ey+LSTkxLjSVUrwVQAfmupy0RldCh0lRrdu2lFP5LOt8Y+CN4ajy24E24ofQSMpNqkar5tXlllxoIYuk5gtzAygkiwxJ1xoIr9t/ELGGNdIE2mZ0kYKOEXALgONUKOLb9imvdGGUCuhDKYgY5ol0kV7A9HuirSoNzH3EutIIGTbsElO+BIwlLozeWNdyVIKvRSsYFUCdtQSVorXvUP2lwxEY2KMqqSYgiVv6AJhnxnDXMpHogw7UaYFkcnb0JFMGUUuFHtolCMXDxQ0B+8SaRywpAYrzvw6fAoJmwrnE9SR0RIscAMJOkKiokisSQNZVkYe0NoNvvv31NLAHQ6HrmZ37tWe/Yd4Ih/qxMnTusahfeLJE3wzv6Tz587ry1/8kv7iz/9UX/7SF/XYo4+y5q6UV+wLV69qg+/nK8srmp/fqVS1FGGD1/08RHOgL4lqxX2DFhZZqwvrunxlQbNzO8Sneq2sZC2v1JQh8SWAmybzil08eQsflnRtcYlv7au6xh5Rc4Pxta99RY8/8aTWeWJf5EZg4doGN/oz+HhGTxx/SD18yXko23rwwa9qeekadSyx7tdoW08b3AzEN/uNXl+mfzrsRzvnZ7V315xmZ7rqtiuZ/hnwtsG2IhiNTQyqqlL0fYNIBWZ2xnxgoDLjFBiPr+1NextDZdoIsjXkQW4IjRv6MjbUo2ITdsKSGcZcqjnAyxxOkjioA64shcw+EuuoANuwq0MHX3yAZwPHNqvIljRCpi7bsikIKmD4gKBypBl7oAYlRk9pRW+jKRiXEX5rM+ToF6RCSyaE0dXczI4ECCUQj69oQPCFRs4aF4IGalICwQcQxxf+qDjUOJJDjrSiQyiXMQECoY/0p8PIxjZWiYFpqMgvgoOa+mhsdHIMQlCPOj/6sgwWtpnJlUebWtBM+zJy6BV0JAdfQG05wMSihqhJNpVRVsSOwoEVE9eKHxFGJnDXXzEQUU7OGVvS6D5DovOjZYF4LRM6F4uIjcXTX+12W7McvDt37lZqdzW/95DWcltDDtger+1zd0oD2j7BYrvt7jt17/33lafy3oCFWCW+uy2zONcKVpbYNPq1drFJTPFkMWCx7pjfoZSsmdkZXsn11R/0FK8Qd+/eFb2jqelJzc/P6fHjj2l6ekp7eJW3wCa2wE1F1ZnULja31X7Wlx56XH131VNHuZosf8luYoq3BjNTmphoaXIKTFSlDtN+K0ITb3F0GrWGLGyaC50DzEvGsejIluhYgzjkot9RlalQMUA0W5G+edCgo4kqBwh9FXzkizwkbdqGPmSVhOKBVARtBjsSpQQ1WjzjHiaPUKuOuRr6EQ3XE2V4DDIkaywpSQqbptkklnxQ/NQ4YD9mY91lJ9XUXxd9TX5QCqEn0IUNyaISNTQrNt+oN1FRQomZhFbwW5AKLyvUYUvLlCk7YBt/SVOUFwjeipCJwrZmPWVgbBJJzThIuFzKNLqww9OmzxQhK+xJUhkXGNviAqRZKuVYyICyiz1+FRtJRdb1ISMG6jorgKiwT0QBSKgUSpvCRRiR0CEJhxRj1EpV4QcUOODm19zc1mlC6kxrYWVdfTq9Pxjy2vsy38EH2tjolXVrCsFNTXCzfYC1cvS2o9q1a5fisCRJ8dr8/mc/W3fedZeE8f59B8pbgG973rdo374dqjj4OTMVS5ezWrwI0OXLQy0srKjTaUFF25Kq1IaKgzqzTrtaXZPWNoa6cOmylvDv4uXLOs13+YXlNX3ha19mnQ9Yi0PqtM6gj1/+W1rulfL27dvPDcICNxQXdebcKT388JfU6bb1xBOPaX1jvRz4iQFptVraMT+vublZ7dwxo13z0zxEdBW/5NfpdGRHz0UVNEyWkasqKUB2RWBoFN/1Y940GDIv8Eu1ypgyLrGmY7zCXvRzyRMUizjoMyMUELZZkUuUkYt5RDnWlCXbDcItN7LGgUGKHFkkoHOhlsZ5pGBFySMEl0f1RK4AScpEWeSENlfwI6+a1PCn4aKQYtukN/Y3xcX+Ju1NimjWdUq7qbpRhlOlm6gw+FI33dzQYoM5/VpcU+RFtolKokaqLVk3hHyDvF2kf7dVtJVS9KL5MarRUGjs8+FYhm8odbLbhd4jyh6jgshDxeauT7yuNpPBrshWKXN4S+SFw0RCy25ZNDZ6YCTbpAXoQohNhOaprqhyMy0EHDHQmKe+zfSnYUzdcSVWw/yOHfpv/9v/l5773Ofxuvxb1J3ax5PDvdq575jm9hxUbneUO62Ci0sLWqctuw7vV2dmQsvryyzMVe7u11R5KPdJXVvWGt/hJpO1h5uDqckOG8pubfTXtD5cFw8pqjiQh2movYf2Kug0r+Zm5qa1HH9nu95Qmmpp0M5aHmzowuKC1iztOHSburzGn91zm5b7LXlylxI3I7vmd+nIkf36zu98nu5/9l3atXOGkaDxMS4BJLLT3GYkYhxI5Wq0Kn0WaVl2o4OjlYluNdRYGJpUs5HUMnJSZqwzZYdtRo+6lFmjq7NVI9VioZKQ0RWEHTJJzVXqCzbqDdrA22w2TUiKYQ5/c8OgaS47cngkBLFQBQMMnurKkmuFt8ZXlRD2gSJsRRTolGS7IBJseAHaZVukqkJO8A7bAP2kZBWg1xiSrBsCvoTSblKCGEUgLOMwjabX4Tb+Rnqi7pjHdliZ7gFhzBg41uUAr4Yoasmh422QQQKF4nFinrjAKnngBRI2qdDEQ1qS8EU3BZxBl0mj+IjlaC+6W14ZLcg8XdYgfO92W+p0Kg6wSZ7c92vHzts1N3uMA3WvJibndJjv8fOs0w527XbSOQ7H06dOcDAe1zD+jgV7QJsb9uDbnY7u4JPa/fc/W3v27NU1nqqfeOIJDulau3bt5kn/MjcLF3XmzCl0Q63zeh+PqJ8Yv/jkLts8ZdccuAl90qCXNOy3GcKEvbS80pcsXVvOunx1Q/Fav6bxl6+t6cKVq1rhJuQUnwA6+DLgzuVrvGFYWl0qbwR272vr5JmT5cY+DvXllWs6cvsdWiY9xS/fdTu8zeuq1aqgE8q8KmxXSXMzU5qdmsQHKSG32ZOabrYy/toWl1pVpbCvUiXJqrPoo1wO+yFvXWuxJmOeqQnxVs52U65FsGoyZfo0M9nGIIGrGEC3XdnMmWqENKKNnMr8gcdGNXbMJaMz7+0TfIKvgq9bKvqiowzsjd8Fqkmrmdd1tEbsPCPUvAhAh5/iDQkdtWkn/I7v+yaN1mzqi1x02/x/OtbXJ6brRDpNuNRATcgNEZQLEvFIdxMxud1oKSuDOiRUNlHwN4KGFRU0BqbwXyeKkgKJ2sampWMpIzrKUNMpohONx41OdLLIYShwUoVPLWZc0CirZaGTUKuEKLRhNFZaBCJHKZRhW/GjrxuYpPi13QzNpnhT2ylXm6nXM1FfSokJJJ0+fVbrGwOdPb+ghWsD7tZbunBxRQuLG8rcyad2RwvLy2p1u6Ct3rDHk/iE4q9czU1PaA932jMsvL3QCQ81ob5avRV5/ZrS2jXdeXC3/sqz7tbBHVPaMWnNtmvNd6XUW9KuqUp5bUHf8S3PVMWNwHB9SQd2z+nbv/V+3hYsqF/3tLCypGU2jytsJL26oysL+Lje0eT0Ls3tnNchbjzmd8xqgk8PdTyeqAnZDS2NdEYIQEZXSSaKbipP49g0PEoyO0aF/jbjbzYHky8x1gm7FHwxjtIzi0kNNApZ5JYUNpEfxCINayt+SNJTBDd62yNLFYqocaD4MSuRwBWzCZY8FqFE0Ke4KCAsaMpTGOi69hRbWebgdtQUFUoy/WFbMZeavkmkAnR22Itg0LScBdVSoAAAEABJREFUblVAanQi2A1vdBSnMUhqLnyN9ScowwELQ0oiXwAi2yJSBLgwZYtUQfxuxOisL3Lkjj0li5HNYZNVU3AdshK8qEPFtqZATKQoXzeHTGMyBoFSKXYJ2fJ1xqiE6SZcmUO0UpXEG60Z7dy1QxWH9YULCzzhntFDD5/Ro8fP6MSpMxymV1mbpzmw+jzJr6nT7Sj+nfujjz6or33tq7y+v1gO9R7fxf/sT/9If/Bv/3X5ZbmZmRnFb7bP8cYu/jlblSrdcedd5el/dXVZy6zpmZnZ0tYhHRRt4IzjaTwrnoLjJmA3r/szysWV1eJ7/P7N+nqNL1Ic8EMatrSStdHL4iWclvkO1+snLa5RYJrU+prKa/uaQ2xtQzzJ92nbV9TnBqXqtLWbp/uJyUnW7oSc6AwmZH/YJ32o+EyzZ99e7d+/Vwf27QG7dHj/bs1OtpX5tKFkcX6qpq9reAjzUBz2qfRrDECMa5/GDblhyNxYZfb0nLPix9RlmzyWnUSsCJEe+TIDFnwg9NsR+Yts4iRlysnwDYws/MKKOugiaZSuYhN6qeEb28JLo3wibwA7JXgyiX2ygMrwVVEe/ZULn5TlYpexz25sVShpJj92OSh5qOY/6KLmrXwUWQRTsQq0LWQpB4JARyljLvwoWUw6aRkasmMQkeOyQxncCFHemB3Rb5xER0btUCZAPUIOysSIyVFz0A/rAYu/1pCJEjaZ9EzXjrykuqxwy+hMd+cANiU9/MPlJl3YRXdZ5SeUGoXt/Eh1I4miQsfcCVI2Yqos1QR10RJlMdymDunmYq3o10yCW5X2HjigdVbvGgf9kdvu0N69hyVeHe7hFf6RI7crXvXt271bkyzKNQ7ca1cv68qF8+rBV7yG39Fta5L2znWsqTTUrsmk2dZQO7vS7o40775Wz/Dkcfm0drmnucGqJlYXVF27qNbiJaWFC+qsXFVr6ZIm1hc1p54m+iu6+NhD+ra7j+n2vbt0z9HD2seBLsbk7Jlzurq4qHU+C6zw/vDs6TO6cumi9uLjlUuX1O10VVWVouGJSV2lJFqs0kkc1nnciWjiohsUHemkEmzLCE2eWkE3QccX3hJmKmUqy8Iu0kIf8iYv0kgPPQj7QkiPFBGinAaWDdCVyxEToROkoIkiYRsnhesJTWPq4IBA8EFHyA0VwSNAnv6KPBRsW6ZfEnCqZIcMBEZ8pFWkpxS6pIQ+dHbIvqmeGIsAXUYpkm1ZGoGKtRVCqhHL8IXdJiRTp8YhCoCPTwGZNZjJkNHlUgmlwKsgeLQxFgWRiREK+2KLXCh2CT7yhAx740UWtjXKGqXbGHNFPUFKOpnC/yHCgD0lM2cmedt13zPv0d49uzgkr/Gke1pnz17WZV6bX762qidOntUXvvxlPcZnrRMnj+srX/2iUpW0f/8BXmXvVnynPn3qpL7w+c+DP1f8M7W77noG+9Sw3AA8/NBDeuzxR/Xnf/4nevTRR3T23BmdPXNGk5NT2rf3YLk5qNnb5uYmxT2BpqakcD2+1w84wTvtpPiMOc3ntdV1aTCsKVvshY3dxiq6XgM+vbPuxFsA6dKVNS1zM3Dh0jWezEnnBcBwaOoVNyXCrqPpmTnFv7V/4olH9cUv/plOnHyccrMW+YZw5txZPfLYI3rsscf0hS9+sfDnLpxVn7eCu/lWf/S2Q7r33nvUnZygF7NyspSSEvtZgq8qM/dU2pK5Sanp88xcqKPfAYMlbRsr29gCJfRSzT6PucTEKbRoTbwNpImpgZIry0WIEb4RmfS4suLGQuxB0adUKXmsow3kH8eKaiQl4w+GDkq7om1OSSHalmECkrmSBLUdMawVAROl0MEYSOi5CtXTB4ftNpOoYUu0ZEcUNBoiQi6IhsCUJtGLwSr6S5gXYcSENd7JtuIn0mxLAQkCr+tDZjCLpmQu3NeNwp8GYQpHxxMrUBMHhpRbM52GyENozciHnOELIg/uZNKjTQ2lvJFuS0bBJVmODi9tCX4EJdmWBLj0FCHaaWyMXzFhg8YkM/a4EnMnSkJSWMnUZUeqCNBkpaqSW0ldvpsfufNOLbGyF5ZWdPzJk4rXafO8chcL5NrVa7pw5qwunjqtK6Dd72kHT+6HduzQrsmudsLP5IGmPdRMVSue1Ce8ofZwRe3BktLqVSUO9Cme6icWL2snT/m7h2vaz2HeRR/yTg71oDt6y5qHn15b1B5esbWuXlLv9JOaWLqqXdSxu23tY0M6cmi37r33dh08tKs8Ce3dvY9XejM6+fiTiqePlhPf8aZleiF++zjaMeRGJnOTEOPTQNtCVlmAjGfTTZZJNXLYxvzMyMGXzo1ExjryhP0YJX2UR8yRgrADJTuGNpljkEIBG0SlNm2FsEEy+mC9yVtFbiKFYDWBmYNoxU9CVYBdUCNHlQUjHqLSluKvtkIYI221GWF8UZ4TBlAqkqC2gyhBU7KqlNQCyUkJ2SZdUhNrM8SaCIwVhknYJiyDwkpElrUVmhzhG0myDTKQXPo4KwJaSL2li4aTnqDJwldpPHYxZoUXemyinEbOSvRNCr2lkjcyI2+/jFCAL1EWYrnKwUN9LQ7l6I+atdQf1BpC13sbigNpgvVz25HDmp5o82R9lTdoZ7TBN/g1vntv8Lq7mpjU7I5d6k7NaImb6sWlBZ7il3Vt4YrWuMGNw3qKA3s4LFXyOv6CPve5f83hvUff9m3froWFy3rooa/QVpdv+f1+vxysV65c0sK1Bepc4uDsl3Ea8gQ9yQ16tGXvnkrc02t6yuIFA0/gV3hKX8ZOvE2QuMcrsKTYJlp0O/f4Zbq32VfiHF1fF6/+h9wYYOVK62s1Pg+pX9p/oNKuXYf0OIf4GfaWs2c3eBsgzc3vZe/pcQPfw79rij/Ic+78OZ2/eLHgxOmTOsUr//Mc+JcunVfcfMzy/X6FVwalv3GsxaeCHONItTQcD4OB4GNmPMW+UiiHrYqdVX4YP9tCUASGCWuHRYMcM4H0YrBFM5ORYUbLfMkNFB3AfhXUo1IoBBux5PIWSGtKHaKrFf7AKMfeQVrwmzXBmEKM3vheXKXimJLBi4grSCmnsckS+RL5qpIvRKNqoK8bfJNF+LtNmRV30wqH6FgrKhySHqiRkJEylZfGwSuqD08l2S7IdJwiWEUWAZb4qa/IkzdreGq7rZRE2YmFHLSCNrCSzGuSBgk3qZlBVQw41LVpntFHWgMzoQNpMx/ppY0iRJtr2Rkgyvwk2UFDBvASsvU0IZNGj+IDMwK+BlzcgapMEFzC9+wkFUgJvxAUwUSJOkofVZTTaun8lSsaoNt74KB27Nyhmldibb4/JA7vbpXVda090xN6zl1H9SyerI/t3qHZVJfDPQ74SSZ1l1f5FXfb5mnd2lDFd/Y2r+E7w1V1wcRgTZ3+qiYKH7o1TdXrmsxrmuTgn6jXSAusFrmzsaTJwbImNq6pu7GgzvpVdeA76KZbA81PVhrw9L/EzUBbSdOtCQ1We9q/a6/azP4uC94pKaWWWq222q1KHs8n+iAum96IC8qlQER2UUpsHHJSpq9rWXVQkOGjf7NII11jOydGG2Aztq3DdmxHuvBJdlTfYJPfpiPFHsvGHNCmxLw2aShU6IgPIuxtQxpIUG0F21tC4coMEK42QFdjMnTSENvwu4bP6MZrueExTBJJEj7RqYo5ndJQiRu9xDtrGwPaaSUFZFOHVUNrMz9zFjGoG7AmYLgskyfKiIM1JBQqweQgvxR5Yh+hDPIV1UiH5+QmDX0mY1kOxemkBCVWhW+JTOEZRcqOOFHFGKZJSaYkAWNfQSsZvW4ZMtqhxTyBwQ6Oq1YUHXWRpFieccjzQKzEfLzt6O06cttt2GR1JzqamZ3Vvv2HZOrq8+np6sJVbXBTfejIEd19zzN01133coDv55X7JAco64JPaLt4gxVPxbt2zVNGSxMTXerN+rM//WPFof6d3/nf6PZjd+mRh+P1/qOKfy+/traiq/Hnbk8+ofj37OfPXdU6B+XM9Aw3x13Nz+EtN8THDk/q3jtuV9Viv0ZFdZqfkeLgn5qQOklq0XCWs6oB1a5JVV+arNpqMchsD9zwtdSqOtpYH2rIq/z19cxTvGjHMT344MM6eXJJly5LvJjTbUfv4DPAUGvrGxJ90O1OaseO3ZqcmpboyHjY6nQnNDmNnKyFxWv6/Je+oIcfeaj005DBjhk95O1EFWudPAlwMS6k4GsOmzL3hMOJ8bQsElJWmW8WstHTZtQ1YDZpiHYosoAmJiHyMc/E3KN0UijJQSJKMCNwXmT6Q5RRwDwsVBHIU+SwjXyhCz4p8uQaOfwNBsT+VYA+qg4+2oQxPg8BCfhFqfD4SN5SamHxkhuQTGty+EyasKWGp7nyTRbh3WaGKNwuMc2jFsxLHN6NrRoFUthBvoHLbmzt62lkvdml0H59lE7BP9N4Q6/Lgb+lpvB1VGd0bE0nNZSOjRXMIERnB0LflBGZgosSgg+E3CC0wZkeUkHEYRPQTcEjDVWPuIbgYsPc6PtIK8o2m5Vt2dvAk0ZutbRzzx4WykBdngwWFpdY7BOamexqfWlBabChDhNj79y0DuyY0yR9pLVlntR7mm8lTdDuDo8TrUFfiU3J8Vs88GaxJW4dEjcALTaNFrK5ech8axfliTSRltgNjGwP5dAVSlk87SuvyqBKGxrwHX/YX1a3NVBiZxksX1Enr2snT0I72IGm2Tjzek8T3NC0amknrwQzm2VKFRtTR/HP+6KfqsQC0vXB1NxoXEiJMaarlFTJ9J1CiP4lkauItqFWIr0CCTkAkSzhPDmySqC8CpTNJJlkQB6TWBARfLk2eRhswuPI11BTX0CyreZnzKsE2xLgGlErfnRDKOnoghqKUcSbiP0nvA+U9EjB2LaMXwJwkokdxPiWQdAxEsklUTCSrO3lXrdmw4z0sDGUYhU3ECrBioyZyR+br4SsrGIDjf6hZGEkRZKkskahuaAucYxJIMUYVBJNkFJjIcrZQtiPQTpjR6yxP5ZkfkQwaK4xF5YqqWRjS8jlW3PNJjtgLazyfju+dddUfvLkKZ6qV7TB27Quczj+lcpkd4on1RlN8g49XsnHq/cB393nZ+f0bd/yPN115z0c9hMclF8FX+FV+GSpbGN9oIWrG1pe6evcufP6kz/+dzrFK/244b2bm4SD+3eKTtGJ44taWZbWV2tlXs3v3DHB17ChVpYWeeJeY61k7dgxrU7cKNPfu6j3yL6d2suNyNEDu3T34VkdRT66b1a7pxOQdk1Le+elPfNtDvmBTLksbyX11e+ti5cPurY0UHdiXsfueKYeeeQJXVsclv7ftWuSzw1zOnf2nOLt4dLiMmmLtH9G07Pz2rlzt45yE3CMG5aZmXmZNR5vR+bnd6pKLXW4IVhn7Z/mzcDK6qp69FVNP9tWrE3LKiFLNAcw64JhvDGRbRkDExsKUQCr2O3CCmgzYA5PYWjDvpFHZaPLkRmLuMUomYYAABAASURBVEo6jNHFXCC5SEIuyNb1ATlv04QIVCqBibQAJpk2jNiQAD5QQegCRRFREcjLJRFRp4Na31C40SzdlGtUgd0kRQbLmIHiZBjAo3mqq0nN5MrRisasNLphr4sxGcvRCWP+69PMhJBi8VdsAEFtyw6Qu4yQZEWgEhiS1MByySMmnTbLsT1Kl+C05Tzs9gs7mf4xVuAp7Uoel/jGKNqam93v1tnJZny0jS/4z2SINtZIiUPyznvv1czcnHbv3av9Bw+oxfTOvTXFf0bjwTpP5n2+1g/Vyn21OKw7bFhtXvN1WEwTONO11FVSl/LboGWJ6ig9qxxOjHUK/7gpqMmTKb8GQV3Rdq6MT8w/lSdHDn5x6JtDXx5I0FQNoX0NeGOQ8ckgry8r9VY1ww3HnpkZHWBDmGXRr11b1HRnQrOT0+zhVtyH2ZVS1dKQm5KtTsoq/Gh8EWR7hCwLjORihwGpQqWShhwHTNNW0VYUUZahWEQ8JkETbU5RZggFxWIUlUwjfovggcZ1JCq2LSehc2MUxBEhQu2GL/GIJ0Xj6rarRAg7Mz6wmIQUXGDEj0jRZMk2wAFolkNBDI0YnZX4iRjgqNOIkqZtIReeeFR3ESOiKNtKAJZSVaASotebkchobeoqkDAHkWOcPqKUn2Pe0fcxtwJq3BdZG9iK9eAYO8an5OQNlsijkItecuQDimDq4qLSkEAROERguRpJinbEDUePm87A0tqaLvKk3mMePvLIY1paWtbszKwG/aHWVlZ56h3wypzVxA3qjrkdOnb7MbW5GY/v2PHv0ePgj4P7vmfer+/8zv9aRw4fVY8bh/m5nTp8+JDmOWg5V0UVvBZf5pv917ROnWurK7KkZ9z7LP2N/+J+Hdg/zZM2iixduriunXweWFqs1UqJm4iWehyck50prS4va/fcbj3j9nt17OAx3XHwdj37zvv17Lvv11/7lr+uv/Lsb9ff+I7v0D133KVn3H2P7jx6TLvmZ3XowLz27JamuvRgLdrU0KnJHXrwa49qdWUoHshZj+JtwkDnzy5q0MtaX9nQ3j0HdOyOu1XRbuP1kFcgJ06c0Fe/+hUdP/44bwFO6Py5czr++GP62te+pJMnntAGh3u8nbjCm4roj5pFb0fuTAkimNE0dNtVxjUXhU1aXNBQm1yRkqHFYByRHqyNxQgKm6wSmG4a50/oAybFzKPA5gRBJ9IbaDM0tiopIrhwhksASp1FhaTtvJq0fIPOtuyAZG2VEX7ikoRWXyfE3rzdJErZlKOxoQgqXl04U9lWKpxBc5FUmC0NIh3n65Bxs24SiMt1XYai+Y+IRoVFp0Tjg4JbF4hjTJvGzBBjBrgQVKBtAb1NhKqJJRsuoBsC6kazyRTRsuIS4emyYTU2w3LrMto4ZFT8Dv+txDu42V27+Pa3xqJq675n3adh3IYPB5rgtK44bGenOprhtWJm92hxSLc45INWbJ5VLCY2LLMQXZ7Yh2WSi1DSoTGGqdSNwMyq8zAYwUo0JDZC2/DlYow1gjfLCiY26Fx8HyqlgcyTQgJx4yFuSvLGKk/6Q+3dsUNH+Pywd+cuxZ/obbc6EiUO8FPU42TkLFNWQMURZNR2RCTjtB08wBKNbCuR14aiTlAnWpZMmoCJuEJ/I4oN6akShRRby/q6oZSDVVBIXLbJ6WAleG0LobWN2iLS0wbsIr0QIi6RS7QIdXBjII4u28VGxDb8JtAYSEIl2BgyNTxSMJRMatEpAuogOaLAiLH4sYgDMLp1KBsVVuGvbThfZzjeU7Yrb9SRTYmoitzQ7bYNnyAVoOxRurFFcdOVcSigkm5FiNwJ1kR91so6h/3VlRWdvnCRp+5Vxb9tf8Yz79MsN9kzszM6cPCgDh06zOv3Cc6DWvE35M/zfTpewXc63fKUn5hDaxzcKxzANd/y9+3Zq6O33a4kaenaVRXd3q6OHOlyAyEtXpW+8qUndOLEKcUv7X35y1/iBuAhTfPGa//+vZriJD58ZF7x5Hvsjn0csgd1eO9R3Xv7fTqw+6DuOnK37j16L7rDup/DPQ74+++6T3cfvlN3HLpdz+aG4/777te3f/u369nPfraO8Sni2c96tm6HPvPuu8U2ovj9WV4GaufsLp05dZ662uWNAt2haE+nM6k777oDn+/Utz3vr+vgQfqAG/b4wzvLvHpYoc/W+eC/Cl1ZWdK1hct8uz+vjY01DdmrLl48z2F/XAP4a9eu6OSpJ9CzF9EnzXBkVnlWfFpRjGMg0mQFa1Kj/xJCwCVNpBmoCaTZjWwbnUkztLmyKIUJFppAlGd0NrGluIk0by/LwtD1wbbKT1ALvi5m8aIp0EJjW7bpu1Tg1Mg2MnwCNunQeDBALQxlGFMISUIhh4yQUpIByqe9rOZnu1G6XqhF/22qbMMDOiMWREbKFML6wCwxsaUowOiajHXhCj+6u6Yr0ZVc5Ba89Z8qZA6uuAssjlCsTfQNFp437ba4TRXlODyFFh3UdmHHkW2ZAZCsCE1My0vnZLRoykUUBmgKuSmiBzGhOCmigtBVypRfSoImvqEN2jNSZ5/mpm/Xrtk9ehZ340uXLmqCPN12kjVUxQThEUNxiHYZA56H1aKfKm4GKp7uK24EEjBgGUmKGoY8RdeMpRswmczky1VSgm9VlVJFGqhAzOhEelUlhRyq5KSEHwkvqizKsyr4xOFclfprtfGnzU1Hm7rbHPh1b1kV3/qHG4tSf7V8P0zcfCwvXVP8Mk+0v8cNSZen/JnJKfJndSprol1RV5ZtIFmSbVlSIq6pr45xQB4ROMm2qpQKUqqU4AOW1YQMAVx0i2zLaOLKURACV4iRLHssFdVmZLuk2ddTlJs2m8x2G5TkwIwYPeK2Cx2SDQ2MeIhkLqAbwpbKtNWYWZuBMoRGUDtpHCx+0JV+gY71QW0HiSlD+5uN2CN7BaU/I9FqgkNHHiPaEcPQj7Zl6rSDGuXNVxkCbCNlRIS5HD8wtiOpIMYm7ItAZFs2GPEIXMhWQ3XrEOXUzM+JyQleJfc14I1WPM0/9PBDin8OF9+XpzncY8+5fPly+S34J594Ul/64hd0+eJFHdx/QPfEQVklPfnkI/rcH/w7/cmf/IEuXjyrwaAHPV9+ye6JJ44r/vBUfO//jr/6X+i++56j2dkdSvTJgQNzuuvuSTE9dfoUT+6XljQzO6Woc2NjXS0+FczP79LOnXu0n5vj+bkdrIlWmdNrvALPrJddu3Zr3/795SbkwKFDOnL0qA6DI8du196D+3Xo6GHk23Tsrrt0B3vIs577LXrOt3yLnsXhf+TgbTp84LDqNWmwymjWV9TtriijuP1Y0v3379X9z3qmjh29TRXrud9f1wzf3+dmd9AHV7TMK/yVpVXFZ7eV5RWe/NdlVZqZ2alW1dUqPi4vbYiuVWdyUsvcBAzrpAsXruqP//jzwhi7GM2aOUb94zGL8SxQCTYJYYxkW7aluKA2jBSibAPmN7RiXBJzNIAoSi+I2sQ+FTBtcuHR8vAQOjjsxpcLU/KX9OtTJeO3aR/ro0xc0rFzchlfO/JHmm4OmCryFGwlO2Q6zJRcoY4SIH+pix7Yso8CojDjrApEcIM47OGay6UhGtnQDgknwsmEU4Y3m61YNKbTjIxBuWgiZtGiIpaUTJ4xSGwSvsF4M9/I3rZsIwEuiYirsVNxkzi0BdqMLbuBIjiim4GJtifZW1LDbsklN6JNhGBb9i0gk9pcwQUaid7Cvnalfm5JEzt05zOey130MU1WHa1evaoWr+NnOxWLXdyJZ1CrxUHa4vV50JR7HLr9goqDPoGKtCoNVZVfwqqZgLVa3CBUSehckBBSVSm1KlW8jkupUqtqkQbgK/gW+ipsQNAGSRU+l8OeyVll40/iZsNq084CFlMbH7r4MFEN1K34vMC3ew+X1eHJf/+e3doxN69FnoCWV9fZcGt1Oi3tnJuhHT2+jV5T5knAIlCXXTiE5soNUYz5iKVmg7EkRRbbKmFEmYbkiSkyLqGkhoJ5mskzsh+pG5IbMortxqbEI14ItoOMrFR4G90m0LlBqZAadctg2dsRRuHDGCE3yLIythAURZJZrEVlVPDE6BKkKIQAysW8CJoVoeQLRpQZqjyyR9eUZ1IQxlcob8FH1rG6ZPCmdEsmxmQr4esYbxk2HD7Ylu1G3ozHMt5wjdUxX0yFS4tLIpOWOagefexRDq2ebj96V/mncV/+ypf14EMP6goHfZu3azt37tJtR27nKXuK1+kXeOpd0u23H+NJ+Vt19z23Kzb448ef1IMPfklXrlxQvKK+fPGcHnnoq/r8n/+xvvSFv9BlbtZjbcU/m9vBN+w4NO++66Ce9awpzc62FfMh/ob87Oy8os5Zvr932h2ejjcUnxCOHbuD1+6HdJin6gMHDvApYF7xW+ytbketbltVpy2zfhIIvkIfaE101eamJg7cyZkZHeDNxJ133aN7775P991zN28EOqCrfXNJh/aIz4K1Vhcv6snHvqJzZx6nLSvas2ePLl2+pD/8d3/Ajcmp8vsCcVPS7/XV4VPcgQNHtHvPft54TIMZ7Zjfq7m5Wb77T7LWslJqcTOwoXvueRZninTy5HEN+cRnzg12P4mhsq0EA1vihBx8koo8msaNDWmhFcHGChAr8ghrIWsULH6QudBkxQNM9LU4uzIQcyFgoS28MUmyAbpkaTOvtgWKKubQcf5tqTewYRQqY0qLS0ZucqC5oOFJVSAsQ1+XtMY+5O0ImxuRtiuiwwJFR2OC0hZIxAHY0RXrnGqKNKZhUVB8z8WxcK4pEyucUy5ZtjVqpGjU/wnjptxmICi2iPgwdiASAJfs8BqbbZfFzy30Qi9CaRc0LhPZJYbjChYibA30HxDMRDdP6JyVGrirNL1bc/uPyixw83Tufk87pydAV10N1OYVU5vDuk1nV+Zg54k5FQyY5EPF3XeL0Q5qyg0k6kh8S4+3AKnkkxJlVNilKviEHKhUVS0lELQqBzwyizR0DcIGpKQqWS3Qhu+4UqANbTtx2FMu86BFfRMtabJtTbRq/N8gbU3d1gA5a8+unWp3u+rXteIvhIV/c9Nd7QzMTqrdSoout8aBAabcGOGtId5KLVYlg8nnIjbRmPcNesnaCkayjSIA2XZR7TZJssPGIyqCQVwNpekhbMIoAgrH4QsltRQDpWVSk1WhsyxaT0zKpn1WlBHQZjCcZeIEIs3UUSj5mrJIKBYlRbaBxNBRB2UyR8I+rEqCDDsGbLks2yKSBNVThOiovJXmYmsUAcgtr20ZtqdTVmxu16uewnbTaFTPiFDEZkowoU60Y4onzRVuMv/sz/6wHPJHjhzlFTwHOQfapYuXeDqd5dCaYA62NcWbprm5OR3k6XqCg3OBD+0XL5zn8FrjQJvXc5/zPD2LJ+AhT9qnnlzXpQurWlrs88p+qIvn13T29BXoWb5fn9HDDz6uRx95UgtXL6nP9+tWq804mINvoGuvEacDAAAQAElEQVQLVxS+iTA1NaX4zf19e/crnt537typOOAP8hnhAH5E2uz8HOuno9RuKd7M5UTrUpK4cVeVZNZPpAXi8O90JzTNDcRu3gT8led9h/7mX/+v9C3P+qt67jOepzsP3aMJVRquSL24BxpIe7jB6XAD8cjDX9GpUydku9zsdCnHSorfYxgMat5k1LRnAf8XtLa2yhP9ivqDvtrsY/FZomJPSW7xBqWnZz7zbqWq0iT9KA5aPJYo17YsUaoLNXzckEGKXCiDWfRhC+OSErGlorMS7beNaBEVWJYCjrnDocp8z0Csk4wPkGClsBkjyqAselGwihJ0Y8ihBdBS9I3pRY46AZewK6qINjOQP+RtyLQziwxBAzekhVjSg9mGtI3/T8LiwvXloCgVQ69PaKTieDg8QqP9j42jskAzcE1peEEdDX+LOPqUDrYt21sGsDYRmkJ4GhUTISZaosPHIKsaKwyDQyj2iLDEzWVb9vVoUq6Po7zWYIUaqG1qr1qHv0XzB46pxQIxrwF3zrIwO5XaHNqdVlarGlJuX+ZwN7rxAd6uTBpotVSxqNpVW52qo3ZBW+3UVgVayC1oI2ObQJWUqqrAhU8K6tCxYVQgRblsJi34KvSB2KDalAutCsVPNpa4oah4iq9oHCVRb0vtqq2W26BSRb9WvIFoaYNX+uuanZpUt91V5YqvEQNVvNafnWxLPXacuk+HxRjHASXF0IZUOowtQTmRbiDZ0LiCqgk2CllBiOVxHvKFjEIispGARmHMcj9EaihNxNwKQmIQFIINomDKGh4n4OSY1ShY8YNgwBVk1CqRpAhkk22eKCSLwDwMahLs4NA1KTAoiYtY0kiHcikO7QaGD6RCiSTTj0AYcskJFRUYnW3FT5QcUIRg0JMQ0i1he1Mf5ptCMCRxaZsJPBoUxGHxdXFTmU+Tg2Kb8jdtGLdmwmxqCsNkOsN7835vQwd5So5DN+Z2PRxyWK3xyv6srl5Z4JCf1gbfoZeuLZYn/MxdeZf1Ga/Ql65d01VuDE6fPEGnZt33jPv1rd8WNwyijKIqVVGFLl7IHPxNS1hOpPd15vRlvt0P+BxwRLcduaP8Qt5uXskf5qn7tiO3oT+gXTt2FOxBv2/fPu3ctUvTM9PqcIM8Xo8WM4mb5fA9ngLjaXtIOxqwP+Jz2YOxiUXUSpUqnDhw5LD+xn/9X+kYr/YP3Xa7nvPs79DzeMV/+2FuKvbu1sbKqhavXJKGmfWZSl+cO3tajz32kM6cOaXYTyr2k7NnznATc1Yr2Pf7dbkBWOMtXbw1ySyM+I4/GG7w9mRB8ZauS939jZ4Sg5UsJfyntyTmu9gfYu6KMYvf/xHyFqL/aqxzyWMJCixRlMbBcmGbuLC3jEqfkFJjHyXDXncZH8Ta2K4seTJzCijSSUQacQjl2iot0oqK6Dq+5Ed5w7WppohxXTFmmzz2wUNuutKNGrvpgia+MbWRS2FU1khNXHTB3qAP1Q0tbVR4vZmnaIhGutAHmnzRBaCUG3QL5LjhCqMxrk8qWsqPjolyo312xFt2RSIygyvSzFQpvEaBgTWsxY9hbrhCFdhSW7ZFxGWgWwfK1WjSFj8dZiVSnjusQ8/9LzW/77BW+HZdbyxr784p7Z6b0gSnTYdDvXz35u6zTcMCHerspJbaHOwt0G51yuKt2i2501YqaMEH2sgtpXZVwAqV4APm8A6kVlJKIA5xqMGmjK6qyN9qU0eDFou1gHIqyqja5I0y4BO0AhShhL/G7wraThU3IC1Ndztyva48WFbb69oxM6HdPLG0yDDZrXgDkDj8k0w+ix+LWE1gfLlkuyCUsEGEpqEobG/ywgsV2RKXSjAsdbgIJbJDCIi6RzR0hS0RCZLQ2SGDoIUQyQpRhJjbMeSGH0OyIt0OOoIki4COuFy2lQKk2BaXRP8VGoUibV0ubKQluNicykaJXdDQq5hEhIWTbINiDM1AoKHsy/BJktWEXIiRbWIQCttBthCDsik1eRrxBjuUtqM0CaqnCNF/20u52ezpU2+239KEqx0O63hqvvue+8vT9MzMrOJgXFtbU5t5Pjc/r0OHjijmeG9jg6fRDQ76S3ry+GOKw+4Sr+av8QS+trrM6+11nmav6urVy+VpNg7jZzzzoG67jTd0c9b8DvE9PWlu3pqda/EqfKcOHtiv247u4y3CrDqdjnbv3s138BnN8cS9d+8+lmjFkGdNTk6pyxN0rMWp6WnN49fOHTs1zxuGKdIib6vdVqTbbqgiKwc860ex55S5gJI5FDcqmQO/Yk23Ox1NcqN9x1136v7nPEcHDh/Wbp7277z7GVpeXdLZ81fV6/fL0/mF8+f1yMMPKX6HYHJiCp8nONhXdOLE47p48Yra7S7t26lu+Oqk4g/rOfq636vV5+3kGmWur62o7M+SLAmXicrFmhtRRYjxBRQQc6HJg0xSyUdbrK2fBD9GlGl7ZEl12DZxWR3oM8WNysKu7FFob7youuS8UT+WI52Couix6ukpVZY8T2MVXkdytHkTeEFW1Ft+I0j4rm0hbeOlKAnYRJLshmp72OZNVBAVbk/+Rlq2Pc+4jNAFv70sXC99RVtQI4XBtvpR3nwxcW9WloxFHZy2NcvXC0gWUVxQ+MJlRVc0kmU1wXbDu5HDz6je+GhSHOoSBRO4TgjFFiIJxH+DOExWL1XSrjt14Fl/Q8ua5i5/XR30sxOV2qkvD9bU4pBvsVjb1NdVUteVOlVLbRZqi/xVaqlCDqRWJQO1mLoFlfJIVoWOPAqgy0FHMAsykKAaBQeNtoMqJUVaVVEXm0psfhUHfUX+VFVKFemgos4CbjYqbgDanZbIKopQqqw2ugk2F7MBzfLdsOLJvsv3+zj0J9rS3PSEXG+oUl9dyprgqSXyhiuZqMwf+oFZgtRclmFAGBZiNJaQbagkj350XTASwMa2bEtxBXRDiMq3q8IW40JCP2JGhJRQNkihpExBuaTgYxKBsu3cUHYctBqFyBvmkc8JJROvyORtymlWYg4DFEESBg47oEBkizSVAoqkkLfZFT9KmVmOAkjX0wSbzKQ3Mcx1F6OTG4XtpiSo4GyrCdYm2yiuj329eCuJacC+ERUFbmXx1LrM/AsHqqqCWDGXJ5iP164t8NS5xBPzjLqdLvxi+SZ9mif/QKvV1q7dexRhOBzwPX5F588vgiu6dPGCap6cO+Qb8Nr6GjcBvd665ud3aH7HDg74ecV397gpj0MvnrwnOBR37NhVPhMkJ3WZ73GDQcOKX92SvoMbgz3lSX5ychLbGc3MznIDMMl6aqvFemyzFlsjVKzDFGAcHbCUoA2SnPDeKuWLfhgOBsXvGW4cnvu8b9PBI0fKgf/M+79Vz3jWvbr92D26865n6K98+1/Vt4NnP/vbdPc99+nee+/TPfc+Q9/2vL+qv/k3v1O3336n2vRPSpVm53dST6W19aZsU58IbXyNuVnz1i4jN1dwVsJoZCbRjzF1A4oQgw0NSwhXw5FFNITLKj8oLDHtPZKlmNaRPRNltBAFT4owV5n7lgoPheOCwTArsmMBD7t5Rf5NhDbMo6LgA5ExaGDE523pI1Wk3oSwi7IjYdMuGHwY6yMtQLVBNhFDuylYzU9RROuCcURbiHJDikrplWBpcaNt4hDhykXUWGzGjUPb9DhZEkMVKMKtoxtcubXRLbVRMB6P6jLt1Lb22aExOQEXjCK9sEQ2EYNhxU9JUkxKWtoIuj4YMaASSbZBUN0i1OiyWiwEpaQ+C2ydu+qJvYc0/63/vQazt3GUM6H6a7zKW9fUBAe5B7wuGyq+c7cpu1PQUseR1lKraqticQcS1BXDTNk1dnWyAhka9eVIqyopKIetOejH+ao4lCO/yY+XtmnHCLISZQYq8heEXCWlqlKiHAcNOSW5kqqWaWdSm3rioG91WqraSRUHdwtdBSY7HZ7kK81OTEOzOom25nW+2w+1d8eM9uyc00SnUrfTVlVZiXbYVgnQ4OyI0RRK3cHib9ESGV7ANgTo5mA7LCRoICTdEGKzcejGEba2w1wR2VYEO6hlhABk25U1SlaTlkkboVFovM5CK4xtBwFojPnocpmj0liFGfxYUglhI9cqaRGFdmQSZFOFkEiLeU4XKwkFMjUSX3+N81ynvaUSi6YYGC5sQoSEAKTtvP5DwmiNR9Zgm/0mpG8MYR+HcRw88Q15dnZWFy9c4PvzNIfYMxSv6k+cfJJv8Bs8ifbLU/oqT6OnTz+pc+dOa5Wn0l6vr4lJa2razG0p/mjc6VPneR1/RvHX7Hp8f792bYWbgavIq8zjCruW5uZ2aG52B31gnoq7mpmZUYv1F/RQPFHzZL9v334dPXpUh4u8S+Hf5MSkWlXFNMmKsgO2lQIpsUZSKRMR3tQ3lq2Yw0kiPTdgDqkeilcYil+srsjkZPagrP0HD2p6bl5HqP/YHXdy0zOnQX+g8+fOln+V8OUvf0F/9O//vf7wc/9W8Yd/vvD5P9VXvvIFHT/+iC5fPq/LVy7qKjc56/0hfSetrgxKu8c3QXV8UoiDPhtfgAjUnSG2iccXGgbXBbE8GpkOKAbFlIYFtbflg+dSaEgu5tw3QLMye26MfSmAyPRD0y9WhQ+JjHbkjPqk8LmOPBKWRFyUQsyFO0WLf5m25Kgxo7/FVeokrckbDLiF3XZVk4ccGWzWTo0hF2y3bvhoS8NF3LRDtuWQnw7b/Al2XPk4S7gw9iHKio69EaKXm7TMhBtDTDAhNzQctFTkzc7P+suHp81DIs5FPVGwbdpvaUy1FVBp5AxUTxHIW1LGNITgA8Ffj5rvXD1eYWVNaAdP8X/lr/13uv2ev6bcmdH68lXVi+dVDTnsOOBiMaRUKdG5UVpwlSqZn8Sijo2hYtGPaUqkgITjsWjDsgA5dCnywW+lJcpuUFFuAnaSXWl7IEsRbcrfhvAhVZWiXoicJFdWqiolDv9y89BpqeKA7/AqvjPBDUq3pXa7Uhz2LQ7wFjcYrdTSRDWpNj+J4Ul5yGv7lg7u3aPn3P8cVamSRbBlW1GvpcJrM7jhSLdd0uwxVSOLgI5487Ld8BAuFYx1SMHaoWVxYYl7xCJFo+DC21BQlNBctEXajFAXHssyrYqwLWKfUG3qAaEOwlTF1qW0WBNSLRQqwSUuUSaO/LZlByRLIGI1YRsrbCTLBrIibI9DDnUplw2lyCVqrAp7U1R2gpu0tqOokd4jGgSeK7gbYUdC4MYUbZWFTexFAbFGFOE6X0Px1DAlTUxMqOKAneZ1+ASH6NTUNIfr7eWQX11b1Y55DmSecnfzBH/ffc/Wgf2H1apaPOWv6+qVPgeYsM1aWsyKPzCztCjSpEXo6ZMDXb4UPSh1mPfJSX0O/qnJaV7R71X8D3XPfe638mr/qPbu3VsO9P0HDvDqfrrUG7o5DtvwbZLX8xP4OsEbhy602+0q3nQFjRuVFm1IVaVYGwE7qdAUVIqbuEBKRuByklMKhjTHhquXyAAAEABJREFUylckoVH0Z3uiq92sv0n6Y/eePbqDwz7oLJ8UDhw8wtuFAzp48JBSlXgDOdDS0rouXVoC0It9LS9lra4ORW0a1lL8D3o9Dv3spA0+gVSttnjOUROij3KZ1i7jSIYyz4NmTLJiWMOvZj3kUi4J5Yo6HFHkhdoepY+pSMkcQQEXGmVFmVFAWJnGx/jYSAWRomLL0QVV8YG4SSCuqWWMjPwNXxiP696ex27q3q4LPnwt9Ua+UHwdxBhumlCkbG/KNzJN4RQ/8og6bjS5Sc50JznQR/MjxxhbclPuWN9Qup48Yz7Lm+XkTX1TLuItr7HdDYkj36OVdsTj9LAX9aiE65JCU0zDJtAojHX4FROt8WWcNqaSbW2F0Ae2NMF1OhMskKO671nfqmN3P1ud6X3atf8OtUhcvHRW9fqy4rfpO5U44DKLz0qyKsqOyWgnpZiUKWigwi6pVVVqswHFL9i1Wx02rwat4Cv41CZfS8mVTG0NKvhUsOVpKr0vJ42RsQiMJ3zQpmstO8ySHP6w6BO+GaSUlKpKVZXU4tAPtKHtdksVtEIftM2CD7TwvYOvndQSD6EabKzT5qxOZcUvJlWkV4kygalTImoY2fC6IaCzrLhGEcRFJIkhtEpoGoI+yQ6M9CTGxoihYtyDqgx+JqVBlFNsSpas4ENX7Ea2jg2LHi1rA7uSjhy2dBN5KK5cYZFHXCElCvsCWXZAMvmLP4oQeQLBO6KSXrgShSrSA/Cj9sY6jBsDNCLDCJFhZKemhi1JonpFCGob2SE2QC4M5UfZhd8ekW5jH1dgexo82dhIt9cmYSaNYhFCtomBDUV30/VU+psMpcQc7PU2NOAVe4t5eI6n1Yu8eo+/7haH6759B8ohHK/dq6riIF/QBDcDR47crvg39Pfdd7vuvOMgr6sP6557Duuuu3br7rvmuVGY0uHDkzpyW0sHD3U5FHdpz+4DyHdi8wwdOHiYV+5TspMq5vv09Izmec0dv1W/a9cunvbnNTU1pU63o3a7rbgZTvhqSbbJUyn8SVWlVFUNz7qoUipyqhpd2FSpUkqp5LOjBAlpBHgLXjKTkQs7eDH2DMgEnwh27dmt6IsZ/Dm4/4D27d2ndqtVbkYm+KSwf98hHTt2VEeOHNLBg7tp+17aPKu5+ZaoVsN+TWkSy1era5m3GtwErK7ArzKLYyYHwiTLrBVbUCl8SVLh8UYFbAwZG4RymdgmDlAaIvbIwdwAmlMO65rNi6uUkosN9s2lKCYRpZHMhOTK3KjUinx5686k5MwUGmVBil3IJeGG6Kn0281sKlVgu3aLL3WECLNZXtOA0F6H6LdNhd0Ualt2A8mKsFlQCH8ZlIojArHRMTBlgGIQQg56HZgEY32hNanbdEhl0wz6dH6UvNT5dDZfJ820nW7YZtWUZ0eKSM0jNLyeItjelpLhs+wtnZ3KpHnwoYd19dqi9h++TRPTs3rsa1/gdfxQe3fNqcNMq5iKiddqnHNMest2Q0mzLRQFsYhTaik2qhYHZZtvg632hNqdSbW7bBadKbVDBqGvWl1sO0oVSC1F3pQquWwObZVy2FwqNr5Wu6OggcRKDThV1JsU1IbKsq1UgMzqrrBJKYkLVKQBdBVlBBL8GBWbRmxkLWg7fCCtclWmTea7YbtK2jE/RxvwlXQ7ScCmXgGobgxF16QRq4jYGEhmUVqCBh+wIyUgCd42JDPrGDticqBnXsKLOZ2BLCnmHYh0XEKWhHtjfdOIKGOUN/KDOOSxpIhIy8ECaNlIqJfFjKJcxipQBPIGxUKoucZ5Yt3Ao1EJwQcQPELkRRV5Y32PPSq+ktaYZdF0NTqNQi408hSmRGFdGOy3+EZzcxxljq0sNwahDG6zrU09pc9CP0KYRQ6bOIAejvg//qqYT5l11uXp+MrVy6zLWh3WT5v5P+TVcrwyn+ZJf/euXdq9e5fuOHaHjhw+oipVusCr+6tXLmqdp/4+N6W99XUOtT5vwgdqkR7fvHsbA6Wq4qA/oKNH79B+DsrZ2XnNz+3Q/gOHKOuo7rzzLr5zP7OUffDQIe3etbu8op+anlK8pp8YPb2Hj51Oh/XJOkhJtrcQ8ggJuoVKCV/sJAOpyZOKjZUogxTZ6EUIaiGLNIDd3Nyc5ufnS5sH/T6f0To6eOCgdnJjEvmrRAnkGw4HPNUvamFhgRunmsNRUCkOwmSp3UqsO8pOUps+NntBJl+BtgLLSZiXKRg0Umy4WHPMUxWEVps2pMo2kGTdMsT8jcM6ficiplzOpqTG2GSyrdhrqyTRpNJ+EWJWlrw5F/8hULRcJONO6MdC0YjiVAJlFkqEFTHm1NrwEd+Qr1hcH4XVlubppC0rmrAlBGc7yE2wb60fG36d5LHZ/z10cwL8B1THrIrhVjToaZocSQFpK45813e7NoNt2d6StcVLQ4a6p//6v/kv9Df+y29Xrtb14MN/rh2zbU11rP76ilruqar7qrBMfBuyLdsiKrCtxIw0izhVHbk1IbUnlTjUzSKq2LgqaAukTgc9YPNKrbYChrpVFT5VLRlURqa8KrXUqtoszI5a2LXbyK2WqirSk1JK1/EhJ1vxk6TyKSYhJRGjD5ocfCW7wsIqeUo5CV7Uk9SuQKtSB1+ivIp6o3+73Y6mJjqqkiUBs2GIECyAu+kKNVUrzAuI7NCKENSjxRo8Ki7bsgG8HJFkwwQ0DuFRLFZkkohvsmmWruVIZPxG1opibMvo3RjBRSplljlcRHJsS2xU9KREVoW1OJjwHn58uKu0JXKFhgS5/Ih8jdahHAMV11gqNLo2ejXKDdtASYhdrTBbkd2kRmwTc0XqiARbULJSUZgo/IGxsYorqLZCbKQhlTzBjFHsSoai8bZybDe6ES3CXzKqUkWOrKVl3rNTTm+Dg4yn1C7rZ5H38Jf4Xv/k8eP66le+rK9++Yt8k/6cvvLlL5W18cxnPqe8xp+emeYwy7yOXi9YXV3lsFtSzbrduWOH9u07WA7uKHN2ZlYHeDV/5LbbdNuR23TktiOKP8IzNTWpSO+wRlustXbQWAcp4Z+i1QyyCJYNGLBUVUpVA1dJY6RWpUBVsWZpXwImZ1w2HNeYtxEoSyCnJApXhFBXJHE2q0VavC2M3x2IG5Vd3Ii0KDtuOnbs2KkKH1Z5Ql9aWlDkr/A9fAk6PTepiakJ3gi05SinLQ2GUvwG/5D+qUUlAeYJmSV427INC2R+tLmnxLqJb/WZG+IckyXsRDpWhjZXKaxht8VjbdSZsd9MioyBUIyot6VHPYFIjrzaliYCq7dZf+EPcnO5IbeKM0psg8CVK7HqHXiKbFFHmQDbM2FfMt8iYiS3tPbNpYZmrLZD2rK/nnu6tOst//8jRYsDN5ReNsxb6G8YnOty0U4rYRFtMlRFSqG3CDWgTHhUKreRdDJjRd+jVxNIbpiImZExcIlNuXxzTk3qgG/P3dkZDVmM+1jkU2wSS4tX1eLwn5/uqMu+E7901yJfO0ltsrWptALJSQaKssivChnaanfV6k6qxRO8OfAzB7+qrqrWVEGCJr5/J24EWi1uBtoTcrujBNxqCyPZVLyJJBWeFtC8zJ2vIkSbAiRHH4QrVWWllGR+6BL6Q4Qmn8jnmluVuKUPrYm2XVsiXM6yrVQltdstNpekKLVKpA17mmoNNT/ZVQub4TBjmyTSsmq5wBqH7ZxJtYk9Tr2eZmUUNyRij1Ia0VGqIuBmkFsi7GyPs23ZRBVF8ihuaBEiinQQm0nxZ8SL/pMsioRkaNY4bHFjTUOxliwFSj4pWIV9FBflB5qBCq2uC3ZkRlXoiEcM3yDXX8XmelVIUWpjHzWFJBXTEsFrq1x2SI3DOM9YDhqWkc227C0gRLJcYkHHnL6hYHIUz1KlPvMre8ir5BVdW7qmQT3QmbOndHXhsuLJOw7nu+66U3/tr/91fcdf/Wu67eht1DHk2/s5XTh/UvH36+PmfNjf0MpST2srWVPxfXvnfu3jtfbeXft0+OBh3XH7sfLv4ef55j7Hgb93927NQ7vttuLJvcuTe4cb80A73sy1udHutNUagxuAVFWquAmvRnzCf5u14koptQqspIDoLxRChERaJZe1Sjo02woUO1kRMqT0S0z0QHxc57t6paROpxMmBfGUH/8cr6avutyIT0/NaG5uN6/z59XC9yFrfoN8G/0Bh/qgrND1jSF9K3a6BKUWR1E1Ua2MhQpC36C89cLGJsIq4gAs20/G4xwstJBRFLrASNxGxnljngW2JTENmzx2UgKNNLYg58iH0GS8layMbrtdzujUBHKI5EbYHudtObaxYWIZYtkALikMon8QxpfHjErqlnQ9l64XkUqh5IYiSbCjSONgo2wuVMbEUMluqJ4mWH6K1GjEUyTdqC6mtyqnJNxofYMc+Sz7FqA3bPQyeQIQLnuLR2xSUXGFCMb1jqmYeEARXOybYai5EwVM4IQ2kVxxiM3s2qkDx45pD6/sl1bXZRZF/Bv5+Et3FUYt0K6sNkKHBdkGVUplApqFnVjk4pATuoqDumKjCOrUlgom5ASqCaXWpBIHfOImoOJpvx2v8kHQqtMhra3IW1UtiqtkU7lATNqMwyDjXzydjBeHUZuoQTCSt/2MJZUyTFewAJivRhbloUEHI0IhJRJFqJRJ9a0qqeVKFUkdbt7m2WNmWlabAsIfp0ph3Cw6jUIpueEpiEvaplIJNyk2F3kk2y5Z7BEN5dPAdkndHosSQo3rlK1RGFlEgkkJMSjtoTPIMTIjadwm2KIP01Fqkcd8ods3jlBQprEaQ/CKMbWuCzGWgVK3I9Fy2Cko2LQOLzYFGAsT2VAJKkLDw5TWbGt0qECkWw5ulE9Fitob6BbBJgeXsA1iW1wAKhVKpBIcsREdTKG21fwU1WZku/COVNocr8gHHPara8vatXuvNvhm32Kdxr9hj18a2717jyrm4zI3AWvY9AdrvJZe1/yOGR27/Q6e6g/pyJFjOnToqG4/elj33HVMhw/drr1793PQ7yf9AE+006pSpZmZGe3ft4/v9bs1wcHeYi0H7cYB3+6ozU17oAUfB2ar6qgVB3tqqQrKejeHvfC7gRU0OyigTQ2f5NRAtkx+u4KGrgWtyBf6kFPh5WYssqCseY2QefIOdNgvZmdn8burxaXFQqPv4l8WDPo9rfBWJF6LR7ZMXS3aYvaV4OP/EQi/yi/kDTL9J57s481m1MbmwAOQ2CcV8xc/8CjcAZGeZXS41Vy5IWK2GUhNoqGWiHXLULJFQYUJk00mhE3kKHO0rvBs3A1QUmhcrJuaNwqw6LSJm0sLbzaLVSl2m1jYzUzYchUdUbgZDbEtLhA0IHiNQmTejpEaEv0H2bocLBFXcE8JyxI1ckH1jYeSjei6HHQY/hFfp316IcoIPL3VTalksYlIaIhpxhiCDzSyCI0NzLYrOs3bZMtFiph5WfhxVPITlbRI9IC5W6tilFss9Hjt1eUu/q5nPZen+mFuMLAAABAASURBVEl1J2ZIs7pk4GxXlaTEIV6BFghapaRkEig3VZUSiz2xQaSgo4WUc5JcqWp11YkDvTONXRddW251lHiKFxQBT/Ams0QABlyWU1KVWkqpAknJUGCnJt3WOMS4xWQfy1KT5qCUeSMVZViJfqDcQqVkh7XQQi2FTH+Vu3gWfKqsKlWKPpiA7+YN7Z2ZUovvph30A6gsRTllBen6YETbsoFA0AISxtdoMY9F2w07IiKfxjp9A6HkK5GkMW28iz7bKiGTmhHLNgKvAo1CkxKx0BtALUVfKYIjatILRzua8QhdVricSHDkoO/FmBSoZMShpl4GRBEykUtaxE1OUQiXZBHCgmzUg4CqKEfUUBU0kW4ZmrIswdhQfeOhmJco8jR57RFFZVvlxwhctmU7OME00Cg0TWmEYmJVrcRmTZ/QV5cuXeKw7egw3+FjbsU/rzt/9qy+8qUv6vN/8Sc6ceIRPfnkV/T48Qf1+ONf1alTj2qNT219vl3HfN25Y7fi+/XhQ0cUv5F+iCf5o0dv17Hbj3EzcERx0zAzPcMhOalOu0NdbbVZx3HgV6zpVtVi3gcqJVeqDO82tI3cKrCSJJw3a7iAsdEIqIVOCYb2WAkRCC5BQwcVNNa6sStdkiTBE99wMXMxiPllUuLNQ3xqmJ+dQ5Im+MxRsSeFMDu7gwO81gaH/tr6utY3enzKGKCT+oNarU6bflYj81ZuhU8cxWvWfWbNN/OxVrji8JdCGz7DBYp1wzMXyQbPZcm2LAE3xYiAjri5muykN+Kt4mjjuIZIjyw51g5CRsjwWVl1nZUL6sLDojXA8KkukxCA3PIijUvbXS52KENX9kUaXHhqCrmpEcfouwyK/SiKfhuxNxObUhXYSrNHMoSLBGMBRnq74YlJu9XlWynRhYMQSot4C0bjLTE4RK7gngKWfT1QFFuXWIjBuVB7O03X6bBUBEcEbLgRGoLfqEji2mQkWJtIowBfI/Z4JK1TXSZvm4VbDyvddvhOvsvtVfxpyCol8dgv1rISeSonVSkpFmHA8EJvirWJQ25VwkBOlcrB3ppis+iiigM8MwmHytxx2kmpAjLzFx3f/AfDvupeT/XGhjLfI/PGgFU4lFh4OWfsJJs8yTLUDtpAhLCp4w6f8jNUsqQkb7MdyyTItuJHxHim7aHoLdkeIbGhWS3qxm21qkptnmI6VUtdXvhNt7OmO4naMgvMtFFKlcmL39oWKE+WbKv8QJF0qxDtafSpELvkkA11URWeqBEivqG6UI1BtjE7omEMuCLNNkVZ4tJThC2ftgzi808MTixwsajHNLPox1bsQxLlE3FRARcMKhguBaSSo9TBeOMWGi7SbMveguRyhU2x1w0hkkGYiXxSCE35ukWwXSxsKAgTGz4YYJv4xsuyAWobahWZuKHoFAG9ZNnWOGxjRyrSuDAayYJ1mWfT01Pq9dbU4ck6DuZuHGAcvPHfr54/f1ZLfK9vtZIShbZSR5OdjlrJHHTTOrT/iO664x7df99zdOzoMcWr+iMc9Pc/837dfdfd2rNnL0/0cxzu0+ryZi2RP7mlVtVl3U4UmlKLdd9SSpWqinpSBR80yQ6nG19tF9ke0y29RsH2iGuIFWUkSZadZJDYRwzkSjZ6jaHYjpCwZuA5W5TU6DIf14fsHWxp7GFHNDs5pZobnL28BZmZmdPa2orWOeCHHOpxH77B3mLK7/EEj0p9Huc7Lck2dhmKkJHZS8z6FvM6QDJp6IORZDWB6VqYTVpmskq6bdlAICiOs0NoHLavk7EuaJnX+BD8dmzXF566oozgwzwO9xpHijyimJQiTOzSlrBE4Gp0ESPcdBmvUeK34JhW0qiwSDFSXGOqYheabdiqqihjzAqzGW3m3tQUxuJnVKANj6ygJjkQBBnytNfI9CabsV9RhG2KHgPT62T0soRON4aR+lZJYWo5iOwRRbLh4wpa5HGkYhdquxgUWQQrfgpDFJcjKrCD99hCNrxVaPxyS7+VNKTXY5IkFvPGANkTeuTRE5qfndU0351j0zabiu2Sj6VXDrw0kp3Ql0VJuVWSOQDjtVjiEJRTMyUskVKQmYWZlZYHfeXhQENeRQ7jYGdRqh7K5EjkS7GZ2MhoyNMc4IwME7dGjpM0JvJ1lLx25MFOETL5oZQnypPxwg6FBC8CxWETOqYvAhcMCZtXpFl2QEq0t0pJ8R/blCccJXVoa1sDTbes/sqSuu0W9kmx2CRrewjJYx0LPliKxsQjQK67Gr3d0LAfJ4dmzBeK8zGWuQhEyMRPf2Ec5Xh7wSWHSyxlKEYRj8obETQil2UHJFmj0Nij3lIxNpn2lvlEgkmxjX0AEoWyqTb+j2LsSQnLIFCBxj7KaWrRZoiU7UUK6wa6LpR5c50mcoZiTIMfgQLtRu9SXqMPDxuOmHTbUkBbAQ0qq/yM0kyyXWLZQVFoTAUHzyVCkPWNdfV5Cq35Hh2/bPboo4/owoXzGrKGut1uef1+37OerbvuukftdpsDbZn5a+2YO6B9e47qjmP36tCBI5qb26H4TfqjPL3vP3BQM6zviYlJtbl5qFjfgVRxmLN+C0V3HY05D+xmDdmW3SAVffDa1JEkqdGJYAdvuK3LtuyAFGve9kjeoqLsjD5yjaaDHAIIaqREevxNj/iXBLEmY3zj7wvs5SYmPkdMTk7GNkEO0UddVewFrValFm2coP226c9aVbuir+NJWKp4kyGnkkfMXcVh76FCZ431IikXOA5P5nDMi6ifFK6Md5LtiICuC6HOYw15x+x2ur28MNkqe7tVcQEvXdqZBS0IfcZwDMl2QbIUQCPJetoQeTCIPa8peWQfJNKug2RHgp4ybOu9p7RpEm4sB5mLNJdKbMPHNabB/yUQ/fKXML+VaVPz1ylou58j3nIpzrbsLSBwuUkrsYpsowMWP4WO9SoB1Yi60HGUmcR1aikO/CFGw6qt2b2HNTG/VwcO364ZFsf6yqIS06cseGyqqIMCoiTbsl0kM2PMBqGUlNgsWiyeWChD8vbrAYuIBYJls5iZfBzoNQf9sLeuzCZmDnyzcZmNPkpMlJtcKTaQhreaH/Iy22OyD3lir7EPGrLIQxUQb+bDVCi4yO0k45/totMo2DF1WU4Yl3LwGYkFszV2jrzYZ5EXRNsSN0mxUVT0W0oVT/dJHd6O5N6qPBgoUVc8KVhJIo8Itom5IMGOIdLHvE2iIoypNFYFtfiBsUc06ynDOKnQEklk062CUdrECQRFjmsbG+IIo8JG0nZij/JDtusZOUReQdO/MIrkMUIufc5mmQOjsciMb5NPjT3VjouPm4YmDaW2B2MLwnC7epNv7KmiyY7ebuxtI0kjAvV1kLUVophSyJbqJm6zoCbFpoAA4ohQpDXmUW+70DOH4j+0id8an9+xS6dPn1Sbw+lAHNR8Tz906LDipvehh76qz/3B7+vypTOanprRjp17tX//Ud15xzO1e9cBDvUdmpic1t59+3Xo8GG+3+/U7NycJqem1eVbfIcbhlano6rNQc8BGNQV85b6xXww1KmSWeMFITvht2XSt5xG9hhJqaS5UNvaHuztMny5vGlru5QvjeqxmkCfc2ksxiBmFC0O5onuhGJPiLT41wXxzX7njp2aYi87duxOzc3Oqx8PFuw3VdXS2uqa+v11zdMXbCdaWRmqxc16VLRKWs5RUrQjfMhSGso2qMJkG0hjrmbAxsEMz5AsY5GKvZUcZVh28A3VUwby35CWc0YTgNxwNWmizkhwRA0/Mo+swQZKYolCyvhThBLZTd4iRHSTGPYo48LWclgRW3YDySoBOejYt+DHSGPmqWgUMcpfTGw0wFF40EDhJRutJRhthpA3BZF0g0KEDBiqiP9D0ZTaxN9IGbiqsLaJ44LaMGhtywYyRVm2RcRlWQQi27ItogaKgBxElu2Gg9rwICmplTuktdRnEfcnpnT4vueq157U0bvvVfzb8JqDuJIUv3jWZtJXssYTVwTbcgJsABXfuFJVCQN6j8PTSYnFlKoKm7hdyBz4A8UBX3P4ZxZForyK/En88B2/4hxwPK0Dx8qjDmETiyRVWBsgM6VVQhkrJGZyBrZLaoldLBo5kY+0KMe2uEqiHbwLH/m3oyiJmtSGMfVnVxK0051UarWkRNn0X5IUf0hoplNpaeEKkjAjXZVsazPA2y46+3oqWRFcaMQOEVj2NqDZvNAXnr7gojOQ6ItoC9xNF0mNDuOwgTTyZuzClWJLVMTyyrThtuKwtH2dbxolo2040hvm5tg4U7a0bU5kbgKZKcyh4XUZvM0mEoqIsuQPRcARbWF71ZtJJWPYRM5NIRQF9qalErzlhgYPhKyvG7bKtSlhhHE227B+2pKMRWJuVVXFFKs0xaF899336PCRI4p/Wre+tqaHH3pQX/nyX3DAnyvffquU1EotnT5xivW7W7cdPaYJ8qWqo717D2h6elYtbsJnZma5YegoDsdWa0xbqpjPFW8FEod9qpi3VZIpM8MPq5aG0DrkVAmnlJMlm2uMIhZZJTR6yYpgW1zAIRbYwWeZHxXe6A3rEYWI/YQ9IU6vmDMBTnTEXOZ7lRI0q8dbwcy+EW8/ZnljcW1hQdFPmbchJv88B33lpD6fBdeWV2l/Yk8aquaT4dzspObnumrzVD8xkZTwZX11XZ12F76lyYlpVbTb+CKCbWIxTyHhBjDY9At1sSCyIxLlJNmWSdt+xTocy2VWRjkjZLF3Bh8G0O22obo1MLwxgbU2VkX9xovAWPdU1CQU4LfII0LIEIVoI3FpFIoY0UgOEm0KOkYaM09JS4El2jQpEpFtcUmOK6IGxLLdQNZTBfup054qz1Pq/xJl2VEvcIV3bjDS2SFLNtRjapUfSzBcHkFMCcWxItuKYDd0zNsmTQVJ1kRNXE1oODmnLq/31loTSpMzanFnvLq2qsRCryxuCKzKifJdYPImYCOjt9EkNGwQgsYG4FgUqSWbiSox/5vJV6GPzShuHsihKLWKtick0lIBWmQ0bGDkY5Ka7/RlgZvCqI9YtjcRciyCGtvMTURmYYdOMheg3Iwvoq5cdOEXejUhN2QrHiWZPLZlR1sqhX/G605nQq2KNyLUldxh08Fnyu60ksRTQnwfrKiTnIrgiMCYwlJmI1lGtGzI9guF7ev1xiBQiGVoXOPFtEW1uQk16SM5hOuw1fIoq4A6RckGhVpiIGQHo+uCjQ7YVvkJCq4zegqBoaLYqB8g5AC2MYaBIocOoN68Qv//o+0/4C3N0rM+9HnWt9PJoU7l0F2d0/TkGY1mhDQSkkYCgSwhhAARjJF/Jhnb4Av8LmCba5MM5gIiiSAEAlkSCmg0yqM0OfV0T+wwHaqrunI6Oez9rft/17f3OftUVfcMuvLa611vXDmv71R3MCMc9J3BRdyEhaRNyKshXyM0dUFNPZwsBd4FvaaLMt1S3GJPdJKx4lcEEYQw8KtApNXn9pkZY/E/sjl//ryuXr1skIkRAAAQAElEQVTKM/yc4g/K5ubn9da3vVPvetc36F1f87U6dOi4rl+/rgcffFB33XWXutzUe8zl+bkF9XoTarU7qgCnSjkxToGY466SCpT5SwmRC1mu2GBjPMMbkJNiDtXQA9KoE5s/0GceDMADky42LkA6HoFkW40b4YZrQmTobWMnwJIsWOaVGhcMVGnbfV24jymD3IhqNvy52Tm1KdsMrx9rKyvaWFvTEt/s21Ul7hrqs+HXPLtdvrTCBt/SgQMHuOX3tXyz5qZfa4AuUa+ataTPK13VqihTlMuUZM9n8aNgdTmk1pQhA8XL8aPsiTaBlI0EoMXlSALTMRQkEELSDIp0M5YUIXIBzFqKYszbJSU5Ko6FZNkGAbqDK7o7yL+MKKKNm7jklcUkJj/hoEcyXuZk2qKUCYx25NOIeFVMOk31RcLDSpC7ZTXOUBYB3g2g1y3ORgfcIpbtW0WN7A7y2wxfQ1CilwrvGY3q0Uis+AXtCIASp2DLDkgFI5Ks4mzLDlDBWOiOzuNSF1uiia1Lud1Ta/6g5k7dp9Xtmie9eSYHA5qJvHBgSamqxPQGpIpISYYmNAAleAfNgmgWAEEXgDZxTTqyNXJW4udGFIOY03ZmgpiRXDZyZIEzvJisAZln/TiVh51Y9ISzrSYRhhtxNOYyrw+7LGaKHKNcw7LYbtQhC7pAQmaStBLyEZh6JepSgEXDqaWKU35Wkpn4FXVsoKMdFoNMmSd5Aq23t9R0uSUB5EEoQTsAXjjbEmDSkyzbatwIDznktmVYkFQCFRftVYicFfpC3xbEiMtDaeAA2CGCkiLNAKmQisQCFG6fYQhkN8omRLRLQO/6Jh5FQ4IBcQihhz76CpPQF6DfYWOZYMkIqrHLYSdiDkU5N0TgEYSljQ0+6AB7jAlBpFHwXmDfatPoUrJiHNiW3YDUYNuQgMZcU6QiiDI1S31hCYa2INvCI3t1H0lFGl0OlDvbO1pfX9HW1pYm2LDjj/Ba3L4neJJOKWlzc0tnzrykK5cvcmuf0t1336fFxQNlc4+xGRt+m5t8bPSJzdhAinE8HM9BhywgaKHfBSXJBvCByU9Apm1i048DQ+CQOVUYhX0iSgDxJOj9WCMX6QU9wkFrZFsY2Q3PYJD5NdJoHZX5FXPMalzgEezQJpmxNDU5KbHGdNptZQ5NO1ubmp+bU6dtVRUrWy3NzLQUfwuxsnxD3Y7EuYAXlEk2/y6b/YAlpy45x76lW12Mw1KcrMzalOHjkLrb91EgYtuW3bQJlOTwBLrFlbT2y0JUgACviKtbHMkXccEkaxqsAHSUSSggFbA/6u2SRk9O+Ia+JYy0IhoQhwtYRWc0WApau+72RNKu7lWIEqUEjYHtpuBWg9U4w6ESSOFsB5Ld4MJEAG+7kYNDFEBfBdoFQ1kmHPmGthtMm4aXDR8wMhvDaBQwJipkVKeJkpUg7D0re48uxgS2SQcAwzY+6AC4IYIa94bxMB5kQ5X86s6E8vSCdrqzUtWRdgZK/QEn201tM0HMZBAj3ERzxIvBykR3YlKDBb9vsleVUqtdIGNfM/gDiK6mfkExKdi8a/LJbIxiQgZkcIGMDZCHi7ttBEkmLxUZLB4TZaEr+qEA5JAVgAlscMQNCL4AsuItIw9IqcnDDpkVfEU9G0AX9LBuddjAtzq0GatNhh/QXi3qz31B/a0NVZaEHK9wOYKAkQBsxQ+hhwAScgUfNOARU+RGokbSkIWmCI1wzEbhsMEHxUIUqClFE6qJq5ELy6xIYrRQhaRoG+GtpMLYNsja5wqbEdWA5Phl2lCjlCGKZznKAHSuzTBwrMuKYUHnljLnSIb42gUV18gLuS+IvPYJtMd5j9xPjSVGdaQmKMg22AoHCRrSUK/lx5K8g1mTxu0KKosPeU0jLC4uscmvaXZ2kW/IK7RLzbg0T/GHyl/MX758WR//2If14osvapXn6HZ7Wvff/5BmZ+fZ6HvqcRhodzqqGLd2JadKBHLQbsljkIJWpX04ZMU2Ec8a/ZITyRhbICEN3uCUpMCWBNgEkuw9bEMDdHuRB1YRWXYDxNCeMySAhyg+xnuwBbJU+CEWbpoNfpbn+5pLRLfbVjzPx7f6zY1VtLXmF2bV6VTivAS9SFse0oGlg3rooYcLv86z/crKhuKfMMYlo8OhKHOQp3aStevIkmHKekZnEzJeQ7KrxtSyR6BCy9pz4/Se9FUpshEZ3kE/SmiE95ejiZDJGqA8hR+Z3jlBpFGjJrs4LETetkmjxG4C+IYgtPbrNHJ5RBRc2rBQowA9cUccGAHhrd6R/DBDGw4QAIWpAcHuxwjUSFTciN6rWhE3AWk1xm5QI70tjAEbsKuIeLuMbhuMUZv4o6LMRhpKljlQVjSEbTVuiIeoyIZ0mAQQCXGWHQoPMaIxP1QhMRA+KzKq211NLh3V5eUNVSy0i3zTyxtb5TRbM3nryhqkAba0TJIyk5oMlA1NokRR8A45EJtjYlLYSeYnnIMOW0bKoN5Wv7/NgtVvJgUyCcvUUeJ1oYpvYfHv9yenlfiMkHqcyJGbb4k5tVSTTrRQTZyaQgTO0Bk60lGmXApHmixQYqFSwVGeSoZ2hgZEA5h4VqUUcsoZOJHPCByyKimlpKpKBVtSG5sW9azY2JXEQlKrldp0hYFaeXtTqd7BsgZGnsIpAN7YWTLpyhDa7/ZJhswQ7Te8Axd2tknWaAMCNTgPsx8VA82ut/gZgzIeERca/BreRTceFkGk1BAlJM3SzthRLtFeBvAjraIvo2zsbc1Gj31dY18saN8hHqEoGgMIz7iMiKEgGzIO6isCY9wsYBHx9ii29wnt4E2sfeLbmJxHfX7ndG+L8CqCSKfTnVRvco5NfEXdbo8D+EYZZzUH8qe/+AVtbW1rYfEw7SddvV7rre94l6bnF2RelapOWy0gDuKKsieLZpXAinHXqmTGdPDZ6JDnIYQsimUCK35JtiX8LiicYQFLoRZuFwshvHaxbnMZkwYSZQOwzQaTSAZ2Iwxp21h4V3wbEXrUcUjKda0J2qwivemJKU32ejrIK+VEr6sArviamGwxhvpKyYqDerzKra2tFHpjUzzhb6rLQUFifrsiOxInbPz+/s11VsmX8YinnFhhTpEgJDspnMVvJAzBODgY+qIkXQJpiMaIMNoF28ID4KHUhgYk67VdxiJjEgDC71Ewt/ioV6O3bN+ivTPb2O/pmlYY8nlUu0gsIOTECHkmt4AQ2WTW+N2MbRfadB5kmDXgIUI4JFUwfKO5PbSLxZ4CHj/kRzpKRdnUpKbokHjSSAwOukzFHlPbCj70dXbRYlx8or7RAAFhZfQ2UuIICFkxvGNQMi8aTAuOYE8anBRpRLkChIuNk/VC23yLykTc2tjQHO9WNU9cNJ3anY6cKiYCJUaQTT1TVk0h65RUU77a1MOS2fgSkMllwCkaK6XKqjgy2yaNkGT166y48femZtSdnFR7YlIVm3mKvNo9JaDqTiCbUovN3t3Y8GdkJuqg3VXd6im3uhI4gSvAppxulxbMtVX3MxPV8G2J9EhMSt2SdqSfODSYTblqkU+HgwR08K46ctUdAvRQLrdU9NSvzRNoxXdOslGtpl2qDgtA1LXT1oCx6VallMyivEa9ayBjiS11H43bEJi2sh3kbxuYNEtilmzLGjrKNaReA+1aYxNlDoB8LR95DEFDbO+lE/WNrJ0TByAAXTP+ssyvSdoF8SDC+KhLG/aJZCCjKePOtCNmwYvAtL4zPYCNsmljDPEmTbKA2vOYF8YR3qpE1pQxq/xyFiLZxTrIApFNIUKMzvbQZoSLdjcI+4B9gl3mtYkoB41Fnagzdet2ptT8Jf1RIlrnXzmvG9eXdfz4Kb7LH9UOL2M7O9LR40s6fc/9qnimZgCqAUuMzQIpSamSAVXQtqgEkJSQ2WBXMrgAMpU4SZnxLEccQADlMriBCJMccZEpANsMjOJkWeN08Bm7AINl+jCAfLKYK4BEnADkAiK9XDC2CZshLVySIxVC4SxzAG93OkpVpU63o9m5WbWqRKQB68O2trfWeLKf4ha/pAHr1bXrl7W8fI1Xk2Vt8amk3a1o85ZEeSrSyAzOTjvaJkqn2xw9pQGqel+n32bWCNygO4WmBvbtmmaM7sljjIRsTzKMBLIJ9hS7lN3IIzT5jBSGsCOEKD5Sh6A+DELaDL7UqwhKzHFzFwn2X6FPX84usmE23mZ2a0a26Z+AJNsKZ1vlF3gIIVfQEDZaALLUzTakUe8Bgv3eDRttEGXLagQ0i5rFTMzXRmrFD35YgSzajzyyJZAYupQZWlJCaSQKQBk2kabGXMgU+gIqLmOrEW8SGealkUNW8olFEl1WxSSY0ubmjtZWV9TrdbS6dlNVCysW1n5s+KnCkolO2jmJmAC0WAAyk2AgKRsg35yxC6zIWwqzGIxxyq0RxQLU6vTU4dWAU4TIXLndBTrKTMq61VLNpBqQZw0InfkmmdjkKRw2PZlDQcWtv42sMzGNyYRabNaJzTulDpm2ld2SKyZ5yHszSl0gMPbmhuT2hBK69uSM2pOzanWnCh8yk3bqTSshEweBTJq12qrBavUo+4wqyrTNJrOV+cTR39I6t/eBaw1o35q2kBN1rzRgAY6xoaGLtggItpjZ2DnYIdBIGkGIoFFjVuxsg0dy6CB3wVAJMDZJhIynCBGVNOmjUhjSDNEdIcsmToDAd7QZExY7ybbCNWFQ44A09AwS56ZcTAriqAGFXorxUWPDespmLwUuxZWEuIGggWBclBkul/kKUbxNepFm4faCsBTy0Ko4yzZUoyn9UtIkv0aEbuh3ecuICkRcAI/kTn43UlGOc1ZwWRGXoaIgglZxmTmWsWB2Mr+spC5jcmp6tvzzutWVVU1PzerBBx7S8s1lfeapJxX/xTz2Jr317V+jCQ7QqWrTfnVJxxVtDoj56gKVUqulVFWiO6Q4BKQkAXZSsQkMyNYIHLzgA0IeGLCtxC9CF540wNROGuJCEz9wgKADbEvYCD4bGij6kAFB74FUhz5sKWuNOSa0k5Sh8bAuJRGu1W6p0+3Sdl3Nzc1rfn5eU1OTGA/Y5Ndl5uvq+oouXLzAmresAWvdHDYbPO23O0lT01OaW5jXyupNmX5IQIw5k1GAxlwZO6JXM8kPIdS2kQbAWbK9C3B4SwLw+v/LWSQNgGVSsuw9QNDwELYFA+jVHXUQkAkaiHpBDecHKTTtjE3T2yq84UuiIxwM9K48eCABd/S+o3QoHCmjAiEC2wgDxvlCRzCE0AcUFvuC9wehtuI3LqfksPaY3AjCI8sAUYJr0FAXKCo8glBGSjSfMoOuLH40ZAymEhklvpBlJYOJAQVSgMgHL8afzE9AzmYy0ClkUmM1goxhRo9GUq0EMM1ZXCtNzyzyPDVQpPO61z2ky9cuspFFV2RtrK6q4tcuGx6xSGc8TaUk7y4ilQxPBuRMLmyEfTa6AbdrXtBYeKhp1VKHBavPBbc7AgAAEABJREFUQhSfDAZtFiRuyH0Wnn6rUt1ps5m3ubW3dJPXhdWtLSUma590tyl/6k6oxUZddXqKjTxXLQlI7a7abNyhG0GFnZGpxeRmk1cArwODzoS22LTbMwva5sa+yYqxA79ZV9phI99kUw/9Tupp211tqaN+/MuEdqTDAYCDQd3qap2daJUNfp2Nfpv27lsKyCygg5xohgDLtipkwmVgn0dne0yUsReQCQD6yaU1c5GZfBpQ40rU3NAKButhesEl6LAf/YcuGsPQNFSEGXaUgkjDtmxDNmDxg7eGLo9bI0NHuOttR4yGJ/FMW2QkUmKIW4UE5d26iRpS7mIrxqQZK1LcjjIyDd0YiT0pZhSZAC8kcMMwKJVsdCdH3iGmmIHuACVB2UNDLDIpF4j8hHyog5KEAd627AZgX9UbjUkv+qXMe2ghzMRFBRc51aKx1E7WNk9uG3xKu3H9pq5evawDCwf0EN/gP/HRj+ns2ZeZuzuanJrToSMnyrf5LnNEZq6KVjEJM3dUoKFTlRR8yS/0AeQTfANNvKBNwWxCQNB6DWd0BSIImjh42QY0hIbW0GVDAAWLVjFlAzJxcvCoc+gLhgg5KA/5wJC7ntjEUgFhG2tVp9vT7Oys4kYfcGBpSb2Jrro833d7LVVtMeZyaefLly6ov9PnQDCNrGaEDjhE9Zm/pMyhnumncOP5xposUXbGd6awNZDJWziKilRFG7Rw9pAC5ZGGOkOi3fMjsz3JkMp5SOyhfbaku4/fM9ulMLk1u11dEDECxUgMXyCEQyLaIPaoqHHgREoV5Wf1jyELZCQlQgnulFcqmvEgrMb5V6Ox8zB5D20Mb0c4FIAShbWRWWhrQBK84PVqrtQslGFf03EZGEVocEadGxJqvzeJ294vhIv+ahoU5g4+0gxx2GSGXGlY0spkxN4UqtugxEG/XxF5A3gl46P8NSlJfRbhNrfTTT5Gzc/M6MbNa7RQXy1O+TUbmOusPCDVWtinAlLgFoIhsFnadDNpRzVtqyZefydrZzurD51VKbV7xOlos4+MJ/B+qrTCNeQDH/mIdjgJmA1bxN0ZDLS2sa4dTtibW5uKp7CYTCklRboDNtgoUmZwJfJOrZ4qNu+q01OLPFqdrlrwqdWmLpSdA4csibRzbWSUgxv+IDb99pSq3qw2+tKO29qoW6om51V1Z7WyVWtHpMFBoZqYQz4ndaa0WVfaGCQ29RZYWuezx/rWTvP5Q0mmTBSRfJKSW0q0S4uDjIqjPQtugihWQzWhvSfZoyTbMunY1qu56PZ6qLQph8xvKCjIhIkzY2BTPu2OKg255IGqYVyMi8/kmUU85CGgRQOpyCOpwt0paPIgQzz1LhGHEUA2wR2iZezwIsYdtEMRBiN94IjT1KHR23dOO7QeaxXbISoQ6QRR0hqKY9wFhJwCFTQK7DAK0FiKahw6u9E1gjuERW/ZFoHCjZaaDFFz+GcaKl6FNpif165d1lve8lU6ceKkPvyRD7Ex7WhlZVnHjp0sNq9//I2am19Uq9UhuQpISolxQPq2lZxUVfDIMlkK3q7kACEHwsZCBm1ABSwpQF/e+Q52RWTZlvAlCBwgiSmpKE9OLljFDmXBlAtsG7Gl8NDCQRLe2duhJT06s8NlYpI1bobPgLPTM1qYm9Pc7Bw1q6EXgHkdPXhYJ48d4/v9Ic3OzGoK2/jvDsR6A6lOp6OKdmrTdqWNhumX3MmqhshATQEzAFl8Y9ZIKA2ajNxggxMQGIREgA2PD7oBfXkXcUZxi3UkEFCY/UGxFda52ZBpHw1dxLAJA5CFKuZEgcJkKddoAMYnhEhIYV4uElQnRXTMtOsQKGBXUAhMC94NjJFtKUD7nW3EgBoILaJADViyS6BwhQxiBCEIGhMMta98Id8Fo85AYMkKBx/oNaGx3DW5hd2V35EI4xgatO24PjeMjR4vsOUiLJMFKkwC9mKiDyW2ITMLCMs2A71w6rNrLi0d0qEDS3r+uWe1eICb7mAb+Y563Kadk2quqon4tlUGuqKrIl2pZlfr9/s8h21piw16Y31dW5ubfOfa0g7ymCysPsqpxYaetcGJeYUbyvW1dTb9Wvfcd7/OnHlZL585q5dfOqNzL5/V5QsXlXkN4JSg65evarC1LXEAWL1xQ3V/R7FxVmyerXazqKWKQwdHcwNBG96pkihvHYMzFjV4zhza3u7Lra7WdxiwYHE4iI2+4hk/vv+vc0BZBWJDX92qdW1lQzfXt7W82WfzH+jyzVXd3Njm5WFC8ezfm5pXZ2JGA1UcRCold5RzxURqyUpKLBCJvDXmaDm4YWhjB3tHb42UDiJsAeEMFO8MiukI2vVosbOtJBETnlAjF1EK3cjtwFKgoBztFYyCk2L4RJSY71hpz4U+Y1UDeU88Ru2XWrbRBoBGfp9RUpaBUOYICrhkvscXYQSIxmtv35J22IwgVOhtK5U66o7O5O9xzavljZFdgnFrYgdrhSqocRin9/Rh2/RUHCyokqLNBxx2r165Ujb0r3rHu7S+vsEm/0FNs2GdZMOP/+xtp9vRxMSEHn/89Wq3OiQfaVkVc6CqKsrgUtdU0a5kGGlr17mhkNtBA2DbJZ4NVlKEjeGXDyN9mxgjiNjQAiewjQ46QoULHghSyBWu8GFhCdo2aK8csCouMitEE0Sb2Vbk06oqtVKlxOZsWxO9nmKj77JmLMzNs9nPF7tFXkjm4AO3aLNYyzbW13Tz5nW+2d9ULbEW1qpccXHZkazi7IbIwRXSyigDBFY4bGyUjVeQghZEoDCREsiKn0K+C1KR6RaHfldiYaNdZyMYcrZlNzAUqZSQ9QKxdmGkHMOZhox6BKZSRZMjzBEy2wIFDzRpQtzJj9mNq6PGuzxF3KVfk/C4FgYfEsuBSmgHDRQs2ZaFI3BQbhYzJMWjBiOMMFAjgBv5qEFWiO0wGMnBsLaLrgmQ4ZHARlgYgtf2pM6Gsd8mD9kG76U1pCQ39YjFQuHgA2moMJ3MDqTAFJFBnNiQ+4r/hvbq8kqZDNs729rqbzNBrFYrqRs35IoTbUwaWQoA2YayMht9/JemtnhqX19bU8A2G3Ns8tvoBqZbU0uJU/E2s+b8pSta3dzSjZU13SDPqtVRh+fGVT4TXL92XTev39D66ppWwH3srl++ovifVeywyD33xc/p0oVz2uRAsc6BYofNP7HhR5lyDE7KmJmQZsIKWo68rVQluaokJv3W9jZnhoG2uIXHWeLm2oY6LJwzC0vqc6tfY5M3T/4bO9JG31phg1+Gubq8pleuXNNL5y9phbhhU3HDzzzxr29l7QwqNvuWxHN/zm06gvzY8MmUbBN9Sa/hFc6SCxAIB2M3tG10RrjnbReZR6IgAsb53CSe1SgMJppGfW1s7Qgh8LtjJNoNfqSyaavgA9BJoziBA9Q4yNxQWOQCVLpIcgnHA4yxGEmCG9ERh6WjsFGFmsj40l7BF0VZbULacONhiYshflwsjSqkPWfFT7IdgaQG24aywtkNFjjaqEAo7gBDy6KxTZRxCLEj2A/Y7QmG+iIzU5P5RDWj2c1YjY1+bW1VfQ63v/SL79Uzz3xOsSEdP35CXTauKFv8V/IeevgRHTp0SFVKHDZrkVKhE7wTHECytCKtxRoQNJmpZCv0wKhMHhHj+I7CcYNXoy17D6SgCZEJZ8ODw9vQhgITyrZK2W2J8suS7QKl/Nrv7EaHAQpLZSBlLgZ9xf+qNv4pb7fd1tTEpGamZhSb+vrail45+1Jpq00uJ9HOB7n0zHCrX19dKUlcvSbFHzom1rAoT7Rpk4dwlgmTU4S7kIsUdugpmhqRQQEaOktFGciyBFi2JQHhgx5h3dkVkwhQBwqA3OdJghStKKmGLmTlNj6KkFEAeMaK9iAmV0Coh7howxCZS8oQQx4KiQoIZ2Dcj5dBYWUbNARo3eKGGgmdbTUOvEs3klFYJtBQh5XMb6Qb0baLKMJCMjEamjAEI0SlUDW2yApxS1DEBDbBLbpXY2PyFhgaZJqbrMrCVxoXedSjKbpBQAgwwqPFylINZG7vgTFSogyGAClADM6+krIrbcTGzGie5UlrBzzgJt6PXVBsYP1NpapWwq6ASirkA2Yz3eB2vskN125xWx7wjavWJpvkGpvfdp20vL6lF8+9oic/90V95vPP6CY3+TU21wHpJ+JfunZVN9ZXtT7YYWPdVtVpqTc5oavXr3Ghrynbpi5dvKQrly5pZnJKZ194Xs9/8bOKg0Hc6DPlqfl+VrPpW0mdiWll0h1kEX9AmTa5Ca1oa3NDNfWZmJqE3mGdS+pzu2+1ujRFRxcucchY3VSb2/na1kDr2wOldle1eb7nG37wl66t6NL1FW75W7p6c0M3Vrd18Sqyq6u6cn1NV2+sE69Wm6f/OADUqihdAqxOp0PuWeEcEhPeAqHbBUuoZX4KZ8l2ARVnwiyTKgRhUA0EH/2dIGKjp5eVME9Z2GvXwSraJARGk0wMK6jSPrahAXCxtchHxUEWfKdgOBx3VZlU8i53Z6LRN+FuJpiauAUMM+6HpmE7IsfVt9JUQSQFNAnZlg3IutUhHkpzJD+mjpwCxkSQ+1Ow7D1AXbxLuBdEKgEhGeHovcwLVLRfdFgruRxqz7x0TfFydvjwccUcXb55k9vmsm5cv67nn/+S7r3ntPq8wkUe0cf0ohIlj7Tq6GHWgVgLcqGzglYYKzcoCvHbCdQ/krOtxMCzLY+woS2BFG5334CxaYGiI8A+w8tNbUoEN/pCY09NSkgw9MRrvEBK2FfEr5S0zUYem338lwJDFjf8RQ73O1t9nT9/VlHODi+YbdafpaUDUrK6kzNlk+9vtdHTos6qUpJZXBIvnankShs2ROHGA8NQBEJsCIMvBYMOnwkC1BjJkTb52kZktAGS+Qlnm7DxRhagInMjVOAGbMt2kdtmPktW42yoETSisRDdruWYOMhRZ4FpCiXGk4d0w6vEjDE4SiXkARpz+5orlLvGGAUdBoGLjhYqNLpd+ZDe5cdswnZfAaJIJSEihQ+DwCMY8g67Aiphw6txNFZ2Q94aOqzRF7xP6X3cOJOxp8iNiAZsCMJCEy8DsCOPeenAwhcdE6Ewe4FNnICY1FFfVGEaMD0/oxpd/PXuNCfdAd/M5aRsq82teMCGLxae2KTMRp5cKcVgJMlMmeLfjXb5Ht4GNriu97nBbu3U2LRk4p+9eEHnuZFf5za+YyIxia7fWNX5S1d16eoNNvZanakp5XZLy1sb2sh9ffHF53kev65qoqeVzXVNL8zq2Ze+pDPnX1Em7y7ljEPITQ4Cyzeua50bzzovCaGLPAec5Hf4PFBTvi2+8W+sLmuLg0R/Z1MDbkbNyX1AvHUt37ipl158iafRNTbqa7xkDLRBG7x09hX12aRvsPGvs+Hj2cTXdH1lVTuk2+MFYGJ2Qe5MU84FzR+5S4dO3a+5wyeoQ1uXeO5f5tv9Du3VYYOPoRA3CJs2oP0VGIlWP0AAABAASURBVLANOQIUzgQ1EBgI3rfwQr4LmBoYeopWKDuBLdtMRt3BGVlSzoEhw2MrWBPDtmxLAvAKN8LQOYowrkM28kW1y0SkEYyE4BCBwmfyU6TVJKo7uqG9PSTuaLQntB0pClSEHoYWP4R2YMnew3LDq7jC0D6F2RfsL6ZlWwQKZ7uQthWEbZBV3Bgycyrx/iPVKl1AP8em1UCNec1Y3S7/Y6mqqhTTcOngEfW4xfd5zu9zqI1x3GVjiv/c7Wk2+kSf16RL5Ft8ph5DoAylf8BSoQgb3ShSzOsRPcL76zySDnGTzJC5E3JpA8KCJUu3Au2koXPo4G0rAaZeTkjNmAZsaH0ZZwmvuJJnXhWJWdazTqut+F4ffEVaxw4f06Glg9rZ2mKzP6eUKl25ckmLi4uaXzjEa2fF66N0ePGAvvZNb9Tx+TlNJmuOtWmCtagi7RbrTctJpR+135lSGBHdS4iHMbJc7PfW6tKE1CvKldAnTFPBVmBLexhjw48gBR0yIOgCKBN85Bu86UCSxzKEKKEiDBD56A6OKEU6Gg8jLMaYGbdSLntPpFGgRECGvImItDSKkUQpirQE+zjakyI0EcOUaPACsooOwa3y4JsCZBVMFqIAmFIo4iEtlQbvepQ2wa7gDkRRR5p7OrsIIwflIT3SmlIG3ZQnqD0I05G+SENQCIKSBbEoM9OPomfKrSa1bO263FBuNA1TaOKCMzAUDlFWiCwN246mZlDnKmmGWzwV0NryavmvbSXkZoPCgrxrddiEq5SIBwQGSEWxyQ/ij+jga063G1zjB5TRrbYuXrmqM2fPFXyRW8c6rwTi2Sx0x07epfjfZba7PX3wwx/Wx594QgNLE9NT2mQRWzi4pOdffkmXuek/+dnPkM5ZHTx8WDU2l/heGfFS1WbiVlpZ5mZzkwMDnw1SVUlAnbMGTMBo1j75bnOT729vasAniT7P9maSVVVSTdnjIBN/iBj/ffA10tgh3hk2+arTK5v+tZsrEk92K7xAxB8Vzh84qAcffZ3mwCs8519b3dLatrXWT7q8sqkbvGKkqTn1FpeUOZCskH/NQiCZopUW1ch5ROzD0U+AxkGiyDIRAugUjVzhh0zUO2KJPpAsu4E0xHbDCxd2I4AVxnjTxyMba9yF7YineRV8QMyxBkbaO+H9aQVn8aM8YR3pBAQdCceCkoMoAgID2KuAbndFP1YK+JJeSR8mcAAxS9MMcY70UAtdRlYwtIosBLdCKBpZlLGhmjA0doSSDQZi47WhdbuzaoQl11LTLCvKllmZR2n3Ga8Dxs8qY3xpSeoyX25wuI3NfZ3DbUpJE4yxU3fdzQFgQk5Jis4h5VfzUZoCubGIdm6iQEEMxSQz5EMGjLVuE3E8jATHeFMXw5tBOw4pWXZAKBuAU2knQWGvgiWQisM+aNsK3ATQGnMUmmYrgmJGYIzr4fzOYKNttVqqUiI/8Soyq4r8rl+7Bj3H0tRRzWkq/s92Yr5e472+VXV18cINzbalr3vbm/W2xx7TN77znXrdfffp7sNH1Ma+Tdu0ycvEoRilD8lqn49ZvzdnoySoKWPYExWm8QlVQp6G2FQqaEaGEKtgRayskiZ0yCL2uD5kJIE4lzgQ4AizggidIWzDWwWpcViQqmiChhqNxSLEhFGhSF8hYMNHtOtdqIhXCIJGAhHWgXahKf8uS6RiCy4To0YzgqGMxtAddHkoi4nTNDLxiq0UFVO4SPuWHO0QhjLA2A4BtqgMgbdMOPSQURoVA8nllxXfPvYlP9TrNVxJ5zX0I1Wk6yFjW7YL13RMQ2tf82aFNOIJitKpdqUdSct8G19hkz925Ljin/KYCRCXSBO/06rU40ZqBVfLjLyUKslWTKS4WW/y7L/CN/XIYZpvW/1B1io3+CluvO3etDrxVM4z/XXyuMSm/8knn9DnvvhFbXNzvuf0PWpxMHjmmWe1vLKi6dkZxTf3ufkFbW5vqdvr6hzP/hfOX9T8zLwqNnKy5ml/UhXxdti4xYCLTc6pklNSlK/FoUK4uh4oNvMGdhSLZ81mHnnbVvwdQYf6bfMCEN/s19jsj504qUj7pTMv88S/ree+9Lw+8vGPU6c1xX/7/9wrl/TkZ76oM+cuaauuFP80b9Ca0BzPqvNHT2jQmyqb/MSBJc0dOlTKQ1FKPckyyCF4iEVz7tF6NTeMbLlYjIdiwQlhoABhY1sJMJ0O0q6DyUSu6d8YLwGQxMiNPRQmu+Z5l9ojMjaRRjPG8p7itahilolZA7cYNoWmGLlRgEq5CmdFeQIKe0uAKfEoiUdgRdluBSonDW0UidEuGRygkIv4gEIWuEAWKsBCXCSjYK98SIoybBoo7Y7MbnjCURdhTD7J4AAQh+Qau1IO2OKzlBjLyys3y5idnJjiUHtDMc63NreYB61itsmL1RQvYsHYVqoq3VZQ7blYAguEiDwUQBDNX+oDETggTP6LIZsoASAFNmEDCooyChhJcuQNKOIBFp0iKxxsQ2EvwLLCC7qAbnGoS3VCDJ1kJWwbnFSlxBxsqcuBKV5GJicmdP3a5bI+7NCONZeMmamZsvFfPH9Os6w3Ua7/5ru+TV/35jdqiVe8Y9z0Tx85qmuvnNNnPvFRbbF29lhrKvLTmDN5B0v2gTTChRkGtofUEAVL5xQx1/GCy0KcZQFFB0Y32tPCJg4ELnaRTta4LmgTT6qRh49MJBJUuIZzYT0UkEJQe0BHMCwowZ7mtzw+hqmmIX5VtJvVqFR3soxS3UlOUXcrTHybALtIMwDy1X3YYl4anFJCNrYQpplsN3yEkLaRBiPZ0AF6LTe0wS7KkuU7Gud9UmyKPQXaJ5foG+23xYAOzwwIOym7pTpVEgvDjeUVLbEhxcZKTLVbnTBWt91WlVyAbFRbEoRNK5BWzQa7zY3j+vWbuszz/IsvntFHP/pxXbx8Vafuukcrq+s6eepuHTt+SgcPHVFiQx3wOjB38KBWNtb0i7/yi/rC5z/Ls/qaxOb7xc99QZ//zOd14ZULjE9rdmpWYnzO9Ca1vbyhyxcva35mQf34RMAhYcDErJhhGaNWpy3RDFFvV4kDQo+yhkDKnLbjhj/guXOH8sYf8tV1n2e5LW1wa1rnQDGgLq1OR6lq6fNffEa//P5f100+MTzPs36fTxFvf9s7dPTYCZ3l0LG6vqmpmTkNEm3Iy0KfdtzkcPMSh5EvPP+CllmIr66s6/y1ZW1S/kG9qXCTkxxOKFvQBUzZCrEXINpjviIqejmAtBj3WfyGiST6qQDpxGSHhRp6bDGFGcalPzPNJRMM46P8bfSRaIDk+JFfMrRNtzVl0JijFg0XNoWCIF4hx4Ky4ERdxmRB2pa9H0IuGQ8o3AhDY0u460NjRzgUFdKyPRQ0KFi7kQWyXWxMO9oN3VjuD21LAVF7bGGiAxUuWsOyeu2e4gB6k89Ts9OzzMNKaxyotxj7YszVjLng72KO2WYKcahlHMccyDRuAMlEkneGTCvTdvg76qNtoyxFuUsU7ssGsVZEOcIwokZZMmXMlvbAQ9oat484Iwh5oYkn6qRIA8FeGmPpDeXFJuwiDtgx54hbM+ZqDdRqJcW6scmnwqtXuLHTtm95yzt0zz0PKuqcnEiiUse1vv3rv1q/5xt+hzLrxAYveNubfZ0/d57LxzlNTPV05eLLisJPTsxo1w3zbfgsFjPtutBRll1+SFhZoXLJ21Q1ymDZlgTgVWjtOjuEI3acFqb7eY052yo/sAAXXS7heDCSNJgQTzGLSVNeFjc4mnW3ikGPbFDhI/UAyDGfxujXJiPT/Snu2hfViItRHDDkG10TNiJTVzdkCYMOKMxuUCpGo6iocoOKNpdwFNhGBxhJ0ADUrreLYpcfEUU8YsaSDOsixiAGt/bVObQBxWI32IuOrolUdNEJAZkS1q60bRaS3mEtHT+tRb5TrayuqGq3lJgYvU5XKfqxtra4sdfRhmyCO+i2qsx0yZTEqjgULLEBLrGxH7j7Hi3efa9WiPPs+QuaO3VCV+pt/drnntTHXnxWF7fX1J2dUuq2NDkzqUceeUjxb/dbkrbX1kt+169cL//E7hlu/M8+/bQ2+XY2feCAZo7xVDY/z225qzRFGpRvm417kxv9Jhtrhw23SomaZSaJZSflAa1FWTJtF4tizTfzirzQlD9wWllb5rv7FS2v3dT15Ru6fuOGzrx8Vsu8RixwM9/uTmgwNa016v3BTz+ljz35WZ25fF03dwZaVdLciVPqzB/Q1OIhdTmAtCZnNDW/pMTBZO7ocS088Kim7nlML13rq92bVfyTqPgDoKxaLuUwZeyrph5pd/KHJgCDr8CHZUCYRr9GNwWUDBCONviRjWkX5eDIO9M+0DV2xdNOClXDQI4YbBWtNuKLwV4Q8bAWEGRYq7iwb+JFHmQVFhJGtmWNHAVRQMPnMbpI9tkWyWsG9l7Kgh7jvmw8zBubIWETG7BNUkZnMOgWbxsJEB7a9KdtbBtAud+nilpaGChjF7Xv88ScGRuZ2ZUkpWzFZ6qjjKUka2tjXVPTM7rJy9f2dl+d3gRW5gY6q4jX6rREUruAcs9zAGAXw2egBsC72qBLDyHZT0dfhgTF0BsMUDYJPIQMzmSeEWWwGS9CJugCwhU6SW4gF1xJIhKwm4YYlyM+q7RIDt5RmsZWwRdIqkMOKNocUGU1SYOhRXaZhc9VomUznwSv6PkXntPMzLS+/hverYceeVin7znNZeRQeUW8eOmCXnjhgo4fOaSvesvrtL5+jZe/TdW8Dm5vbOnipcu65/5H9dgbvkbtNKnB5kBLs0uabrXVog8TvWFTwpRkByGVnRAyS2gDgoIJH2VDZ1sJcIKRmriyEIkQEM7Afu+hpkjDeMQ7JCUIooEhW9YFShItOjJvDIZli0UEiIPPeP9bjJOxoiv4UcQ74mGGt+jSOG/f2ShsxjMP/k7QFFJU507akGWNsrAjrwDkGRjzuyrkFj9wo94lGnYUOgjLdhDggu4YhIX3lTBjDwxltuWxmHmMTqFzNFljAVu0ubAlgB9hSNJsOKtmo99JXXUWTmpidkkbbJYTkxOq2m1Ns7nFRt9KLfJOMrf/ne2BVrilClksPhIpkbc7xJle0Oxd9+rwI49r6YGHlBYO6Do39Njo3/wNX6ff98f/qN71nm/UsdOn1GeynDt/VjeuX1HNifrG5UvavLlc/m95s3xvvJtn80cffEiPMfkOHVgQw0pH77uH9E+Wg0N7cVFzR49qmleB6cUDlH1evThNb2d1UltVThIbcbu2JuA7uVJVJ1Vs+gMm6er1G7p59Yo21lZ0/eolvfLKGV4ebnCYWaNGNbeivu6+7wE98pa36u3f9B6941t/t972zd+id3/7d+od3/StesM7v06nX/cmLXCwuUEeL129oafPnNcXXzhbbvAXrt3QBfJ4CXj9V79T9z/+Bl1a3dEBnvvinzB2uaXVAxac2NxpQrEAZ8AujEQplIPQmbhOAAAQAElEQVS2ctAFVFxIbh/NuYhymZRSHMgyMZGK7ikLR4yTAJe0TFoBIDzRCEUMFW1KSbaVkuUAg4eQZQnI2nN2Ig8A24RdgNJI71KemheVkk9EJAnbsi0C3dGFXQBKK36FkA0dALvnTdmtspCqcdEWQdmWG0K2CwR7K3ifAA7bPZFVfshsKO9pbqVQy3aBaIdRW95qV3jsRNtlW0QodYi+YwuGzqpCTrvFvyq5+67Tilpm5k6fcRNw/eZN5WzG/pRafHuO/op+j7aPTS1AkUaAwkWDBkCzsRDS6UO+YdS0YS7RgqZ4yKRI28myLWkP8jjvRLmjlKEn6dAFuQsNQerFjulYxsYgU+osXKOnysiJTz4jsRNpl/RinFVyqrBPMmuYbLylRN7Q2aioX6qsTqctwfd5vQv5Zdac9/3iz/KS+LN65+/4Gj3w4IOsacv64tNf0KXLF7WwuKC1tVV94Qsrmp5JWlsHT3V1ffUal4FYIzZ0jW/63d6UUrur3vScDi6d0srVZU2xlh6emtE8a1iLcihJVUqqqkotIFUIKKNt2VboZYoHYCZUCrHgbSuFUBKkJITCweAhbvFD9Ug6Yk28O9pjaNq9ydNw0q5dNDqA18gFHe1HCyPKCtzEgqWtCYsnScZkLnQEkaZt2Q2EbAS0xoj87cWjyb+XahQooJEEFZUJ3EhuD41oBJC3+Ch6aCXHzyrODmIERTQWZCxz6WSGsmxrvBGDC+PAKQe1B9G+DRihmZcjgC3ehJFaTBqVdCOPkg4VHajSwK3yxL3KTX6bp6l2r6MYkFWrYrKx5JAna4syG2Wq2lqcntd8a0oTg7ZaaqvNjaI3t6Rq9ogmjtyl1sFjusBb9SKb/kNvfbMu3ryhT37ik/r1n/0FPf2RT2r53EU29y3dfddx3XX8qO49cVz3HDuqw7NzOjgzqwPcVnq0wQbfJa9zqh5srmp9Z0Of5mZ/dWtH/V5PrYV51Xzz3+CWvd3uqI5Jx0Y/055RZ9DRdHtaM9yep3JLkzvWPBNwqTOt+aqnLk/wOV4OqGvmkDHYWle3yrTdtgaDTb7XXdJ5vr299MpZbVGOrVZb2xNT2pyY1sbktPozi/LsouqJWW21JzVz5KROPvQ63f3I63X8vkd036Ov1ykOCYscRL76W3+XvvTER/TT//TvaPGA9fSzT6nX7WqC9mtrVu2qR79ntZhtlVPpH7lW46LfrBppLHw5hMyixBKZoMtp3BC3+Ix+v8iyrRJH+x3JKebECMoowTasKE6JZzfx7T0c+oCI5yAIYsyYSKUeYSsLFNqSbNhmDjOj8oXODpsGwtB2oF3IMrWh5MiHFBIB0SoqLlOJOoc2ICMLkIiiXQezP+WhBtOIX7iw2QUR37LUAPJYdBP1s3elutW5sSaEws5De7vhG/uSKfUCI6foiOlVbCP9lLCtpMivclKAGeeH+awWm8XM1JxWlpd1jUNk1eqo251QfLtvMw/k0tQS6Y6gSV/FRV13gQNqEd4WkAhecvkVbELSNBLhbEeoYE1gEwKQskd09AflMaAxCB6oh7IoRiljlZR4Saw4sEQ9A2PCGpSZA0DNWgTEp7d+v89hfKBRXNNONKhynUXStJkVfwFfpUrx9ztnX35ZH/jgB/QLv/IL+uwXP6d7H3pQX/sN36Tf/NBvcDM/r8de9xiH/E3FITz+mWL8R3IefHhGW6xjO6wTqarUog9WOQDEYSCxDs4uLJI/YzO1NHvgsNqpozU+Xb75/gd1Mv4Il8MYSybxrE4rqQ20KiulJAKVOktyw+7iasTbshvAClqSdUdnN4pAASMju5GP+NvwmNreY/JthkPBPsWoB0WxiIvPCoMADR1CtA1j2W7IYUhVh9QQhdqOcCgYQ5aH3AgP2S+DYoMsJneKNl7WMIq8scPLjjCErwKhT1YiA4tf8Hpt55F6aGvihci2Cgm2LQ9Hx6h4LgRydBo6gwNAd/ARIfMcGLhioLbKRr+zsyPWSyAzuDfL5Njmdt+KiYJuwM18J27IrQls2szaLmlPqW7Nqe4sqjW9pO78oja4OT/59DO6sbqsDQ4OV9nU185fUf/KDfVIo93fUY/FvsvJYYoJ0ut1tU1y83cf0+w9x9Q7fkAzpw5rAX6Bg8DiqaOaPzwDLGr2yEGZZ7bLm+s6v3xTN3iunzl0UEvHj2uSU/gWT+WXF0/rlcWTunDouJ6b6OkLPG2e4WBw89gxLZ88pXML83ppdlYvsnFfrCd0eTCh1fairgymdT1P68LKQJeW1zUxOaUeG/KRo0c0vTivbrutuEmJzkitlsyi2pue1gKfOtoTE+py6JhbWtTc4pz6eaADLMrveMc7dO7D79czH3y/Fie7msXuwPyCVlZWtRV/9Mc3VtuME6ldJbVaSbCSoves6Opm4tDcGnehF1aBsdN+Fws56x0LZOhJMywj4WABm2A3SuSQVSsr4oU4tLZlWyk1WBaeQHsu7AOEnW1QA3LYRLlyEAUyfZ4ZYDkqhYFtJfKMOVIA2i4R9aoOvY0N/o42OfILaLSFbcgmjLgN1YQYUOtduiEitOxoN+iIA4zawcP2sMMG/Zi3LYUHGmyFKCXSCkJ7rpSSIJoD1Ciwk6UwdZKYeqrAVeSJrtPpME5a2mbjucYL0hrzK/7518b6OmOnpapKMj/dwe3WE12sGQWGNGis7w0bJbKiHBEEhkOONzD0IZfGBBp3IQ9AFq9r9LaKrVnDGipRr3aqOGS3y/xqMa+Sk8IsylvHps56kQd91f2B4g9pY4MPeaoqVdi32y1u7LRLt6Mu892kubG1qY2tLW7fqzp3/hV94KMf1ic+84SWThzTPY8+wue1KfVZf0QFlhYP6qlPP6F7T9+rt73t7fr4xz+qD3/oKd3/wMOanprR5FSlyLPPGhj5bm5saJu0J9odTbGWJNavGNdVt6dpLior169rgYvPN7zra+R4QUhSqiq1AihbVYAqOsAUIUASHWJbyUSQJcC27CHoVudbBfv4oi3BmJhujbKOJLYVv+AdwT7AeMiPxxlfiYoFQcx0Emqs4ZlWmOXdMRUK27IbCH4EUdsRfQv2Pt5ueNskFCpHsAv7C7kr3iUsQweAxjzFZOkZE7wqSc1e1TKLYilSb3AmlQDQa/iwjUi2AykaA5IYwZdm3c0xdKmxKHoC4jR5hLViJUGiAiounmsCRLx+XWma78lTU1NlwmxubrLJTarT7SpSidNzm01um5t0FTdbJtzk4gF1Dx5WWjqkzqGjmjl6ShOLhzR/8Ig4AOthTseDwY62OP22mCB5bUM5vndPTujA3Izm2BSPLC1phoXrrkOHdfrgUXU2+hrcXNPapWu6+colXTt7QTfPX9bm9WXVLGydTluxwS6wgfbYqFeRbZDHz7//l/UPvv8f6z//3M+pTx2nmGzxVL9xgcPFKxd1/qmn9Nlf/1UNrl5UWr6uyf6mDvYqHV+Y1am7T+vxN71F3/Ceb9F3/+Hv1Xd/zx/S4gHKNTvDgpp15oVn9bmnPqULF87p5vINZW4RXUtdGr1XWR0mZ5X7muq01GtV6qVKC9OzmulW2rl5WZ/4pZ/V2rmXtDDZK4vDxtq2Njd2tLa6rps3r0nVtvq8VCRJsRAkbgy56Wgk4U0fADFz6Ax8CKllBgq5P6A8YcoMw+ehzrIBONuEIQ+AHPqYIxFvXGpb5QdOLD5BC7oA8SIOhQu/m5dtNDHHmT2xscOVdAnwxVby8AeFvSVGoQSpXbePaaQmATekaJEhdTvCrAjH61IEBBHfjhAGv2tDpBEd2mICYVsJsC3TBikleKBgSzI/3dE1GkLi2WCsbBNG24CGPvI1qdgukkBEUcEEeGhqjDo2mooNY2d7U3GQazEvn3vuWa1vrCt0dQixi4Qi3eijEUTjBx26ETBcRuQQExkvRRApWKP8Ze06O5gANeLggYghcAExDgBhlgOCDgaAZV/Dmo085lSfubzD5rm1vqb11Zu6ee2Krlw6r0vnmXdsnKsrK1pZBjggLy+vMneWeWK/pAsXL+qVCxd0gc9+Zy+8omdffF5fevml8k9yn33peX3yM0/q/NXLevSNb9S7vu7r1eblY5v1yMyzQ4ePam5uXg9w+37s0Tfogx/4gJ741Cf1q7/8Reaq9JmnPls2+KWlwwVvcHiIw8EWZc3UcRBjho6aYr3J9ENivWxPTMq2VnnWP3X4iKa4YIgjdIsDSVUl5rhVUXnb2EnWnkOkBBvYtmxARjL08IJ3QKF1m3ORNGEhbwtoc2QxDsIqALZ4R7qNuvC3BlRXMYbG5SVOCIgXdJCNEWO8YUoYxd0DF9koiDqPaGlkJRVSr+HCNIzsJkG7wa8ehVK+qpICv4p6N9XbZsteBIsf+r0bS0byqpkVnW0MDG0wHsQ0V4hToZGFhy4oRyi5GSZgKYKwVzlJY5iBEEqEeWgp+iQp/mtvO6q0ubWt2NQ32OirThu51Oa0agZoiYD5FAM5/p35XXw3P/jwAzry2KO66/Wv1wlOv4dP3qWfee979cmPf0znXnpBazeua8CCNNFOWpyd0qED81qYm96FSU7iyxcv6anf/LC+8Jsf09aLF1VdXFHv+pZm1mpNrg3UurHBBs2kfuGczj33ktZurvBE2VOUaX5hTmeY1IuLC/rGb/5Gve3tb1efyfgv/o+/qh/4q39JT/7If1D/45/QA4NtvXmqI33hM1r75Ee18elP6MKv/ZI++EP/Qj/0z/6Bnvvip/Xj//Hf6EeD/4F/pC89/ZTWl6/qwPy0jh8+wGRt6c1veJ3uue8+rdy4oVe+9IzOPP1ZfempJ3TxS89q5dxZ1TeuqM93/lWe+tcunNd8K+vKs0/q5pc+Q/yuFg4c1MzsopJ7aqUJLS4uKdc7OrzQ07HDhyReQbLbCqgVfSLRUSqu9F2hsFMROwurhlY4+KJUEIzZkEHHhA654R0BMrsQSBofNmUSoys0YtvkA1iySyCRY6QukyIR8KoJMos1StkuEHRApFUXXcSiTLHxhz0QeruxTyyWRMQ3fOjGgZiFNeUjCnaSpQLCRT6g4iMnSqcii3wCikaNfSSg/S5sA0ZS27KtUblg8ME3cjMJbQuhXs3ZoZdS2AJh65TGzKkVZSNsZGEPlQIDluEaj1mpT2YTT6QRsLR0lNemxIa0qS0+PRn7uHXWcUttGkFEosXIIRKAQjBMsEG3hZGvQ2pSa3CEGnK6zQ0zskRUhcsQIc3IctDgGkVpX+jQRT9GSyRevfLOFgffNa2tLGvl5g1dvXxR5868qAtnz+g6m3eR83J3/ep1Xb92Q9eA69euK/7vfSts+PEyduXqNT35uc/qY5/8pL7w7LN66dw5XSO9amJCR+++S/c/9piO332Pjp64m6d+aWlhSSd52dvY2NQv/8Iv6If//b9WrGn1oFblSu/4qpO0rbS2Jg4U17XKy2T8cXKsj1HRFpv65PS0OtOTqjgwtDo9TXM5EHRnalrtyclSo2nbTQAAEABJREFUlxb1npudIcxKVVKVTPoAladpBEtyGTAgeIOzop9Cb1sI8C6gr8RFnK/ELmxKVhFomH5Da8wxehhGITfSwKCvwBfLMu5GxhEfKOUDj8RgmoNw6EMV0LANZXtYQKQGxvyIHeEx1TCO5ZGwlGrE3IKLrgR7CvLdY8apsGugGczkULzJy9KrxIsY2nXYQdvg8GCLX8GCEk/uVrgIESsaqiohkhAAxjI2g7C7HSLHmnQku9Lk7LwmgBZPX/Fvyefm51SxCWeL5y3uyJ1Km6nPU9iafunHf1L/8n/72/r3//pf6T/+yA/rwtULev+v/jKT7CN638/+lE4eWdDpmUorz3xBRzodtSwtb66JT+byhNXpWN7e0PNPPqn3/6ef1OWnv6STBw7p5F2ntHTPKR25/26duOcuHTx8WNNHlzS3dIDb/5zuOnxas50JLZ8/r2lmyMLBOb3w7Bc1wcK21G7rJM/hS/Mzmpvr6q5jk/qOP/wt+obv/TYd+po3anD/Se2cPKp08oR65NM5elw7MwsaTM6pHmzpMGntrFzXLLei6VTr7uNHFN9CZ2bnNTkzrR0NdGX5Bm0yrfseelT33H+PTh5c1Akm9cTymnZefFnbzzyv3sVzOrJ9XYf6V9U//7wOz/R04MCCUqo0Nzeviht/q5UkFt11bia/481frbt9QMtn1/UjP/Yb+mt/+yf1fg48fVUa0IeDFNNMjWPSNFxuePQKaDjCoTyoIIHMxlAWWGS2VX6GeRU/sh2po6RuYhGOpJSesuxy0PvjuahCRhHKIlFomHIowD4M4m8LEgPUtkx/2kYcINlDrAZr5G5hR+J9mPSb/GitoFE2PMQdfKOjcOM68rfJDJ/YWG3LBqCDjwNAYBsZMB5V2pNBScED6TY7NY6sU+jhbCvsLAlS4aJ8delHKc5Mg/4AmxQq9Th0r61vsiExBnnejpe4AEUCWGTVogPwGagV7c/Qw5Mp+lt9iYaq5E2AxwRBhCCak3RKknfEioxj0RDlKxcMbCl7TcH7fKaiu5V5gu9zMFm+cU3XL13SNW7jL3zpOZ3jwP48m/QLzzyni6+8orMvn9P1+CepvIBtb/aV3NJEd1LTvRl1qp54yNPl8zf0qY8+qQ/+6od06cxlTXhCs91ZHZg5oGMHjurIAvN4/ojWlrd1+eqyvnjmnJ5m/Xjimc/pQx/7JX3msx/V44+9Ud/1nX9Yb3nTW3Xi2AmdPnm35mfndfTolKI9ov2nZxY0wRP+Kp9HpKSUWkps6pscDAaWqm5X3alZ9aZn1Jqc0hTf7bd4pdtYXyGtadq9r+xatmXGkJ1kWyOXlLXH7VGhHzML9r8I8h2sQxbQqKCiUxqmhKYshdgX7C/TPtUdGFKl4xlzY7qoh+1ST9CYRkr7uNACthvxCDccYcgtuwHJKg6+YIKhBEoq4hLoVVxYU+1Ar2IxEscEoGYjdh+2rPAFpAYh0j5XmmZXEmpyxtaAZINHIKnRaeiybBe6CaXABZAH3pNoz2XxdEapwVv9WoeOnZQZgCLO5PSUKp6aWp2OUrJ6Ken8F57RD/+zf65zZ1/Uo29/XJdXL0utHV27yuZ2aEZH+IZ+GNzfvKmd1euan2hrttdmYnY0yY2el2xVnOBf4Rn73/3wD+llNsW3vftdets3fZ3uecvjuv9Nr9dpXgkOc9JeOHZM80eO6Mj0AR2YW9TMErff+P7F9/eDrZ4ufupJff59v6QOT3kztdTlk8LK+Yva4GTfZnNcPEK8u45q4uiiZk8f1+TxQ5o5fFAzCwuampvXxMyspmbnNTO/qM3tdcUkbHU48HASn+DbWvxh0zQTdzsWmG3rUG9W5kYxuXFN09s3OOZf02J3SvdS1re+6U16w2OP6iCHow1eMC6dO6O1G1e1vbGmzCEkFtcZFoBpFoAWbSk+LgzqbT315Kf0nd/1X+m7/uwf0z/8wR/Ut/2+P6BH3/Qgi9u6pJayDA4A4Wv4kGXoXCZnULUQh5fGpktmUYl881CDsnjbSFzo8SDGbyxoBcYV2I+zjJZdttgSsWBKG1jY47HJuxDyzOIfWDkrs+jXw5s90RSlCYimibh2cCpy3cEZjXfle1SIIo/IOdJV5DWE0I2XXcM8wv52O6F2geQkS7Kt+CXmgQ1FYW0woFd1Lhrbsr1LwxR6VMZginZoI7n8Agtnm6LTblQsyhsHcSGLT2kBDDH04sBaa5OXuPi39JaJqaga2RARjhSG4X4+FgEXe6MH8IInC41c5EtqpEcqwzat6cdMPwYeQTxl1+RYU6iauR5yIqlClnnu7jMnBhym4w9sz515SWeBV7i5X7l8UVfZ9K9cuqjL4Litz0zPKv5bFXdzEz916m5eLbb1Cjf1q/GvZPhGXrPJnr73Hn3je96j7/zuP6B3v+c9uvuhh3WdW/qNzW0NmMebbMYLJ07ozMUL+pv/+9/QR3/tN/Tg8bt134nT+rp3fpN+57u/VXfz6a7T7ir6empiSscOHdE9d92tY0eOa2Eh0aZ9hYu2jpfOLumajX5ru1/WyKrNGsla6SqpMzWt7uy0esAg5vBgoDZyceDKkYhFywJghhB5WnZAyKw7Ow9tGlxsXMIvH9BXNP2uXQ4+uBEeV4Y84A5pR9mzjDXK4gnCdgS3sCNxwbmEewH1FWlpzKUxuqhG6dku/EhvNzxoJFJDe4xvaLvBu4o7EmFDxQKN9LuNsysYEQXfWp/dRkVrjX7BNDRU8UydgvcHmRgBSKO8BSSbuAAtrjs5u9EbZQBIxZaFVtqVKNweZwZsV+2JSU6etaamJ2VGYZQrVZXmkH/+Ix/Xv/g7f798d3rp4hl99LkntbJ1U1/7zrdp/cp55dUbOvPc5zXdlXbWrqtrNqCdTSWezDtsbFNkNsXJ/joT9X0//VN699d/nb7j932H7uJ2vXDwoJ594QX9yx/6If3df/SP9Bf/2l/T3/xH/1B/55/8Y/3Nv/F/6J//23+jX/z4h/Usi0H83+kuv/SSzj/5GS1y0j/gtnqm/BxUttn043awODenyzeva9BK2qmkmkOGe225VZYbIVGLBaD8hXKnq5wqDVjAW2zyXRaXCTb4mel57Fq6cnNNH//0U3rvz7xP//Dv/j197IO/pn/5Az+gP/Vn/gf9v//639af+wv/s/7xP/sn+vgnP6a5uWndc89pzUxP6yyLV+bmUpF2h4VhAL3Mi8A6J3xpm7V1m7Zq6cknPqEWB6SXL5/XRz/yYZ158UU9cv8jatWJ3jJlaCDDCQgcXRl946Zji1S7LqRoI1rIxsassTSyRHsF2JZtJOEzQQCtAxpFCy2sFITGHMIY37tA3xY6TJLlJNkaOgjso7ix8A/YIOphBraLXUIZJfcwRkHotE8g2KEAXaFKoNtck12kKPYZ2mOY322GRbA/keAKUAnb8hDLkm05JXAAtIxQksHa70JkN3LbmAxhaEapqDXlKzw6sG3RfJLxCYDHQ+ALofJprcsBvNfraYKNKepaMbZ3uNFvsIleYSNMFQNf4ciFukffRGaQIWwgGEdsgPwaocjaiqzswICsKGWY05iQ2AcD5Oh3+jMDoQucY5NnvA/Ag35fg202Xb6913zCu3rxvK5fuahL3NivX7lcnrfXV1e1zvf3tdUVbXNQmZ+d1SMPP6LH+Rx46PBhffqpT+t9P/ezquu+Hnn0IZ06dUJLvKYtHVxQp5tk1pp2u9L01IR6tMvrHn1Uzz/3rB5+4CEdYW350f/wH/Ti00/rT/6hP6Lf87W/Q8enpnR89oAWJ5eYg3NqtzqqmKcBXdaDOdaA06fu0hKfA0+z4fd6LQ4Zm+TP2khcctQkc/rgwgFNdyaYy6bqWVHfLnO/g02bftnckWo2+sleV+JAlEtbS9GawhGLULJHEhWXw5a2LQzBLWokt/s8Zn+79hbJyDa68RaV9hdlnzZTkDxmEKZ2hCOzcZoqk0+UixE4NGj0TTgUDVEa4jGEGX4kaMgm3CvDkMdoXzngf3t9JrkA0Ffq71QgGiQm4R2TGFaliWaqSJNk39k0ihKA1rZsQ93ZxyALiFOqGeQnOdXucEJuddpKLBqbLBj97S2ZCfy+//hj+oG/9X9qgrTveeBevee7fq/+wt/4y/qv//j3avWVc6qu3dDFz3xO557+oi688JzqtZvKPNWbid3i5tph0neZ8K8w2Z771Kf1Z7/vv9U73vIWPf3EU/rpf/Xv9f/5s39R//v/9Ff0gV/+Nc0eOKCPfuGzeun6FQ0musrTPS0zmV/3Te/W3L136UvnXtYr3AKun31ZW5evaKrT0SQTa5oJdpBFITaQ9773vbrEzaCDbmtzi+9ra9piAVlhMbl544Y21te0w+2ixSm83e5pq7Y2eH+bnDuo7uS8nn/5gn7jgx/Ve3/257Q52dNjv/Pd+o4/9d/q6MMPa21yVq//1u/Sy2lJ3/xH/5SW7n1Qz/I98X0/+17903/yT/ThD39IB1lcDh88oDO0xRrfCSc4KG3SFjeXr6mqag4ZfZlnvYVuS09++ANa4QnzmSc/poVWX3cfmNW9fK/vMCYqus8yHQhk0JhHUjQ8Xkihi74OGLMZkTHZCl0iRSDFmhOgXYecdMi2SGyTPgAugrEg0sN0V9LwjcRIbQ/jSrY1cjHho38yC9mABXCUV8LEBLaxH6YD3cRzg0ZhsAHB79oEMwYxP+jTkn6T3JjyDmTYK2bDUBfpFpBsAxUE8y4l6KSELMA28vBgNS6XTBt6FNqN3m4wiYxU+zH6YkHHQDb5kGdKVmIwpCSlCMhjls3w7Jnn1O12dfLkMT4zHS0HgJr5epl5kSIB4Ur9S8vDhC+CZswEOwYWv4hnBaVbXabfMnk3fUg6bPLahZon+VqxXphPCzW33bzTV80mv8Nz9+qNZW3ywXsLOjb1q2zy25sbZWO/SnlrbCe7PT380EN6mE1+i4PBb/7mb+hjH/uwjp84qnd9zVdr8cCclvm8ts6L4SD+65Le1mBnTVtrzOnrl3X9zAuq+Jbu69f0nre8VT/89/6+fuB/+1/0VXed1jc+/npNsyb1Npe10M6arFpcEHrquKuWW0qqCrRSizmKrtPTXcdPaLLT0tzsvPocopITeW1oJ14MLl5hndtQi5eDOJxs7+xQlh2ZtbPNfK/4xLC1LdU7A81OTSnRp81GT7tp5GjoIWnv0aL1o8e06yzbu9xvF7E/j68gVfr+y1qNinmr7VBuB2Hqsz+lNM7aloon0NAhww+ZBt3Kh9Qexhlie8iH8v9pICub4A75xMS5g3ifyG7ipiGONoi1ibVMgcO4JmAcipkGNF0YQ8pu4mrXwceg4ykpFg9FYkpKDPwtNuNenD7Rra2tcCvPeurnf00f+79/VvdNL2licVZv/Jav0Rvf+WY9sHhQZz76KV196gvaeO4lVVdvaF5Sf+WG2lWWzaCvdpBsQ/e11d/Q+asX9cf/mz+hmxeu6J/9zf9L7/vRn9I6syTBkYcAABAASURBVOHo3Xdr6egxzS8c1Oc/+0WlyQm99KUXdfbjn9UmN+qDE7M63JnWIpPy8MSMzCZx/sZlrUySz+KkJg/Oq7Uwo622tXDskP7TT/24Di8sqsVzvld5BmeDr/kenrc2tb29obgZ7MQhJkvzM3OK/9hIxaGg1e3qNz/0EX3huec0zWR99PT9esOjj+mB++7TAU7o9ZmL+uCP/6R+9B//LR1KF/Sz//Hv6qvfcK9Oxsbcbuur3v42xb+9/Ymf+DG1eE2Y5qn+8vlXFE+VmZeNzA2n2+uykMT9dYe+6yv3t/QKh6Qf/sf/QK+/76Tmp83nhA512dF2J/qKJvwt+v1jy/QDQFq2CfEjNORpDoRNCCGFfqjT0I3SzMqMkqwRDysYomSVKInIEHj4hg6bzEZUA3RCY4+BbZXfOA4aGGb7FSOblACJMc034gQ4UmfM3zkRKzuWmWK1a+Ih5dAVqORUSdTLsdnawg+t7ozssHGjhA7CthzErYAQL4UeqIAUQNGqlFRRhha3dEhV7Zbipvutv+vb1eVgfmBhQaI34vAUL1Xx1+mljZGGb/po2FclE2jlUO1CZhMvawdyspWKnYoLy7JuQ8QmH/1cANtISYExCLoAaWVu3zXrSWaDjD+O3Vy5qRts7qacoYuNb5VD8A4bZBzQjxw9qlOsA9vYv/fnfkbnXjnLt/NH9djDD8n0XcyfTst8J++oxyfBbq+ldqdinrnc6mteyRLzv5+31J6opNZA3/p73yN1BjrAZ7zPPfc5TRxZUF6a09bcpPqTLfXd1yBz6DY1iPIDdjCSlXTi6AkdWTqswSYvDqyHV69e1YCXw8zm/b6f/DF96Fd+Va8894J2OMD041MCdelzsWi1u+qwucemn+sdzU1NqiWKFIs16ddkASsyCa99jjZWSMNWvzVHc1F6KbB+i84eFfK/LAFH2e8Q5Xa591mlfdxXwNgkANjgkqmVCq3fHsdg+C0nRJHwlIoQP0qn9C2M0YDu6BMT3cbCDMqYWOCRYUYeEBqjc0ymkXIf3ouU2Ihyu6Pe0gl1gcRz9fWby4r/qEScPCe47f7CD/+Ifuz7/7+a7O6o39vUH/6+P6C3v+5htTmdn/nYp3Tl2Wd14fnntHrjCrlsa4Hb9zwwxSSc6CVOwhOa5i1/c+2Gnvn0p3Waw8GP/cAP6jd/5dd033336+3vfKcefPQRveFtb9FpNtPZudnybez1jzymtyB72+/8Wn3Ld3+Hvvs7f5/qyzc1vd7XQyfv0rvf/XX6pt/zrXprnPIPLak3OSG1k3ao9zW+kX/hs+f01W97u8QhouYGoTU2e07hrAPqtCq1ktlss5I2mYTSm9lgf/1nfkp3Hz6q97znW/Q9v/e/0pv41nf8wILOPPGEzj7xSW3wknDq4AHde+Sg5ivp0ERL87w0PPWJj6m/ua6Tx45pfn5OJ08c59PHlD7zmack+qLHQnzz6mWKZ4mNPnPb6bMA2lar09La1oZ6qUXP7+jls1/UXScPaKAN8c2jxCf4ir1JxVgbDGItzoF2wbYUIIG8CxpzESOPjXFTh4iSVagxy4bMoACQYmWJRTmOMYpIjNloZRSSiG8pA9qNoOKMzvRJwwSnkAAiQhgHSJGkhs5g24of5J43ZAAa0cMBhiZ3RdnQUkwrlYKYEdNALqsvlk5KJV2woiYAvJAHOIUNIEvoVbAppwrkki70mDfqgNxUY08z5ENnWzZ5gkcGdsgaSNBFbml7h82MsdPrtvS6hx/UwcV5xTNzh7GWqsSw3yowsg9sWVScMDJtYHdTzrWi8DnwEDKFzdzWM4eyzLgV8gwYCD7kwibGdI0+Y1cOb+CgM4fxPGBGsnHX4B1etNa4bfd5Sev3t9WqrPmFeR1h3hw5dlScZPRJ5tkZPnl9/e/8ej1MvRIzoc13/qNzUzow29P0ZFI39VXV23J/U21wl826zcyfZM3pssFPz3XVm2prYmZCucr63j/2J/TEZ57QCp/MJtlwJ9mAO6x7ZE9xKR9li/pUKSnaOFOnVFW0U9JEb1IP3v+Q7rn7Pol5u7p8HUT+tPOhw8d19fIlXTj3irauL6viUpG3d8ptX/RVi9eJNof6eEmcACcGvZtWLs0mufyErfa5oVyOLtmneVWGMZexp+gRYpbHAPK30duU69b0EJmcbd+qKbzRFWIY3MksDXW7yLvU7YRt2S4dZoOj81IjM7Q9pMHC2fBDTMTwcF+JJ17EBb6sdbR+GFkyv/ABhdbQYROTbsjtIfor7GyrxBnimLCxGQuXUWQxjFgkQg1VpDFK6H+GF+xtntww9sS0Jg6d1M7EnHJ3SlM8B8YonJmZ1tkvPaenud3OdQe697ET+u//+p/TV731Ud145hn92o/8qJ795KekjVVO09bUgSlNL82SV5/nq00mcdb8/LSmp7qKG+sLT39BbSb4C59+UjXf0d/85jfoDW9/sx54/GE2+NM6xtPcd3znt+t7/+Af0Hd82+/SX/pTf1p//s/+aX37H/v9evwdbxKJqlrfUIvNeqLd1gab41Weu1989jmdff5FLV+NJ/GkDovf9MSE3v21r9fhw4d4NttW4kmwxQm8TRvXPAeqLEoD9boVN4OsXntdb7//mA7kbU3RTucvnNeVl17SNt/4J7kxHOm2Nbl8Q/naRX31V79Zv4tPCH/ye/+I/tz3/Rl993d+j77+d3ydvu1bv1W/53d9q46S55ve9Ea9653v0qFDh8p3+gEL3TKHjyi3YxHk84jZVNot6kGbLB45oheeP6PFQ0f04rkbOnnyoHa4lVS0ZoUtSLe53EhM39sRSjYYgIDRbc5u9EZjRwiBt/foGDPj+dkWwworkayVDcgauSgGD7YMmcyQzEXMdFPCzsaOyB6BKvTIFGlAgiMM5GTiJNmhlyAUssDCZfpOTfJwQ+80JG5BIbZl8gtIrqDhHQlkaCnxMyC4kGToOlsCG1lAAgswZRNrRwZEWjIaG1WS0GfiBdQ5Wo+6gUNeoNhhi52NjkrYgcN2CEN7hw15OfKB1tDZRYMEDC30ZKkOt/rYQI4uzevk0UM6yKH06NEjajM/4j/busI8s4lDzJKUJVgCNa60Rw0dwHqQs6JkmY01l8qErOYGG5thX7EZEqjmpj7gNWzA2B2wYQ92dpie29htq+YT3QB5n+f6AfIdPpdts8H32UwrDiC9Xk83b97QJi9rojAHlg5qcemAPvO5z+pn3vuTeuSxR3Tw8EHVHCY6zL345r4Uhxg25zik9zpdUTxdu7aiLz79JX3kE0/o1z78Ef38r/6Gfu79v67f/PDH9fSzL+rqjZsS9d2mfPFP4o7wWnAj5nOPzZ+n9i0uKnW5gW/TCX1RFEX5TPvXHFD6lL2mPWrm6eTkjN76lrfpsUdfp6tXlkn/i9qkDd757nfr2F13q+JCxILEM/6mtlbXtMHL4SbrVJuNvgusrq6q1+lwsBRg5okUQeQpa8/lPXJEhdqUI/BIdieMiWq6MbpNMKZvI/1EgNdePmOZoLCNagjQAoLT0GXGa8w9D/nAthW/kjbUUBWWAIVAgIlEYGMJyMFadsCI1j4Xs2lXQPl36TsRJDNMzEqpApjSgStwySQsVGxUHPxI7hBYzU9g3eKsIiz2DSmcbdl7IFnhooEKjqBAI9dQr9dy0Vn0yShGmDrikQ8jkwaVykDELnQFHGETydjalgISWPtddODsASbZwcO6cvE8A/Smrl67qonpmfIdrTvIPEu9n/P0jr7pe79bf/CP/zEd4zDwoR/5af3if/oJdac6mj99RIfv5an58AFNzEyqiok5N8Pm2VUrqfwPNy7x/f4S39Kn2YB7vUoPvfUxPfZ1b9Lhew4zHjfV5Xu1zemeZ/5W3lS9cVM7vA4kNsZ8lifvZ1/QJk/4W3yv3+yvajmv69KNS1pfXtbEjjRVt3SgM6XZzoRqTtMT7Y4uvPyy/sJ//+clqr3DgjIAMptti3aICUDL0XYDmTLGZlthuNDNqvKaLl48o2Mnj2tiuq0cN4e2NODJvV1Zq9evap3PBX1uBjPdlh657x49dM9pPfLAfTp1/KgmqONEt61Oq1IL+5N3ndQxbivR1tMzM7rOrX5qssdhpKPKbW2sU++JSR3nJeNX3v8Bra9voZMmOKhEnGRKNuDYFl3Kyh4TnoIrBS8pUe4UmIqkoJHDvqY3dnIJQd61tffoyHtXUQgr0XbCjaxibAfQicqsLoUOPQaJkiXSiziBbSt+qGUnKeoVc1IVtMtY1sgZ3g1j6hPQcHthxkby8JdkO1iwpEJaJp9ovxbtXEV5FK6O4I6QsZEsZUAKSnbQAQnBECi3SDtTh2zTHVaWy6tApFGTTg2fwaHPwpEEXw+UXQ+BFg5ZASuHPWmKNE2bmLhCpoLJdxw3CcnYp1ZSG+gx7mameppnjE2ykaWUyj+1i79HiX4hNyXsbcsGhKNhg7IdDICP8lGamoNwzUYWcWkQ1ewgfV6gAnbYwPtlk99RbPKxgcdtvUZfs8mXGzyb+gAIXZ+5s8PrwwBdi4NJq1WVMpTNj1e4TPYf+NAHdP7ihXLzjgP84UOsS7MzvCL2tM13/k899Xn96M/8sv79f/wl/Y2/+e/03/3P36//7q//S/3Ff/gT+iv/5hf1V/7vD+j/+Okn9P3/+bP6tz/1lP7tv/uw/tW/+DH9ux/8Af3KL/+Snvni05qjbS5deEWbmxva2dlUh0N+HCKmJrpq016mBysmVrtKwlPnPnlvqubAkaoWr5Izetub36ZHH7pf5185oxfOnVWPA8g9jz0qtZK2WGO2N9bLf87bHM6pVjSdpientcZG3221VTFPUk40dPRIDVZpC9uy1EAeYmTadRld2OddyYiI5b+mEUMbZc2UN1KnexU5BVQknpAbYDVBXpNelm2ZhJysAgbDh9B2UAWCinimjWL9DDo+u0TaacwuKpzjFMY4CjpsbSulgCTbDcA7SQnQmNvH2qagANi2JICKFhw0rG2ZWJFQQKEJXBirMbfCuUGQQThS2A8ZVQAobMPCQWNlIAGG/636iBudEvEjmyhb4OAVvViIYYCxyU9hgC5sG01WlC1OibIUDdzQWa/uai3MzRWoqkprnHLnFg5owCBt0Vbrl67oyU9/Sr/3T/xhve3xN+hf/l//SP/mn/1LfeCDH9Ljb36zHnvLmzR/7KB6bOzTC/M8lU1qhvRmmKCLi4s6zu10YWJK69eWdeXCZS0eOapH3/FVmjx8SJqc0iCeqrsTStDV9Ixyb0Lt6Tm1J2e0TlniP1yxvrVevqGZb211vckp/qLOvvKSbq4t68ip43K3q2m+rx/ic8Bcb0oz7Z56rtTqZx3jppBZfFKdNeBJbbA9EOsV3/Q6alVWi0ld0TgxATKHgEx5TvAkf+XMFzSRV3Tw0KJmDyxqnReA+IOhmgVuhxuASLNiwmwxeePb+wUOMVcuXND1K1cUC+sqt6gcfcNgnpid1oMsBAt1milNAAAQAElEQVQHDuj61Ssy+Q12as1MzPIqnzhcbWhA+c5zwDr3yiW9/PJZnTy+qBadaZvyZpU5U0dMIg99pD+S2C7pFhV0YBtZABqKEqIh1EIUXhqF2CmASazRQBQuA3IECnXS+EgvyqILqqY96t2MrJhmiUi25WBkycbHEmGFi3iBYyxHfQodwW46wdwJiE/kLHAA6UpRtoQxAE+oCmxWbDs4YG+yYMcydGs+LmKCDOx527ItRToOLBxYQKY+pJuHUIMLoMvYm3IpAFrFuYSowU0+ERItmgGZUVHWiEPaAnsEpOFdqKQoSyY2bR9kt91Wj/kQzR2b2YBxevbsWTXOcgLcgKzwKjIi2JYNKACdgWKvaCigLjf1Pht8zIUtbqux4ceNvWYjrnkxi3khnrbzEFhIlJlwmfUkoOaWvMNB3LYmJyc1P7+gig30N37j12VbDz30kC5duqRp1oN51gPzAvfRD39Uf/V/+V/1v/7df6Ef/ZVf149+9KO6OD2hVyjz2Y1trddJnb50/4707kPT+v3veED/3R/8Bv3pP/1f6du/85t134OPam5ugfymtMHcXVuV4sDeZlzEvF/m4L587Yo2WE92+PQ2oH6Jq02burctDtSZzX5L0T8brEk71PMNr3+DJli3XuCT5cr6mg7yEnnqwftVE2eHNSLSreM1ANsBuE2frPH9vt1q0R4DGjQg06aG/sp8dHNYWsQrEFwDI0nY1DABIw3NStvCRVYB43FRFhEYi11vFyk8iWHvWBcicSQjTZiMQ5L3LR2YquiFPIh9YxgZBkU8vt4gS8DtPspRpCYE6A3bshtI4ESHxmAudLJQAlLgLJdqiHhykh36UIElmZ+yivNYWEiCkO2BS0U9lIPwwXG2opFsk1qAZHtUbVm4YR5Qxd/CYhvikbTEaOIhHkkhiy/a0nihGULhi3pfQDH03DNfVPxHKmpO8AcOH9GBg2zCTM7LL76sv/jn/wd92+/5Nk3Pz+ov/Y//o66wkW1i9/v+6B/R6YcfUnd6SvOLC4qnuMnJCU1OTSramxorNrsneNb/8G9+UFM81b3lLW/R0sElDhMbrAXMzJj0axviaK3EgtTn+3nN4rF67Zpu8M3LTJBpvmmxuugm3/TOX7qgc5zGBwy6u++5V29661s0R94n7j6pxYX5sjG2qF2LlvnSF57R29/4Zu2scRpnYWEnVR4uNnGISVQ8JSsmc4oOZmb0WZwGqc2NaEpH57q6ef4ZxWGpouwLh3l5YJJuxE1ge4PXjpu6ee2yam4p00ziOeo9za2g12lrGnqGdulAV62KElkbTP6jJ07Stoe1yrPeMk+GOywa7aqrdqvLzaKnf/2D/45NPWmHRfMe6henZTNuaspFlWV+UdTYEDMLOwkXb6Mp0IxfO/iiIrAUY1vRI7BDH/WK5DAdSgQbY0W3OOKjMSDAtNl4HIUr0Zr0M+UNNmwojTCXgiH/QJaYIxFGscJSxY3iBRZ9IdIpirGgVGOXH85b+EglUrQJnaQAgeXmRyEcYKMDkEY+Adp1IYeJxEIPOfJ2oysoyBERtkAUNROnpoB1FsWPspF/BpBnwA5aGkVVpCMc8zKDit9Vhm0YBAZIVyUCdKnXCFu21ThSoSBtbpXxvb7Ni1av21P8M7unn/5iMdk1LdwwQGiTRnjaqEk+GMuJfEizz3jfWL3JU/QNbfOK1Y+D99aGBjzFZw7HNXN3wDN9g/vMiYCdgjPrSIzhgNKnpBd/VzBgDYkSxGHkczzXd5lDS0tL6rMxHgTPTE3rEt+8f/Tf/pB+6sd/RrnV0/d83x/Xd/7JP617Hn+TrvIsPuC7/NGlGb3u/pP6vu/5dv2//th367/9zt+jP/pt36hvfucbdeLwrJYOzOuhhx/V29/+VXrd616ng6w/R470tMU8vskGv8mun3l1qCwFjjptDzd7xx/nMc/araLkzLKjTrsF7rPxb+uuU6e1xGUmbvHXWJ8mlxa1dPyEEoetDTb1uNn3mfeS1WcOb8Uf56VKNReQWqx/dJlL30rSfiBHibZi2hB7pMvMHTWgW13GfAREJVZEN31qEjNdmSAgUZIOCccoNUbZmcQCQHf0ocuR4q52N0puRLZlAwkgM9soRkpIufkNdTZ8AQmRxh1FHWdfmyYZJbsBSTaSFBC0cFSzlMPQkTRAo+OLLcJdHPSrgxs7j1mQF8LwNGc0/pgOMsm7nWX40mjgfZ4OGPEOe5gSDzqKTapI9vw+nvwjDqZ7BjC2x/g9sl2xGTHx1jbW1Jmc0jaDskUmv/aT79W9PCc/+PDD+rX3/pweeOAhvfVrv0bv/N3frIkjB5U7LcUE7aWWKuwrBrHptTipz83O6SAT9vTp03rs8dexwR9kgA1kJmfFibnNBtliwcg3r2nj/DmtnT2j1TMv6uozX1D8t+D71y7p5rkXdf5Lz+jmxYsyN+BDR47rDW9+u17/prdrCbrPxbTLN69JnsnnpifVozwxgc+zQDxw732anZoup3FhGN/aova2Fe0YC0qKzo6VmQNHBrc6k/RXW13aY36iUnv7Jk98azp+6pTiL2cPnjqphcNLancrPkfc1LUr53X9ygWt8DlhwOLQY5GdmuioSzlarBwtxlsB8pyiXSdmZnT3gw9qhteHdTb7SxcuanNjS9Nz82VzYC3VBs/2j9NeXerUZwFKxM2Uj1mMzxIljA2qpryBEch2gZQChyTABAB1bMYGNJLigwSIVti9INLf4/Yol/TDniyg9zQUiiKRA1FrFsUASJl8E2Y2cQVYhBl5YOHyEEB4UoiakdyIimQbm6hnAexEehJzV+hJMywg8chGPNiMQ9vC7wNi4Y09iBwLUYLItxCUAUz5R3k2eRASzS6BItGoY0zTiDmAoEuIy7GxpuY15Yk0NLKPKNDwtiOUbUkAOAMNXUkhY5Qqoys0eHhocOCAIg9LywYkXqfMRmRN9Fqa6HR16tRdfAZa04svPqdtNpyUUmMb9oDCmSBooGSXgqdtkMdmvLa+qiuXOWCfeV4vv/gsm++LunHpPJ+vrmj1xlWtLV/X+soy82FdO2yeA+b1gO/hAw4AOZ79eao344KGUYydVispLgWBB+h3OMxf5fLwhje+UVXV4sDbUaoqXeFW/4vvex+vcrVOHF/S4296i173lrfqrocf0fG5JT26cFB/7vd/h/7+X/oz+ut/5nv1u77hrTr1+vt05IG7Nc0rwcbNDa1e3dTcxKKOHjymAweWNMPL2tTkhCY4ALVYqxJ17jBXu+2WKurNlKV9sgb9LQ7bm8BWodmZy4XArJE19ZvmJaJL+8bGHZ9Ijhw6pAF1XGWeGt0Cl6Wq1dGANs8cdFrtNuvIFo0q0qkU5wYyauYC44YWv807S5YagBZuJIN8Fc9IxDbGbRjYJj5QsMTIhM+7kHJY1drb6IsghHTXHm0kJhao8VFmwHBRJlDRRnvaibZMSim0pGEWaUiKIBsijEdQIqOPW8xIBk7Ano8EREKKyECQu1ojHQKJR54BNpMPUECxHUUaYaFyBA2WBFdAt7iYFAEjsYdWtkciMPQwaRsaiYZ4iEKikNlDvRpnN3yS+YVsiC3ZVvyEy1A1ALnfW0hdQDgDd/Z0CgOxZpRvc8rcGmyxcV3Vv/qn/1w/94Hf1Le85z26cf6i3vjwY/re7/0jOnX6tBaWDqrXnZDN0InVrRYbKqkzqLuczCe40UYfZg4MU72JsuF2mMQthlo7tdkou4qXgGlOwAd48lo6dUyzx5Y0fWxB0zxZTx5f0PzpQ7rrDQ/q4a96kx576xs5lT+iI0eOqN3pkJHU6XQ1zcY5PT3NwjahLZ7W449trvMa0KY+i/Pz5IYpZTKImch8HZRbRixCQp6Qe5CZkDuU35qamEZSK1H4XpdydhIb+Ss6cmhe99x1WNq+rJmprJMnD+ruu4/p1InDmuxhc/2inn36s/rkRz+oT3z0A3rikx/Wk5/6mJ564uP6/FOf1hc+8xk9/bnP6enPfl6XL1xSq2rrwOIBLfJJYImDw4FDS5rnINDmcePkMenY0WnlOBCxGDFilRjnsVgGiPaOlwlRfkFTVPRSJauiP8ygjHpp3GUY5AqANLYBkI23xJDSyFlmUQpoUrKhh8pIIpJr2KDofAUGGl9UxY7oZp4mD5ChJAw/WohYK6inmea5wEgeyWWCiJHRhEVAxC1AcSJu5FyHHQyeMhft/oCyO1kglZVV4SJl8AgRGY+g8VGOTNuydpMmRuNKTAyEDzvJyqWygUWXRIlrHn5FyUIb1qUhZLuAho6Ui40soSKQGkK3OAxukYxYe0wHnYBOu1K7Jd1z3z1qseGsra7r3Msvy6NIUDWvWwPGUJQhVZXaHeZVSpyJB4oNeHXlZvlL8ksXzuvihXO6ztP2DebW+Vde0ctnXtKFVxrZ6vLN8j+d2eBGG/+9jW2+Ue8AfQ7zzS1/R/XYZt9UOIPIiwP41avXdOTocebvttrM2wOLi9rgs9dTn3yiNOAs/IDDwKmFGQ3OPq304qf1umPWt7/n9XrD605oarZSv5U16LU1d/wQnwYPaHn5hi5y2O9OWAuLs5qenC5zrkrt0h5z8wc1MTGhinpXibqTbxzEY0OOMrRa7ZL3DuvXNuNgh7bqU4eaw0vNZk6Ha3Kip/jMcOTEcaVOS/GqucnBZaveUavTVkoGkgjU6nYVnww6yNutSvHylzkMRiuI+aHfgrtjFDqzpDlU2hbFUKK1GZ2yrdd0mdjUN8b1CIhaokTMiG7mo8rEaGZflJ9aKpkQgwpIKZFXKvH2gkhhj9ujKHSkuSfQvpgOPUrSjXAIIEWCAVLoLEOouMJHUDiCmKCBqCAIn7HGHir8KI99NOoSbZQOvE2AkT3EQWeCXR9MgEgfKHZWQdpz3iP3UZabyhMhaN3BZWwCQoUZnIMUBH5I63ZntFs8vdWMiOn5abW31vSL//Y/6MpTz+ree+5STGxmvhIdGf/GfD7+TXqrxeTNZTIkMovmi4WxtFdhJIPj1BzfC3ucoOMUHf8RjJnuhDqqVLH215s7TOo1rfGMvc0TfktJMxNTmmfznuK5vKoSWfe1zk0hvtObUddhBQt5m8nVjonT6YistM2TX/wPLTa3ttmE71aVkrZ5WtzYWCcWg5LCxeCta2ggESlR9ypVinLGi0QvWT0GsXli6w6SZtXVfXwnfObDv6HL576kuameap4xtzdWlZigvW7S0oFZ3XP6uB55+F499tj9euC+k7r39DHdh+y+e07p/ntO68F779Uj99ynB0/drRN8FlmcmuHVoMXholbNhl5zc+9x03nbm2b0xscf4Mbhkr4pj3C2CfGULeqQKX+AqBlSamHZI5AsFdBtjj6jHYo4jIKIeLdah01A6PeBZQeEkHYkf1IkpCS0Z5StdEaoHQFQcFZBsCOPOSQ9SnpZsRQF7Fk5YhiTwIECCh9EA5FfpBMg7HKZmMOyRKmCz8E3EDYKN5ZOpCHikrH/gAAAEABJREFUChd0AeLWBSTWPapEIujHfSQR0mIPEbjOWXQN9qEVKVC/SJs6CsiAUNkWnuSIaNDIh3CMt41dAxAjq30Yk/28XG6MndaOTh4/qkUOlDWH2aeffloDNi4X6yhnTVkByhy3/fh+vLG+Xj63XbtyVZfOn9eLX3qOT3rPcpM/o7Mvn+Wz3XXdXFnTjZsrWubp/Cb4Cpv/jRs3tMyGv8wGG//Dl5h3AzbGPjf7PpvjADwA19yII6/L3OCvEW+HOdtqtXWC5+7JyUnZ1tVLl/XsZz/HS8GKDh46oht8KsiktXPjpi5+7gvaev6MTh08rKm5ObVZK5aOnNSpu07rEAeCLhvt2XgB5JVwjhfHhaUDarFedNhoU2op88oiXkPie330a7c3UfqoljWgHVLFnMQucDbjMdN/dFH0ac1mj3GzVlDODoeDJS48gu5jsE0ZRePiyafW+saGdhDMUK7Eennj5k1N88LYJo/pqdlIqvTEVxZkUsqYBtRDLNZYDR3lVFIdVtQjhBUFYflUYg2hiAoQstDtQaQnxdjdAy5DuS4yAsrZ2ER8kipRI5kmR8k2EFhKQcuyG1BxEb+GCgDt+pDnkn6Eu2KIBOx6Q1kmxEcckIZ8SG3DAcQiFNURAo1ctEdEG1UwJmnwYWO7mEU4DkVIkMMIHN5D2nawBZwL2h8gS8UEguqNzG2TQqaRMLdkuwBjDBz8CIwNuqiPpaaXIy0Vl4UwSzZYAF5ficO+clKPDfN3f8s36z1f+y79b3/hL+pnf+TH9S/+2T/X4sKC3vCGN+pNb36TDh87qh4TsqraGrB4RD2Tq7JgjNoxZGYWGX1FOdoM8h6TIp4SJzs9TbHRLzLQZ3kmn8gtxYY6kStNqq2JulJrh4G2uqmdlXVts6jsrG+KKnODb6ti5FJcxeSd4EQ94ICysrqqq9eva3N7h1P6lN7w+OuL/TaHgz43gQ71cophudcYUcbkpCoFtNSCTvRJh8QXqF/HFQeRpE5uSzeva4bNOK8vyyyUk+2OprsdtSRVxGlXVgfodSpN9ipNTbQ1yQGg2zbPdBJILRaCFgtF/LO+KSb67MSEFmdmtDg7o3ZVKz5nJF5T3vT4G3TyyCHaqEUdBopyasw1bVyX9q5p4wwYvW2ZuiQ7ONngADU4I424wZZJVcQlQMPMgBT2xa6RUDMI5FkEkEKvIAOjNctKiEOfg6CwkXaZVwgcxkYBTbjroxx5uJBQfNaSrJrBnsN+aGUTMfwuWDagEVBmyjDKq8F1SSvokkyO0MiwDSF5ECWEQFGCww9t6oztCESZcgN1Q0dbZ9IJGKWTIVAXu5CjRoKU5DP5gSIDUfQGR7jLhDagCFWM0NmWZNmW5OYHbVsiTY3cLo18JAPTDeUA6bytY0eW2ESPKz55XTh/gc9EGyW9qMuAm2lgUYQ+G+4OB+Q1btI3rlzTFV6dLoU935lvcOO+zOa7vr6tNT4zMQXU6U0pu60Wc3hyelZVC7pqqWacx8a+w/f6AYfXRNEy37m3OHDHYL569Yo++clP6Mrly0rMuRa32xKHsvSYEx3SiY3+xvUbOn78uNqdTnmGf5xv8g/e/4Be98hjeuzBx/TIg49zkH5Yp4/erYX2hDYp3ytf+IKeeeITXBqua25hXr25GW0x/zc2N9UnfVHzqmrLrtQt5a/U4wUvw9e0JdNTSlWBuszsVEZ46OosDVjPMjhJiq6Idraka6w9a1wmJlg3RIya5/o1DkEzfD44cOIkeU3oCp8eb/CJY3pqShWRYy0kqhQJ6BZHHiNx4AAJIWCgoYkTIlDoc0lopEVC4ciGNnYB21gECBzWWZGOCRn0hBkUwBwijxgXzXiO0Z2JowaIgNe+tGXZSQbCyskKZ4MpR+SzB6EZQtE1+ZH5UNig1KD9oWWFYhQKXiNHYrvVj4xH8sBusg8yE9DXytgEDSvbBQotBxqDkdWeKCzIrhHA2AQNNwwzqWTKCg7DETA4HLSGcvjMbTEgJkeAqWDig0rg4AMi+QbyMP3XQFEUwCa4zcyaTV39yd/3PTo6PaPcrhX/lbmrvVrzPC2/7e1vLzEqnrn6nMh32FwHzIoAUSPhMhM8JmwZHNCJmRE3+gD2Mb7fm40xselVatMCcXvupErTnKjnJqc0y8Sb5il+gok+2epqFtni7JyWeD2IfxEw0e0plcpLiQ3NEt+8NjUgr6rV0uz8nOIZ/ASLQ58n/Db6KowobwYwQxIC0NAHlyh/RZsEjlt9l5O/WVxYAXSDhWq9Y212yau/qYlsVTt1AW/11a7FQSAV3K7NZp5LPTtOmmBBmeBAMNXuarLVUdQr0k/oyFLRf/EiwNLImwHxBtvggaY5LEy0kqYne5hlQPtchqtp29LOsVkyZkJmu7EN7GZch5wiq2Z1yuRbo6uJH7KAcToij+yLLtIICHuUmbg5eLAAPJrbfUljTBzDmmi7kih3Uzom+Lhi12KPKOpIYE8kIcSDIhR1A2iPmg6uwcJFHiOIBSSSoKkgyZO2EG2mqEzYBlDoYi8IUpYStijwIScWPIsgvHbjwZMWvugizbBFCh+Ge5BprEy6tmUDeU+HoDCIFbSNHoAhySRTFgEFZ0vQe+BioyIzuqGnwrksti4HzpMnjmpp6bDW1ze0trauNofumDej+ZuIH/QWm/jm2ibf3pe1Da7Z/JdvLpf6HD56TA8/9ri++mu+Dvh6Pf7mt+uBx16vA4ePqcUcbsX8ZO7G7bzmJLDDHBywya7zfX+N7/cvv/Sinnjik+S/ovgvRr7ljW/SqZMnGedTmmbN2eSZv9VqKQ4IfQ7sj7/jbTp+913aoLyPP/x6veXt79CB06eUTh5S/66DSlWl+txFLT/5aV36zV/W5lOfVPvSRc2xuR88cUoVG/iAjTnWBrGRD8rYSIo8WpSz152kHSZVdSaUmKMDbPq0Q61KQeeUwImVuFKmFzLx67KOxGiQ4nbf5wYffT4xOaH4Q7sB+la70iZtFn+IN3/suBao4+b6us4+8zR5Wz3WF8VY5SAUuDSu9hxdR26K5eGOIFzYgG7zMfZCGGUKbFv2EARmTKSmNnD1LohaNkAKDOhMXTMTJgdNQkhlE38fZNFEcpKqSNdWCgxo6DJpiPyG7G0oR/pAsbmlUiR7m/2ewHvkiLIsUQjd4mLO5KEsMhySwnpE7uGh4UgX9qV8exb/ZdRYeUZpRgJ2w9lDPCxNtF2FzGZKglNghJCyrfhF/DsC+jvKx4QR//DhQ3r4gfvV5uTb2e6z8bc1zdYcG9jS3IJOsoG2OLG32bRiUG8xkUftUDNwgxYDhJ1XgUMWIBo6saGn1FLF5peYzKlVMcHaBVKnrdRpSWxuuUpSVSm1sQVEHWNa1aQbg62qrHgdiI1rk1Nzi3QmuAXM8Mw/C0xOTSq6qmaA9Xe2+CbGiwB2A74DWklFqcaFXcYuhCbf1G5LLADmsJEpb04JtqUq1ZrodZQYiDVPjx1sW7RpQMUgqEgjDi0tEm+RaAeIW3sLXVtUJ+SWOqTXa7c0QX0jDSPvc5DY6W9JfNMzT459Ppkszk5zeBhohroIG93qSDfKHXWsofeZUC6y2osBk8MmJJSroBFPfWyXsWMbVQAovOsI0QWKkjaRrYQsEWZw1p4LOqCR7FHB52IbqQTXQOSVSvWifKMiNTrJdgGCYEANb1uJsW9bjSNVIteMv4BIK3C0SWbcNTYxcqSaMTQCuoz1FXnGAruI10DwwC1+pGsWwCZeRI2xGSWhJiJBsg1daAKaRCwr9FFk29rnyJtIQ5GxbMg9Cp44toOQTX33IiDb720XG0Ubyepw0Kw5QC4uTOvkyaOM50ov850+DrMUuKREDG1x493kEDBgY99mXseT+jKbM/ukTt51t7723d+gb/rG9/AZ7149+9xz+g8/8h/1gz/0b/UTP/WT+qX3/5J+4qd/Qv/gH/59/dW/+nf0kY98RBukEa9s8ZkvDgqf+9znFLfdd7zrq3Xvffcq/kAwMR9efOElfQbdJz718fJfjry5vKwu8/nRN75Bd99/n+YOLuld3/D1OsALV1wuVq5c1/UXzurspz+rzz/1hJ58+jM6t3pdfZ7GJ+69T9OkPbV0RGaNqmNMcBlJaqnLK2KbzTy5UlV1ZNahTm9SvV5Ponc6bPY2s9UVW14SBrRNzOgET5vTTwyf4Rii10l7wCAa9XKXi8GATb/N+jFg7VxmY5/iNl9VLQ5N1zXgpcT0yVE+T7RY/zIHofhrfEaLfqvORAwA7flRgUICHfpYtyoIAyEWhN0wtmFdxBn7Ms6peZRrxMe4RlRsJJdfspQiLlxFvVJAsqJPEzIDGjrMhlQz4siG5CLcFYeCbPbL0pi6kC7hVxCEIWATjJlH8gFjorFiljIUfn+ssG5iuWg1DFWcCQNAr+lHNrZlA1g3oQovN9hOst00LhPENKqdJMAOI/0XOMrNIl+OizR51DCSOHb0sHpsOHOrN/XK+39Bn/9P/0HdSy9KO9eV+yvqsIuZwT05Mak4cceiF5nG4BhwOIiJNeCmXzO5KFHpuDpmRyTuSonNs2JCtHm2b7GZOgZ8VXFqlmrq1Op2NMGz1vTsjCbYtDvcEFqtjirilXyYXH3SjwmfUtLU5CTP5ADxMhvwOs/3O0wykV9899tickX2Si1VTPTMBK/bU6q7s8A0eba1w0qWsZcrmUlasRjUhW5pmzTjhF5VibInnu36ypzY21XFmSSpknkezTKHiIpZwVFFsbk3IG72YokxdlI7JbUiXmWRnEgI3ycFphRtmlkkTP1iAWgpacItXTp3VjXy5CQi0FNZTZ+pcbAi34ZpQtsQASD8HtWkgKj4kBcoQRGJwuxCiBVulwgGKHwEJXMEI9/wmbrUQOTWaBp58KYGgRv5eBjpocU0qpNLHdQUJ2jA9hiPLnhAOFqQZiAk8u6YRB7ZZWRBjiD4EMW4oOsVOGQjvSECSjkbAsnIhyAg+GF5IUcSyBKt4BJQoShEmWsq5Rdun32RuoSoJOpkwwO6xe2KqMCozLYlfGTsyIf8KJlsy4y5gLghHzt2WMeOHmSjPq1z515WOCwYX3WxLd/MeUqPfza7w236BM/N99x3vx56+BHNcsh//sWX9PPv+3k99elP6/Rdd+kP/qHv0fd933+jP/K9f0j/9R/7o/rLf/mv6B99/z/VP/6nf0cLiwf0sY99TC+eOaNV5uS18y/rrlPH9ZaveqsmJ7uKz1iffeLTunltWfff/6AevPcePYi+vn5GHdeamplW1W3r6tWrWmXDvM6B4/KN64r/NHSMjTZrx9zcvE6cOqlTD9yrw/fdo/bBg9rigLCJLldd6tRSXErK3wVNTKobaw6be6wndkX1K8XGX7E2JPiU2krQdgsd8y07mhSwjIRmhYZAnlnfBkDIoodr2r070dU6T/ebHHCEzTwHlKrXVbTr5uqKtvhWPzc/r0NHj2rQrrSeB1rmU8YgMW5LBqQ99FuwS8wAABAASURBVEQfUq+NyPa1DdDabsqvrGQBRqois5McP2yqlIZClXqW8VUyiBoiG3lLmJOOgKQqJVkCW4kMEvmE3rZsi0ASWCRbxi1E+FuSDdGtkG4VRDKlTLcqbuMj9SFEpNBHYcA0twQdFbRRAlb8VFzEgpWQa9y5YUKc5OZnFSyENoxew91BTXsp4kaelkWLyrYi/cpJKWiwLClpiKxwTRhUQC46mrjgosshD6gJRpAVi0SXATjNRr/x2U+p/5Gf1vn//E/089//17R87TlduQRcfEnddlKv01Gs5ROciElENRtUbKx9NuHRhm+x3JSO5fSLUWb0ZsqcmGwVm7eBxKba6nbVYUPvgBMbfzyv7fA0nlUppQ4DqKMWuEW8lJLanU5ZeBY5LU8Rb+3GDb3ywgs686UvaX11jVzJt5bsSrGI95mQsYH3q7baMwvqLp3Q9In7NXXsXk0sHFFrYlZVe1KuukQiTzb7PvXZ5uDiqlKVKuUsVVFe0og61ug6rRblsiqZLshgbLBrw3VSC95qOREfGOJWpFdZFZCZ6Cafym4OC7Hr9LM8wL5O2lpe00vPfE41h5WwyQzwHIsCEwmrUqas6NmAoGCGniQplWUbSQBo6GN8D0lhoHCWAxF6F4rgDkGxcKOwLRto2FKyqFemXpnGj7xy3Ics7ACFi7IGBN1AcGErxojUGBtsExoJWIBtJXgaTIawg6H+dBCeNvEQkKlxttX8Gj6TB0VTnyDG2oCy1pkS4IuFCQGikdeQaESE4UeGe3mEdBeI0tBhl2X6LdIKsRW/RjsKo96G8T6dJSLZYIXLEexCwzVhCC1LbJAirz2I8pnDaq1t5sAcn7USNksHFtTnyfgym3q706a9smJMxw3etuKP4Y4cOapT3OIv8s37k59iQ765qvg2/g3vfre+5qu5kZ++SwcW5jQ/PamDczOa59m6WyVtb25LlOWr3vHV+o7v+C61mTPXr91QixeF+06f0PMvPasnPvUR9dkMH3noEd1334OaYR4fWlrU8itf0sz6Df36L/0s8zZreYXNcW1T6zzbt5nnM3xvn6XsU9h2Dy6qDV23KX+qtBV9qaSU4GszPJK65B3rU7vdFV0sY0egDjf4siY4KfRBVxU391qq3KL5SCcnamEpmng4NqKfhDOaWPtyBIZLSUxXxWeHAZeAbV4RO92O4u+Yumz+m5vryqyL21sbandampyd0lan0sXNNa2QQd2qJNKwhnmqcZF1Q+2FGfsRZ1sC8KCggwVrv8uUPyAqE7ZUEIMsl/kj4koJutVqqaIdUkoIsaZ+eQgRx3aRExLHxEmK9SwhxytZamjLyRJeuEABkCSKj84Yq8cemYvJeEBJ9ljWPmLv8V+eyjI5RyV2I+ZXiYVdMR6qrfgp6r0bVeG8GwRRrCKPIkZijyiYMW+HHCi4Udgu8QlkW8IrHNh0QjSinWRbqeCGRk256gKKTYQFNtGKI2AJLDojFx2owOgRSq6BrGt83xpw8txYXea72bSOsjjM0DF9nvW6TJTB5gaTeV0tBmc1hNjkFekUIHUmXZaVKV+mfFkJNaWDt1oSfMjN5m0mZvBloYVudSbU4uRdBbR7ctUB2qpaXW76M5pfPMh3+EV12ez7PDOusljt3Lyu7es3NIX93PwBtdmoB9xI4vmMQqjqtJV6E/LEjDQ1rzS9oGp2Sa0Dx9Q5fp8mD57iBnFIvclFyR1tsrFubW5RrJa63SlV7a6cKrXbPU30pjVgM47FJya1GdCJ6kV7QNKsA2XaPrHgxgIv2jjav8KGFlHQKdqGBSFooydB5CIeXA0GrKpZnHhGnUiU35YTOtKtDY40hGMSEzEEAK1uy7YI8GBZwQqXgVu9EdiE4QPDCzpQwBgZrGwkeKkECmfoAJFBZqxk+j/KFDiKF3ITBIjyRzs5Ig7BLKoiLtUmGsRIOcSO9MnX2NuWaQjT6CkAGnG0ogZkVgOxGNaRYCiwz5bCPiCRueGjbDXljL6kyBoEXeJYthV2CVwBSfBDDFKAZI1cJs8R3eCs0vdhUiACNE1EiDE/ipuRRUHl5mepMadVYm5G2QLTfpnaZsZYHs7hxk64SKQmXpaTChbp7PBEvLGxrarVQW612y3Ff6zq2WefVpWqwi/zXF7TELHJHz9xQvFHZb/wi7+gqekpfcs3f7Pe8Mijmuv0NMenpGk29ymgokxbyys6/6UX9eSHPqZf+un36ed/+r361V/+Vb3//e/Xhz78YT3C9/xnOICvqKMvPftFvfzUR/QAh4TJI3dpdeaANhZmVHNQmD56Um/72t+te0+/Tqsra7pw/rxO8G07/gD42LFjmpub08zsrCbila/XZYNpMd4ZUQPLO1KX80Vvq1Zns6/W2raqjR1lLgt2pTZzf4rDRHdyMhpFWxwyoq7xh4eHjxwRU1GZSZVr1CJNxkKmX2KMZIQZWjiDC40sIjV0VqqamdxnMx8MBrpy+ZJWlm/q5o0b3OI3FWNomrwDot3USuq3rLNXLqlP3LpNnski6wI2tPZcDIuatg7IiANsbMIXSLKt5ifZ1u0uK1PuzNhpdJFKxlal/Cb/VFltNvuUKplfLvUd5SpFspgpbG03AsZjzOkA27Ik27IkO0I1rtDUEy5Tl8ZnOKmxgo60tN+lcdbGFL8rI05TyJEEAYnYjVETho4sqcyQoiGCD27PIrgoFNGHBVLBjUXYk7YaV2TkYVs2IEtgjRzsiAx8C6vgXUK0Bm7xRmcTOqk0ODSixgoarwBK1ciGdQuZi2RYVjpc0eGlUjWaAHTwz3MzXtvakbmpp8kFzRw8rdnFI1o4cFCHj5/SwqGjPHVLG2yErVZbo+crU6aKAdJi8x9mS7qWDWgElDu1ZCafVOHbSiw+qc2G3uoJRhry7d6UWkDVnVRigUndCbWgeyFjY9hmYVq/dlUbMZlWVtXmO2Sn0yn/l6gdylbz3N3U0RJlEy5FvePf9a7EweCyBsvXpI1VmcmZmdw7HGY21la1GbC+qi2eDAc7A8ZwpZS6tHlbXcrSYePfxHZ9bU3bHApIWik6BCKlBJ1Uk1ekmcGxqLRomyqhq5IqgFLJZuCzYO9wA4jyxiIRthHHSepNdNRtt3k94aChxDCMngWIR1ZiwCIDweS9RoeTHD/s8Np1+2zo711FECawbBdM0PjCN+ReGDYNZ1mNB2tUFqmmPaNwJcsSKMxoSzBZm/qoSNQ4ZCp8k46GzoYHjM4mHEKigRLtadrddrGmZWgSEiI/Yy8gVA47iCrR9kDoor1i7A7Y3AITReFsKwF4sFRwIgaEHViS8cwVkHZdSSDLIUeB342/KxvTlXiZMFZxcEQHIbDilyIvKARD32gVjTqUjCPbsNiQh2JuBwQNtNotbe/soJcOHjykVqetozwfx42+H/OE6T89NaP453fnzr6iT3zik9pkDv3O3/lNOsJ8bw69VocNts1t+Mbyqj70sU/q+3/wh/Q//a2/pT//9/6u/sFP/KR+7pNP6LmzF3Tp/CVduXRFL585qyeQfet7frf+9Q/9Z20wnxKbbMWmX3entc183monnrFb8sSkTtzzoA6ffEin73lIX/j853WTw3uiDWanZxSf6NqsN5UrxbzaYd5tbWxqnTTX1zaYxlxANrZkNuxuu6OJmWnNcPOf5Lt9m8NB6QzSijVr1IRrzPMDCwdKejFeA6IfhEGMj4BGlrGpVYcSKHJwHCwHtHMd9mBanxxqLV+/VtaOFT43xFN+6F1ZFWDmRebgtb3V1+WrNyS3ZNaIAqSjMRdDI9iSHwTdVHKhNHAiLzdgaPrfhtDIDelAAZF2wSWQbaVksAoEnVKijC3kqRGKlohKge2wbYBopTmTjCZ83qWCC7CNLECyLYm1bgj1sGIqLuIOIRfBviDt42BMIqDiRw1BMQsfgT1u4RDdAUI+BOzHDUJa2ioKExDKEYa2sQAItVsUGLzsCPfEuoMrFqRX8Lh+V7BLKCqfnOTd3yiCG4J0GmIUIh+WYSRp2iYMm+EjhlDA1dUbOs9A7U5y+40bNzfa1sycUqvDE9uSjp44rVP33Ae9qN7klJpbrZTo/VQlhcsxcA1d8rQctBrsqsIkdElm06/YONsT0+pMzarFJq6qI7d7wIRSh80dWYebeOjbbLAxSWpu8ts3bmqH20RiAZuamNICE7rb6aidklo2A7ZS1WrJ8PHXv32e/7Zv3NDgJpv78hXV117RNp8h1s+/oPVrl7XKwWH5xjWtrdzUJpt8wAbf1WJx6rPZZxaQATf5OP232u3y1Hnz5k1t8PrR5yRfs2GIAdJiUW2jT+TbJv+mn6TgLVzN6ARqnlJj6LOC4AcoiJ1r1WQQ7VdVpsUG5e8PetTLZqNn0S7P99iRCrkRjQVHQA6AlSMYgg3rEQMmR+wgIkogKWwCdAeHfL800rLKD52TBSMRZCBwFCorHHkha2hBAREnQBry1CkokhHyRko7aL8LtQhsy24g2jM57fLjMUqeu7qksK2qShXlbVVWAoTL9MMAqANKuxCTNnYS6QLYk50sCZFS4S07ydCywiscJAu2Cm+Yog6ckIENbpTkIdwQxbQjSyqNAI+mMSO0LdshaqCUEXKIYwzAjflIIOZz4D3IGminv61UJU3Pzqgz0Ss4bu2vvHK+HF6ffPLT+vEf/3HFfxvjgQcfKjj+Mr9VsfAz9qfaE+q4rSee+Kz+9//zH+gv/42/q5/59Q/q0GNv0OS9D6vHJj1/+iGt9sVngb52treVmRNnX35Zz3Oj/yN/4vfrS8+/pM9/7rNSNS0x72v6oc88KCVOldLkpA6evl9m/sxxe//gb35AbfKf4Nm+PBHTCxV8p9VRfHef5Ht8/BHu5PS05pj/C4cOcRE5pHnwxNyMUjfWkrbMOmMn2VaLORlzNP7qPf5AsEqpXFZqyppjXtG2TctlhnJQ0TVBgwWgjw1/QMfV2NfwA+ZsHJhSq1KiHhX59DgQHVg6oJmZGU2yPjlJ5um5ph+q7QFtVOvixcskmNRi+ifGoMJFlqQZqGHJ25gB9bBEI13oqRQIJWGh3dBNWIQyv/Aq6e6LLRvtEBJtUVWVAjuiDmGcJoKCbyAPx7yReWg9hnZFQQRQj6IOOqAwBBm4s093Ft8egbo1pqjKhGq4O4fjJw1ujaL4GnPjRRsT7ycxMvHsEkpg/Rc4Yzsqp226dtQ4KPBJLj/IPe89ckTlYcVvVY3kI7uSemRopht4s6r1meef1sHZBU2wsfU6bXXnptTl+avDRjs9M8ukOqjZhYPgJdmJyUipKKtwfU6rkXXIrUpmchobFVxJBmQJPqWWcqpUM8DU7iix4bd600ps8GYy58QkJc/gKw4ANS8N61euauPKZe1cu6Y6vsezUFQVNxZO85kNmZMHm2VWm8Wh6nalijbk9N9nI9++eln9q5fUv3YR/Ir6V15mwz+v7RtXuBGwwW+slY07nva2udFsb2+WBWuHzwDlDw/5hj6IP7pRq7uzAAAQAElEQVRLLbVabe1wyIg/tNnilWDAq0DNZA1c2pjx1mJRic2+ov6Gj86ssYu0ag4Hwj7kLq0hGaLOfcxq0k/qb2+pR7u3yEu4uBmKBWYXWGgQYy8gMpAcPxKyoazGQQt5A9rnRibCxm64IdpnN2IsQwY0ecYfIZVpE5FCnJBTqZCxPyiACGVBKAtN2IRtSQcNfJQ8IwtoxAjDI7MLISVL0KYtE+NlHGzLtsJlBl9DBaciT+jC/v/H2p9Aa5Zdd53gf597v+HNL6bMyHmSUqlMzZIty5aNBgsbj4CxsbFZFGDoxg1mLFjd1VVdPazqgrWqi2roAqpY1dVQ4MIYsMDlAQ/Ig2TLkqxZmRpyzozImN/8vune07//ud/34kVkZEq2Oe/ss/fZZ5999pmH+15EVSdVPJOSvfARVekzCOcTDlFClfSImGPi1MuVgAVPc4fl1NWRiCgmWqwcX0KdHOkkFToUKo5sbotwufScbSj8RTAXW4gv2AWTF08jl7CwjoJgDgswNqBbjrPR7412CVsFC/kyt90pZT/2xjfp4x/7hP7BP/zvucEf6nu+97u1tLqmKRtXhVzN+PV4XmEe7j13Uf/8//3/1d//e/9Yvc2zWrn3ft3+8Bv06cef1kc/8Xl99Lc/reeev6wxm9h0NuJ5/FBbHJwn05Hcbtv7u3r9W96pp1461GGsq+7VHBwa9Vv6pEUkQiPsnZ1c19u+7p1a5kWxZfP92Mc/Vm7tPdYH2+J2q3s9LfECsMYmunHihNZObKi/saq8OtRkqdKolnKVVKdKFXO2mklibZhx+Jix0fZI+8qTX9E999xd5nBmHmXaA6nigzBofAOkIqAKSN7YF7KYTZtm+WafWIOWVli76koT5vYul4UUEsuPBlUPNY1ytJpNx2pYt3zQuHDxopJ6GrSVXC/rjaNuzfKPyzC/QKhz4Ax0ka8xRC+ecjp566ZiJRIRSsyriFBgdAT4CKRgwsCRFCouQnggK7AyClOK6KiIDqu443Rh/K6C9NWlXcDXIDZXlOf494NcYsg/IpQchDoXsaC6+NccYhge8Wx1YBUchEcqszrHYPVACWIJXkeHEoKOG5y2AN3Cra9v6hNPPKH6tQ/psB2orgeU1Gi8tyd/ux9xiz7g+1NbT7R5YqCVYVJuZ6qYPBULQ8vmJUZhMDiUKICyOzswiKg9yRJ8JQa4KvKHAuEUtRIbfEWZqUCtCIbSdKLJ9hXNdre0f/mC9tmwWyZtM5uq3++Tp1bLopAoP1gEemzynhgz0ifepHmenLHBBpPwYDbWNs/u25OZtliULvMt7wpP8Je56e+ODrU/nWmXhWE797WfVnWQhzqcVUzeYEJL1uMFp0ZXSkkTNuN9ng8bDhyYqoaDzoyJ7vKFS1Q2wF7UK0HRPhlbRHP4xiPiNAB6p2ppx+Apn1JK06QqtMpillKQVqa8NajozEl0N2pQRGhfGJRlb1sC6Yhw9JXB6cBCKsKU4RWykBQRwl8XiI40Mj8Cik4viCCii3vBV9l4VPJHwBcAjggF9XSbRghXAkXEESToAimpyBVckV4pRxls5LPv8hQZ8gRyVUqq2bx6VWKshoSXrredKS2c8wDHooUsWbqMJS7T9K+KyypZEApswcs3OIrtcOHnIrkI3H/FBDNI8hih2YSoogQwnXYMCoeMBR/jR4SSgh+VZu70eMw0appJ+UWxHrfMtROnderUPTpz+mE9/eyOPvTh39Cf+jN/XA/dd5suv/g8Y3zG5jdjcz3kZetQNRV58sI5/cBf/3H94uVn9Q0/8gN68O1v1UP3v0Z3rJ7QGW7hp4eVpmzq/fFVvfl1D+hbvuWb9Uf/6Pfpz/7on9OP/YUf07d92x/UO9/1Lj314nk9+Pp3qM5TVc1Y/sejkisCNMxf9ltlNua15Q099shjes1Dr9FL5Pn85z6v3e1d9VkbDK5byxxqmXNi/qSoSlfWHMLrSauaC0oL3YBpFqV+Vn95qOWVFT6F9XWVi8J999yroHMmHOZb1gdRvtAlu6AdATdmRJijCONAxBt22SYZyRgOv+px0eAAMWETn9E3/ZUlvXT+GW3tXtQBr4K9aWj5YCIWC13gxfRimmnl3ju1R5lVWlKeVgoOPJ6/LY3gtQM1jlKvrqxMOZSmFjOMi1El6GKwVQC5iFCibgWgdYPr5G9gOWI5ICIUESLAB5BUXAhaxUEW7CDieEzIdPGIDmuO9Ht089JfKTfaM3A82aOjzKpXqijCN2WB87vwZHbljJwLOkotCaELi3gxg8jCioB+pcq4w0nGd50NgQaHHZTBAGldnWyhkPEEX9CZOOCCgDhqg4UMCo58LpvIxa0dTW87q6Uz92l3byyxcXmQzg4P1LAZDutQnxvC+S98SvXhtipuSkqhxKm22EE5HmQRSUcum6Ie3BYK6TYhPaVaMQeVCes8FcJJwaRv+A434WAxvnZNe5cvary3o8noQAd8W59RTubWHjzhDdkQW2yIKilThnzDv7qn7aee1wf/6U/ov/1//tf6b4Cf+5c/rYvPn1f5rscLwS6fAfZ4ft+lbrtM+kPyjnKlSzuNfuOjX9LP/vuP6qMff1xjJqtP6v7nd0fc4P3NMyJoFhZR8k84jLg/IjCKNi4hExmTVCmwqe2ABarhJaDlQJABkSmczmLTtlMFAyQ4+de9pPFon3ZYLCy5pCXkvTgmUgKgKFRkKIOQKVxJYNsCEm6OoLx2WNZQorKYKLeLOXSawbQhKOZ4XEXcOg3CWYfBdiX6tUpJQeUjOomIKOWEZdFWMCotm0pakgJQKGIBjpud4AFF53Vc0dcpVUrwkdKtXKRQYlwFMlVKKhu9eUlymuYu5rhDjNOMcV3kKOw4ToPVRaiJ5LwGWlYBEbSlIRExRMBE0q1oynJ0I/0mk+DrOrt0+HjTzmpwgyMFl3GELqmFxgiXRV2cXuRhsRuRjBxjLTMGK+blIQfaVgOdf2lHH/zgL+m//L/+V/rZf/ezetPr36IrL11VzcvZydvO6GC8z9w6KDZt8HzuP2/7+//t39VpbtB31Ks6OU060VQ63esrmIuP3HlGP/6nf0j/6L/5z/TX/sKf1B/6g9+sBx68T5ubG1pbXSkH8UPmx9Lysna4yZ6+/awC24PxHuVQa4Ol7B1MiWokVVFpabCkO1iDHnnd6/XFLzyhz3zq0/JhOkWSoQJTdeRpBjboBCrzAnVMHxRWNEOlmbgEVH3l/kAVNmc2/yG6KbDcrr2x6qgzUIJ3O4Kws6MiFhgupPvB28sCMEg1l4sWPVPqVfUq7e3v6PEvfUEXL13QNp9C91nHLm5t6dlLF/W6t79Fs2FPLW2uqCXak6cBzMB4dHgNPQKKhFt6/Kg8eEeeRExSRChSKAEVB9pUJVV1VeJupIyGTHvn3NIuDe3TSvSDAkSaAJMBNm09bueUEjqSIpIUoRCp2Ag68gE3wmGGUgHhIoIQD44IBTo6CAm9IX7murpykb3JU+pNnONRt8jx+IL2yFjQ/5Ex9cBsARhPJHSjc3wBJcWRQny1IHcCc9RFutDVdAfS9IWxoAvuRrvcyXKHlg5056KIzlaJQ+u4axVsrmMmwzbfyU89+AgTn4HBIPU3pH5Vif1HFafX0XNP6cJnfkfPf/4z6rPZKhIaQ77RRoRSlRRB97kjAdvUsuhkNtIgHpGkOUSqFQz4IJ6gk8jH4WLGAuFNfspG3/IUNuH5b8ZmPAaaJK2ePq0Vf487eUpNv8ekzvKfsBzsXNP2M8/p6d/4bf2Pf/O/0G9+8EM6vHhZzcFIuy9d1uc/8Sk99+Qz5cYy4Yl+5HJ43vfN/ID4L//yh/SP/vuf0C996NP61Cef0W986LN64gtfVIpQXVXqbh+tUlVRB6mlXvv73QLp277Bt43sGwd5IqgPdMvC27hevBq04AyParCwBTUW+gEzGKcVh6f9nUtqWDhUeNHJ0Hbe7Gls2eU5kR2ZQ0QUqgtV8ulVnXMbFkLQ2KC5busJtISTSTKKRdwRA2VGhFIkVanDpmEpbtYVgmcIJX6CPBGhACfyRpiWQEopiZgiwHOw3sInniwkJApW50KKKIHC+VOlLk+oqoAUSkBEFDmQIHTk5nXMtLV582hpjsIiyEy+fJQgJQQjoqgBgTs6ETGA4GUxEpCc+xYMBLqg8AFc985TCo0Ms4PsucvcNjaU9Pn8tpg3O3aMMu3LPMPIPq9eL52/qH/xv/4r/a2/+X/Sv/7XP62dq+d1cqWWf3flxMm7tHb6Ts16lTJKEhvEgDk9Y4z++q//up554pLaCwfSF19Q+8Xn1L94Ve9+42P6i3/uT+lP/sB36z3vfKMeve+07jy9pGayqxGH8NW1ldLGIy4G/g+mam69okJf+MLnqYvkmrrNuqoH8Q6c4nJr+mydw/ttp07rbW99my5duKDf+s3f5BPDqKuypFQlVcjVKalGd1VVqqpaVYG+Uj1UVEtKvTWl/jKfEvbkP79NqdLh/l75E7+WOdkyfw2ZthLOLQ3S9bk150SYXVq7darjgJ/uMzjVtVr6Z8pL4vLqqg79cri7refPv6DPnDuvn/zZn9W/+bc/p8377tKLL52XqiSRj4B8VIsDS4sNtsPgfjTOLmvOFy4HsvO4LTNYT0RSMqSkiraoaYcE7fmXyyaPJuwTNciGOV0Gi/W6HECAzYoU6vKHStwFUW4ICdNmQgsGHpRRBUCZbYhgxJNYbIYfgPmWMia15EEj0Qzc6GmhY4w4Rh8nX57veOrvm840SFFyrJyIuTHGkEaaV043OxLjWBrRmyXc1wWOJ7g4DwA3TkdD0QHHZW6k44ao89zAOBbpR6LhQy9ub+vU6x5W44HCBukOSXWvbEpTvnNPn39G61XS5avXJPL0eRZ0c2QOCo5Hqgtf9HCLbXjZZW6tmUHnai94VVTySM8cAlqevxpu7C3fy9uDfb5n7Wq6fQ3Y0mhvh4m6ozEbc7W8rMHmScVghdv2TEtrGxSbtHvxks5/9tN64eOf0LXHv6Q/8p5v19/6C39ef+PH/4b+PM+IH+Dp8es/8B7def+98mcJf+trOcgMxlOt8B3vpcef0grPft/xzY/pu7/xdXr/1z2gP/CO+9VHRtd2NaQ+UxZAf8d0O1a0Sc0EHzOpy2/h+5MCC4fr2jKRmqOFBGl8RCjCrZmpcqZvAeo945NCw9O9gWcVRR1SasFJOSFPHi/iYR2A9WuBS4QAGcLOR4e6sIuU9s6pY90URgR23cRUdAwjQ4ljS1HUJTmMwhdhsNAYkgKbDSmgI3TkbiCJkBYRigglj7VIRQfRwovo0gK+AONgvKSoVeTJkygrSYoIBwp+hIsIQhV9tiMRL7JVV4bpiCCdOHkiQqJ9Mn1M10HTN5lGxsu8AvDkJJjzNMvKeeFLoQgDVEhMJvRneJAyA5w7EM4qRJx1l9jChyIAygMtmNdxyXQ9KoUoxKH8W90GBpc6aDRhLu1ceUFPffEj+hM/bA5l6wAAEABJREFU9H79w3/wX+gf/e2/pf/LX/tzet1bH9XaQ/crsTGdPnlat526Q5trm1rmBn/+/Hn94r//Rb31XQ/rx//vf0M/9rf/M733j32HvvED79bbv/Ht6p0Yqlrrq7/cU8uc2GPN6KWkU5snxGmYG/NUY+aqn/97vb7uvusevfjCc+pDN37NCnqNOrrNDQEdSvIhOahNTR+vr67p9jNn9M3f9M26evmy/v3P/bwunH+JdahSrx7IehNlxlxXSrXqPnZVPSX0JZ790mGra89e1jZP9vvjLe3sXuXAsK8Jh5BmPOYw3ahlznpNNbg/jHPZeFs5Ljv6KSLked3SBx5Phc2BPTPPKU5Vr1f+fYY06GmfwwRV0Ic+8WH9zf/h3+ljj18qfwr44Z/+X/ST/+wfa2N1SVXidp0mrAONXF62HZSbGVS5FDwPwyXNATtMZWyQgUhECK+gLVKqZKjZ7BNxKaQyrqUW3a3tdT7rAWd4na5AHbKyC5U5k8DoiICP1zEX1ltAcjIhPmQX0eF5AiiuAzojQsLrq7j0VdIx2LW4lRT8AG6VdAtevMyaLm9pmBvk4ygW0dFxc94uK3IhMSoIZZGIAIVESII6AOELl86gQrDpdAaAWBV88j5Sp46yGFk637E62ko6Csku4QbZeZqRRRs2umeefV69++/ju9a6wn+XyulYSvLf00/ZcKVK1XBJ9zz0oGpO6xFhq9TjJqBI+Ap10ZnNQDIR2J7Z1IQVHbSlxuaLm2v2TZeb9ZjvWiO+mU8PtrlxbGu6c1Xjrcts8ts65CAwPLGpjbvuVn9jXQOeB3vLK1o5cUorp25Xn9v9jPh0dVkbD96rkw/fr5Xbb1dvZU29pRX1V5ZZCPrY3Jd/wTACO1PWwXSXffyaNk+t6U1v4/vg6+/TG972Gt332ju1eXpVK+vL8r/KtcdT/4xFylWaMSmDSRWplsBEecqfslC5n8SkAjj4UG25yt2YCUVEidNA+ECuJQ8TfSEI15PMbSYOEZkJ6yywlQgwl5B+DABv3TCEVqMCcTwWhUVgYdAxH3GUCLejI0IRAJzOR4e0wPMoY1iGEs2KID1SwaHFT0mkvgGRlKlBnsspBVLOJ5FNSVKEoUiJZCKSWGgy/WQQWJEURz9Ssghxt4tposSkiFACFJKcAJRoSJEIJAXINx5jYrLz3MgQOZNYMOabgfWCl6HpYYEKIPIyHxHoBuYpMccLVMaCFb1MQ5BvIWUcDm4Al3sDg4h5SSEPiSBexk4rpSbUa2u1k1qba7frHW95u/pJGi9taLp5ly5tjzXbPVCP79+zqqchB/Y1buNunwM2wrd93dv0I3/mT+l1b3uj1h88q9W7Tmrt1LqWB32dGqxqbUyfXjzQ+MK+UttX1VvWEnNtxsbvzdy32qhqJfrNf7O+wsZds160TKCWzRFTsFoF3BwLkB0Rt5N/u9553vu+9+mB1zykj33iY/pf/uk/0Ud+/Vd17ukva/v88xpdOcc6cUmHV8/pwpOf14uf/5jOffYjuvDZ39Clz31Y+09+UoeXXtAer4Pe2FJVSQnb6afMvGuZvN6887xMY3pdlm1J9629pa/ofrVzmYgodjuMSJpNpur1+uqxBmbV6vWhe43e8KYHNKKiq+vSQ3dJV3gNXecgMCgmoJUD/fHxZHpefZtg8ga4ng4V15NsQ0QIL6oGBO2u4hgKPnsBuazTrl92fUqqA+xw3ILCWIWUKkUkBT8COqwbXRClwEy6fQcZ5nEgeuQDkXQUWxBH43bBmOOXS84TvjpaGHALSSfdgt2xjid2tBurSxPGSw4iQnZdaMowl6chHVMnKIEt1wEyHQEbWriCcjd5M/GSnw5BrkRLHArv1ONwnIX48SRocwyQ9ggzdtVBVgXvxSeflng2Wzl1pw4PE8/zbJA+nrIZp2aqmqf9pfUT5c9ZPJn971oHk2fEhi1weKShp2Vjz0yU7Fs8WEA2r50xiBsJ3LB5t3zjDp68YjZROz7Q5ICb++41jfe3eArcZYM/YDMeqa17Wjl1RgNmzZgN15utXxPaVEuc5FfP3KlH3vnNes2736N89z26tNTX07wQvMjN4vLBWPujhs8RM3nDvsYNZMKhpuZgMJbgjzVVI//CXrU0UO6F0rDSKE90GI0u8s18n0YKJnMCxEQoQH3reXzGaXkBU14IWM/UEOA1tb1Ac2xRES5b53zcuEsjGN7ER7RFQxktNF7JAX0lhLw5kbX4MmHR4aSIUBTuf5zAujpw6JIprZRVSqOsju8UIvhQRJTCw3ZChYLQHlzq5gWWOLM7KikSYy6FEjgiinRiOUolv7WYcptUygEWgJzI43ID2cAms0o8JCsJZUWEQhKIAA+BV8cLmVZxuYRHwTzqvrHOBd/swqM81C/YXxN23k5QCnWu6OpIwgUXEr9IiyNpmF/FB+k0K2tGLsCupGn51+rq8vs2X/nKs9yQz+qFS3v6+/+/n9S/+oVf1t7F8+LqrQnjtd+vtbQ01JQ56d9F+b7v/36dvv02zZgXY16dDicH6Nkqt+Nr587r4jMvau/yjuq0pMrP5KlfXvn8GWyL+bXLd/mWRu4xb6uUNBgMlcCZdaBlLtB1CiaHbXZ7RgS1zTR5VkSSYy3pfmFY4yn/gfvv1/vZ8L/1/e9VjzXlk7/5Yf3az/+Mfumn/7V+8af/lT78739OT37uU9o696wOr13UiM9f+1svaVA3OnPqhDY3NqnfMrb2VNmmqqegnEx/tj6ccPhomZ8lDk8hCZsY9TYVE2EQF3kKeOe3HJA51CNQ9K5vnpLXyBlr5X333iWWEbm6/p28Q9a2yhVmHbSaNgndlIAO2WUHHRwjO4YY1TBpPhcFEIcXEcIXqKqkKiXVNZi1KSikxc5Zm2UTW8rByy4iQJlh0kowWwRAEnyKAUtinhGVsDnQBaGQHRIlAZo0ipCYw+USShyFJORONqvDkqLo0NfkaJqvSe4VhOIGvjvVlcs02w0JjhRRUmyoKwW2rJMs3uWFiVxEKKIDKbRwpC7IDjsJOSkVqWRFbpjomqYLu4afs7t8hG5MrJGCdOczkE9OKNrUZQctfF7wC8PCJowpmXwZ6PIniU4d9mpd/PJXeAa/qDsefYe2mzVNeNquotaYZ/xmzIbLgPATWX9phQHcMlDQyeBK5K17AwWneFvYMhkzw9hGNWzqxpnDQDMZq52OlKeHZWNv2NynPHVN+KbVsqFm4iNu8vsGZC7nsfLyks7e94DWT54hX1YdlWYcPBpsGY1ZinKtNg01qtaUbr9fd73rW3TnN36zbv+6t+u2N71RJx54UKunzmrMzGqpS7GxqrTF5v/S1khT+P21E0rDVfQMWNqWOFBsavPsHTr1wP069ZqHtcTrwHBjQ8OV1XJzGfDE2QMGHBZqFjFR78xAbmnTNou2yZoZKzPJsmYsIphLLGgwWoYZ68NQRKhtGjUcFPocWJRqafmkJok6MggCa0BCTJ5MUuiV3auldbkwCRvE3DbV8V4WWo0LBEcQLAQyefAqNnT8iGDoJEWAZR4CRhgdtIUKrwszMo7STIoqZFzzqaKuJLpD3vBThBI/EZWCNjAIvACnKsJeSRKtB2TBktvHOEhIIdLND/lHuAWGfGUfL2+bTL0z/ZfpWC+WLX2XHaclF5sDuYjlV2zXtkst6UgxbwitF7AxtlvF0lBHq3MlHVnHMqUQ72JE0Gk23A4RdlyHrSK1mnFYbWncX/3wR/X/+Yf/o/7u3/7bet973qu73vCodi4/px6H4Y3+siryHh4e6PKVSzpxclPrG2sc9A90uLPHjfiKtnjOv/j8c7rw4nMa7e9qmpl3g57GHBBG06m2tnd0wGeunb0DjcYT5smaKubFbDKjH5LO8Aw/aSbyjZ/Kq0pJKUKiHQlVs35UzCHRxj68VVHJ1Zuh2/Ge09iQA7h9c1NvfuQRvenhx/TGhx7TI/c8pNfd+5DuOnMH5ZzV5pmzWr/jHq3d95B6d96tWF1XrzdEXQCJuZaBVqXvKL9hJ7ZdJe6+dfNhWyTLZ5UDOnbNmMBT5mkoqeawQFeoYR2qqkpj6sw0Vp91sTdk3Wx66vU39LYHTurKtvQkXzr32rFaUVvrBlpIRYJjkCIKAwytG53LymTIsk2JxFCQV0DCTqaTqghVKSkR79OeiXgraYbNDbaX/DkYgzDnPrtepf4N/Eyb5IIzeYODg0LUVrRbdDkwJJtytACxcCnGBikiFBLQAiouIrArHcX1VVz6KumvnowdmhflyaviCrNQ14M8lzrOySXifDRFoR3EXDIiHFVBHVnii4D2gXRCIAMoiItGjILdlB0solmRhVTuALF4xdpHGUClWRFqpRIvOYlnSjGtQqOI7zaCZ8g55AFwyARquEnWPJ9/6Dd+TSde+1rFidvEjNCACdsyIIINe9jrYVcw+EMZfTWbe4uFqa4V/ZpypUz5yoQGTq9iURD5xaRiZqidsMkDeeYNf6wM3Yz21Bzuabq3rcnONTXcIvbGh5qyMd9+74NaP32bvKFWdU9LfKf35Arq0DKASxHBxuiZRqMdcIsPbtrD1U2pGqg3XGGjv11rJ28juiReNbXHAebkQw/rLd/1h/Xot323bn/0zbrj9W/Q0m13qre2oXppXWt8t6yX11SxEEY9UGIjjrqncBsYoCvq7z/rczvMsGXiSUV7zKgvXi3t26hrE1pEJMkucxBqaQ+PJ0xWbqVe9FQnYOO0Rm2UvOHEkilJCSgtbA2AFQIBGUGIh3x1j7zcL4ZbSEYEpUVJCSgTEWHU9asp6iTSIuAX+6xUnYO0lXFMPyzlSEAUEPkiQq5OYjOquQ0kFgv2fOovBfFASSAQFePKkMCpkgwKfjLQKhEaQoICIhQREHiw2w+k4Kd4R/TKLkgKOiPRPxVtnaA5iallkDWAD2WOi3SYNGUGtQVym5XJ3/V2IUpQuE4A8EWmpX2aObRwWgp2s3ZAJLKyWHyxIRuwowU8XgQWPENCBmk0ZHVplIDeQvMa1ZIyw4rtw7GusWl/x3veopXxl/TDf+gxvbR9yGvZqjQaUp0s/4tuzjfgVWubz3Qur05kpt4zDucV/ZLbqVrmc92r1AOYqJow3/zde8oh3v+6pPvo5JnbNVhaVURoMhrrzjvu1Mx6ACxUikrh9iIuxlCqKtW9HllrJfodj00zTfmMcMgl4OAqh41z57Rz/kXtXYG+ck0XL12iTtu6ur2l8WSipaUl1UPm6aCDug9m7GTKaYCMLZECm6RMuS0bXGYOup553mYgKkxbErZEGtLd7xisChthy79oGBC23zr62D3o93kNmahKtaq6r0MOOHvjsR573UPaO5S2tkS5Nb1RAQm6UhtJUshhAltnkuYUmIYKbBBAE4FateTOCHq8ICiqg6BkmurJ7eb2NEQEfRWs1ZLHWmbcZHShQgbUo9MhUSs1kEcARSgWP8R13KHDuSwuZArN2HCZHbSwzdXcmW7nknPWEYSPivYAABAASURBVOpqfBSdE+bOyRtR6Rq3xo3sY7GAnkOxMFFJV9BAboxHoHhLFYPdGkWnDUWO1JIVfNwXkS7TMXZh3BSHd0xBBPEiscBdGYVF4E4puqG7lCwvXB1dmDcEmViWdc0B/RmejvMWdLEjiLlJkwZsZnVdqz/IevbLn9LO6IoefvfbGCi0DYM32DhnPEc1nNo9uIVuBW1oUKhmcFd1r5NnQClCnkQNh4OWSZVZHDy5xAIZQMvtvvXGXOipphNu1gf7mu3tyf8q3QUms2+1Z+97kA33NvWXV5XYVKvBkAUjFKnH4JUglCOgs4JJPWOjrZh4S8gPOF1X5MmqyvP5ytq6pmzGu/uH2rzjbp198GENT5xRwwY+w/4dFsNlNvmN227XKgeL1ZOnNVzZVMusqiovQhVl0V4JLDB1V1UpkWY8YzGZtq38N7XGU9rBi2wbbqfAVsl92jLWMrItssayrlaq0ZOilj9T7LNw+YAQEWQCZMhFh+Yuq/uZR4vEgu6w5YEuUkJrIRs64dsDJeEVAhd/PcnlYegRw5mzIgJQgRRgqdCyI95FAnQdEoI0C80WqpIKpCoU8FN0OEgI2jdSpUgIRUJHB8IFFTFQGWL24aBABCkAGeQnxcKcBxHX5easgswtZTPpUgqFufShx+kR0GdtGc+ZVNqDuPu0gODRtyTc6AubwFyUWoScaq17Dk4qQHoEgXUVBrVDpuhHhfMVsBLs7NYDBLPzIGuStOwtoeRr1Xis0XaH01Y96nXly0/o4m9/TPu7DZ+rsl68+KKubl2T/1nZ5dUVBTI1zyxTNu79/X0+oR2yn8+4Gc40GC6pxwaa0T1ivo64GGTWBbpOEza2erCkM2fvVB+5hnait+RfzLvzrrtKjTBNKarStpk1QOix5Ym+Tqw/db+vxDymGmq5fMw4JBzu7OqQw4RH3sAvausbGq6taWVzUxO0NuS9srOlly6+pK1rVzh4HEisLQ2vARPbCIyBKTomgO2ZULcGmUzbCKM8FxfQ0KemZxwECk36DFnbVFcVa11PFWOyrJf9jl5eWtYya9OANdB/njhD7xj7z57e0HIl8SipmnaNSGpZT1imXKwi4uXgguAbFcj0KzaASpQMCuoNFywgJELNXZpjwXOejC6yU17ugLzZjJZjAxgvt4OxcM4j8kBKVq1jjvhCTiaIH6Uep4+YJorGThUkwxama5CwZF6LfGPm63VAtHjnMsyzdBt0SbkpsCKDFZNEgYQv9+jq6miBDmzDEZDDXFDxnUZRiVCXr6N13JUMcZxTZM0J+eeGpC5S8nTkrcLSUbdKmPMCHOgG3eSDuJsR8M2+QMXJecbcaDRNYw3yjj7z+G/q/m/ihruxrtzra4lNMqXEJDqUn9H6DGox2P1kJVXqsaEmT1AawaYHpWQm8dECyYaeC7QMdMBpPgSwSEy5LYzHBywI+zrgCdB/3z5Nte5+zeuY0JtKLB5N1Vc1XFbDRJvSGTMxe5hUfh4fTaaqsdGnVi8WnmQtdnhj94Iz4KSfKcsDczAc6t4HHtLJ2+/QEk96rRILWKNTt53VxonTmjC5o7+k/soaT/1STrVmTIjG/EgK6pwqJnevr0T5BNypxLLKoMW2jIztmMGZUceGdmjphxZ+Nibu9Ja0jN7syZID04KFoKcp5RywQB1Qp6bws8rQJl+EWxXia/bkLZnBx7JSGpagxGWDSuRYulkFSnnzBNtLnYoxgb4icFNgvsUBvEp2FUodrYLDC16SaC5V0FUVKgCNRyYAKUUCAxVQ6CAekkIRYQTkjpauY5GmztGEHUEYEYoIqFv7RJpTI0WRS2CvJy395E2hYXU23bKI02FFSUsbtqS7H7P55mYHKjp0zBUZ5AtG1vLO25qGb9GIkPCauyKLvlIOfdDCN6/0Q+lbc2BqDnM9jlnO4LwNOiYE17YPVLcDfefb36P/6e//E735bW/R2m0ndJUb8xJzo2Fzsl1TxqDrP+j11PMGDPY/fd1nDkYkNYzTZso2yyvgjEPpiA20Yj54Hi2vbiixFngjrGjDEZ/87r3vPmXqVvrUxgEt7RkK+jlklyjDIOQwV5l2bTkMhEKeyyduP6uTPMWv8Rlg5eQp5vBZDdZWNVxfU4+ddMJrw872NW2z2e9SnxGvEjPKzrMph4apGm/u2IxiRYSLVCkHyv07Q25K/Tu6Ww8bDitCtKoqpZTkdnGbzpBrsW/K0/2E+k+B8jkRHf1+T0sry9zkD3Rmc00by9JDD5yVD1mBspb+bskb9FVQdkQoYg6OCxq88LlYSQz5hb0RYYYyKMIBUZCUya0Cwjk9H8OQVB+N1uWhgy0yTT6niZwRQajrjrgjRQ8EuZ3lKIdIjwhSvrpfSFmX8+WjfIuUTkfq0CIslhIp2cD2mMEzoCvs2KsB9cNglr1FdjNsPvGUQ/GyzOguMjcmJIxlmYeJPc5kINZ5R+Zmo3ehlFJFNsnJhVBxmXI9kIr9mfIKV4oI+UfHXCfXMRClLi6AnEQ6qksjY0egoxCUIdkmQ5Cc5EmaoVRJdRzquWc/oyc+91uqNtfL/7RUMdk9OFOKsjGO+Dbe3UArsf4oMbFtT5QCRCtmeYFxHk8WT57Wt3qDmERsvFMWiYlv8jzbT/1sD91Wqdyw3/D179IGz+j10pomOTGRV9l4Q030lNloa24MszaUen0FZY+ZcL3BQBMmZm9pqD6b+4jJt88C5Grt8fx37tzz6vO0p7qvF55+hlvCAfqyvH9Z13BtU32e6hObe5NDqxsnVCNf9wfqDYa00YCyekAtKlwgR8KuVmM3Qq+v3KvVJGmKHbMQNaUdkGmBBmgxJhvoI9m1DhJtFQoWykNuMAfTsWbUuW3DiQWuUyX6uwucGZsiBSU7azgodORC0l/g6PhQxTspm+X5ZFy4BCTgIYSO4wkqjqJkEMqtMhyBTkQKEE8GslaMt4o+79VJKYUiQgSSNURSpIpoSPbhABKcbZhBnYsgDTICjFfJoM6Z11E3hGZHhCUFAkKJ8rpbW83ho5JdS996/C4g50XtpUxakWlb2jATB8yYgyXNyeS5Di393XLTbpRZaLN1IBgRQkzmOXt2pCMIM/pdHoLEOp9FC0Ga53RjovijvNBHnj7YTdJBf8iz95Y++D//Hf3kP/8neus3fSu30WX5b81nbPCWnzJ3Rtzm/SSfqZuCjLSNX0dmbJZuowrelI10wgbaYz5u8go24GbrdnKWmnmWRR2BJTbi0l3hOmY2Xo7AKZQSeoUDew1RiLZpjOQ1Jxgg1j1YWeGgP1TNvDY9JN7jE8PGiROyzO1336U77rlXG6dOa8A89L+g2WJboKmqe4pUKZeLBropNyivpUVbJn9L+7u9uoNcQ7/A5QZf6sFhxGuYN3Zv8j68mD/jAGLbHXf9/UvJYzZ581v69JCXz73dXW2uDXVyXXr9w69VRDeeXJYhUX73ItP1WyikMOhlzvKWchsWbIkiS3uSJRdaKjqpU5R0KfiRHWPJOjCNdoBBB3V0VulflDqdFHJ4XMHAPsePA2rQTikm5glhTPkRQV5Hfv8wHxVfi6JbG7rI6dRCF4O7WBfCLQubYzeBoyTf0ocUQVAa55ggZClCOJLxXWeYKKw5AW2PuJGcZ0EXhoMbRc2ZAwnZ4OYBC3AcHJRm0ALP+cVMXXeMfQX1Tk5vpaqa6guf/7D2Ll3QZHdHMzblUZN1wFg95Pv2tfOXtcKC0UdvQj5UK0WFjqTgx4MmM4FKCVSk9cBi81tMKm8CLQvAZHqo0XhfE2712wd7mg76ev07vkErp86K3V3RY4PlFiHwJGom+op6y6uq4Y2ZhIcsSBN0H7LY+KksM6E3Oe3PKOvwcF8VG0iDEf4uv7LBUx+j2xuqF4sDDgGDqlaeNnrhK18RRsi/aOib/pRnztmsVaSeUtVXXQ+lXKmPHXDZyLNS3WMjl9pIbMwqtFiYmpQ0oQMb2mFGQ88iU9NQS9yQjbNbKUnQGVnv6T4IXN7d1/64YbHTTS6IG0C/G+8sKRQR9E9SYFuEvmaXkVwAZPGZOnmAYjaUUwu7lDGnRETBj71wEcQWQDxBVykp0Xa1cQqlCvvg4xVBvICUKIVkFccByO0leCQX1q0Cp4X4MXELgYiAG4oIEeApGzuqlFRXtXpVpYpCK4WHqjJjrWXxF2Mtuop3fGiP7dIKBJ1tuu5Ix9QSd1oHWD/nZ+aIydZBJ1XCRZDhu70LNr2AojSKWBcWsgSYUfDLAsZcmtGa00Z74x1tjy/rYLStn/6pn9ID9z3AUz7zkM9XrW/rE0Yv8rYr00ZBu3izm7kNaJtc16p5Pl+97Q6duOseDuW3q8cm31Joi20Nm95kf08D5ljm2Tx6wRzwuJ5xK54oc/uuUlIC5DaOpIiAT22pIxEl+qHmpbDmoO1x0iM+4Gl/dXlFmxsbPIcvq0/cc6e/vKy1U2e0duZ24DYtMdcDO6d8TphgQ4s9QcMYMnVoqWPLrbyhX12ccJmGzLYB+1tgcUHpNnbb3tnmvqhSJefr93rgrEQ+/4niFOaMMTLlIHA4OtBgUOmOTemuU301UauhHPtEQHEqQN4EleClgoNQBeT1qthNoLmLOV6gkl9FPh9LM5mwhx4X1QHgoCajE088q4XAk0yCbuGOsekdUdTLhWCiueNDd8TvL0xfe/ZjFurIDCqHBrcGDYCngo7DJlIqQrSTdn4DDLw7F3SjL3nMui53Pa/56C0lXE83t2uL6KwKc26EruFv5L1qDB0ZpbmU1dWii89pl1TS0QLGQyCN/UeWMQPKAsZIbDMKo1GeHejFJ7+sNBsrSF/mtJz4PrZ51506c+edOtzeldgko2WgKyFjCEUKV7wDSooI+YfilJkElKxIUqpCM57uZ+j3xBig+85HHlXvxClVK+vKTHL1l1QNljViQg5W15S4WTep1lPPv6gJ5Xpz3BsdauPkSWUWgpOnz6iqK42YZGM2/xkTvKGMKa8F5g9YEFJ/oNvvvkfLLBiH/k2ZqFRFaOfaVtnIZ2zyQw4SPQ4yhoReiqd1Q1M2f9NefEa8IkyIeJFZ4tNGsOj404J6fRkm1LVNiQNAVltVsq0+iLi1RIuIchVJXkhE+iG6z126qu29sdqcFBEF9Ht15EeBDOE+iUISDflHX9V5dGTq3QkG0ejIG0LYJX40R44JBSVRE0VEkXGYoA0RoZQWUKQkWSIIAzKECBCS4uhHc7col4SOg3A34h0lNYx1LDkU0YFwkEdx21GlRDck1RXAAbFHnyTsE86tUMYuY66lXxnIHZe4613SMmXCtY8IowLmWqYhnzfOVvwga9qfcaxbiBc5crRHLd5xSoh85lAgY2TsAz0Bz/ktY94RwMjIugzjXOyUkuc2h+A2jXTx6nP6o3/42/XBn/znunTxogbMi2AezzynJbWMbZuSeKWq2NB6PO33uVEvscF7vA8Z88ONTQ3W15V4+fJLlqpwVTTs1xqkrN/5zY9ohTTrHLI0AAAQAElEQVS/3mVsddu1vOa12ICJjHPCkCKSA0WqlKqeFi4RFyIz5lrD56zZeKLJaKQpuMe8JKtcpRxJU+SGfI7rs070uPFXzOHEgcS6XJfGGzuQ6Ycgo/sj00YFEIqACbZ3u3XQyjZPeMXwPJ1xSLB8i/2pSqppGx8Mp7yEhEI92tCfCut+D7tajfkk+e53vU1rS0kzVcrIaB4mqcRCKtihaeESHEOJYyOs4nMJ0eAE2wt4bfaps8OdgJNNpXlZpq0ml3GQqVOWaZKdhMIOOYxY5Hasg4hQBECGAAoXhRFRSBLtO5rQ3FAo0S8JmRSS55JxREikya5UyHFHrkO6Tn6NlEdBUWplmHhDnFIw9rgmL2aLelznI0ekCyHmPhW9cMlUtJucpxmZZ3wr6Oq6kMhF05Fcl3gUVYlfj9JF1yNzKoOPg1Dtqt4I1B+5iA57wIr6RyA8r3SQoXXUckzMi+efU272Ja7tKzzNneH79tnXv04rd5xm2IaYy1IrXFZEdKCQoAVSwRBgfCnFA2zKxPGTlzfj0YibBJPvtvsfVI8yEpN1WvdUsRE3TOY0XFJig59Iqpi82wcj8JIOfSqPpIqNdefgQIdM/l1eBfYPdrV99ZIytwZv+Fcuv6QrF8/p2rXLyPbUQ69P3j3yTSczLW+c4KBwGttC4/0DbjZ7CsrtU1akSl7kghFasWhUTGzz/CdEUy+EFZMXqFjM1OOGH6EYDhX9IRt7MLmTxIGlMb/HAaBiEUvkiUqKpEx7RwQLRh/5pEtbexpPKpqtBgIZ4cCEv1vvXo4IpQWkKDoJFRLgUEcuH1HHiLjORQ155DVFR87JmREJ0IAd23RHdfJz+mUI3V6cil5MiQgFbSIOOVJCPApkdZjIkc9QBhCems5FUKEjnQpFREknuMFHREmLCHkBikiKZAhVVVIPqGmvKiUJ7LLoKqqYVTYAxquADIdOlJ3nk0HmmXEElspqmU8NeVrapzHNxDFdANlOP7lJz9YRDtlooDOypBQqE5oO5JIa5wRe7ostyBiXPNCWyuRpYqTZdEtPfv5j+kd/97/Wc888o1O8hK2wQSbqPGVTbdnMbGekpGrQV49PYj02+tQfSMyDjJzTvfnNeBZvsTeq0GDYl/+S4sXnntQe8/HEiU1NDg+UyyaDvdTdm2fLrbelDEVI6IoI1f2+eswfKcoTunDZbcZGOiu385EmzPPFv0jpzburHyrqSsEcDeZhhY5BOYisq0+drLeqe6pIF+U0lB3zMhd9S1HX+4gyFZJlhHMZLXbDKq8INWX00OUmnaHrkPXHMlPsbGG6HYesCSMOJY9weZlyeBIrpqxUImyBrAjJQUQYyQ7KSApdd+jMxMoYgX+cthwsUh2GIkIECn50k7ONBg8hV9F0pl9uEjsWLSUVTQE3IsSqJVkBNIQiQmGC0DiCECBUBU4QVRK0FGBCCVkVF4QG0DFfxI7Ffx8kyt1qaCiTAKyjwnXMuaKlWpqLX09DhbNECUJGisBHobucKs4NWgiCCNLB9qb8vNKVYM4rQcg/r5T6cn4csSJCEQYVrCN3veZHrBuIVvuHl/XSpeeY6EmjVjpgEfafvA1WVzXcWNWEp/MoeYL2CSZKV5OgZ1uFGJ+ESSmqgoPQpTbctCfcunPj7btF1ymltRNql9d0+eCwbJYNE8knc2/oExr/gOfEcSvtMXkmbLLrG5ssf6HEBB7zOcElT/nGfe3SRW7nl7V15ZImHCI8CVfWN7W3u4cdAkJeNPosWGMOHIc7O/Kp3AM+WHhGfKrgmq2ZFzsOAsEniymvAyP/uR83gmDk+pd2DvkGWLHgYRJ2ZNWDvqLf42ZBDbG9rWo1yHpB9GsDu7lYaWS6pT1EW3hAV/RNShU6krZ4YWirJZJqRSRF+dHvwTH6ossWEQrrCimiBJKM9TJHrpfxzEDaOeRNVI7A9JimpnKeDtzf5pB4C1+yUX4sFByTiei4aDjimhPYLdLyAiitK+tIDCKA+fIDmUWgBO+r+VCEIRWcoBPlpYp4koxTSjI/Iooyj2cTrrs3Kw/wDMNxYRukWUYvA28AlivA4urx5jyZDcTCea7cco4fKSoFwCEP4bwUU68O1mddxqUs8vsQP6EuU8afeXl8VZ/66C/o3d/4Lj3++OM6yctYj03Mda+ZHz0OrJ5fLjQz5wy3KrWYThM1JLZ5pv29Hb3w/HN69M1v0s72Vc32dyVuw4m5FOgRtpRNmt0mxE+QEbsSm3WifFVmlNaR27khz4yDvaFBT8Pr13g80/bOnlZ5/RM63FctMm7OYD5ZVz0Yqr+6ouH6hvorq0ocupXoXPRbXoly7CnbYwyzygEjU6GIUEQgnsBJVVXJz/OwRApr31Suw5CLiH8HIaHLhy+vJUu8HG5ubqrhEHDl6hXV1Et2rJ/KYYoDc0ZPIY8C676ZiSlH6QsiAh0AYccyfRTpWCWEr2MKXWJL+W1W5xa4i+mYKMPPiQELiKwI40AmOloSlOyCIHkFQ8695nhEgitFlJg6Z7qjXi3scr6iRH7FlEXjvrKAU8iPocUuRwvAK/jWQSiOEuImOiKO0kwc77CIEN5s4NXLQOCYrGNfHeJVRbrU4/ZIHU83OLawPNJnPvvbiqrldspcrQZS1KpVqe73NWPjy56sKckThxw0dShShRxd3zGUrT+ud9+Mk6/z+Uktk7p521k1vaH2magzJtQBer1JtugdszjUTKbB0jK39rGYcRpwu5gg4w23YlPd8m/bAltbV7gRj9VQuZaBN2NRqFk4PBlXmPBXr1zW4f6OLp57QS8+9RWNt7a4xe/LMlnSFQ4HdZUU1KnlMDLlIOPDw77/xGd/X44fcHqfsPFHMKQJXFbV62tMnUbI7/JtcsYNR57cpE+xoaKtgrqkqlIK2kaJiUSB9kw8AROeJ/0v90XUEu1HVqdKJkK/J+eN2dlF/oikiKBkgQGpYNdbc1doZObRghw1UNsSPwrQadr9R3OTXHKb1cE8vRRiTokXaceQN8MAWRTAph0yhV3XFIrOYglKJHSi0UWRNTscyA4B5rBLmcckyygkA6i0CXQEkYJJgYwIRQpVkZTcVykKjnC7AQrZeRMonYchlGbjCxCFXTgWuw6wFnmMvXFldqNMhpYVl+QiG3P9ESVKcESUlOsxkshLCD8UERJ+HhRbhLN+z7GCabgWaFJWg2ybK4ldv9ccqBpd1vkXX9QD992rx7/wefV6tfqDgSrmVW/QV0TIG6jnbMvGFdiOGtHMUkYZZckoSbM81eHhjj79Ox/VPWdP6+IzT+nC889rfW0D0UoNB+mGeSWw0ONs7ivbGLSzKKu0h+cJdoh+cNzpQjiT55BPddd2tvU8c9hrgOcuSRwu9th8x0KFKvJHhBrWk4ZDQnZfMgcrbtm+8edI2CO1yipVID0oKxmX+lijAZmci90RoUSbjHhZ2Nvb05RLwh5z3bd2lzHmktGybnjsjLmMWCYU8mcHrz865sw3lLrBb2VKoihiN/uMndd5UWQzmuFhk/VAwQ2jlwEiyJLLyrOgDddlC4VQRJAWupUzNyJIFxAqjjgRRQQgIGQX4gfegi44pIgQzStIFVcafhFb4JIihlJHvDykBlSVpiIJ+sZ88OwXzAU27ziQzzqOkrMi5hFQRtQAepknufAWWDcTN2V0chwJRcnbBTcJwjyeSvTlvmQpwfW0ud0R13PHUXnXxV6NYmiw6E10+eILeumlF1Ux8SZs3A0bb2YCudN8q820WSmGwFY0LidYSFKtDGYtYwAHRYUSE8yd2LJJBx094Xv44USqhquql4DBkvbYLION8+q1bV3b3tE2G+wsJA16mjDkhytL6KUkFPkf9mj45udvgBO+h+2xAGxvXVNV1eUQUtWVBkxuL1LD/kDBQrV76YI0G2n74gU1LBrNbKLt7S0tcXjoU8cqVZoyUfuJAliQWmytWTi8yDXINmzyLZN8AG//cJ9XjwMFefwb857ows0ox4ulJzDVVCa9qnuKqIpsRIgaIBlq3EDE/cuB/iQAU4l4BJU2mPH7AatRyKriJj2dDZrbIt2crmPO+R2NuVSHw6wCrobXEjq7xB1ERJGOCKIuzUB5COKLaIbAd3SRs+wCyNZpID0rH6WbfyuY6w/LLtKP63J67trXyU5CfwRE55WIVympon+9aKcUKslgZzHYZgwy6cpAUp6su2MdD0vKPMn5boBjeSIoJyWyRgfE3S6OMezn5ZD0Cr7IkeaibijDSuDbZxT5N+ezQr2oVXMgnexd0UsvPE29W73u4dfo3IvPU3c2QmxbHOQpnLUgCvgFMtAZ6DDkjM3Ma2GvuM1fvXRer3/oPl18+kldfe5ZZV7Ghisbit6wjHXPRc8l2+g8qKKkkOk2ixt8VqRaUde2VjPmoG/GtsWb6he/9EX99sc/pi1e3nr9vho2cqcNegPZWf+EzdiXCDoGn8ta4MN30Kf1YKAeF4cZm3JjsAFkTCmUqqqAoAMwNngs+ECROWis+5MAa4XjLtv5zJ9xoPf8d74a2+u6J9fJl4IlPnlkamk9AguXqbIUaik/A8aauy6tkyRpnkNIG7IWLpyCHnMM1/lSRCg0dxBRYkjhA7bzGifkXIeCoSPMlSI6rOLmtHlzsrBvFTidMpIxEEEggwgD0NzdSM+ZBaUSHg9Q6AYUQ0JUOpjgBh2pI9WjR6S6xcBy2qIltXAoIv8i1tlmHvkCmCc4GxrnMVkTgAAZ8DC65nPOIkuSioMwEzoiyCPZzojQwkWEnPt6aYuUV8dztUdCEegBFowI4mhexF8RhxQRWvx4qve5yff5Pv+VL36eSTpTf9hTy8QbHR6qQjbVwVP1rEzG7JxVrRxJqeqrP1hWxYbtTS6iUl33mTMVe+xEfsJreH5T6ms0WdGsXtYBEzYjd+/9D2jMQWJvf6yDvbGN0ouXL+jabF/jutFhPlRbgcf76vcr7XNDr6rQPs+Fs8mBghsDZtGMreqqGzJ97BjQIUOe4pdYBNb7tYbDWsurQ03Y9LeuXS1/x99wK/cmP6F+uxwYWmSDcdNHTw9V21cva0J5y5SXOQys8kR3+fJlXbz0ksaTQ82aiYIxWKVEO2X1vPhEUp+Fxb/glxKLa9XDtsQCFBJyDYtHot18mzcmI+kZlAtGUAsXJgiCWZQiCdKcAkgX3DFDdI8Uxc8DFRcwDSVC4EUGpMyPyBREIhiJ1HuRBkslDb7TS8kmaFPEmH3OjQUl7gS9qmtJLTmchUimDUocvn2mnEz9pOSogh+pgiZOGsQxH3JyYZdAOOwnzCUpuH3S3o67juAouuBLzioRhiRnD7ct/ZKAqqqUkiGpZvF2eoIfgX5X3PaDM+B+KlhCj7XNMTJ0pI67wrItznc8YU63pGXqnhXYLqhABTBPF+XjJVgRoYgoNARyWXa2xRtPZjMzbW5mYxebMYNL0UicR1UzN5b6I40PrpbXrodf85B6HJAnHLhnHHJF3yTapBSByu+QSgAAEABJREFUkoTyRCRYVzNztpklzWYVRdcaH+5q//JFvfD5L2htEuozn/ps8GmwqsxcD2pSBfKTabnpTmcN60ou4Nu57W3Q6U14TN4Jc3mfZ/894Nlnn9bP/fz/pueee04bPItvbJ5QMG9E/3iehYJeTbRXKHMZSawl3RgiLrHOTAo02K2UeKFs1QbNRVtHJCQk93Hd72mZeV33+128rlln+jQZ8uS1jS02tmzsw+FQEaGqqqjPFDrJrqVfrauqkhJlVdiZgjTKC3AEBG0R5FvI07RqscXxjrbdSdmDuEAqdXO6wSqsxXQHzuX6dFB4CEVYCgBHgJ2Qs4p24gnofh9FqpKUgrSwELDAkMWTD4MK+dWDmzN/9RwLCcxYkB1uGYSZjccDueOEwg1JxAtHyyBfQGcj1YOw/HFYNE2Qj3qq4BLCuMnnm+K0U/mltEA+SItwCOHOgQdF29yUC5Egzdxc5MNidLOxoURfNbD9jDvyHBfz8tCqUqOKSe1/yjNoo9J5SFL748JHtE0I7CmMUKES8jVDrx+tzr/wjC5dOgdnrF4vGPSNPNCrXo+Ssqbcqr1hMUpU1X2pGijVQwk6V5WUkiIqZQz2b8+O+A7v07k3wMHGmvb9BHawr5l/0Wb3UOeefl6J2/7WxUvav3pNiWexnRfO6eDcS5qcv6h90qcvnNfs+XM6fPIZNc+9qOHWjtrLVzXjFSCzQetgpKvnzmuK3nEz1j7vAXtpqmvTA+3sXNPk6lVNXryg6uquTvGU2T+caphDbMOqaLPgKT1T7sy/oMfrwt61HVUsIBVjKrNQHe7t6+qlS8rNTAd8K9y5eEUjvrFP+HaYoqcedW/Rl6q+ZiwKmVkU/Vot7ZF5OdBgqDZ1conFtseikSvaNjzdGb2MU+EyQMM7VC4dFXJ7uq2NzZvnIN0jOeS0iASi3VOQd6EvFMRTgBXwQzkbJzIamzXHkJ3PQlwLbip9GcSjS56HGUwpMm6zQxj2zmx8AyCJTEs7t/BpVrXcDDMjV0pFd0RIBoEBkxGhRDTCQaUIy6rwpOBH6gLd5GIet12tEjGrkAMAr0JLoKQohWTorFRJiThdoypCnkuJeUHLSe6rPK+LaEJo0JHPUG5esz1faWyRVYKZ5yCEAqZ1VjkrsjMlgmMenueOOaGEXVWBFKYBeFh5pNfjrp23JzUQzVzSMFephcPa0NlDrpwV00PlyT7jfqrxaB/dmeHZJ0+WXRBk6j5LSf4dnTZqpTqpX7fqt7s6U4/11Id/WZ/9335G6eqOTiyf0CSTv+qrYh0I1gPlKHUL5fLEPvVBgtexGa9j0/FI08mo8MfG40P5d3impO/zonfhwkt69tlndfbsWd11zz1a21jXcHlJfeZMzVyiCmWOtdStZX5WzLEZB4UpMEK3DwyeIzP2ihE6/XoWyFBRZeqVONgYV2zqHt/JuEpKqVJlOerfMIelLB9+rGd7Z0fXuCD488CiHFSpTuSBGHJQ6FV1OQAIm1aWliXsC4wN9LmfjTOBQWDYt/SlF26RTjFFviQVIQL0y0BK4aM4KMzjS9gfSTKUsQOdgJrxbUgRCicWDC0AWsUxzsGUgHrCeRmwrNVVM3kMkCElM7Z1HDwI4QvcpXVyxzKW0XwU90C1YFsKtLBkmwyFkIpBLaO8yCJiDPtlvqhQwK8ABIthkF+Ddy4DpV2X7hjX4zdRx5Ozy4WRiwwEOLshwK/kSz26DEh66ixKz9Y2B9NMajqZhoCXr6uDPNLRFSkEFBEF3OH0P33RqM8HuZZb77lzbL40T6ZtMgPXE0kpuM235A01NGKrpJoncp/IJ9zKRVxlFFdqGOSGYCD5mXvK7brhZOynxMPDA41293X5xXN6/JOf1v6Va7p07pxm3Kz3uTFffeY5Xfnykxq/+JJmL11Sc+ES+KKm4HxtS8Gk6x2ONZw2OskG2gf32KgH2JB395TR3e7sS2zEvtX3+F7Qbu2pz6a8zIJYjSbKpOlgrGafRc9xZGYcOmb7I4lDR8Xxn3WNBbFRS77Ei8T4cMRiV2vr8hXtXt0CX1VL2TscNlxH35aCie+22eHbvnjOa6j/TKEWfsssq+oBbdZXD7stG8oS4P4xEBHiKi6kIE9EyFi0v9O6HM4lmRcRwkuhubNERwbMRCK+YxCXIfQKrssbyCTApVAFiXF1pKOIEOCdrmMuoCNCEQFFKuMEX2iqyQKRPTxNwrOMIRU6a04bOb8xKWZ3aaFIIUXoCEsqbYh9lCYRI1U3uwi4N4PbFn2wFdGlJ3CVQlVKqqBtWQK7DCyXy8glJJj7mGMPffeh5SxjdonTAHhHZdmikxhq6T5ziJDifKbcQNe5QUp0ciGcg+MACwkp0bZYZyOIl/JLIHcdCS1cgbMGtRTtVOODXXGCV4+Nr8/hs2FjvMqB+JB5GJZmDtfjqVoO1bsvvKgrX/qSvvJbH9bP/bN/ognz9LHXPqrbz9zJMF9Sf2lFPV6yUt3ThAO8sCNzQ5/yucxrR8MGPzOwsc+AKRvylA3eMOEz3IQXszGyBxzUr1y5Ujb59fUN+Rl8eWVFQzb5wRJzp6rL5ls2W+RHHM5HHPRtt7+VU7OSPuNw7uq7/cekGyuF6rpWRX19YHA80wneM2RhAssl+t5yjder+X7ieK/Xs3o53eB22uf7vcH2hMT60NMu69OJEydpV+TR2w1N2p+yAhsiLBluYXLgSxw892SZUwEORQT45b7NHpUdlFTE8EoKOQtFKUiICFElxrMY16G6CrAKr8iQHpJ8QNDclfHqwADPNrltOoAhyoXpuGOdGAzaUAUK1wFgPsiFlLR5HJZ9cnADOB2N+DnbOQ2ohulCc8t0KXTbyThPR3n+IDiPgIImYcRLbGYEX9VHdGVRRx2B7OZ8yqJoM46gSyHEHzFvJsh3M+vmuEUMpRImFgWhF6+IUOk0vbKjZUgs0gr/kMdYNH4CMhu63/f8FO6B0etzIy0DvVVLuybkZ7OZBE5MOKWeclRqQ2pl7eF1g2R3XVJVMdCR6/Etnjmjckp2ErZvMZkvsXj4v8HMTPrR7rYuvvC89i5e1M6LL2qDQVxv72py7qKC2/X0Crd3nusbFodtTtYXz5/XNovN5fMv6crFq9pFZrS1q53zl7RUDXXHqbPqN7W2z11Ru32ofk7yTdKfDPZYiPbZ4Cds6r7BH3KLPyDe7I55qh9zY9/XProOOCwc7E2YuPAPZxxExpSzpYPdXe1ubzOp+3zjPM/C0tA+rUbo9YEnK1TxjD+jDm1KmuWkNiplwAthxaJasSBGuDEYp7SHx65wNKXCP7RxBFTALD7MLdTxIIhElLCkB2GGZ292BJw5mEeynG4o8aPgGCdgAniRVYLosGVCmNsBmszR1+Bcv2x5MpuGtFpFhLxoSm6LkPCZwBBgkW5mCFdoY0PhQFiSNlSr8E/AmnuXZzLMX0DRASecIuU5NkopVKWkFKnginia59M8X1bnWll7VlnEO9YRnedxFeVde3WsLsVldfFj4Q1MdNNOKuJB0UnCpgA0dzHH0nXKtNvW4A5y9k6NKR252ZTxPNort/nM5j7jJuy5P2Sj9jP21vaWnnjicf3mr/6qfuODH9Snf+kX9fRHP6aLj39Jyxx63/jgw3ro/teqXt7UNNU6ZE2Yoafi0N/r93S4t6uGTd2vaxNu6BM24wlzfMLG3MGBJqMDjTnwjw/3NQIbDpEdwV9fX8d82oAG8HrTsi41c/Av5Pow4M31kMPBAXm3mYszXtosY3m/DPhz3IxXhBa7GuyzDkPQp26Nipt72eBpldaLE9htBVLiMJCqpCkHlZRoe5hDvtO7bSbodPuOmev+jHeOC8qIC0DNOpeqSgMO8BcunNe9996niCjrgssJ6kIUXgICEA5cQimkAq41lZddkYdwGtmhVGSEsw2uB8vyIgluqOQJgUsg1zdRZ0NVMa6rkG/zdUqMc8tp7tCGn0dAxZJjumHhS7nsCS2N5RknUY6k6JB+Ly7dnMlF2xbjm9Mc74wgFSNsYYlDlOhi0lnwGESEgrgBdORLOWQs2Nwyo4khL3QWBP/mfE6DXbxlEvncyYUxD9CCWAnpU+zFggzMk0GhiABf907HnI4xr0sX0THZG/PoFVxRXUSDvBIhNVJxvnEHgyEYCGLwekC33JQHvZ4Gg4Ea6IYbb2KC12xWTZaCDV+pUgFv7tDZWqF9IFjyiXx1Raor9YYDVb1Ks2aqinL6VZJP/f5Wnvie+PxTT+ppFplnH39cH/+VD+kzH/5N/erP/jyfE57Ttb1tvbS7pbe971v0Dd/1bdLyis48+Dq998/8BX3dH/njOnnf63T6/tfpDX/qh/XQD/6g3vF/+Iv6xh//Kzr72Bt0jfq8/tu/TW/8439Cr/nO79Fr3vd+TddWdYFPBav336XN196rK+cuKA978p/oPPfM83ruhYv6iQ/+sv7BP/8Z/dQvfES/8jO/qM/99idKO5y9526trK+VP1GacHvwhPPA7/Nkl+qe/Hf33vTbSKLC8nN9m5KCumfwiMWnoY1Ey1skIpTgB2BsUHGhCKDQtwhIQ8Ae6EZaRsxQdIepgBMl/bpeWEe+hbIc6CYfQb4Fr4iUgHEbcp09ejuO0G/KoK/qAonIoUrBj0Qxuu7MCymSJEOAJYcRoYiQXTZegODhzb8lkGZRp0UE0gA4lTKkiJAUcryCToBKPGQLeOgilgG9ovMLUEVTRtZNcrQSfGWXIVygs4MbBRfpKJBdRZAQOQ4LGSkiFFq4RHc7FvQN5bFYLLQIAl/4BMiRzgb4wvPPcjg9lM3KibxAlZI2Nzf1wP336+u/7m36xrc9rDc/cr/uvOusbrv/Aa3ddY+qk6c1W1pSi3kti34zm2jK5wCRtz/oazw50HS8p8nBHp/nDsuBYgw9YVM39gY/Ij463NOIG/whn/IOiB+QPmLzHnMD9/+u57XGa84St3nfpgfggdcP1qVUVUpVpYrnid5yX2sn1okH69NE4lBQ0WGz6YiLx0xLbNK+ZMx49Zs1jSYcQhrs9sbvBszK8rxwOzS0m4oLVSmpoqw+a5/t8l/gOI9FGg4WwvmvAty2Q2xDDb5VRNLJEyd01113STRrEI+AkOQwIuh/qWKg0FsSXOMQDmXGBmJFDrEjbLr0IYm2w7ZDFu88BQgiQsmQQhSvVFUSdanAvSQl+KJcz2GMxi8sQKMV6+XO+6nLxkTQQq7ESvzlOb42DubcQvAVjMDSIkzxpVDjOaOgo8B2LYSPmKLKOnJFJI6iNxEltfCKSJSwxEvg0TLXFnMsZIJEN6Uo21XIImYCvm2dk8QkxHWzy4WBJESnS+UG4Y53PCn4gSd1GDkaQp1zpKMWoaVLOQ7CXOxRkoIBAfZTWBnUPG8Px40GJPV6tSISk4daNNflPQB8W82k1f2+PHhaBZtdIz9dp0FPqyc2VDNJiyWU58nXY1PtMVFrRt4dd5zRXWdv08MP3S//W/X/4t/8C8Mnq7EAABAASURBVH34qc9pjYXm1Hveqvu/+z36hj/9x/XId71fD7z/3br3m9+pN//R79Q7f+j7tHL/nTrx6Gt1+s1v0O1veZNiuKpJhGZsqmt33qZH3/ce3f31by5w9g2P6O53vEmn3/p6PfZd79PZ96Hnh75b933bu/XAt79bd/2Br9N973uXHv329+qeb3i7rmiqZ6/u6ckXntGd99+v933rB3QPm/zm5roOWKBmbPK7W9s69/yLOn36Np4wlzTkYDNmIzdMeNpvJdXcdnwIqFJfMxpo7+CQF4ZGCu6GpfNLyyiEc4D90cVgHPPmHwdkoiR3IVEZIkIpJQUTOhZJ4LSI6CZHmi0w3JRyLEqfI9CZy1icj2VQGWqFj7THg8yE7jyZOuJ6aDsSUsaRMNmAEVBHQp5Li6wkOSrkIwJkOJIshEUNJXJTgLTIhIcKCQLv+lAP4m0xvssdtFvCpsrlwEqSEFFAG4SzLe5XY6JH3umdfNyQJ5AIOAF2eoIooAQX5q08yiMQBCJCEYGUIYEB0iXiOdHaUd40GFpuVPrDfEHbY/i8fhmpmW/0vIzt7+/qKq9iSCHfqm39WpflYlIVirpW77Z71L/zbq0x5vubGxIH2RZ+Q4kTDuszkacO+U/5xnVSLPU0GvlGz6tYO9b57cu6ePGctrevaGvrsrZ3rmpn9xp4S1euXtYOh/eta8R5Rdja2pLXnQsXX+KwMJHH7xKvDBEhb/6HvLyN+CQ25nXAa1OTG42oyzYvfds7W/Iv6F69fFFXL17QNV4Md9F3SB0PD3fFUsA9I5TQlSWs7wBSmUZrOPhMucGPOWQ0HAZm0ME4cDkzNnXf2Gvq3SLrQ4g3fkPLoSIFungVaHgZoXm1NBiyNhzokdc9oszFKFFmRChcGFC6Agtsh8x3AhgtRKOAFHqZ6zLCDpkMAo+3br4VtpSMQwGOBI6Q2zGIV/RpBa8GR4REGahAVwvkYpHjOuYiQhEx5wTVAxj4ni8udyEfsZCZi/4uEKYdly7NcqxQp2EcJZUCbSY0yAmd4Y6XWBdYzo15xHYryQYaOpnrYVfe9fiCQha/iN2InRCl7AU/IkoJjpMyp69TnU1OfQU4ZkZHdnW2dBDQb/RtRm/bYSrnAVD0ZgRe1Qf5EMDGDAhoWDQa8l28dFFPc7vuM7D9Dbzh2a1hYnvyt7nSlAE85YQsBQsEGVIlVTVQie1LZNOY9BkTyPoYG8o2ljJGfAPMnKgbJlBVh8aTQ+3ubWnj5Jpe99gj+oEf+UF95x/7o7rEraBZX9LJRx5Uj1t3/4G7tPb6h3RtWGm0vKzhA/fpYGWgAxabg5R14rUP6I43PiqMoC0SoNIXDSf6VW4kDQvRvqba9i/r1VnV7Se0dM9ZXSb+4uGOdtZ62l6ptdVHxakNbfPCMM5jnTqV9MM//P36hnd/k1Z5Vpz5+Y7FoGViNywILW3hye/vdMsrqxrDF3VtqKOqpAG3n4Z26vMJw7f98WTGYrerKTqwUDQJdlKmPZGIgBcSXjhalwlGOI+LdENQRgHHkbMPBUUHxSZVVQWdJHhlXqBCr+bi1RPzPH+GwNv0YveCVo4St5Y8p53FtHkLiKCgAkkRAXQYApEoUPKJsU7MtAS/yIK1cJQHSVFysl7FdTajLx+HlnHayIt8y6bhClGEjgB9NDHsLM+pRckJHb69L+KIXfeRoVslwuvpUJGK3oTy5Og8PYG/mieLYv5j2et0EO0gky5DtrmLOkLThsJl0jC71IP9C04rP6e/xDOzNyvPReOW+WqNCaGq5nbeW9Fhb0kzDqr+R60ajG/Q6U12wrf2fd/EucE3VVaPF7LN0ye1tr6k1ZWBbrv7rM7ee7cOeY7/4pce13PPPaPz51/U5SuXdO3aFe1zUL62dY35MtHW9o6eeeYZ+SneugfDfhm/vk33ex09HY81Ho25tc/kNWTEmuQB577Z29nWztYVjfhscOXiJV29tMUnhJF2t3bk3wnwJtxw+G6ZczlnZRYo1zEilOpKda+nHuX0Cq4pu6acRjQbrxUz9fo9Dgq1/GnAh4ExLw8NujzH+m4b1jJ/ArE9CZ3Xrl7Vg7yAVIl5SN/TZE4CMiSQ6RsDBbhfdJML4mUoGQNkIoRLnkJ70JPRdSEB1jyBsiNCeLlYipehSkGdOkgRssMK7GkZ/1kt7WGwFqdJIcslRBPyoFKGN/gCbWe/bnDz3Dbc4DQyphRCBfoEhr5p0N8UzQp1znhRwY5DmIG5f1nanG90XQwqplgrRVS60WUqRU0Ib+RLLjsII0I3upvjpN6CBXfuKX+h3+Sceyt0c3LmFtiSN5fGzIpoaETbC5hHeqnYrZSZh+0RQb4QgUKpgHJSwwCacDrd53vZf/iVX9T5c88ptxMmzBXSpqq4sTe51oQNzgukJ4xv8lihVPWUacuKydJy0o1AP5r9LW3CJPOzfVRJY07kwdaFYk0nY62sDHXi9AmtntnUMpvv8MxJvf87v0N/6X//l9Rc2dWzn3xcO3yH32eSzzhVH+SsQ0ltVbMwjIv1VaqVlpc0xT5RZpIUNEdLF0+xqcnSLE/k07k35Ak38RabYpeb9eUdNdv7spuw0E3YuFs+Tzzz+BM6weHgT3/fH9ObH3qN1jipN2zSpSwmxukTJ3XH7Wd17wP36/WPPSbXraXtZtziLZOxrBoMNFxaUZq3TaTQPgednd09NchGaQfGG3Uq49YYQ+gGQtGeQoJ0Yq3T3KToUKKGYMvlgGkPDnipqlTRTgWgYdPUjBj6xDpQ9bvyFKsOsIN6O2JbzRPtuqAdR4JkM+UkWVz0R4nougt4QfsEfYPJijAnaeGsqyViQBuUfTjoZC3fRQvPbZCPxQvzWFB0WCmAxzgshWhYoAtwm23p++zDGS0u6wpkoAPjDYIWtJ/nhzOJZB13Lj9bJmbUTIogV4FFvaxUEgi2EoFBX9WFEJW1eFMLyujgekbXj+rAyNhFq2VIbHVoBAfTA4DDOAiYg0FPzz73dJmP2R2FArwy6S2H9CkH2pnn+awVQ5W+zMoWKOULm4gzwVoOxOpXHGiH2jyxyXzmYMDheUbb+tv2Y298o97whjdyq9/Spz/9ST3//HNs9NeIbwNbunDhEjf8Xc0od0qemvUjpaqUNWZzP+Q7vDdWryPerGvmPYnibK9V5uSptTWd3tjQxiqHf/JGk/TE557Uz33w53Tt8jU1fFqgaxWqFJFUoTtSyHrcTAbRNFWVlFJSWRuwxfEJ5ffQ6Wf7nd0duT3cLg2bvG2zDt/0HZ/By7SPdVy9ekWrq6ta4kJSMQdF75FEGzIPIbweuVzLi75QcaEIQAYRAgh5nIVwDDD3v+tuIAkmHn1HKog6Y0SAADBVpc4CMvUL+B5JlEqfz+jYmTHQkpKB4kOKCFVA0CZEZJctR9t4HWlhdPYjDM3AIyzcDrMAB8ajQkGRBquyPQgceZKO6I6Y68tdzHUFGGxUlHDO7ZANKHBDC3Rp/9HC6Azqwhu1eiIlyg7FjQnzGCZjO41tArk5+2XIdSiCx1IyHX6rLBFBaXFM8hiZaTV742PsQs6zMARRi+Xo94C+dP68/rt/9Pf0n/5X/2d98N//jP7lv/lJrfF8NyZ9RGdneqwhR1ZiMjWoCkVU6g2W1ShU9waqucU22JV49vcE7rPxLa+uasoCEiyqPZ7vz9x5uzZvP6Vq0NMet/s08MtA6E1veIPe/83v0Rvve0h7TzyrjcNWJ3NP/VnWiFv8YGVJPTY0931Qesamg9GBRiw+h5S5jZpLvUYXellXWHj2WDD2ef7bZZP1xJ2y2Vdry9rlGZOzklZnlc4sbaran+qTv/Ibun24ph//s39Br3/wQS3zKjDg5O4bh/ukotw+h4olnjL7vQHfAVck2sX6G2YxpvAtf0kNi2RNvoS823fKYmA7drmNzOgL297SDi0rkQ9HrXlzoEroLCFDgM7rSFo2FBHEouCIDkuhRPt7YfHi06tqVambRi1lNJTtMoRcB5q7ABtAxzzVuV4uNjnJ9toSt4Ghbc3BTNJdPxCR4snrHDdCRCgiJLzAERAG3exKKUWRyynEzSLzeAQ65vQro7mdRWBOY6zbxJuHD2gNneYU2BSXWbcAdbo7G0rmry3osiki5J8MNhBRRNBPAmfJu5Vu5QKmISmUpAIVdEDf6NEiz8GWVNtuWztwNUqN5hk6ycJhPMw46Gbq/MQTT5BfmjE+ZhxyG/rU43RGetNM1LJRZuhut6eXSSdU1evLv2lfMb6ruq8lPll5XrjsqqrkDc90zY3Z36vf975v1bvf/S268NJ5fexjH9YTT3xee3t7zJOB1nkpO3v2Dtnt7fLsv7cvj+GqSuAeMkNtIFO+hbPuLG+saf3MKYlLQrW6xJrTV7Au7F4Z6bd+7ZP69d/+sp559kBf+MKXGIdJrlumzpkGcv1bY5qyof6F56ah/YQbc/nwJr7gR4RSJFXUybwB3+NNJ/pxwHqWyJeZ88pBWVYU2tne1db2NoeeVaVjc5Di1DSdHCbQQaZVHOrmOFOeGH96FUctUGB7XCKKimxEYI0AcFpAEkawaVMH0mWQ6M4WMM4q89jGwQ8F5QfyItsch4pzeQ3lMgTmdZWsLryhY8hcTDc4mKGABeDlDMQWHusW5Ktj511IRHSxUCxYL8Nzket8DJRhznFO7J7HjMyRIuZYuGPyxF7ZO8s8n4WcLR8vDKZ5i44iWvzNMoW5CLoMZIm5TQmNhkACCDcdmBhCpBFiQ5Z5Bimiw2JwGhhayqpIcF46nwk/ZjMe87T+4u5VffqLn1XD8+YMqcQp1fZ1i2RTJpEnjG/KHjCGms0v1T0lFoPV9Q15s/Pk6vV7WltbZWDNNGSTX1oeaJnNdrA00HB5WRV2+Wl8mW9z3sQHy0M99MCDuoNN98v/4bf0iX/1s7r8ic9pmZv4ytahdO6yhtzGB2zaK610suppGR01dgY3jxl1YH6rxo6KjbnHx7qKW7rxMk/qh5eu6cpnv6wrvBp86uf/g5775d/S3uee0jc9/Jje/ppHtEKeoA3GvGps7W0pqlTaQSnJg90LVcsEGfGUJ9yUW1DFBKPFWRgS3ysP1SDYKopFo+lIB2zyo/FEiq4PMu3astFn7M3oYgaRnd4qfZOJZsEAQqGkRL4kgZMiOiCqSJUIKLdSzaJUV0lVolxPTGywHQ0Hj6yQgACMpYT6VGJJKli4Urwx+TMYQ5CzPkcgCxOadEKSsZValnDOQ6p4p98IQTkhAhUHWfA8iOgY1jVngbLMjiDNACcCGvzVvBeoW0HLBtbQ5t4IWtrIMl5hy8JlpQyeDLxCJSzxCmC7FiDFDT/EsTv06lqPmhA5kV84WkAib6bP/EudrWmgdZyxkAsEI0lzF/SIS3JZGV5WzTjxTZQOY3wkPf7451X3Knn+Thi//iTXcKNv+AQ1o31m3LJbxqfBeQy5aRj/rWxL1esxh9l4N09QlhjzI7ktK8ZgphI1CwIxAAAQAElEQVTWNyO/+/LM7bfrD/6h79QHvv279Za3v0MnTp6UnWV76FniQL2xualTp89wuF5Wn3XEm7v/s5y19TXWjrXyi24rVV/9y3savHhNoy88p4uf+ZI+9Wsf1s//25/RxQuX9d3vf7P+xI98q+69/04+ERywuc7KOjWlPhPqZTyjDg12zaif1zLXdTKd0CYV1QrNWANTlcqLx4ib/RiYMG895/cP9rmxr8jriNslM4ZCQf2jtP2MMfPiC8+rJn9EiCTWgUYt7UGrgZGjO4jqZoe0xZXoS9PH0zMp+TjjFnQ4HyBF90P54TgQEdgoutC9IewQdhkTxxj3l4KcBtaOYJ0jiyJCIc3zGmMFHhY+KyIUUDf7iFDEy+G4XDoeiYijqI0xmFEwaRFdesSN2DIvh05G6rDDI6CyC7pL72IOZVfSs6mbwDwaq3BNF6IER3kdc5LB9ALQuSA1t99x180ajR03HBeVrDnR+DQVnVji4Gy+k0gRLh8Ds0LIa+EsmBTOB3TcrJZJMGFSjBmwiZtz268Y+NPyn1fUAyaCgnijMRvpDNlU8ZzP4uAJNCHfYLgssekqVeoPhvLE73PyN254JnU1Z2x6NXoHw4EqTv1VVUksts1oooZJVfdq+Xbfp/zbTp/WUiPdu7yhwyef12//y3+nD/79/0F/72/95/on/4+/o4/81E/rd37mF/QT/6+/J/HMv44t66OZ1g6mWtod6dwXvqIXH39SV59+TjvPPqdLX34K3pf1+V/5iL74Sx/W5u5M737sLXqwv6q7qqFWaSP/XkKvX6vl++Nhw+KVWg359ri+uaY+hwTfevwJw98gl/hsMOaThJjwNfVYIn3EC0KVkvbY2Kt6oClph82hxrTPjMVFNEI2yC6L2QdhLO81xEMSQKdncMYm5SAtQdFnhKFKEUkSfHBKVVmoqqSyyCT0W68XmMZty1NdRodykshfoNCBBimFwFlZLABA52FCmJcdWMI6zOsYFFESSj7YR97JnbYj1g1EoMuMBTZ9A3Rq0X8Dd57rRt6rxYodBJ5LR0B7tLQHaz3dFvJNRbRXoAgkGppoVnjpjlZ2TjP+qhC5EymIoGTM6FK5xHsRF4VEJ9WF2GfC7WUbTS8gAkkgw2jd9vS16OuspDaSclTKwtIcYOLmEzfPoJYwy1VSps6J9H5/qIo5usd3baFjzJzx/PVhdcrBeUa8YZw2NFDDOtCqRTdKJDQHujp6yKvWGW7jwatVjiAxlMAt64IPD34FO+BzledLYk4vr63ojnvu1u133qGl1WVVvaSKw7Rxf9iXyLuxsamzZ+/UvXfdq1Prm1rD1j52X33hRX3x45/Ulz/2aX3hP3xUn/q3v6aP/uQv6l/9Tz+rj//qk7r/nrv0Q3/qD+sPfOCdesNbX6M3vvVRDTg8BIf7qLAtBU1BPaiP61Zs9OGGdczz158JWupru70ukaMcXCbc8n2Yn3AQuHz5kg7Z6FkkJea00DVjTrvP3B9NJhdrwMULL6nncmk1//VVi9wU3Q15spCR56BucBHmBzkkk4thpLlzvvkwmXMk59DLXCgiJLyMKWtxMKTjZGc9M2xpiXS2M/IyEZVMhKHEuEisYanoUHGWtYEFwylZjmHIG3xEKGIO6vBxgZe1AiLH07Uo6Ig5V1bioZelu2IlbRHQIeGC53E3atfEC9ODFE8aMKxAgU/6aFamLJW8mbA9guwFAUWZSSFckALqfO7Q8dB1MNs4opOOiOsilOmI040Nlhd6cwGaic6QwMSFC7BVRHkWbOHYmozNWD7XF+SJCClRY7LmQAxvlN35QCZu70EvNoM+ctuXntdGv6V2FRuXNOJ03KQaMSBqxCqg1pgFwgPb3/oPeC6PNuR/Sa72oEH67O1ntLyyzGFhilFSxYLjcvp1H5NC/scz9vf3VDbEpVrTU8tauu+MBrdvqOIV4PbVdT32mtfoez7wrXrrvfdJX3leVz/8O9q8uKuf/Qf/WD/3d/+h/sN/94/1G3/vf9aH/+E/1eoz13Tplz+hq7/4W9r6+Y9o/0Of0OHvfFHf8NpH9c7H3qxlnuPalVrNctJsJWmyWilR5oxn/1me8t1uzOeGiTIfJVpu4BUTeIknwyUOIYYhLw8DnvHqui4LgzeQ8XgqpYo8oRGLyYSFb6QZbTNRr99jfLaisVRFpRq5KiVFBPKZNBqJvgp3gjvHIKelLi0SAqEARwrRaEClVPX4XNrXMgeNng9PCrV8Q/UNxN84vdCglrzokSGUKTMiKfixKowSSfRvo4YNIgOyHV1AXikilBA2aO4yijPjpgUyi1rRM89zPXuhSKKO87R59jmKojsi5nGLOo+hY0WQBkSACysUBSM7x7dERUVWS30KYC8RbnvB9+EodW3gtfRvSz+XucxIz4AbvfRFUbwojQjyR9Uo+s2jTZ0fEHlLfrAWgtgdtB2SL/MZfbeCCMrEu4gCQd8h27aJ/aaiDtwWafcW3oRXmzZq5WCMCcwwq+DXZOzRsbUqqQm+aZ/Q3Xfcq4df/0ZFPdTGyTM69AbfZM24zfrzmjf7gpspTdVSCwBdgZ7IiWYJ1bx6NZlCUpTf3ZmwJpCgXlWrbBR1XX4v5erWNe15g/S4HPQ1XF3RybNntHl6RcvrtdZPLOt+5vRb3vI23X//Azq5uanJzp6ufOU5Pf3hj+tJDuTjzz2h2RNP6akPf0I/++u/pZ/4xGf0sRcO9Zrb36zvf8/36A98w7fqzNnb1OfA3h9uUKfbtX7yVPms0GPO9blYeO56s2vp54ZLx3Q20YTPd+6nukqMA+pCW1+9crV8WqiZm+77hvm7v79P1Vqd4PVihQNORZtWubQGbROkVcq0ueifZnKgjRVaPI8prmGMNRrPpmDrR455L+s2lhSRFEHBCQx4vEREx1PILpe2J4VyzcmURqkw0ImA7TRfyGOWBDaYztBZOASsx3TB6DQO0ikOAck4Ag5Q0Y+BPRHERVFzeShieCsCiTFge0wuIKLLo5AiQsEYiQgdd+l4JIJEvHmujCjMtCEpVIACjS0W4VDH3M1xJwU5DSr5wyzA+g1dGTQjrRRFUsipUBEBEYqYg46qDXXMxzG6kBgJdsOCOn+sLh1DDAyhsJOFwpvOlGcyE1ixgRpjHww5MQt7gwmomx18rM/IBlhHLsiRiEWBLszQmZuHccep2aj7nEYPr7yk6c5lqb+iPRaUg+lMIxaGtmXgeoDXAyaK5AOAn6/6dU+HezydTRsNueV74tds5ko9nebEfurMWU3QccgEapHJLMI98vQtk7NmLDwNp+WWsqmWBnyTWzm5pqXNVfU3VjQ8vanhbad14u67deree7V59nbdefasTm6s647bzuheTvj333e3HrjvPt1++nYm3ppO8Vx44sSJshAN2JyH3MZXN1bl20SrRm20mBdiDjKNZmpZCDILXWKQ9vp9tZJctwl2ra6v68Sp01IkjTj1jycjNUxm3w6GK6uqB8voyJqQNkNPg/6sznmMtbS+Yz6Uod5k4fhQmQtlVnYApG5c0EZOF+kR9E9UUIloB5GSzPYtIlw67WgNLqt1XzEGssgnu6TEppCobJWSasApHp9evGcsbg1t33JYyLlokEdXhVBFIVUiPyBoHwq4dAmx60BZmgNms1l0wxqTIFRcLpFCfs0BxR/JUvQRfUviSDhTflbGQNepwdgZY3jGt92poRVjN8ubpWVaNgJiqGyV6TfR8wHldq3QaRzwhJxoo2yMbucxbSg64BdMXpQVH4qCHSQ6PjF+Km6Bqapk2vzWutxoRJrSD618kOxzyOynmeo8UdUeqC4wVo8DaY+x2+d27HEd/WXVa6c1OHGv2vX7NFq+R9P1hxSnXqcTD71DZx5+p86+/l16xzd/l567sKXB+qbYIUtNZxwa3J8zxrjLnnFwn1HHBsAcak2LYN8ym/X6xqZqNlHf2Msc4Na7z2uW4XB0qJKPwe7bvF++WtrdN+mqqrWxeUr3PPImvfYd36RHvv7deuPbuIk/8pg2VOvi576kZz76cV390pd19flzurJ1oE+eu6p/yWe2n3rynPbzmt7/jvfp+7/3u/VN3/p2nbxvTcubA77n91X3+qpYR+p+Xz1eEm0bDSslRi/jzfXyZwrXrUpJLTxfNFy3xnXmoCNlxkrm0DMrnzWcNmNu+5C45IN0lURTqwop6ENC2iWUo9aUOmYOEWdPbmhjKSliBggXyKA3grgh4EnhnwAXvjGAXZEqRQRga9S5Eo9iW2Z82PZ5grp57fKkFJVUgPrJ8ujIWgQQJs0o5A0B0uRoOwgpgkBzR1tlA9EudxbdS0wFm74BFMIiQEBH65hLx+hCBhnCFIUYLcA2mB8RigilSIIC1BUsFVpzF0EqUJghRYRCuDk2bYBDYzqcA+kCSp/OWTegYlfuWCDrCPlHxQ7hLOJGgqRTaGgIRAmvezeSCw6EDdelLGmAQ5pzRIREfcWgyJRlumBoUrRwGYIxQbjgBhJESxgoDChLXQf/GZE73FKJ03uPya+DHV18/ss8uS1JdV+Thqxs8jPSTe8ejLgJtgz0Rg2q+oOBgsHm26QnuP8d65oJuMKNvMcmOFhaweRKK8urTJhKVRnYSVWvpz6TFe3y385OeRZvKf+QJ0BP0lxh1aBSWhmo3lzXChv85j13auOO28vpfcnPdUlaWVkqLwdVXcvQG/S0sr7G7WFTm2z4g+FAg2EPG6RUZSVeQVIFzQz25ptZ4DKLbFJo6MnNopHZuGxbIDjDpqpXa8yBxPb1oP0PYRzyGjHo91X1ejzzHSijpy2LJI3injeSXQjVcj07MAnPTMohdp1NJJPPwMoEnwUDniwLRCTIUAhnIWQRYighB11YxpaIUCCfopLrUaVadaqUGNwRQn1bFmgv8A22Z+rZjduswP6UpIqFrkpJKYhQpBeclkHWAC0Hw2z7gZIjIwBk527V2YQeuL8HH7+rPEGZsciRs9q2VcNC3NCvxl6UpwxWwwzbm7lMzg12Al6a2dQE9ote2eCZpG6HDD/Tr5alk6kRlUNO8C1vyIs4em2GbYlw6JgUbj+iEWhEpsU+Q4YWLiJUMX4T7d0qmF9iM07K9FlijlSMs8ScWuWF7LUPPqBHX/c6vf51r9V3fe8f0Vu/8X2689F3anDXG7WzdLdemK3r+cmKPvXCjj7+5Hl94fmL+uhnH9dnv/ykXrx0SS06J0I/ZU7Y7PwCNHM7YdOMejbUyy0yI95i32B5Wf3loTLy23wCOOCT2z6b+yE4o2fKpum5D8k8XFFQV4+WYdXXymBFp0/crvvve63uu/tB3XniNq1x4Dp4+lk9+1sf04XPPa7dcxe1s32gK3yC+8inn9DPffrLmmpD3/uB79UP/+CP6Ovf+kbddmZZwxOhtTtXldhU3U45JENLwRnbbLftdZ/DwucyDiCUqoqxXNFlbdnUx9jeUFe3f8t4mNEOM+bAjLqYN+j1ZfD6WDFfqpSUvvXc/wAAEABJREFUFPI8yGBFUpuj6FpmbXnXO96q205xGIoWGeEwjrB45BL5q7kNxo4vIFKFugrR63kC0qAstfSDbTJNdxS5bBvmELEQDo9CiyEjdbKFJALOgD04LIWAMblJz0WbkxeQkSnlwjDOjIsMXTx5C54HnQ6hIwBj3eDS8VjEjUJBogVgd5kh8DoOiMhyC8BiOd18g/nGC+jihPgFz3lMu2LGTvJkjwh0hQhEqIVb1NG8oOYFk7hoNMeJypnoYxp/oVnFBQlRKAIroEGdl9iRR+0RfTPhvJbHPJIcA829y5uTlKIjUHGZw0gLD+wyqYj1lPpnCwS3h1Z9np4vn39KTbOj/qCP/FDRVGoYrC1PcjWLTot8VDV1C6RD9QA5BuwBp/zNjQ35+csDuMe3+wHPX3Xd50LksiVvKC2DpnX5VaU+G6snVVBSXdVK4LH/sRkmIhFNkeVRkdP9RNMek/30CflPfLwpr66ysFShaTmFzxRMyj4Tb7A00PLqqtY3N6nHhDJnTJgphU/lRTxbN20gXOuJRIUqym5mrddyzaYth4+xVtbWqKPQ36CnUYW9tt/t1lLm6GBP3vD974rPuNFXlF+6FL0L73rR8IqAA0QEdGALYBuIyyTJok3wpElun0xkARELITmXpW8Aj7IiC7cF6CLUhlKqVLO412wkNf2XsFE4y/oWNONWUhY92qHTTE4q4eIsW6VEm7nGqdjUIMceKrqlAw+6uZ222VBsoYxOXyF+V4HLVgnm2VyGSUyz3R2YcQzm8qVs+tP9OsPQGRu8YTqnQaUe9DTt6JYyoBhVufR2LkUHbaAStyRAhUu6sQ8IpGXTashJOnHLl2xwhPaCSpBLNNNOAjJpHU1iiD5KZWxV7qPhsqpl5lAsay9W+dR0m/LKbbrtvkf03j/4HfoeNvfv+kPfoff+gW9S3as1Vq0nzu3omtb15HbWMwe1Hr94oJ1qRc9evqZDxvqDj75Ob/66t6ri+/jO4Ug7hxONMWlKPaZscO7/GZv9TG2ZbzP4DXUL9KtXacwYGfPiVQ16qvo9ccbTBJ6xu2bIYToUzJEZFZKWmPdrwxVtDte1Vi9pdPGKLnz2C3r2w7+lJ3/5V/T8r/26Zi+8oApbrm7t69c/+Xn99Ec+ritNXz/0ge/Xf/rDP6bvf8s36w7mcdautDxWfyOk1Z56HPz72ODxLPo8qqREu7ntqrqS52dDXUT96qoqY3fGBu6buuV7/b6EKtEPZaxST1kYef+J3/bWllY43NTWTZqni0e/s8g8hSIABRt9ll8kh3XoLY88rNtOrKsuAyBklaJxIlLXtynJB+0KmwzJioWcLBq0KaAsosVjHgkYBeE6eczY5jJuBL9I3Rggisit04I8iaRAKKhXV3KX32lR+PJSNS9XBZeymU9k7+LIkVLoBe5sKrFbBukGLqehUgoNdX2SZSVKoF3ldmFNl8G0eZSmkgcZqS10Jn9O0NYObbkIqoUX2EaFAlmqtzBaMqcDZGRQ55DU8bh+D86dhEUlZ6cPEtsIb+HpDdel1KlLdh6Lu96inSrYjssJ0LfyEYtE6zN0UoFug1BgLognfDla1CUmeS+P9OIXP65BSopqmWdpBjQrpCfGDBw1G7cqJrt0aWdXvdU1tWyUExbVjTN3Kqda3uDbqLSyQhoFTTk1+ynN7V958KNb1DHVlYZrq+ozuUajMYZI5k3Z7A/RPdrb1nj3sqY7F3W4dV7bV1/U4eGWUtUqsfEPlvqUMdSQW4fpGn2ZxXc2G2s03tcYaHgCnU4PNJuONBkfaDza5+AxVWYAlyGQkkS+hk8L+zv7qqKWXyMaNvz93X1NxxOVQ09EeeLzq0PDwjflGT/zXA9bOTA9VbQuvV2UqjjYSm5ZiOyZJtJJsTxITsooyE6XWyRz027FfsqLSS76zCVpntMxhM2YAy0hF9kBMyYLtaGIpJRCdZ1Yr5NqFsWaeKCppe4z+mvGotgCbgt5AUBJpaANOnB+YZ9LtU1kK7YVTDktujKvPaKWohJkV1v4pITt90aol7mMoOHGhLgxSizED3rFrhJ8rw7T8myiENJf5mF7nGbqUuqIMVPGrOvaUGY75+dCuyWoGXkchxLFqTjXGUBMmTwdZPnHciWOHQUzZ7KBuKJFBQqRVImbhkJHw6bbWiES3qiWeEHyL6WdOX2b7rzjLt1959266/7X6MR9j+rut31Ad7/re7X66Ht18k3fquF9b1H/zP06d2VHZ87cruXeUEsh3bY+1ImlrDS5qhODmU4OW60PsXK6q2/5lnfq69/1NtX90IUrl/XFp57R3mSiZ8+fY7M/VGaDDENKZZwENmKpME/VYKDh+qqiX+uAQ+yYA8EOr1iXt65qxJgf851+zGHXz/Ut9ZxRtxmf6Ibl4D7UmdUNVds7uvyJT+j8r/+qLnz4N3ThYx/T1Wee1+409OWDiX7p2Wf1b/gm/zxz7v3f/D795T/zo3ofB5L1/oQD9AvYsa1qOOMz3rLEYWLmtmOORTWfZ7RxNg+cGNvCpaoilII6ueVbD1rhiNSkOd7v9RXBPCHN+Sv4CXlfVOpeT2tcEtwWQb0SWUNRQgaCjqDwUBqhqqp1Ym1FZ09uqh8N62lbUiNCESHrrqrUzcM6wFF4EaHiXAcDkUxdTM5TiFEk/OOeUpXDll3nuh5dXofksRLAesIZEDXqUkl3nPSSD0x07pHCa942JjPjogWKGEEGLLzApl8NbrQUSde7GFboUKgUIwh1afBCEoAXa5Y6k6+HzgGTnFkRoXCEWMypEr0puNngID3CIQS+s2NRBgx8xPV0orf2bhDA+hcNbDOc05U3NpTMpTcyJEAeiCPv8hdyHWYgQQTKfLBZCMaciFhQZrhkdJplKCzilOEUswxwjlqp4nttYmNNbJb1YEljbGvhzZjs3tBHLJzlP44ZT5U4IY/YxGfYMlxbl//Rm3q4pMRk6gGj0YQSg6fvGZv/Ct/XllQxMSoGakpMWAZU9+0s1F8ayht+f3lJMegrp1CqQoejPbbuhg1+V1cundOFiy/q4uWXtLVzTVevXdGVa5d1Af7Va5fkf47zGnhn54q2t65oxoY8no6x60AHbPL7owO5zVJKmrGBH+7sKdjwqqqnpaUVTaHr/lBVr68pz4wrK+vqE59xCNjl4DFxnVNPvd6Aw4Jr3Si3Ey0v9dhIdeMgIRqA6I9QQBmuI7PMMWRHSPKG27I5tbRLC2Z+KdNXC8WWy8gtfJfU9WRGByNjnhSKAGjDKiVsM1SqUir8lowN/diwybdsUga5MDYql0VWVVVSIj9edpk8nU2UZ9uyud3oJEkGwcM7gThygbbocGESWA+o+OO0yyxMArIp2NRDQUxHoctwHgMF6NaO8op9rRrasYHu6tp6/RLRAtZhOttoIFBucH2T4wVaKtBB0D5BW4kNQKRdh86KTHrTTstCHknywUJ1TwwW0QFqWeRjuVZvc1kn77lD9zz8kB55y1v12Nd9g+5+/Zu1ds9j2k4b2qnX9cT5K/ry+Ut6itvwM5euaK8N7XDQqU6c1PnDfU14KXt+a0+f+8qzeu6lS3ruxfMaTWa6cPGy+rwKPPzom7QzIn5tX1sHM+VqqByV9g7H8Ed6lmf8fVp1QgMw5KlRVtDUNX1e1UmVP5v1e2rhzajXjLbpD4dqaM/RaKTtnW29cO5FXeIAsetfwEuNBv2kPuOnHe3qyS9+Xo9/7rN65tnn9dLFbV3aHuv83kxPXNzRL/3OF/Sh3/yMRldD3/nuD+iv/sW/qu/+tj+ou0+uaWmyq/H2ee3tvaT+etLa6TWpl7hUtNjUl9u0lahLaMZNfcIzfFKoTztPOWiYl1JSxt4WW6u6luMRUXi2PSJElsLPkiznfNZ1+uQpDQf9srcUMQ8GxBmKcrmeN9YtMkYk8mb5gtCjzIfuvU/3cVgb1BVdjg7WOSGTnVmhirWsSq0MiRUt0GhdnU4V+wjwGfVZduFgDoWbCUlq6becuzzWUUScZgJMiqkOjiuBU+Tp06CUDmDizS9Z4Xc0ZdGGCxrDUEvhFgIC8gjI72JKHPq4T8cjR7QzLyIRigCIO4wgpOEiwPCKR57SC3mroKtIlKQuLORRgL1H9M0ExVC+ZB06cqXAo1hEKCKO4jcTN0p3qRGh7od4ADRsqYNbaRE1ngPiMsyjYgVUkSdfZ9v1Uoo6Uo971/H4YLI0XUhuKLyL9VjM6rRVDILe/pZ2LrygqGaaVeJWO1ZmcB2ymHhj9/d69kFx6VVLn/RYeAyeIfVgyK1UOuRWHjm0srSmjfUTGvCcFwx+T5gZNwAPINtpnCkzKoYEEyuYNBsnTuj0mTPyRB2urGhpfU07+7tiDmnCxr27t8Om/hJwTtu7W9o/ZMPGzmtbl7XDAWCfxXCfb4kH3GAOuX1UwyUlFsD+2qoGqytKKGrgNywWtoHxrJwqnbztNp04c5uYqSwkLbf/KXXJ3OQbJdKXl1d4GWhJHrDRt5pODnmum2nYz1I7ogVVQHMXkRT8KBwmGQtHVCQB8ENz9rxXaIuyoGGU20V0oA8nosdKD1EUXo6LvIUmQAyJwiWt84lCEm1aVYkFJimlpHAe+tKbX0sZLX0hteRtVfSzWJNFHSCMF5kyBRg8lgxEMa3kKIVhAjoEz1FnMoe4uQFtlpMA6zFAWgD1XWKEMYC4FPOfIoJemBTqfAV0a9el5bIIu34zDjQz19d1Jb9tN6ANywIl1AG+aAMo2YQC8EocTOEqQA7RP0KWjMVbTyFot5ynEnjG7plTX2011KhJqlc3Ndw8o9Xb7tLmPQ/otoce1h2v4bn3gQe1dOasxoM1XZj2daUZsMFfUcNB8pAb8wEH0xmHiwll7jFe96jLPh1zfn+k87uHaodrurI3ZmyvKfrLWt08pcNJqwuXrnJQDV26uq3xNOvKlS1xptP5CxeVq1qf/9JXlJEXLwNYrMy4SMyJfq+nHht8qpOYuoUf8CfY4m/biYaZTqaa8Pq2u7Ojg8NDXs4mZU4c7o30/FPP67O//Ul9/Dc/rsefeEpffOaCfvuzT+tXP/64fvojn9MvfP5pNcNT+jN/7i/rv/zP/2/6we/5Pr2JdliqEq91F3V1iw1+tdLdr71HWq7V1OKbfUsbTjioj5SwpawTpduizEHb5Ghvvqn3qIM37intFRHyeHB/T5nrVVXRv0FbNKqRF84vdN2fIIb6HPAjq4z9hWxpB+QWerKs02AKzNgS0Eu17mWjX+oPNOESkSoOdfRjBT9Fku3rY/+wV5V1LBhDWZrb14KhiTt0WYaIUESQlgFSGIvmQxEnD/ILHcYw8QtZEvEB3OzRiFyLGoBEchASZZxRBGlwIHKJoxkapgXmIBW98I3dZgbhokuB6nzq0PXQgnE92lGUEWS0cHScVwwzhdqYgl9Rqkt4JV20KZ2cKVFzyPo9ObLZjgVYByxFuOQAS4SAuXPAfg/IDFdZxUVEwQ4ioPGmDSZLm4UDu9oAABAASURBVDmYZzDPaYZAT0lyBNoD1mRmUBa7GGj0Gix3e1JmMEpJzrM0nWjv/FdUNzvq8a2s8a5OWmKQZnRVVU8p9Rnfof2DkTKDuYXXkjbmW3fNAO8B/iW2fn9J/XpZG6ub8p+kzVhwMxMbUUVK8iSIrHKznrGAtGzOY27Ply+8pN29XYnJN2ZzX15ZZtNlc2UCD7ApyJR5RuwNag15+n/2xRc4+Tc6xPZZJK3ffodO3HmPlk6cVr2yruHJM+qtrqtJSaL8AfqWOUCkfh8bKvmR2a8RExpq9dQZDeqBog216PLit8Mtxn8WOOEFI0dN3aWG5/ulQVIdLEIxVmFSlxyiPUPZlVQiTCJQ2bCxu6MRMrsK2SSZr4yKzM2lBbcSbRVAlh0htCkDMaRNzQF1pgLlLl8pBEkbB2SoJp4oKMwkp8dAyybvzTAzJlx8MAYTEGrJI+wKRQTSmJIB2kNWvsCm4ecjnEsyoSTyArILwac+YEcNpfz5QmJaRTYIQ4kfUzruMlpvguPJx2nrwyyxL4o9F8iiiiwPGUCSRMtAESdi4hZgmQJyvg5uFsvUoTXw3TolywSt11Nv5aRWTt0lDU9rVp9W079Du80p4IQOtKm8dIrb/Rm1S6uqeOoe0zdtr9aAsby3vy//96jD4VD+p1ndRwf7B6oqxh0D9eqVbfqm1pe/8pQYjlpeXtN4NJVvl6vDoZrDA+3zsrUcra6df15DdL/Erb+hMT75qc9wYz7QJz/xaSUO34fMbR6seBFoNGHulvlJfV2nTHsn+r9lk5x4XnKD9n8h+9K5c3ryS1/SZ37nU/r073xen/rYE/rQz39UP/3PfkE//U9/Sb/+C5/R5z51Xs+fHzH/7tNjb32PfvRP/O/0d/+Pf0d/7Uf/ih597I3a59vDQUywdV8xHjE/V9V/7R2a3LmpSzHVJFXa51CxT9qEl5JxM1auk2bYNuXUYtsi0dZ07Az7ajbxPnPZsEQb9Hs9dS7L7Wc6ImivmckCLQMkIuS6OV/D/MrMiV7FCAwmZxmNUcZIplyPFJdrsIJc5FtlbMiMgUQ7P8jhreH1c3trmwMFucpcqRjRtWpVbPg9pnoUzWTDtlyg00EJtHmgy+tbUIjnJWjus1xOS8aMHEit555TiRdE4DSsFolYDUOSCtVStnV05ZQUl1Xytl0U2vmd96gc17PwESl4roOoPTGjW0I6zrXiBZjvyrmShSaICBpGNJYKlh22BrgDItA3+lcrnmpj8HF5ikD3XI+VHk+c00dZINyQCXHbWtrQ9Fyua7LktqJjkCzyXaLLESXZ68ghUxjG5EZpsFwE20/pcOJyvOi5tXEdN8u/cMb4V1En0bEG+NgnXKZjy6Bqicy9x0omQ1ZCHoDfO7ymrac+qyFPZ/6f4vaYXBMWhWBT91NeQ4HTlhxMLjHJEhMzU7nx4UgzFoVDbuCJ+B6L1urmhlTXqpDpAX3AdGai+RdlXMe6rtRSxownOE/klsEVrGKHTJgJrwM1E9eb9Ok779LKydMa8oy5dtvtWjt9RsGLQuLGvnrqdp285yGtnLlbm7ffzU1A6q+uSwMWP8rc2t2VFzJP6tI51GGJb6VeyJpJg92Ntq5c0z4L6SbfTld5ylvmkJCqHi0ibfGNMvWSpqyMLXUP8vf7NX08UcUS5PGQ3Uc5aMlEW4pWlRZBRILuIEWlFDWQ1LFRhi9jqZXopmIi67qstwwB3dpRnBTOTL6COzoCDERKcl+kFIiF7Dw7bGuBeaHmIV5kImKOE+JRJJze0i9UkXjAX/hMwaaRK8akklfHRJCQDzoFUOByZaazARYNMiQaIwIKgF28ZS3q8k0XJoFp8ywaESK7Fo4i2OBDLf3k8W5ssKHOU7CFFhlsDBsjOeTxaBBzTvAKNj2HLr97pkV/y4LeKDECKvW1PNzQ+7/1u/WOr3uv1jbuVfTOaOtwoCsHA201y9rXmpo+86G3qkNufv7rj9F4V/1eqOXm7I6nJnLdfNtcZmwfHBxoMBgoMWauXdsmrdXly5fVIN9wCH7yqa+oN+hphRerAF/hxcuf3C4zB9dOn9KXn31awRx98YVzGvaXOERM9eRTT+uly1fURE+jNmlcQBoz56bMy4a52LCBivYzlEM4n64abH72qSf1sY98Xr/wM1/Qv/nJD+sn/tdf1oc+9DuaHYQ+8N7v0l/6sb+qv/ZX/rr++l/+6/rzf/pH9f3f9/36lve/R/e8/n5NV2bMn22tT0fq81luMt5jTk7VHIw1uryrg70D7fHJbcQE2OFVbp/6RV1reW29tL7HgW0rmzSRCHHQWaZNJG/2wtWW90sgczsxnnwQ8JzPjF1v6mSReUUP8r79D+qeaFCJF5SatcjtLwuSftybb0AVzZILOB4Rigg28lqve/h1pW/PX76q3XEgM1A7rejfWpH7ClWMNvi0bcvBIqPMOmBSfqYuVExSSkkRAWV2Ro8A8pHc5ihyzlcAKdiCiZpsBIe8yElgibKFY3EpEhZ1DoC2doaihyjJRDsiO41cnTevo24ZkpxvmFNSuqUgTC9oAXZhRgbHA2MXYF4BFFvesi6AaGEvgoCYtxPUq/lA+y3SrdBAkvXTNBRlRtZxvUH6zb7I08g0ubOV5ND8J0pU1pEKnWF04ChdKGM3kmUiQqmAbnRuVGcrXBOGEiFY0GDkAtB8QBWbkKAyDgvK6Eey0N7Eq9GWxi98SZe/8nnNqtCkqqVImrAAeKMfcbNWqrlNryr1Bnz/GymqnmrofW4fXA74vj3o9FHuwcGhNjZPaImFqzPFC6VKvUajEU/9Byx2PQ36PXmieRKKVqiC1miz+sMlrWxs8F3+mnpM4IFv46srGmF0xUa+cfqMgs3+1J33svnfrl1uOMO1DR1iSMMmn/jWPlha0S6vBdY7YRHrk2+Pg4iHviinQq5X91VHrS994Qk2fm4cnM6Dup86dVq204urnzEzNg0HPbK1SmzyOU9lFw7mkB0xKPgxMyTaUCnhQ1UCVwA4ItFWpBOW25QxUPqKBnOKcLSGFjRRPLEAoDxGVFK7uI65iBt5gVxXDrVHfymH8pwlCBYAKVERRESVlclngCBpLkW6zM8qsoQqLBNzsCSJ81iHSvlW7HywgjZIgHFElwN28Z5PnSiWQjheEl4lKDLoRvxI6la8zi4EdQwWC4tzFgVOI1LMos2iVQZaxnZd99hs1vWOt3+j/vgP/Ektr5zWpcuHPJkzfrSiqZa03yQdtJWCG/yEETNik070/XQ80lKvJ3Ye1YwDZTH+a/nP1ho2gVRVqoBlbvre+Lc4+HrMbm1vcQvnFalOWmIeTJFFvWbYNM0zjaaHCj69+RCxurqkQHeFne5DIkrQTz79nNrUA/plw2+i0oyOa5gzLbd/H7obNv4qVXyCW+aQMNAK8/C1D75G73/v1+sHf+Bd+tE/+536Kz/2J/TX/tKf03/yn/yI3vXOt+vU5poG0ari09aYz2nT3SvaufSCrl58Vsr76g1byhvp6s4lXdq6oEs7l7XNYWeflprWoT0OAfu8lrVVIDuU5/uQjZtWd/MAWQ3zsmEOR4RSSqp7NcDaQVu19NfM65OkiniVkjL9ZL7zuM8a1rEJr387vNRN6YsIykIukScAOciYa/omyLaAhqSYkpLZDE0HmWboNbzhjW+UotJvffwz+tVPPaFJb13L/VU2/IxUJRE6X0u/ZQADKYwaoshrte2okOnmtIpzToplHuYCiBb+UQAjY5s9ymDnDjkTaQIyUJjYLI5OGVzyHMlIOZMVJbnIOt6Sda7LScfgSAZ5JI+ldKTr0VGEC+GANoBu8FEq3LECZADd0i90lcR4Ncki8apBaYBjKqjqTXUpnE7HolFKhTsx57c9xhayqg5C5cZwlJ0OLvmMJVKVAoz94VhAS1ALyNBZ151pgzl5npaJGEDFt+jMXVq2faGMfgF0IwOHkHIyMAOWq0bL020dPP+4ylGQCTNj0k+YFLlK5eQ/5vYd9VCpHgBD5dQvJ+8ZA3z91G2Cyca+on1O6RNuAg2DKTgMVL0+aUkJPV4kKzZSRpI8OT3wI0INE7Pu92S+J3liMSyfAnp1OQy0KWnl9OnyTT1H0tXtHfVX13iar8WML8/4NYtD4lDQX1lVDV5Z31CFjbvXdmW6N+DbPfb0loYMeak36Gud14eW8m/jULLDremQ7/3e2CNV8sFgwsLcsIiEsgaDWplnxfJky9OtcAHY08TKseh5OOiMCJoboHMxWVQBe0IV7ZDME9UF6Ak13Cwyk5AC4FgbSFkuNzqSmOUdC/jqgDIKoZe7CORCJGc5Z2cfNHbi4cOmJaKA5nHNHRnhZANjPRduxzPZxU0BZiMHdcwXZolbNqPDFTBetJIlCjhAMiIsYlMBcs3zkPQ1+5KlZEWXBzewKG+hxDao2IuMFkWRyTxsgIUPtYxJodBzt+ggrY2kwfKqvuW9H9Bb3v4NGjF5ru4e6mAqtTHUhau7OmTTjOFALX084rY6Zay0bMb+FMSOpdnhWDW3vOloooROb0JTXsV6dU8Gb/IRIW/0a4zxrWvX1DAXPR/4BK9tH1ZTaGt3W9Y9WOrrYH9bgzrr3PNPamN9RS+8yBM+c8Cb3crqqpQqBfr9b2PMlNh4axXMEtRgbwYaNtKGDbWqKj4NjOS6izm8trKmzY113XP3nXrDY4/q9W94WGfvPqXhamjcbGt3/wIH6vO6cuFpjbbPa7p3QcN8oMn2Be1cOacvPfO4Pv3CE3oW/vPwLu5f1UXWmpemO7oy2dM1XiIO2ez7zMvVzXUNsHuKLaINQlLw01D/GZuq6fForBRJU576e/2B1tbWJGT8+aPhdaKq63JwinAfZpnndhhzwfA/eZvp00zf9llbauaicBFBdT0GDDCOe1il/8nnAUqUVMIA4a0rmLtvfMNjets7vl6/9tkn9VO//CGt8Dp4YuOkvOZl7HO5FCKVuT4Ftyy1WYm01IoREQWEa7PtQYQybXuGZyj5oe0dJ9lkYZs2zwzPb2NDKVctpgMIOe76FBninYxDl4chyHaxRdhp7UJ4zgPgidzo0/FoVwBKKbrjdyoioosWHDSAaAIVFxGKCBHgwfqP41pFaWxry5ToBjYt+BnQDS4fxcKUa0qHtLDdGQY3oqsFSyhGQwbEc2yomC+ZTeVpdAtq4UiHTAhVxiXNeVti7hYDNAMq4Cx8YANDAsvNyQQGyTL1XFeVaH4mRmZ5ieiRRtl0gjW6GOMRAz/XocO9S2p3XtRqNdVw2FOv3y+/bOLJoqqvKQvCIU96B0y2yUxKvYHCt2Ju17OouFm0Wl7dkBfDXPfkv+H1LTyjZ8iiVVW1ltlwl4dDbM7yCG2ZxHecvVOp2Ch5Ug95CVhn811jI75y6ZIC+5QqHfKs6Zv2jAm9RvpLFy6o5iDRUNd6ZVX18oqWT5zg2/1UQ25T/RioGlEMhlTR0+aJU9pg8p2lPB9kztx2mzZPn9DG2VMntl5mAAAQAElEQVSKfq0RLxEjFuBLFy9rCTuXeAVI0cq/PVuDQ43sInHAMHETMBykCIUSAA4VB0tRhRI3spRCFZCSJPqB3nAzyEHQv2VDhq+Fo49JJDkvOFKEMqDiXIiVlchRUMYiMSTVgcAAapxjASqOsaVc0h3NJHYx9EZSABJMIKJS0BdyBcwSAV5ztyjXUY8t19G8BVCMnEVBJoPABVRckUPIeXPhdEGROpLveCr5nAKFPUG7RoQSEBFaxEMLlxVEgjqYU8qizU0bEkutlCBDLWPdG11mgmd4Ta60fvKsXvPoW7ix/f9p+7MY3ZItvw/7r4i99/d9OZ+xTs115x5JNtWkKFEtwRZF2JZl2IIBGTZs+dWAH+wHvxrwowHDL4KHFz/ZhiGB0EAZlClS7JZENqXbHO7Q3ff2vbfmqlNnzJNzftPe4d8/9pd58lTVbdKCvHOvHStWrFixYsWwYsiTZ6IFu+4LFqfN3p7mWbqcFm3du6U07XSBU5mxG54wNpKCkZeUS1JZF2QnLRa9Um5wkKcaoLWp1eX5pXoW02uulc5OznR5dqmHHL9/wX37gvGWEuOT/r+9va0J42eHctc4xBn9tF/SQ5YTTbvbOP2VPD7O6Mu3Ofm6c++e7j94oOOzc13Cn8m7ZFdJsRqww4Id/ZIxeME1nO2R0HCfo/NdFgh7lNE2jVrau2sbTvRazfYnmux1Ktuh4XajcqcFGm2/s6vV7qCL6UqfzZ/o04sn+vzymR4yp3yMw3//xRd6mpb6fH2mT4+fy/+Ez/V1V590U01tL8KGciICq4XEtxSHiW6U5AVJw9hzk624Ujtmwb9kPppxetfh9C0jlOX0Nem2tnhOT07kI/sFC/ecs7pJq7ZFpjaPGSkmIijRtPCnAiSMC4MRkws4rxMjQhHoRXwYFvrVX7ml/8X/5L+lI47xf3L4WG9+8z39yq/+ira2pswcdaTLJzfFzt59HFlB/+oUahGYkUcgt4PnXLcjU12NowQ5nPoqmNdpFZDn+DWQI6DZxkxfY0bikKvMcYyhvAlj6stvGOXjZFAw8gyiIeSn5rUsRzaQNuEYuBVEhk1YHFYtCtUF0Mqr6FpnpDsc42OaCzJNzgOvDFXRMsr/Jd+CUrwoW1XccIUKwpyzpm+oY7yabkP5amBZV9SRH7kQLYdCalJEUKeKbkJzOl5QG8AOQRQ2JT421FWcKCka8yHX2jhHRTU+EaGIGCN8XbY7kXkrwMyrIjqjQolBkiHYnoWyCzaseeAI1vhtf6p/+Ht/QyzNmYwuJXhSTpowOURKWuDd/Qt5ewd3cOq9prt7mrFzDgbZskgtjtZ/qKNl4KWGnXPulNkB7d57TQ20Xe7aExPcUHUI9ewgJm3LYmKhu5wK3Lp9V00mzq5nf/9AHYuD2Z3b2rlzRzu7O/CvmMRWzL8DtZGWl5c6OnzOwmJLLRPFG+9+g9299PTwSM+PTrW1f0dDO0P/XbWTbUWeKFKrbjJVTlmPP/tMa47zPHn6z9927UQDdezaTk+ePlHDpNO1oUkzKMVSESsV97eUsM1X3zCJT9kAhQmjK3JSyqFMaEgpJN4i/3gCMBgvEjRD1NDYNQkK6RbuzJARATZyFqHTK2nmBeDzGxGKMIiw6CqXS3AfcJ91WEWQGoHOgMMrSCnLkB1GVkRCmG48peKuSUX43MSJfuVFpS/RyEH/4EUltERkwJFgTCCJMAJEIQcVSMe8clpK0FErATWNT0TUtIiQ/ALyQyG8lEMhNYFMDpX4JuiE9JehNEqTXR08eE+rdluzg7s4qgudXpyzi3+mJRO3/w16M5swoUtN09bF/ZqTrWDBsKQ/03gukb4rDZTvHXtQypw+3DSNvMAdmNWNe5Fgx/Tzn/9CdvIv2NU7bW9vV3a8hTkzkDbgpBfzJdpmJdojKWt+udQe11gXLAqePX2mjOxEP969fQs9BxbfvQbupS8Ye5fskueAiDctOiPDJ20JG066VnZQW9sztSxeUtcodVmlCfVdaJhmxVarZn+m2JtquZU17E911vQ6wuk9X13oeL3QCbDK8JPv5OJMaxbt21tb2mM+2Gd832fM3+eqbJd5osnIpCkS7ZRTkuiMEaHJZKKGegw4xbrwotFa6tQwl1ywoDnBkS85FVl5ocRixgsgx3NKXMFd6vLyguuVJ9qizC1ODKZdh71CESE/EbGJJ0H0C0QFCLzgkuoXXt14ilAYSLQJqwn9c7/5Hf1P/4d/VY+fPtcuJxT7bFZ++7f/gl5/8y0l5peSGtq/HftBrc8gTynNIBaELiHod0UDduqBQl0rwEsCJbm8UYEgMEAkacxXeSE4FHkcVoDmuAPHybp5LSFVHYyNRJQxoxUbCTe+pOE3KPAGbUTTGGy+ZA6AVoRgpV8F1MWgku1pEKXfDEe8WA1gzFtp+uXPWLGR96tcFOBCXkkwLwSMzJc6beI1guY36JZ9DRvDmi02MiPAANPIWYORf1A1TEgRARSlMK6vfQrUa6B8WG9QQOu74aDTjWVgJ3hNlRJl8A3J5dxs2ZrOZJWHuU4ef6pHn32shoGUmQC22UFkBuDl/FJrVv6RGs1ZRd9mpxBNKwEzjs8OcNT+zdkJOwE1nc4Wa+3euqu7b7ytvpkoTbc0297TDnfvHQsDy5wQDkw0Xdtpzq5ltRrUIG+PxcOALbdZSLzHHeH9117T2dFRPaa7ffuOfuM3frNOgN/81jfrZHt6eqb/6G/8TT158lR37t7XG2+9U//+/jY7mte/8z0m56lO5mu9/s431KDHITuBHvk22VNODB4/eqQJg19MymJwDUCLTs+fHyqYuts8KGkF+5pBWoAAf/mWK5R2rCj9O2xk4okwUlIiHAGciY8kMY+JzqXiH7dZDZFGm1mO2xCSX4AySTI9IhQxguOSRw3fSPIz5jOzwRTBMfLzVX3QkcJB4aG8mqfGigI5I8Bd8VBKSXwVtR6uQ5agCar8VBlIJERZqlVM/Qp8PXXDRl7rUbDFUGFTL8pIkZQixFuZxzDAo9JSSLCMEKGAUHUO44nEkJ8IhwZ0hVAoUyJOY4TgY+ctIOdWbTvDOeIAt+5q++67WnV7itm+htxJkVh87ukAB7qDA97nePsZi87Ts7MquNCHCn1sOV/K4QVH7kuugRbLhfzYEa3p+z1gRzXDAc05CbCze/jwoU5PT+U8TdNomzHYtK0KC4Gd7S0N5PHCINAhRdY+p1sRoW3G3jFOb4HTa7sO/XZwcpf1n8Zt7e5wR/5COwcsoJH3lMVDxoGusPMKeZn6WheXgyilHPI83Xatbt+7rQdvvq7pzrYUkhc0k71tbLPW6epSl4yRo+WlXiwvdMY1RexMtW5DQ5O0psELAjvGU8fYvsX4f/ONN/TG66/r1v4BzneGnTuglR13C0+zgZySMnPPBD076mPD9thVPOZxGqiCthaKnZ2dynaNQElJi8WCuqPT+ZkuSNvd2dXWdCbr4j4aMfIF5QjcsYj6JffVW1Qpphu5It8ITTa02JDdh/653/pNCVv8+Mc/lk9L3n7nXf35f+YvaP/eA2m6q2WaaIm8ARsX607miFCSmJZLHTtF1JaP+ycB6vLlDQNpZOGrqptK1DwDfbnyY6NCu0IchYiHtKs4JUAY31GOv4aRRiahiFBJfiJIM4jCNUByeAVEN6/136BjEChG1jHCt+qAENMi+AIRQUE3AD4pdPWQXNFKuYpUyqsfy36V8vUxq32dQqT8EzPCdJUB3mLjUgcb8TqlKnfFdBU6tdSaODnAEvlqe1MPXhmuuYuxwPYGRwaBAQ4dN4j4CNY7TEIn5hmaxZ3AOcb0gNPlQaXUIL2oD6kXD50j49w9kXin0bM69iDyDsS7+o6dfTeZKTEQS8rcERZ2zXv1r28tmIQyaRlHuqJ9tzkijwmTErxLunBJnVgnaDLblieURP6Cgv16JTvXHEm7O3u6zeq+yW3dERVW6MePnujk0VNtNxOkJE0owwsOqqHde3f07V//Vd3mSP7b7OYff/KQBcGpLtlJTVl8tHt7Gpj8vvkX/5K+/Wd/S89OTtWyiNiF3wuSxOT6+re/qy0mvmePvtAeR2wZvXJK6pjgfD/fM5FFWaLPivKHarOCrgLDYuOLrUdk/EYESCgRGiJCgcxkYHArhSpgpwIIu4uWCMJC2xVomEZuy1Jp9KoCSCJJsICB83XctgB95S3mr6AxOTQ+VyExowEPBSEM+cah+40IRYQS9ojIAlPESAvqASaD/JCPFzHIQPGCziP5SlNiYQjyEJpMhgJ4cqJwiC9f0ytQU1vcdYwgL1D7bpg3RLSCP9YpRVIF7JtIjAhl9L/CI8ij0FceFwA9AMnTVSjTB+fsmNfNgdL+OzrLt3Wet7XOU11yvB6p0en5hezYj4+P5GPkyWRanXLKuTpqDCLXLSIUKcn9NuemOl9Rlvu/66kIxsRQHbV45jiozzhtGrCjx4qhbZrqDFcsFjw+u7ZVmJfFwZRyLefo6AUUMY52KeOC3f1cDflm3H8/ZDG7tbtTj/C3GGcTrsdeoPf2zi56DWxGcdr+65CWz1zmMhrmgimnFE3byCaybY0MtLFy0nRvR3k6UZ9DayadJfpeco9wenmugbadsIPdxrEeMObvcZr3ztvvsAh/S/tcrzWTTs2kVUv+gYrY4QV287xSXDNskinX+tt2iXbM1CUy7ZPI4Jdwxhi2A59MJqp6VQsI0xd5IeXF0qMvPtPe/i0lZLaU0aJvBg/KCSW+AkL1QW9ygxYC+jOY4K2BP38KuPyeyhROMf6Nf+2v6Ec/+pF2KffjTz/T5w8f6xvf+w29+Z3flHbu6YSN1TKL/hTYL7F4pPwkBfOARLkUT1DrMWBX49qEmBo+eNErIkiC2S/pg9uOOrg/QFINN3HL1VeeuJalimnzDIRIQL4KilGKAlpAQ8diMArX1WuuK1wRIfGKx3msCNrIOKSqixskIhQxAghvokkkKLp+AnZ43AlBiVyn3EBe1aZY4Rup1+jGGOY2j8OB0iDzVdWvlqHxMd26V0Cm+Y2DoodjIp9zGPTKU/OakUpH9PLKmWpINU5AJGLM57pVaXx4q+zAyNo8YTlXgOAxF4kjM51/sHlHsEwYapKiSumZHHtlDdFqrUYNuxjE6PLiVBfnp6yK55oyiFoGbc8ATznr8PBF3YEfMzEs2YWfnVzomDu+7bt3Fds74qJepZtqQac75gixwZGuU+g5E8uSSeyCFfZqyeW5Bq4D5rRr4Q6zaM2pgdDL/9zt7utvaTLdk+/aWibJFvqUyXdrMtUOznuP3b6P7i+OTzXJjd55/Q2ZJ/WD3nnrbSV2Pp6MHr7/oRbWYWtLr733TU33bmmP04i+6TTD4c9ZTOxyGnH/7Xd1zknF7u62To5f6DZHbts4/vnlqfrVXIGNB40P4wkkgJuvOYijqyJLhB4fbr+IENVXJCkiNIaSPHDkJqVFMDov7TRQEj3QEdJ8yECVhOmJBK3MXgAAEABJREFUSeTmgyDkR4SunoiX+BUNYfDTv1A4aqFJwU/9Ij9grH3WJRInWt+IUIQhE8INPiaIeFAXp1Ff1B7I58mlUEYBR3OK5Quu+oy8fK/zmVx5nYeKjTh5SDCOAFUnuEkTsiKQcAXwgVZdgnoZz4ydHKIM6SpM2EghBcaPCEUApulLD3lphUosCsKklBpNpzua7L+uw1WrR+eFU6EkNVPNtnfrPfwlTjYzHtq22xwGDdUZvzg8ZKHYMUbmqF6QlbRil50z4WopO6+OHarDJfQOp52brAm0p0+fynHv6H1sv2axvc34mVOWeI6Ojqq8S478PQ6ctrU10woH7cWGT6cKfM731ltvVWfXY79djpHbyURTxgUXUGoYD+vU6PHzF5psUZ/lSkecIpxylz8HPzm70HJV1E2o7xYOnXrOF5eUjQmoR46krmm1v7enGXpPm06Jjhrcjc+ZFxJtl7D19u6O9u7e0e0H97W9v6spi44J0OHgG+od8HiMuNdbz5STrGfLQiCTntuGvj9ISegyUc7MVZTj/pFTVkTI/U88dvoRIdfd9lpjk8ePH9Y8M+q7xeJmgg0iQikhUFI4jFB9CCL4OGIj3gwVjBITXoUI+HlNtR4RoZ42voO9f/V739MZc92axHOuWI4vlrpYJzYnf17f+pVfZVdflLdnnHhSpwYhnBxGrJXwCWXoNTA+BkolkDBSAYQeL0HXj8eNbVKYc1/Cmv7Xw2MYCF2pQbW7E/MbQblABKEJG4gY4xGhCEAAYU2uAiyrxq4/o0Wvoxuk8pWx0MIgt4KETg0+EUGFQwRA6OueYiJJEXzAxy/I5kXqBhsDG0M10xj3d6R9mYhd0eWaClJlQyOFF4Izb2AkUxpIqa2ySajBwHfk97fAA4EXibypQtS6JgzoqkCSQX7gdx7npWBTaLwajDw1oX4qccxX6CRFdsyFzuHUQsUTwiOilqX6RO3wEQH/UOUmnKY4fhPOrawWyqR5R1EIU9dqzg48MQBfHB1LTBRPnh5qgTfqOJZnFKvZ2aMzFx1xFM+MqBWTgBhcAxPZJTosGOCT+/el3V0tXBYLgjU1WXJnqEhwhBYM0AWTzQEr/+l0pl0mmp67c3Ek8PiTz3T2+JmOPvlC54fHusuK+dmjx3XSeePBG/rg/Y90dnap0+Nz3bp1Xwf3H+iMiWeJvGccxa9w7CcXc02ZrCfTbcId9UwYiQnt9OwMJ3+kna2JEmccax+z2hbgtqFKqHjFjr5XbWK7qj7B1+CA0G+EgjpFhJRCNWA0BCxuyyqjjHZ3O5lsecNmLNSQCXMoUDfgAWM5gVzzh4LAQMBrbJSLxsgWAVrrmo0+di3DiUCBjxJUKEN+xgIUEQriEaGIAJNCVICvNvGCfs53U0fHDa6jc0WEotY/5HyoVPvbQN5hU1fzj0AuGKzKYLsbEc+YVc7PhyBtQEoRyikp5aQMJPCcwA05KyVDgj8qrxSSkhRJJUJ+HNASwpuo376ji9l9zffe1fP1VM/O12roh3aSdtDnTN52WFs4jyX9yb98Z7rrcoiT32Yh6t2kKCfQwU7YTkg8E07FUs5a4OB76n5NZ5yYds4R/0cffSQf59tZ2SYJGQ1jbkpel+F4RoZlm+4+fXR8rPOLc+3s7uj5s2fa54j8csEiOidlxl6hLIfnLBhaFgbiZGyPsfH+Z1/o6fGZWsZtoo5z2mTBeXuvVE/GFjhu34OvGH/JNO7EV5yYCXmW6d8dyCnLm4E9xvSD+6/pm+99Q6+z8N7a3pKvNu7cu8vOdl+37tzWFvpNsNsO+m3t7bLImNWTjI45omkaiYYY6I8DekTQNkCkJEMmPVPvosIiZCk79FJ5aTn6SUM9ndfzlRdCH3/8oc5pq7ff/gZjeptpqFOyLCVJoQiHxhyGpECy5A9dEGTz1kj9kDaGm2FEDgHOR37kud2tRyvpnbs7nOCfqOkmusU14jHz0tH5Qn/8s4/YVOzoV3/zX1Yze0PT/TtaxEqlHTT+qx5w5h3/axz3Eds6ihi26On5h7omihsBhLQCrbbHpl0KiyGUpSqDxhAmCyFGDkUEVghd/ejmU/mKguIi4Agpgo/82PrFyFcA9q/QKgHdZOUMJliEQ4uM4AuE+CE0vQKZCp3AFavxTRpcglWvPDf0IdurSaRdyQBVxc0EXOkBsYqMmrNUHMv5JalU6vghh/MBgutlClg1msanpo+dspaH7gn+RGoFCmLqgVJoVBG+BDeWC7YIUilfrz5OgGK5RjGRDF4lOyRpI49CKFcGGCNC7qYDDjyYWCuOg5sYXy+14hhODKZu0klNo8SENOSkBRPcAuc5Y2edOZpb50araLRU1udPnrNS3dMc2vTOPQ2505IOussd1ZodwPY77+nON7+nu+9+W6+9/W2pnarFmc8Y/NE2TNZZiQHZ01nvcud+eblgoO5wv7alWTtRi6zFixOtcNgff/ihbrMgmLHreYsJ5ju/8utqux29ducNrUrWXcqa7exji6g7rCWT34zrBdvSE2nTTdFtUMckN2EiveQko81Fq8V5PdFoGE0JKIEF6xY9yXmJIdPtbmwETCnxiQilSKCGIAzxEcQaKKQKCCrYttAOIyDaAxWaJ6xrqLRSsyQJMaEIg2OECqjjW8ZAlmc0KGOEUARAnFIUYyLfTQ50ML0mOxFeXYEg8MohEEEEfmqPDYYR0LHqW0NSnL4RHRHonBQRgMZi6JSDeTdQ9a385GVuwgTIBUcOORR8rhfCRHgVEYDl4oJSVk5phEwIJOJXEDHySiEBoaSILJEvaF9qoQL/jIXj7pvf0unsNf3sReion2jGKdCdu3dwLJfo3mtGP/EOvWe3vcRhb+/s1h31OU7a5Xkn6fvhFTs7X4GtuQMXj+trB+S8CX0KdbdDt1Nu21bnLDTdJ7/44gsWq9z1k8eLiZSzGuCCk6nbt2+jx1oux07W5a8Yuz0Gc/9NOde03d3d6gzblnGLXVeM6ZaxdXx64pHNgn1QtDPt339dHz78Qs/Zye9wbbbGJqfsPi843ZpXJ79AlwsdsvNfMA7rb70zLgvtZyfkNo8IRQTXFjus9Wfy7tnO/a2339Z9HL912WZ8mj6ZzdRc/XIf+kxYdNjBR4QaxyfTKsuyaf3aj13XlDPWKMqEnetEzPauJx+M6TmngQsWILbtGXb84ovPWfQ/0TvvfFM7LLy8ECGLEAiE6ngO1bIiQARUIsbSzadqcZNgzmtIG6zUkBj6uZ2zit67u6vCKcizwyMdcvKo3KpE1pJ56exyS58+oi/tv6u7b31Lb33327rFqUfLaYcXSEVDPR2KplVOUf0BJBmIKuVQQu9IIanwFrlNBp8E0K/cLgNt5HG1GULw+TW/FDGGySFoiJ+QxoKQh8yIMBVaVCCqevpMmiDpS0/6UrxGRwXK9WAeUK6gGBqTHnKml0qI8ouchw+4rp9aXtXApBoz8goUtDJcEY0bruJXYQExEFAM5YFcxUG/8lqfa6DyNmitwg3O9MsEoKrVNiuoPIklOppx0wzOarBNLBulQEeK0w0RIduK4muyrp9X+UYyNPhdhvMEmWxjd8rM8M/cGyVWksvzE02iVxoW6ufnCu7dBiA3WalplN35WKVeLrjXO59rwQ7Azv7sfKmHnz9W64mPwVgm21r1jVbLlvtCBmrsqABtexs5B6zuH2hr/4HS7JZ2772hdvdAA7KnLB4Ch94xORTkHNx7TUFo/MG3vqnJa3f01p/7Vc32d+tuoETSZGtHl730xje+qzfe+672kXfntTe5PiiasyDZf/Cm9rgOiHaiF8+f0yNCa04iVsCEnb13ZS+447STn3Whi5PnGlYX2BabYbxSsZCIxgDhl7yYVxFmEqGunyC/QfUhvTaoxRm3wBGYr2nHQQMD1pPdQIca+5gzBjKTUko1jEgQA+BFDF8LJD99F/lXpFGnDV9levVT5b9CSoqqrxRBPqAQF/1TPIjmKw0g3nWshzW9p1fxGIZWrnTWqEFEKNC56i1kI8f17HGAA/UcNvlGoSFZBgxDTw+F12ISM1zo5U+KkCGQK+wQiTRwxyMoA0g5Kzm8gkQ8NXL7wC0QwSApWOhtaWvvQHcfvK2L1aD1kBDb0H8HHMUuJz3H2plt0ZcXzD+DGsqyQ5+wE7WzXnEKdXBwoIioMGPh2LatXLeQOF0blHLWQJ1t744Fs+1hx+5wXBis5FOlzz//vOZ7/fXXtWQh4Tz1/4Mgv8txmYhUzymYF7mWZ5rL90LCZWJCecfbdi1l98rkXSAr54bxsNCbXFUdsZMvLMyfn5zq5x99rKPzS60jqaduA3YqkZVxTm0zxUwN13hLebHh8sYyCvSkwPYgikzfBDIO2ycV24zfrZ1t2ZlPcGAtp3nmwUAyGE/MKWEgX6Cj8wa4Fy4LbLr0YsqwwV1uQr+u7dRSDoK0YtNxwVWGbeV/ofD555/qiy8e6a239nSH68ScshrmlQi6ljuTxiciUCPGSP0WM8BBSNz1HDHINigRXlJevhFX+QNZGTNgA8pzv3ObLNF7Z3dfHf1ECm1tbVf5T46e62w91+HlhU5XWfNhV+98+8/pz/yFv6y33v2m7rIAi2aiaLcU2EXkEuMq0IOSZBtQmCJCfqxXYcwUeIYaDpALQ6mmkN2h4DcEYVQZESOu0CtPRCjiJjgZGZ7brEsF015CeomOWEFZYw4LSrnxHKKWyS+Bgl5GRqyQd4RA+ZEGNiK/5EuWX5LyNWQzG5x0FYJTxY3RiHzNW5iQiuJrqh9QVUHXz7CRFRJ15FX4J4gSJkJmE94BwCqlSEylBVsVcCiqefhUVvHdNADJ6BDCf9Ev4ITgPBRoLiVSK0IWGa/piHcRBO5IC+6lo58rrRejs/d/JONVM4OpYbDO9nYVTCAeXIe+r+dYbwk8f3GsBqc5RKOITlMmszx0SsFEMduTZjsaoKfJrtbqNKSpxGJgi11/s3+gye1bmnLHv0avjrurBTuVZjJRaRp1rMobZE8YKIcvXihS0i736K+9/abuvvlAedKSq+gYZ+3dz2xnX3t3H+DwH2CLojX1fPc731WzdyD/E5859fFEKGz69NFDFSaT1994XYWFztnRocryUlPuzQK7Yxap7uazwg7AuGxAQ03dfBIhNN4RC0WENEZI43WcwO9Vu6A48nkLQKTSYfCg7YehtqNTFFJEUkJGRmZ1WNDEQ0uje/3WGB+yIBAkKfgpFYh+5Q3KDOzDCwYf8iPIswGRU9dPVKyWRIaC/SpUPYdrHQppRCpvRFSdI0IRIT9lk29gYirwXgEKoLdqnQcYTVclElGlVBmhkJAVEUoplIm+Akm1zJQb0pMCnoggS0jBKAB6xixrVGiNmm5Lr7P7S/Sx23WBGBpyo62dnep87UC9W5zSH+3scs6azmb1l+62OIqOiNEpYwc7bzth7yytf0RUXXwCMOE0gAJrjc44Abh95w7R0Pn5RXWijx89kp9AXzvLiMGXWfQAABAASURBVGCnvM3p0rlczoTyTe9ZMFgH63XIdcFAuR9x5O+0iJDHgHf8e5ygdV2nKeVGEadiUy0uFuqaVk3b6oyj+BOgZ5f5xz97H4dT9JQx/fzoSKfQ5yzm12taG9MvWTDP54tN20Bzu4VUKC9SUmCT1DRVbiY07jDjyI1XHvjIKfdr92/r7X7SoksirY7JCHWTTs5nW0zAJ8w7GEouox96Tucuq4yGciJCOWUWInO9eHGoP/rDz7W/t6333vtWreeUTUkUyZCoh8MoQXwDIpRqvQgkeN1uBOB8qafp1tt0418PAX9SRK49NWHjQK8lC6wTrg9PWFB98cVDsiKpkU6XZzphnnkxXytNb6mZ3ta3vv0b+hf/pX9F/8Lv/Df07e/8qvZu31XDVVKe7St3W4rUKSUyKxQRyDIQoGMZ6LM1LLUudAn0kcxhcL109VSCFDEioZAfslcsYoybZqjRSsIerwhy6ghpDF792mBXMJCxjOIrUxVasfHjwq1xqXybLw1WaCxIN3KWMcNXvqYbbiY4fgUberFsl7SJbwJzjWi4OPolfAGYiA5kgx61cUlEQLWIUzfwatyxIIcTjTuslQC5jtf0lyWT9Mprvgp8Xk74o07MnVUNh4ZqZ3JHhHgVxusXVSnHpVRwArVYc9ykfqFGKzVlpWF5oWF+IeaeOrjWDLQpK3U7z9V60Aonf8zR1CWTwPHpmZrJTJ5EuQ7UfNFrlbMKu+/Pzk7Z/bO76FpNmEBbVvyJlf4Ok12zu8MstKUhpbqLcjjb5eiLvJ5wfUqwe/uOVlTo3usPpEnLbr2vbnhNfRYck5Yy1H+T3+O0O+tAHVsWBlPuCs859jy/nOv2a+RlADbdRKlp5MnGu7OLsxO9OHqm1+/f5X7/UOIEY6DewvELGwlZI6Q6QVSSxpSySQvCa7Chr9ML2Ne9AdFAUAUWFTpTBY/SilMG2U0zV0TQDgkIgYpUcsIAhmI1/+B8UE1KMKGxErQAzB9Oo/8ar0B2SgYtCjLVdHhMK46bSFgTHRpIsE4W6fIGbD/GyQWRZHNViAhFMiSNMkaegbYsX85H3peymBmIF0A8ERrrDW45EQE2QgJPoDchM8mmSIoEOAwYnMMhNJEeuZF/6e6Nt97VW9/4libbe/rJLz7UqiS1XPFsczrl4nfprzlnHPuZ/Ngp2cnu0kftdF1fw0C7mbZyH8Q5pZyVUtaCyX5AkPN4V+5dOo2lhnSswe58VXeoRzhYO7sZpweW1+IArb9pdmou2/Yw3WW9YNFrR+5FxR5OfQd99w8OtMti3L+Mt8Q5H7CI9olBS39//uy5aFr5j8h0baclu+G73NUnxsPurTt6gpNfR2JcBTNBMH5XWnCUP2ds99RtwRUArSJhwx5BTH8SRrcDTjj0uiMnjEwfBcxX4HUe198yrD8k51ZBpmkRISu2YnHvepGIPVoc1qDFYinrapv1nGLYLmEd170G5qKeRY/t9tFHH+qnP/mZHjxo9d43viO3Q8b2KaXKx8dDRC4p+F6DBVK6y7RurwJa1fQAgQmcZgT50ov+BZmuaw3B19TNdd6lXWac8Nw6uKUdTitPuFowPTgt2drdl5qJlmwgjs/mOjw60zlXkrv7t/WNb39H3/zO93Tw+jua3Xqg6cF9zbiS9Pwa1L+woBDlSugm1EMx627ZBkGHRIJGIBA0Q2xC8VQ8QCqNsMqkFtCCtq1jiLQaRlIECbB9+U1fJtyM46+xbwCpgkUEXUwVGALF3HAxMRVoQwVprMDIfZPf3AanwGUUsJBSFbSOQUmBHFUg+cZbyGi4IpUrhNB/LMVpg3nE5wqYFAbwAugadP2YbjCBanyVw0qRGGGZIF/z1gak4zg0V1CHetwPr+MEN96CfQzUEEMNTKiwS8jnJRibJCJkOa4X/QyWIjHxrlfs5BnqTSoMDDv8JX7/VCuOmc6Pjzl+XMtHcdOtWc1zAq1n0M2ZEJY4/dx1ii7pGfR1Q8iq9ZmWms8aJtItiQVpnmTFJEld1jqjRduq3d7VJUddc2DRDyoMhAsmqpZJryGtwWHnrSn3ivd17913lChHdLyu6TRpp+ga2jIv8YvjI6qyFk0jV5+SdPjsmXoib777Xl1wtJNp/YWjFv75xbm0vtThky+UOIrumpCGuXyVIa40RE3FAxWsAESEVDrE2PZJJUIRYapCPOClIuCvvM5fEEn4JYaIEE0GFPQeNNDmBre7ISIUHnxALSSQI8NAHoA+PVCWZZjs5CCeYA4TaV/BIycSUooUzjHmRYgqn9PIXPsGvC6hIMPqFo0PyYghhtwBuw7oWgDLGDmuvqGIpBRRCa6HwXw1tPwqAx0ITUOqk5Ffs4wf8o8SpOBHPBFgsWEjxHqU49yhCIBJPpgQI8Cv+F0ekHB8ibbfZ1J9571v6/nRqTK7ppI7be8d0Me39ezZobqu08npKQ5nwa56ppyz/O/Vc8IhUt8ep+66O/R9/Nn5mezwRJ0xS/231JlyikIoxxuys99moTthh75aLriC2mJXf6ZH7Oh973zr4KA6Ou/iXX5EsBjoK815Fywc7OC8ANjd3ZXv+S3LC4DpdIqeW4oI5ZRqH4qIGkKU07/44gs94wprhaPPOHmPt33u6PfvPFBigeN7+pRbJXaPR8cn8l/O80LZd8g9tlNCnqRAPkwqxFUhKeVM75GWOOW1AftYZ+sbEcqkp5TpZ5IwkPuM09c47FDI8cEOnDmlB+acvl0w97huPgq3rXdYeDmecyPX27K/4F7+7r0Dfe9XfkMzbJAoKyii9ifaKYKY3wp8KMtVgeWVtzhGPxzT4KudfhMqOfVV2MjtYTHYFgXafMHJCe17gv0ydT49O+fE8VQXnKhEtOi9rYvLJcWEpvSFg9u3ldtWPWWvqL/bRPQbzXaV9+9q3u2oefCe1u2U2Rk7RaeIJLBqy6o30uzkhxK0gSkGCXWAAEbciGm68USM6SaBmgU0gCRRjkADEJ8II3rlgetlPGq5ViJQycyJtgZ3RqIRYTmkedB7AurJXDNJGMCVsCGcUqhMMiDUu1qnB9w3YWCSThB4Sbl6Sy2DbBgIvJSaUL98iuMA6EiHsdTJ0FF0rY1ticZFw4g6SIUVwFCSnL9YQYOzAGE9DZjfE2kg3BJI0lVo/OsA1lEmiRZp+RGhCIDKBfQreU4rQ8F+kgfEYLxYgmQ+fyNCEaH6eMdK5kJDDtTL1l7gaKmGIvXKWimVC1iPNetPddAOmlKH5dmFmsja2d5RitDTR4/hlXZ2mGByqn8Zau4BTvmwa3FyqbQq8r/59dzgeqwVKkwmeTpTj6zUTrS9f0u9EjuNQc9enLDSpWg6eybtAr3Mc3F2qcyF/NvcZfnf0DekLzli3Nu7xaQ8RaqAYEHSa8VCIVE3H7cu2ZXUeNNqm5X1lB2XeBIKXT4/VPP8mc6fPqJehX4xaJJDOWEnK0s9ogh6UWERIgxEVIW6GydFMkH/dTyUQZv56LVOgNhxYKKy5AbnFNQnoXPQJ6/BRrYC6FAqL4gzYMsEGk6rPIOC0FAYGwVrD4CVD/J55+8qi4lGyHe/780XBQm9yEyIQPmBhl2s5wC/dRzQ233QqYaIUAQwRvylL1Oa+SyJcECG8wyUfx1WfDBHzfOnfUpI40IV/TibTVS4oRK5yUq5UaQGK2RlhRokBvQVAhfEtw7u6tf/zG/rrbe/wZWOlDuumXJHHvgjCcnssM7VMAHTGTTn5OiEk6ncIimkFTtQO76eAV8i1KP3hP5MVGucqOOuE5aSd8UZfTyJz3FeDXpM2kY2iP/88h98//vq10vt7e1oa3umS06hEjxrbFuoT+SsyOgE7l8OtC47+3v6nOPgQ04Ctnd3tcVJWzfp1GPXhGwvyOc+WuvFInhbOSGDet27+5pePD+yNZgniqYskPuS1M129Dq2OOck7tT/WdT2HrrsakWfP8fZuhy3imV3jB/bwVBCGpBb0FEGynEvGYKeNkhkpyxRVSxBQqIOPbbqqZuh9nPsJZ6G8ZlzoyULoH2u5/YYq+c4yaOjYw7aes3P55xInCEs2LXva0U+2zMi9Pab72hvZ5e0op5Fhui3CZO12CIilIgkdAthB3oFZqKrWyeY6A+CphKSQ+JOR10ZiPqVk6nSGEZSQeZAKMD0Hmbbf87cY7s+59RlvlhpjREyddtjF+/6Hh0fci3Exonx5WuXR4+f6M7de/rGt76td7/5Td25/xo27fT0+FKn0Wr25nu6zBMNt97Tn/+X/3VN9++o29qhbXpFTlpTviLk8Tpg3wI+hKqeQVrKWYm6SyZSZ41pI0aENyKJVF19EnUzRISS04AxlCIqp66edIU4dNJL44U8MUihItgQovpgKQ1gVsH4CANc11AsaYSwQNLcqKYYvYI6yBh1DhFIzeSShB006jmW4RLohbzE6YDWqxDWPP6Y+SYInT1BoaZl04YyDNCcrRBaLQJkWsBNcGmAE6/JoYgQHwU/+poHzZBFPl5Kr3XAajWMG/zmgxEKjBjCcesI4cZbKAXlSQeRzVlINd+aChR04VUwaYqO6J1tf3Gk4exI67NjLU5PdImzH1Y9u+lOO0wuCb5jJhzX24N4wqp6/KtbjW7RuW/tHmgIay4NUnUvK0If/9tZ94yQLZx1X6L+4tOEyaftZujWyLQVei25KpjNdvXRLz7SZ+9/rExHj5aJGViw+r9kcBU6Z6DPJbse/+Kdj0s7dmU5J52fnMi6zTiNGJCX6fzeRd2+daBz7vdX3o1Rj8Kuvm27OqHk5ElBmKlU0PUTGim2fhpxdC8Cpy8X6mrWkUcvm4T02EBCIimqQD9VBVqMCdA6jNBD7iuPRSJd7r8+0akauPhqUfIRDnAOhZQiFmmGJOcJ0gxXZQUaCxrscrsbD+IG1TTLG8FxRMrqIlb1MUJjBxHnvwbiv+yNKiA0VpNwIxQxGgbKQqbTBF8dgyTwyk9sPhEwAQ5tjwjkAGSRnTzNLNsn07YpZXCcqcYws7AUzjxwaNt3H+jWg3d1+/47uliwgKUvPXryTNs7e8qpoe2PlZHR0xZt26Ifsw/KTGczRaANYPk9O1HX3ZO3VXT/cr9Xwu7kLwqc1lqC306pYbHWsYv2fX/XtfW66YJ+t6K/2uyW09FfE/m3trZl2Ts7OzUs4kGOd+MD/bfBIQZ8du5edJi3Y9w5r+HCv1dDedZxiXyXTxX06aefyvpcnl8wbYaapqv1nmztaufgtr7xvV/RGc7pghO6XY70t3G2dqbPuQO/ZKd6Mb+kpxQNmCHjRBUhrKOgvq67bZCwmfVdu0Ejqv58mE4GDYzVJQuQNfK9cPZ8OWBHn1CsWTw5vLi4rL8E6fiKBVaP4/ZYdppPWNw/nnNK98knH+sffP/39fbb79XfZ7ANcspUL2i/pJSzhJ4FPXrKsN20eayf5YxRmEBsn8KH192erKaHIrJKJDhCoj4V3NFSGukOxQNLUeiMhVqB75s47oZ29h2IGFk5AAAQAElEQVT9QB8/Zoe/xclk1zXaP9hV4WfG4rBrO/3Jz36mH/34x/oh8JDN0/nlQvdef0NqJzj8E82x2/791/X45Fx/8Xf+Jf2r/4P/vv7cb/+27r/xuiYs8hILw5wT7dmooKbqE0ro1mCHDAQ6u3760hMRaC15XCVJnl+omSrU8WaartNpUd18nOdm/AZeKl4ooMjZRlb0kCtfE/mMShUphkp3fGyEkb/mtCKkavM4v6F2LJgLjVwIE2XxinrDicz6NecG4HHDm7dYp6CtAdhUCCsQuUo3b0/juQEN184eOeYhySrIssjGa8yAXKjmgSjrVEN/vgbMZ3Aug+uMOkp8Kk44ppNaDNSHsIrahFfplcaHLHzh5VsUDFRw9B6wlfWGpIhQkN6I5l5daomj75mU2iJNMlQMsmbAZnLPz091csQq9fhYgYFdnnd7nmDa3KrrJqw6xRmBtETmCsE9oERu5AWV8UCK1GjpBQRHiGsM6njAs8du35PHOkJzBuynDx9qhWNvmQxNO2MC8n/ccc5OoOWYX3TqCWUKfreRjzgv0d2TQ3Yax2qJMgfqjDp68MYb7MJWaklzo3UMrnWPHRVEB38l9zNA9bHyL6GMHBLlSWPfxDy0svNDFo8JCsSEEnwG1adg/KFCwbGAqDCRF9oChChp2BhJ5C6AMw2EI8Ag81pb16c4mVSrmggT8au8lRdZxYB85zNtABcQ2MO8KKliAeFUC6hUkPEN6hLIdqzQYQr5ZDDh6wD+MkRNKc5HnALIglzoVBdcONQxbnkDRIc1E1lJASV3FFk/MSdIpdoyp0yYaPZEGErQMbFSSgr6n5qJhjzVQiweZwea3X5d3d4d3X79bT1n8vVfVEy5UTvp6m5whz60pE+5bnaYayZZO0qD9YoIdmlcD1HnY/r8GkeUm8zOfU7Jqsf7aAnPoEvGSIF/BY93+lv+BT708qTfs6j89LNPdcri+Zz+ueYEp6ffz2YzxsFSDY7aY8jt43J6+r4dvPns8FacdOWcK9+EPl2wmePmW1Bu13XUp+eE4FL73BcHtt/hqHhF3aY4mCY1dbdfSqgHjs8vdefBG9rlKP+UUzD/Auw+zr5hPKzQzXWas2iIlJXQbZDUUIbDQI8V+vVlkPWN7FaAoRTa1jlVx5gd9pK7997y0FeA67Ng7F5ezus1ydnZKXpXqXK5TkdSvUZZUX5DWZnyH37+ud58613ZXgmdKEhO69qWmoYct02K+yjgBYXLtawMv3nhcnQDo55jJJx9lOMv/CL0W2hPOpcMtZ5BUdB6ss9pkwLT4PKom/9p4ppNSinBic1ePSVqu4Zq91pgY+vkX6rcYi5LOaujHRts2peiF5xkTNn0eAHnfvSEK5c5dnvGpuU58Nv/3D+r//G/+T/Tt37tV9TOtqVoNcc+JRJ4VkRsINXQO3KPqaKveUKixkAvO3o7fUOSlBlzI6imbVqWlPE1z4jd+AaiZAh/+UiO6csP9dyQvqQWx0ybBEWQ3yDCDdHcI4wdzBWro+8q3YngNRuhX/MUd1AapifsKZzXSVXyS+mVRAewbDFdhmjPOkjcyAbnK3zgqMUaF5iN44nU+EgbZfkbQQkVHPsqmB+RYwJ8vBoVI5/GZ+QZqm5jGaa7sgbjXwfOHxvtSL/BGhFKCYClzWjP/f3AEV5iMIvOtuRuO3F09pTjw8Kqe35xJh9JreC7IM2r9knTMdFd6oJB/IRTgI9fnOspK9Uj7vTP6JA98inE6uqUCXNnf1/bd+5oOpnpk08+0xcPv6A+wWDvNWVns33nlvYe3FO3xy6nSfrZL36uJbvwvXt31OzMpEmrc45GA+NsTbe1d+sWE9GU+mV5wnRjXbCTefHiSC2TwcX5OYPphRZMfDMGWqEBs5IisraYkAv9wSpGWKIUSV//XDfOVXJcITWsyQx0KqOIkH9qAp+x3QpJXwI61kD5A5l5qQPM1y8NFZ4ICTc08wguy6sklwNYfw9cMVhrOuGggfKEOcYyyVazoJgiQp4QEmEEmgLiiQi+4+syxvLGuL/XmpDAi3xTLJ98oGAjDVzYogCoQVanh8qwCUm3fBI2LwQZNtGKO16UwDsaJadOKbmdO9V69kulYQFtUExarSdbumj2tGzvKbYe6HyYaOfe6/rphz9j4bjS3sEdVAm1TUNfmNc7c5VCfkooAzaRckrKjIMUSW6XnBucUa/dnV2Gw1p+nO6+1CDHC90e5z6ZoBftaAfdsAO20wpFLeOYifz46KiOEed/4803WMAuNcXR94wxy0mUO+km1Zn5F+8G9DFN1N3OvW1b8qy0pizL9h2+7XdwcEBdbIOknHM91vYYO2Vhs2T8dU2nxpA7rdcFGdSBOi0Z3/cevK7v/+Af66NPPxPrDt2+dVff/Ma3GCteyGcxTKTISrlViaQJC/M5C+/ctNhRyFsrp6xMuQN2tE0u2OX637yv7Qipg+NXjt1j0zxL5oklc0mkpKPjI7m+5rO9XaeOurZdV+vl/6vCtn/rjbe0w9id4SD9W/YzTjVyylgYC6E83V1NSsopyeN5oH4+VTDdfZyKyLLdo4xr86D2BnMQ/kiWoUSYkZ9lG4iySoSi2qLRAqfetFssSs5q/7Ac9wG3mdu1a7tanuuWUrD4WbPQO9VHH33Icf4ppzxLrZhXM33Ic5AXeCHp9r279NN9KUI+8ZzR7xbU7yEnG9/6le/q27/2W7r12jtc4dxSUUM7JHgT7IGKSS4/wpJcU4O+5hngL9TwJUSVVBRIDfAgxJKv5E2vxGCtccpyeWMiAojUlQN0GYeJgG8BhFEMI26CCzGr8QpOeoVQqWSSmCu/kt+yI5zBINKZgmgNi6kNbtywESOzwR9h5Iq4Cc1HRiQgCBq4yxxAsYcKWQyOXkFYIHwuS+ARIT/j91XMsSq7ImRyWCGcE6iRl58NC2pBI+cmTuRPfeGs6REhGRTjD3gyqCiHNPQLrc6Ptb4ALk+1uDzR3jYDb36qYT1XYYLN8J6eHOs5997eDfV0m1Vk/QLHfeojQQbCOR2Ug0OdcefmGwKKUPKEyKA5Oz2TUiiDL1jh+7eEVxzzDRi22iySumaicxYOW9s7WiNzBWxv76rpJso5szBYa8XEVzIdHlmWN2MycjmnZ2f66JNP9IwBcu/ePV1yGnF69KjqXvx7C3Tmtf95IczefQzMajajd7iQ9HXPgLUMRfRq9PPk58FmUMn4HuhVCCG8AlIFiQ7IOwC0AhMgCBYc8VpfGrNs6HCTPDh4CciFhb7uPJsIhIAjoYvLCcoiWt9CGi9yKLralLB20g1nwBZFZFWARwRhmEieAOCHZnsUqMTqt34gkBUSCIWMZaEXNaov5Vh7A0wmIY/0DS8R3jGv4JVcrsbHgg0inTZSXegMyqRm+KLCWIcBx0rVJNp/3e3qcnJbJ+1tnWpPT0+D487v6NHTFzr1rpcF3SeffybvpHocjeg3ifohDpsOihjrPNAGdrxoW/tYjyP2jnoNf6bP2Vn19Os19ECnuhPFqVQ6+qzswBSyY7Zd/FvzL7gy8r8KWbLQtAw7QbKqJ99d7mxNM7/jnvRTSnLdIkIRUR2q4xPuzJ0WEcopyflcRoBb55Dq0fY5C1tQLFiUU67lODTMsENOjZp2Il+BPXn6VAecpP3gH/0j+AcWyivKTLKMGQsRQc1NllJIKVms1ui9wpEnZLvehUYo1N07eMft2OuYgu64eW0vhysWCqZdsiDY4dQhY9MLNgyB5CVpkZNy28plPn78uP5zui34WhxihLmkTB7YUa1UOw2ckNl2tlFBj0K5A21kZ+/2Mw5zzeLPRoxRoABXb5G7oykOB8gOI0IBnqh/AIhXpEYTNirO8OiLR6RKXuR59+65bXtnW0GmlrpY3hanR9/+zrd1/8GDeuR/Shsl7OoFm7CtFweX9MtH1PmUU5+Wtu52ttRsTZQmnabIe3Fypm5nTw/e/Za2b91TQ/kdc2HbdpQVCnRLyMqebOnHUbV6+XE8GIMOzZJIuoKsUIoNGJfkNILr99V4XNM3SBH5K36VVMMrYk25+SmbSBFDj8KCUIqI2lah0NVTQNzRawjul3oowZLg98LCMiqdTyGv091QAx/jKiTceC2P7DcotdhX4q9EYL4S4dBgBRxa1iu8lP9q/L9ajO5YJ0rLr3VAzFUI+rWv9aHKNZ+wjZkcuGMk6lDtxK6ZDbTaKErrS+V+ri5WCsLCsX6XC/hSl8fPtb480/nxiyrKv+F7zn3bZw8f6Wy+0pBa9dHoxdmlntA5h8hiIQxNyrMtBceJ/g38R0+fVePuc7/v/6P7o48/1ZRVe0PHnV8u1RGuWTBMyXPy4kQf/MkvKL9AnyhSVsuiYcoksGJQ9wq94JjrkhOEOQuVaL0UCXQ91nD6Qs3qHJ8xV6I+SeYemLcGBceqC04pFpwQ2K76mgFiW11BoZwKEZAS3WcMVQgNpJNQ3wQPL3jNUcPCRCQaq9TGqCRsUDagMTdRGfTysW5XpNrum6RISZ4cUwrxkh895GcMB8oaqNNAWPNVIaT5jRCvgowR4M6mqF/YVfM4Vkn14xhgIUWeNKqeZgYZ5aNp2VSnhvSsGpoGUvksAj4Cv5YcEeJ1FHCaYSAToEFBm6msNLbdWkEfLUy2fZ6pTG9r0d7SWezr+XLCjn5f23de13wt+bRnyZH8E/qa/5fESdfhzBZqmiw7aQTRHIXgZfl2RnYcCxzzgO1IIc+y8qGcbOvidnQEsBNq2kY5J03YaRpPKcnObZ/TK/+ynP8+fk8/tSM/OLilIP3gYF8LJndE1OuAtsPB4cRsR89PmErDphyHduY2dURoAJmwu7WedmiO3717t97NLxkDllnoYxFRTwkycpuc1FCu2y0p6Sd//FMtWbC89a1v6Z1vf1vf//5/qSdPHmuG3EdffKGnLAIUSVKoZWFgR912Xa3XnGP5Afk+al6zCBrQ02HBXgOOd4HtjFvniJA3A7aD7+MTOixZKPj3AZzv2bNntf7Pnj2toX8p0DtcL5J8YphTkvlc10K9HfbY0nhOCd1a2RZN24J3mtIGs62ZOpxgvrFAEE8A43uFjSFiMTc4Y7jAUKizDMgX+gd2MC3lLP+y5dHpqS4lFfrRLk7Y9esmnQJ+6+c+YR077HXOpmNnd7f2twkO/P5r95XI9/jJExXGnv+Y1xmLnQbe23fvsFvf0Rz7HHHVs8LGSu5Lvd548209eOs97dC3D974tm69+T2lvbd0kfa15CRLDadKVCGiV4oB5QBqhZrXL8mq4A9pYQAPg3EDOGpRLMh1TindwOVO5Ew3aVd4UEREEDUQfM1rg1+RzRV1kEtfl83pRdSHzuVG99RgPtOrojUNqpkUroLoH7Lt2MBpMALVbwX4w7wG8KvX8q7wq6QEoyXepNNHVAHiyDd+idbXuhkJdHH4XxVqXauhkH8V/hOFBfUVjZd1pYezVDuFmKRCbQ7lNCjTUTJHolqdKXCQWbzD2wAAEABJREFUdvYLdvdsq6XVXFqc6dnnH6uBrzDIL+mkH37wQf3PcN555xuazra1HkLPXpzqmN36SmIBIJ2DpCkTRTvRGbTPHz/V6em5Tk9OtU2ehhXqKYuDxWJddyZNblnRH4Ozi29apZL06JOH+vzDTzkK65UZ2D2VOb281DnlBPxL5H726HN2ckxY3VTDyQsdf/IzTdanSjj5Jq1rHcdf6ipqc9GE1c3Z6bFCRYhTqf0CQV96bfcvkcZo2QQO3QEUSkBI9VtlIrvmt2zAdq9jRYIHIG+NO4S36qLxicox4m5uT+pVlkkIj4AjRJmqnOEvcq54fUU1MBE7j0E85iGbIsBChGQAlx/QGliAcdPhMU2mgViOk2ocpMYJSeIFwQ5Fwej1+AzYihGAZOrn71UAW40KxEWNTJ6kBlg2kAcFbVf6C6WyBI+6q7nFhHf73d/USb+reTrQ+w9PdDQv2r19R8+OnldndfjsUN61nnKKNDBXbLM4dFkdjsCTcUvfyjnLjpkCncQ4SYqISnMe269jIh48gZje93WnXLBrDziv5XiREBGyvAWLxwt2rovq9AqLhUV1uhEh/6LemgWInYIdc4qxPDtXO8KecbVaM2A0Gj5iE0o4sE49DtoLFes10CY5JU1wcM8PD+uRt2VYh4xDaRkngmfGDj3T8dqUteTeGFPUsbrISfuvv6ZvffNb+v5/8ff1n/ztv6Vjrhs+4ph5WXfZzWgW8q3QuaMcRaPj4xPG4arqYic+ZwzOkWubZuzp0E7X5bsVewpcoXeP7eacsrw4OtKCE5ALxu+nn36qtuv0kAXGc+6ovXlYs2DZxmEHpbuOtrX7GSaQzZFAmIaZr4xJ44JnUG6aaqOGxVfAk7BNhDEivBFB/hAfv/JT+BT6LEMTOcTAiwPBB+BFJPK1XaegbgsYD7m+zLOpyWw+Wp2w0cgp1UWH9YwINehiOXss+PyHwFz3Gbv7Doe/f+uABdCF5iz2HLcgL7y2Oa5vu646/ET+oG+sVvS31aDPHj3Rj372oU6GiWavfUcH3/gtHXzzt5Rvv61255a8WGiapIRhKkgKflQfKlRHpCNFXiwrRlzwGzdtBOimEVy9o5U3MTeK81agYWtIhSPAeM32Eg1kh0lfD5skF3yl9CuMCEJd92G6ggjJAC1SIBfOkCICUH1sfLjgo9mwfoFaFHxVv0Hj6eueKgM+wpHRTAEaRipExCtxEwsfSuL78o2Il5H/ipjrcQ3UnKogyaU5GEOXEuEvNL+QrYsnhqtJJZE3wRMRVXfbLdOaDc6+zUt28xfq0oWaYGLluDuxq5p2ScGOecWRfpdDKUtiBT9pG50wcHfpxKtlz/3TUH/Lt80TOvK6/kUu/wlO+qtO2A18wuSbJjMds9r9+NNP5GOrxosAJk2xSGhw0v160Jyje+/m33jnXd1+8Jq6yVRfvA//ybncXH1IS/I85QohmNS29/ekywudPXuura7R8ugzDcsXtPlCEQEURRIDQQoN7AByjW+j9xOOdgsTERXSn/rEq6mFqNuDAIsWxowZQhFQDAQiRZRXWGkXQhGPOpAGUpkGoVsvMmsE050Z4BWPy6gTnoLcECggkdYAyUhKinBaIVHYh5IQwzBUTydx3prg3OSJ4KNQxAhj2vh1WSP21e+YVrApeiPX8RFcJkCWUQOQL7/wu3iTKdbB18Iobyxj0FornPuqv8QxtfSBVq+99a7uv/Mrmt3/ln7wwaGa3df15Gipew/e0Vtvv6MvHj1SkxttcZVzQR/zIuo77FwXON8eJ+pxYB0b+sya+Jp279pOyQMAjXqckWkLnLQdlfWx3oWPnXnC1k3bypAiYYtS7dh2rSbsiP2LV87fgZt/idNqu67+nXhfJVlmsgGwhxcDe+63lHv71m3Gzko++iYqO7ecs9HqwAcac4vjd+tXdULGgK4uc4Hz7KiD086os8swb0e51jeQ0rGoWeO8V+jzIY58Z3ePnWbPYvtM91+7q3/j3/gfaYtTtT/88Y/005/+VP4/19fcJRfyrhlnOSd23Yu6kNnBIfUsfHzMv8aGEVFtcM7R84IxvmahYoduB4jZ6qIpkOPd+ik74oQNP/74Y+RdMg5bHb14Uf9C4CGO3mkzFiYIdFZyvXxHLDb9u5fb0jZwvQ3GbRvTvQhzOObhi45SyAFfSSE/rp9tW7BvoU0KpQ5MMAUwfc0CR2R6dvhcvhY8PDySryhs71DoKVeErpPLc1u7/VYsYlbszP07C8+Zn+6/9poy/eOYus+x/yOfmGCDyImNyqVOOVmcs3j47OHn+pwFz5/8yZ/UE5rn2OWcxdDp+YXuIOPX/9yfY0QUPefq9JxFgn9R+e1vfEPvvPdN+Q9D7XIVs7W9p0j0mwihnvwYdfhliAhF3ABFZYkYwxrhk4CvfSNgNGxSAwEBbhB0XmJffYsqR02IGPG4okUl86EpaJABMD/tQdNA5g14I+qX2PgWGtBY4TOAl5qPSH0LOSryyic2sYhQBEDck7MrHOB+Q+Hga6BIlPE1Cf81kVx/RFEM3/reQPVVtUhFn4Hj+bZtZOdQNefjicqTDlVUotMxF2jS9uryUi1OPmvBpFkQuYZWlHD0Dc7qnA7bdROdHh/VAfoOzrhI8iTj0LufoCP3NE4h9zGd1X9nfMlxyhLa1u3b3KWe6pLJ4mM69gm7n0NWxe68Qwrh75WZpOZMGCecGgw5qWGFPwFeHL7g3v1CbdMptxOJSf0jJo0lg2vWbKvrVf8FwXTWaeDIN7MjTKkINVQfJq2g3IEJvjBR+t60aVudHB+rZ9IyT4HZYHyE2DRpoq8FJIBTBvOMAKmIXACh2BWIB65Ko8VkAY6DkHL1mnnEg3q7HUaekXb1veKiGa9IyA0lMkSEeBUSYD3h9msYKA0YyFgA3Xjcn+Emj2QcTlU9JdlcBMTNYcyAQA3QHJoTwZbpqJMV9Ws5rusm8kpwxVGJKB0RijCYEv6MgEyXUBivA31AkTSkTrff+qbuv/erynv3dLIKtbu39P4nn2sN/5tvva3zs3OhoJ4zKR/TNyf00Vu3bmmFg9vGeXjnOdD+1i/Tb4xXoBwXnOizhTr19Iur0PQ5iwSn2fm7gJxzdV7GLWvJpG6HO9C3d3a2TZL/5K136XZ25m+bpo6PgbLMv6YM53FaQ5rptUwci+NnOM2IqOWYbr41fbZjAeG42958b7z5JuUVpYT94LfuAe66r5HV0rddB+fZ3dmRFxcffvAhd8ZvaDFf1sWJf59lb29Pv/M7/5J++7f/ovZ29vQP/+Af6Ec//JFWixVzwoR8lxYjl2lH7kjKWbb3Aqdj+Wv0M91wgjNyfEmafyl2zmJkgZO7nF9WO1ivc8Z9T3s84ejeznKLNmosk6pYhgOviWsIoYa0dSiUaT/rYntMuRKcshGwTJEmnojgi3rwyzTGZERSRFbEmCY/tPcY0OPgHZijBnTqPUeA99jQ/4GRFOpp3wk6Zvqi0y/YWHhR4msalz1jl98wiS7pb14MuM26tqN9Bg3Oi44zriN3tneUrD+g+oTct7xY9H9u9Mbrb8oLP8vK8KCWnuL0P2BjlDgRuMDO5/S5W/df05J5qNne1a/+mT+v+2++pzsP3lTkVgrX9UY9JfYRA7UwFCUaLq5hIE46xqbrgBfdfNLNyBV+U7RxZ0S6gsgo2JxEHGzAYq+gMm7ogbKCdcwLkUbhBRnfgYiBJjJbJUaQoWL+UKIFGyWEHaODUEEZjF7nNBNgpo0IcsviXAcDlpKcZiIhr6ocvn7d2R3+00NV4J+a3fLHHOPXZVtdKvWKjDGV5qFzXyW0THqTSafsiqB/YFvrT9sqEc85lNvAsQ8sBtYVEkemXZuo9loxLJXZ3feLS5x+aIED7jgq8iB2J62rzjv78qCICPkXarxbXjGhLVDyiLv8U474PFhOl3PdZoU6YWdwcjHXQ+6sDnG0czrwCYuCp0dHLALW2r7FERcdOjGAYjbRAmX/5P1fcFVwyNH+kXLXcry/w2TY65j8x89YBLw4ZFf/hUqWlAYVrhmoqiJCAUk2DvrEGCPvWl59T5hAL6mTWBAlHFrAIzJ6QDsslZ9c0FRxbR73EqNwFIfBZwM1TtTvhmT0GjbpQZrbICIUKa6TbyJue7fzVei0iFAEoHBUbm6LNI93JLa1Jxh8C1kZJU6snHw2+cacxG+8UfnGFKMGJ1c6dikILDVEpkgFd180j5BboUZefiKQx3vFF+In6FvQwWBEFnKQhkS+vG6DFr623dKtB+/p7e/9eW2/9p52770lcfJzSnslnOQWO93Dw2f1iHyLxaAdvh3L7t4uu8Y5k+yAlJD5UkqUpdrmOeeKO3QfTuhjR5mZXCOi8gxM+ld5ItAUcN29exRSxWPnRIpIIiYtWXTev3+//sJqzY/crutIhwt8hcNr21Y7OF7LMrj8iFDmpMHxOUfhzmtcPD6lOMcxblNX62id3G/ffecddpiXVbZ1ytRpC2eCNclVKGNbpuWccFSDluy4P/30C73FwuiMhVFR6ISrDTthO/DXcTK/8eu/qb+Aw//hD36gjz76SG4H57MTPOPEIOWstu10iT7nODvrjOpqaIvC+PHC6Oz8nDF6iA2ey/+Zj8fnJQumJXV3viPG+Geff6qnz5/Wf5Z2wFi3TQKt3Ueu6l3jReiwAUmJMZJSUkTUucvlNm0jP8HHaTlnwaCrJxSgwdcw5oVAX6M02tjljSDmhAHotcbZr3D0Sxy322PczS+0z855wHE7v202o02sg69Q5pwELZdr+t0SPdEBXd1O1slzydbWtm7fucOmoteL4yPK6OU/8OUFS8MiwW18xPXJyckZ/W+tBfayjf07J4ZtrgIevPWWbjF/Hrr92qnW0WrB4P+tf/af11/9V/97nHxtU88MJKsIRB3/MWLYspA2QsICqFjjNYSJF86X75WUl5QvYc5AEQhRBdEw+spTsDRwRWewS6EIizeAS6pybuS/ahT0JL944CM9wiHRL71ulwFjDEiqGSgyNjwRV1ip4vwxyWXaEMblfLAhoqLi8U7IPKBf+26kkUZGvjVe60eE9wpFFWL/lO+G2bJsg1qX66xQUbAIuxV3fLSnEGd5ghNscPYZZw4LOaC6YsDYwEUZJOVQylLgJP1vKzscPVMEx+BzdVSDqKJf6vL4UNtMqjs7W2LMyf+GnbGvzCTgIy4fYVmNJeVf4uwfshM/Y/Ly5HbOqr5jcHRMSBkH29H5/W+d/c/i5pzxZ+jPPfkwAINV8HwoWjH5drdYSDCRfMgO3r+luuTqIDE4MmnnTEBdDCoXx5ofPWYgXaqdZmUWIwkFDREhXhU+NS5aD92YAZWp9872TNvTRvf2t7XNwmLttEgS5V85uUQe4ehEWcGCQMKOhsqA3UiPGMvRjQcKsTCnbrZbQNV1njCmq8d8L+GK6jD8EcwA5RPli5q0PyXYyWP2Gkd1YcZaZk11gnjIcIUS+8obo1KeYcsAABAASURBVHBRlU1aEF4BqMshqPqBj3aAcP2aVwp+dCUEmwk7UTSkRPeIDUghqbKhlJ1FwbawKpg0Z1v7TGzvaXLwti5iW0+5vjk+OVVwpXTrwDvopSbTVk3X6Aznb53sGLfpV+5vDQ5oxcnAikVj0Mddvp3zkknU/cB9tcXxmicilFPCkbUyfcB4QUnenYon54YJeEW/ajTUfhBymuXUcinLp0QffPBB5XN5LU6oo5/P2dUior4T4i1lWr71WuFMLKNjEJmvweH39D/zWD4qiEZUzpkbs17m9U4yImo5zmPB5p1tTdV2GR4p0a+pDjvGpY5wruc44JSlW7dv1Z31jB2qf2HRx/QTxpp/hyBho729Hf3ZP/tn9OGH7+unP/lDNgCpOp0F7fHi6ETnOPmU80jDgc/ZAJycHnGa8lRPnj6CPpdpKxY929vbtaxjyvd99cMvHsq//HeL6wqDdYjwXDXI/UN+3A/ovMU2dvwaihIVcJumSDK4LTO6RMTIhf5BfNAYjyAEIgjN4QCI4EM5A+W4C4Ni4qJCmxciPY5+DfRcJV6yUfFiYoq9Lqj7kr4zwHfM6eYZfa5HQKLthU5LFgcT+Hb2mK9YWC3pd14QdF0n/xLjCXOV56BIWQMqLEjPbatEm8+YF32H3046rZjfhkwdwZ8fv9AZNl5w6vj89ERz9Nq9fUe7d+5q7859qZ3p+fGpnjFv3nvtTSW1si58JGKFnb9DlVzjfLBOOBjhBkrCSNt80yb8U4MIJBjIDcbXw8wgTCMNVgLqSyGhyk5qRHlJ3mARscE08hFN0BL8Al7NMcbcaHVQigdSUOnYlOtK1KrTsKUgDIBFYIqIL0GqcT4aIRG6VByMCOF3XoPqB6Lf8Id0aHSjMfLKN1TI+wrpRoRUGQqdCBEvU6p91sqxVuuda9lIr/Wj47ALL+VYl/FCH50+0Qrn1SNDCWsNqmPKxUaEbOviiTg3Sg2TJp22watPOMedAbuTRh3Of3eSFYtzrc9faBdH2vnP6Q4rpfVCTz97zq6/sGuYa43DHkJaSrpgsC6ZyOYMELdFZkJ59OQZdU4qtMPgC/fU6BPuV1d07BOO+5ZU9JDJ/MmLZzphYXDGgPGfyl26oz96opPPD5V1W8t5UsMRW3t5Rtmn6toLzSYrleUFBl8rkOcyQugdiXomNYQpkYzenRFkZsprI7RNPd+5t6O/9N039C9853XtcIpRLpZKHBWX5YDNBhYRSybbhaQF8lYKHA6RzVuISxFRQTymuP0MchtVEHUn8frd8MdIgGVE+NpmhZFC4cR44TFNApHktjNYovONUFyUhqFANg5vATQ+5hkxf003SOEfdCdQREjCUHwDQBBfyyLwW4Ug/5WaFPKNIPpNAaxbBfJYZKE/RAR8WSkaNUx4Th+StMqhtZKCzhOpVbl9T7vvvqdFG9q7NdPq8pjj5Ev5iPPtt97RU+5IJ9OJfB+6uFzo808f6oR+453YARPhmkn6gkk606cH0QLVBkleKDS5xT6CmmjTIpGGatVuHScGgR7exaacoBXVkMm9UO8IUoHZdKbMWMk5S0hacyplpxsR9Z94mndwHsAOzU7EvN7BO77FxJ7ogz4G9q45M9l71+z0gcm8IW0bp7GyY2GRe3F5jp4DJRW9/eYb+ozj3BOcwAuuKwr9eNI22Gch/2XLaTeR8y3Jm7HrFgvZjz7+kAWMlOG799p9XcwX9fcezrgqaJuEPXpRgChWk66pZXz6ycf6L37/72lnNiWJsqmbHfbR8Qm8UjuZ4OCf6fmLpyy0TvWc05Wz81PNWQCc4wQfPX6oX7z/J/rJH/9IT598ga17NU2jHEkUqEI9F5zk9TjIwfcwjGd390JIlTXQhkHbGJKycmQFc5zDnJBjEDTCEkllCMQWiVdYagRdP26ToG2DPEMto1eiTpO2o84TBTIG2th8LXoeHR0pcqvnLHDUdOopf/fgjh4/fyGy6+79e1pje9/jv8Am3XSmfRYx3XSqe/fuK+CfseiUQjkluV224CnUu1C3HFnnLF4vzi5qXd2Pa53RUdS7DKIuSbPplpZcpQg5A/T5stfhEXZGxhrexLy6s3+g//n/6n+pf/N/87/W5PW3dJonWsx2NW+nGqLVAJ91HpDRY0ODZZleSLsC3XjSDfwraES8SiNqUoVNCrbUl2GTtAmKKj+fCARsqA4iHA8lQk8StLyCHwu0TPG4obCQhsIXouNMU06BbTC3IgIZ4olrcIcSecKgIN0gQinDnxNxIAzEEyFs8oP9nVVmJjt4AJQfpAKmmdd8UEgQ+qEV+jkeEYr4GnDi10CiF7Q4+k4rMV3JqiBAhUovlHQWE/3Rw+c6pBP5f03yvz0vwWBQIM2gEaOyiRYNPg2duWlbdTmrY6KecbHf4vA6Rl0zLDRLK+3kXml5pt1GOP4z5dWFzo6eaWmHK2nWTVjVFy2Y+HriA47+hIFxwrHUKbuK1954Q/6PbvzP4jwR15Uz6hxzHBWUnRkkbqHPP/tETdNK6GInf8TRvHdH3Wxbi9UAOWuSQ/4TvpllRQrbYYnTRz8s7zbXl+yZqCNJcpgxWM9uL6eEXxrUUMeuLHVvK+nX372rv/Sb39Jbd/egFzGWsWsDBI02KOGSAhDDRxYoiRQgFGGoBpVkPOSn8Kk6bfiJ/hPfmqdyvcQcpQhFjHKvyje9KGqfupqsxnBMcbFj+Y4byF/Ivel/ppDd7wYNRbgeNbr5XPVXMkK5UsGhQWGiochxg6BZjLBVsCglFVIeoThGCn2QJZp6ZWyc2NE0Om32dLjotcNd+3J5ySTZcGfc6vjFkX7+8/flyc+LyhyZxeVaDf1kjvNy/1+xU0o5Izy0xokk2rhQovtaxGgj2yOgw6QxhO6xgwzHbRbL6tldN0z6PQ7bvI7POab1/fRIdy8v7FzPtVqt9fz5c22zk3WZe+zspvRnO++UsyzDaV4ARIQsyw4/4+Tt7Nw+ppGkAWfQ0P8TkRbn3LWtdnd3dOvgQDMcr6/OIkLbnK71dFCfFEzYAR5w+rW/vwfPTI530O7cuV3/SJWru8cR8AXOdbq9y7XI23rMwnvCjjNsECpYmFeMG24jqzBGfu8/+Y+lfqWd7S0VDNN2ndZDX68qZjtb2trd1pw2WqwWOj0/0VOO5R9+8bnOWURssaC5e/eeDg5uax97TCZTNdjTxWVs4rJzypSsWmfb/ArozBITpm2R6EQGFdGSocSPcdTR+ISjZDED/bZy0fnGxPGLLEHX5nFd6HqVMmdRaAED9V9zGtGzwWhzor7Swd3XtM6tVmxMHj1+rh45B7dv65gddjftlKhPRzsvaX9DoV28ezd9TTv29KHe/cfKAj5xcnvbebfkbXIjx12+wVpfQabe/kNItoHQ9JIrz7PzSyUWJ9F08qno1u4+uhX9tb/21/Sf/N7v6df+mb+od37tz0s7d1WmByrNVH00WpVg1ooaug49pqLLY7Pw6JT9g248tuKNqAT/K3FRUROulDX+VSjkC8ApX5Gg8E847atg8U4awd9RhwEjmtuBwZVwaJoL8gCrnBCdK1wGiXENBYpGoBBeJRIrUOsMkgkTCZFARk6Lrh2iRsVDHmw60iEWSC/jVQP4qT968JIquPRP/yAsaJqyXtJBFghEljsiO6FFCh3Hlv74yVo//PBSf/kv/RW9xhFPMJgC5SNC6RoEDqBpCoGH2jr4Gk3bhCMtmsQA9JoxSW+x/d1uirp+Ljt8h7PU6/jpF2I7oWBS2O5aic69xMH37Cjmp+cq4J6gL9h5be3uaaDzDpSzWvU6v5xrXeh8TMi5nahhEvGgSBp0fnbC0SPLFngXTMAF/S/pqvPVuS7Oj3X64kldaASDqOpPmHHYjaSg8UMBEnwB6iweBzklJewxMKi7piG9KKeihjJbFgxb7Vpv3ZnoW2/f1sHuRC9YpPzHf+t3dXS8ZlDMsPfY9lh9bEfsh2ghSBEuC3QT6uqhoT2xEFxRfmk48rnXmGUTXgcjEiSFgu+rb03lYxnDRq9a5pdYYdmkvsxfWdBbBtXYmHgDNaFgJ4xgdAMjg7NdA9JHnJKYTcOAjUea+UOe0IVyAxPhQNiz01hy9XQ5dHpymXX/rW+RHGpgn0666uhnOIqDg1va3z9Aw5D7xQUnRkfHx1UXT6odfajQF2CoNI/7AcdkyJlWpn/aPqhY0xP9wYjzGjypppy0oP+abj7ndZ4ltJxzFe3Fhfm9E1/6NAoHcXR0xOJiXfWa4YRTyvS1xCJgKfN2bVdFOo+RjCzrN2cX7HSXkawPhnJYKBzTKOV0/bsG/r8cXrx4oUIdJ+yqnc+LGy8yPv74I/3kJ3+sH/zwH+uP/ugP9fOf/Vwfcp2wjZOOpLoAWODEzuZLbR/c08effaHUtIoIuWw+EuMikF1YrO/jxBPxn/74B/q7/9nv6cJ/xpZ6Thjnz5491vvv/4LFzTN5MZI5GTi/ONOwWXjs7uyyONnT9vaOdlj87O7uyr8kaYffkX+g3SXGPvpcnl/IC6Ja15Sw16oed4unbVvmpqQEPTHQI0K84iuHsNS38C2iHhWIXL3FSPgjzCmXEfBEwEs9l5RvG6aUSWPU0FeePvqCeS8z9o/UcqV4vi5a9w0LmSUO/ry2RUSow8Fb/BwZTdOy+Fkz/RXmiUL/WbAIXdX+4Lq6nQfmJS92Ukrw9VpjA+M5Z0XEtY4MFxmsbyiwac83qp1RUmvmy7qogOp/YZOarG+8+462OTG4uFyxiHtHf/F3/hXdffObGnKHo281RJalVEDpoQQ6IBsZZQOjAuM3jcH4HWAYsZff2KCBllf4hrQJynVoo4+RYv0rGkEu3k2kBjc/QSbLfklz3oJxAyhVzqBRTWKVzaF1LcSi6mVMaF8Apwz68hOkRETtYJkwhzRCqdIhyU/hU+AtDv0h9BsRitiAQgIXgb7miQhFvISEjvRpJdMYaNb5KlvFWaHFZFfrZlfnsaMni4l+djjo+4+O9Td+/FD/5c8vaMS7+tf+yr8uNuLIGZQVhGMZKaRg4nV9PJGOgBMnYUanmzFoDVs4/G1gd9JqC6ZpM8iQy1wTBGf/YR12/ees4jM7nW651umTZ9rjCPTy5ExtJBYPrZYcPbXs9s9YOQcDt6VDis7pnb/vsvwLVg07l9q2OGsPgJOjQy3YIfQsaG5xt+hdw9BfanH4uS4PP9Pq9JkuOU2IYa2GusVQlIBWqYZXA4UkXT2m5ZSVMgONiSwianKClnNWB8zQy3Xe6ZJ2t1o9uHdbf/kv/47++v/nH+jf+5sf6IPPTnV4suS4csnA7lVwHEJKBLKCslMiJp4AvvyaZvgy/avxOvFCLsDNt1COS7gpxbwV6DdjeJWjbHS5ikuFjEXlJeEKQ25EVH4CRRiPq9RfEiIHo9qRIxmeAeCt2QoyrsAadwr6l39RkilOS3g88SUWfBOOI5mFdF5aPe/ZgXR3NZve0q2dA12cnGhgQrTj9b3c4li5AAAQAElEQVRowr52cp6cj46OdM5JkXHTp+x2mR7o+wN50CVCPe1jmwxM6ubpmcgHjynKR1MV+ozpC5y1HabTUjACEeR8c+7YB3iM29Gb14uLgfSGhWJOuZZxwvGtfxmvIHTGTralnwf1dR4f9e/s7GAPKdPHYJFlOAwFJwJnyOhl2Y57EVHQ13jLuHA5p9wLP3z4sP7Cq/nOOAV7+PALeYfuKwzLe3H4Qs+eP5N/+9//KsX/ZOvHP/5D3bnLXPDf/au1jEhJ5yyObIc7b7xTd3jbHO8XbCzKdDj4VISKMEVoazKRd/SF07vHn72vD37yA/34H/59Pf70I604ql9wTH/IFYLbwKcYrrv1ddx1d9u5nh322Mf5u25d02nFommFbYUdp20nL+K6plHXNNVhTbtObcpqc6OckiICGMNUcUuFpjDyCkSlBbS0gVBEoqig54dsv0w7uE1r/1ASTSwRFpAFG5BgoMy2djVfFV1wp7iibx5yjH/3zh3NZjNtsXhx/1szj1xySrIivKAvur+43lU29hz7TlTZgfyIUEQw/WUcd1txyzC/vvSklKtTX3OKeYlOc294kOlN0JxF1Rzbixr1LK4u0fO1t7+hNf39lIXv+x9+qP079/Q6bTyZbCmwYb2mpQxGhryjLwoNBuo6yLYicfO+Gouo5FK/Lz8RIV4p9MpjvgKRtsXohTSmHIKyKSTiZoaAE5ave+NVouW5wi+pCHVkE0SVtIlAdzEG1Q8E3gCu3sB4ToqACkQKWEdIGExBadCxD/UAh98N5fi1DHhgUUSMcJWwCc3vnGMUnhH5yvdVgztHaB2NzvpOn180+uPn0t//ZK6/+ZMj/d4nST8/3Nai39f33v2GDvZ3kTdgXeRf6RFCH1VaUhCKI++iJkQ4sCDocdDSNIdmTdJ21zDYkybezePoc9Mz8FbwryQc73YjZY7uWo7uCiv+i8NDBSvOHXZfGfk5kjAPk8wg/wbuGYPijEmVEa2EUxU8a3b9a08uOenk+EgpJSbqtR49/EyefBOTxGQ6YQLIOn/6kdrVqRrKHuanrHxXSjEoBvSiI7jMJEErosoK/4DwQlWV3TDIq1zCiIA3KYM3TasJk87U5VH3nWnW1izUbr+hv/Of/5Gevig4+x/rJx8eaTVM2YX01ItyrsswfhMGufLF3wCjLNB/+rdm9GfMEoGQEUXYFXIjvGLFDra50EubPBFj3oAn5B9dP04KYgFdgfUiiPEShGmgfhmtDhA91ksWRsxEZ4mA27QK8NSwKJCZNVHAW9JaaxaJK+MMGFA1dKWB3fypZjpJW7r3+nscNz8TazillFkDWIbUNi3x0VENtHdEyI4kEe7iSDvarsFRmObJtsd5RYT8eDLNtPHAREnRJqGPaL9eltUzUS9YrKZIjGlqWgZZVs8kauZEn8wpKack413bsoBdMrGuZdlL+vQnn3yiFnpOST62r30a3PnnOLWl+zhx8xhW9PtIUfP36Oo5IeVkdllX42uOhO3kz87O6qLGCxvv6EUlrF+ifnY0rq9poy6rUSY28k7f9nB5f+tv/a26qNjZ3pFS1pvvfkvPDo+Vm9ZZVXByA3e/Va+qhRQR1Q4r9F9jn7PjIy0Zw2scdcFGEVEXu7bfKcfZK3b81muKM/SpxoRd79huWdbRpzALTjBcVkRSh0PfYmE0g998Dbrsc8XgnX9mfoiIaoucklIKwPYJSQZ95YFdTooIBxqfIDBQzWI0I4ddrjmSaDMW/lxPIJ42XaDThAXUvNrlydPn2P1ST54eqqFtvemgd6gwxmxXL7IODg7kNrCzd/9yW0eM5TkwVN1zyHhEILuR5yET1syX+prHNrVNIkI55VqmF6S2VWD7y8tzXbAAvGTh1rF5yt1MGac+27utlkVKcEp697U39ODNd5QYF9XRczpbyIv6yAsV/5KMGgyTdPN5NWbum6lfwV2xqFTb1+wOkaqXuDTQaaWRTzeeatBNvDgDeAR8TBCgvOA13yg1wnFVinhMHYEvby0Guucfgms+418HESFXOOCMAE/ECGWQEDdqaN1qHdCRl5SrN66Qf2Jo9Sw2p4T4kHcMlYbrLRxr9miyJm2BAzphQvzsvNX7L5J+cVj0weGgT4+lRxedLladVotBb967p9lWK/pH7VARoy6WKRkPRYRSpNqJciJ0nAo0tEgX0oRJZwKdTb0yHSQBhft6h4k77dQvdGur0w7H+rtp0A6G7VnlP/vsU93CMRcGtGU1OOIFi4CWkXR5caaz0yN0CsqWpl3Wzmwi/295md38px99qGPuOoOJc0I8mFQO2FX0HNdfspu/ePaJnnzyJ5ofP1XWGl/TK0ngIhyAokQ9ICmuPy+RCFNDDR3ffBGhSECEEvXNOcuT4lbXqo2kd9/+tv7dv/67Op5n/cGPf6aPnif9ne9/qB9/8ELnqwYNGhyRJPIrxiBbHr3DPUSbpxBeAWh9Ax6yVPzrPpWf9nAvCwuHKSL4vnzd917GKLHyQ4HtijWCiEkYyqjL3YiD6pd0XpEY2vxscKJmAAqoNSkVL/QRWMB5A6jvmCbSRN2uIMiZIktkKPSRgYlmsBfv4S8Z+3VacGS/yFu6UKee8X1wcEf4Pi05Jcq0lXh6nO4WO6kJfWvOcamvedYwGWp70lcD2yOV8cOIHIpsH0+kDg0DO56h0kPDoLqQdLoUlNdDgyiRTyzkFprj3BJye8rxUbllRFAjaCknJcIXLw6rYz3nXtrxbtKRv9CPOtkJXOnnfuX+1bWdcm40wQkucfY+zi1WBsVzypQuRYTO2bWfcKJxyUmYHb6d6JoFycXlhSzT5VuvBufYta0zqUFu2zZVryU2GpB7zA6vAtdQP/zhD/QHf/B97LrSnfuvcb87oMeWtnd31GLnjP0oWkGYNtA2raYegyxUQiG6Ed8Rm7QTpUis21t4ptVJtl2njjaaUL8OfII9BvQ+Pz+vx9neMacIWc+QtGRxcKUrhqs2t+NMKbHQnlGWgFDiKx6y8h1fWnhE/LUweALQDcCs171xqOMjiCcpNQpgQHJPn1zjcC+4A59MtxjXSbmd6px78aEvbECOtcfV4xE2XLH48gIq217YOyJ06+BArt8KG+Wc5PqlFLoCelTFnd7SVi1519hkoD82LGj0NY/b2O3rBZPb0X1vygYK5Wu/bXPG3q0iqA9j5snzQ9nRJxz+/u37Knmmo0VwDfYdvf72d9Q6L9et7MRUWASGEvNnvgbdeNINvKLYrYb/v3zGPIW600xj5CvZSSEd8o10VxSbX08jg0Kiknz08imi2jVqTMTkBzlWPgoRYAxBHCWtYvXjYq8kSAGji4igLPE4uMLht05fBiEPzusXths4NXM6xOt8bjlgYFCq1k5VBPORcuoYCNJFHzpR0jPg44usnzxL+uik1ZOz0LMXl+xsijLH3Gl9Ia0AJqbLxbmaNsmdKqesgt4USwmhISXiWCQapchAoiMC8CT0IxXniUwBDIIsdKJjBhO0IeGEG47t+4tTteu5Oo7xZ1rJ9/iX3J+X4xfapeyyvNBWI23HoNs7U+1NG6XFpY4eP9L68lQrYH15ovMXT3WJ8y6LMxYOoeXhM12wo3/ykz/U4S9+qtXjT3Tx6APF/Ejd+kzD/ASHsBI1Ua4DKlEHKYIGquAagGvzgLruEcHq+0J7ewd1Yo8IeZKttq8Mwg5iZ9/oYOe2vuC05N//D/9zdfCfRdajM+kXh1n/6Y8f6Y8+OdYhx3qXSlqjQ8+gzTnJAzdh36TgB6H0IX3pKdhYFXBIDr+U/kujMaag9oj8qd+gLqGIDUjgkj9X/Vr1QUfaOcAjgmQAXOHPBirLQMRAQLzWgXZ9yQaROKnXL9aVoCFWkegI9KpqjuWcPruWui1d5h198vxSp/PCxLWlCU7Fpz+DFSDP6nIBVmpdDo9e6AjnR0m6nF8qIuSdkeOeFBN2r5Np04oeK//zuUL/JaKe3eoayCnLbWWzjzCOSbfb0fGRBvgTciNCOWd5YrbMpm1IK1W/QkbTl+xsnWaYsqvquk4zQusREYoU2mbH6qP7ru2Uqc8S5x70mSVXWtbFf7bXf6Z2l0VM17ZymXbw/g9TFhzZrs0fUoNzcLmgOnrxQt4dn7EYODw8lP+L24uLC11wnHvOnbf18e7vjMXHgK4+rl+w8Hbezz77TH/v939fX3AXrZTV4Kx3dne1j7Pa29vV7vaWZlyDtF1D3RvapNX+/gHH1TtyvXrmAcvvcYw9Vy9d7mjVrBmO0XONQvJ4cnvUEL4UtFMkNSlpxgKgR0ZPveoYEA95IkIRIcs4OLilGffj1j1Tb+cnVe47bmvRX20LAjKPFKcriFJOYF+VBBs9sIQGgB4kQS8wDZEVqdUAFCCj+8X5grlhzfzYKtgZf/TZIx3cvgftksXHheYcnadoZP39+wZHR0dqaS/xeNHpNnZ9ck7IliIkf6ynISKwdQtLYU5fqaFekFRK0dc9XUdfaLJOT04lZEVEzUtvpdwGfGBTt6AvFzWt+3SvBbZ+9OSJLuYrqdnW9hvf1U8/fqH9u+/qu7/xZ7R7e0uZU9kolE+rJewR2ClYcOvGk27gN9CvV/QGwzXqCmP96/gvRRDpCrmCYx5y0WH5iiQqSc3BIkK8qFsUCDMeYYzIjTciaGzRiOFc4EgfJMb0yzj87hByOYUIb1SpFZF72Zi7kF9VFiLAB9UOjbABaZUmqe5ewqE0ELrTFo2Cr0LYZJI7csOkgq/Qmg+vltxdXlwsGNCh08upni/v6cPz+/r8cNDJs2c1qwfcklWkIbMKYmONvNAlecWgSnS6FElUv4KEIilLthidtqRGIgwDtHCjwy+rWe0wyHd1cKktEif4almQtNS11aAZu/ntNrQ3yzrYyuzHLrWVlurPnmt18Ywj9jOtfZ/+/HMdPfxQy6PH2tJCd6bSbixx6A91/Pkv1MwPdfrFhwry7QwMrMcfqzl/prOHv9DZ5z/XBY4+WFQU7u1jvaAp1koxyKpGCikH4xqroqzjEUnZdU9ZyXaIBH/I+DmT32sPXsfOaymi0mofC10/DRNdtLv6a//27+rB3mtqmHTOWgYWNllwH/bifNBPPzvTH75/pI+frmiTpS4ZWz0DZs4EbqdSqhFHkQXZFYjWshySjknBftmLBMob+QuqhvwjviPoT32unDlVVCQpApCEpfS1D+m6ZgrVn5BGOUVXT7xEK8n93FAj9WMGw0BsUKhX/WURYgn7JBatjZJ6HMRlu6PH64n6rdtYo9Wb7DLn7FijCS2HlVKT1QJ2DJGS2raVJ0g7sMlkWsedd449C1unLdnFRoT8mObj1UQfsGP3GDXd+Z1WBtsX/UZ2eae2vbWtS3bQ5zjMiFAClpwuOW+4Jjio27fRlXaxbDttUAm+Cxzt0o5/TUcQT6hO0msmX4YL/bGpsEDHFWOWHqk1Jxbe1eXUyAsFsuj89KxO4MYLGREtP4WCXI+maZWwxdbWTAY7KjA7wQAAEABJREFUGDvmDtu0XSc7CNvC8QOct68QrOsa3b0TddkffPC+/i//p/+znj97oYvLpXIzUeSs1DTKbaOuaVjsdrIMH0k7b06Z8nbQc1uTbkqVo9q/UD8xYRXmhYJNtYFgPjLu+rn97OSLeeD1PzVrWfgkZOaM0yJPRKhjkeee4/Yx2AYZva7qbxsUeDEFJNqPXnOFQ5D5Hf5SSKESSZEy0IqPemx8eTnXc47pd/cOtEDvAXusmAv9B3NOn79Qm5MS893e7rZOOS43WD/bZW9vTylCGT0zdrO9bCunD1wJ9MB6AwOnUpUvJfrbSrVfkVdf89R6YQwvKhrk5pThKhroXwWdJXADsp8+faZnzw61pi2++e3vacEctWScrUunv/Q7f0UTjvO/+Su/ptfefkt7d29psj1lVK4kHMYQvYYAR/rVm66QV0KUcaGv0P6USIG/+POn8NSkyodkeAcal3f0wcRJIkG1YUM89UN44/WEFJWjsmISQjJWh0vIW+VVufBVOlyIvyFFigiRs4KxEeeLAPM6/4DhByKuV7EMwPQav6aPeRDES4fTKI2IIkKJzoRIMfVwlJlw7K1+ejrRHzwa9IdPBj06ltbzUJcn0uWltre30b/UzpIsigLT0CiGiR4/OdNkckAH7EbZkQiBTGcJgIlFhBGN7OwLoQAP9pEOD3nIJHLh4EMtnmoyhCYoOaFOrY9/mIzFcf7AScJ6fa6M8xZhLM84+l6yaz/W8vQ5eRZanR0qlueKxamOHn6sxx/9nEXAC4kd/cNf/LGeffILdf2Fjh9/quXJU82PHmmqSx1sJW21RZMk6h5MNBNN2SXNuGtM2AwFpRQq6FsSTEAiHoFNKySllJQZLCllFlAr7Wzv1kGRSG+aVjnnyhPyjxTNnp5cJP31P/iBnvjkoklKTABUG5uH+iFpsU7sQkOPXyz04cNT/dFHp3r/i4WOLlqdnq8ZbBLzuNbwDtiuAFKSrspQUZSir3sCHgFfSQ2ogMirr3kiQhFXIHApheRS0w26ftkTUtQfff2zUShq+ZtI5QSPgm1qhA9xvn6DKaXNA/2Bno1DHrDjWq3S7j2tpge65IhxlVqds3Of2HkzWbk9hL4DjsH3oHaic+6JfaRrvKEt7dyS25W2m7JLrHkosMehrXCkoIhIGhib5rMsO8AV6UEi2qqh7efs1Brk+YRgTZqom51+h9Osu0p06K03cpzfsMKhI4LJekkZoR6dPR69G3UeH7G6TNOs12Qy0YS6eSHg0Dx2+OdnF2rRIUUibDRnkeE+sbO1LbcXwrFpkXU3FHRYsDMXzxn39nZQXrhekM/pEa6Z0Gcty7eTt+6FfpZyZlc6l4/3c2T5T67+5Cd/oj/5+fvqOIVomgn26NS2E026iaaGyUzbsy1NCZumgz7T/v4tHewfaG9nj93tTE3KGmwfjrTzUNQMGoEu4I1BpmzR5pZ3sLuvHerWUWdr2jaNuqZB/kTGLUfIyNSjoW0TYcH+rluh7qJtCvIKeCHEOHrlgf+V+CsRl5gwKYDsoNzAJk3XMkZ7+Z8iSqHpzr7m0WqOzufnF8op6eBgj/RbXCVMsetCn336qfyvCd544w3mkbX29veZki8VEahU5BMU69xTF0PF+0HHxye6YEHovuE+lynf9YiwbnrlMWnNwsAnNhGhlJP8UADvgJmKBuQbvNj4tV//dVGEPv7kUxX4L1i8PGWR8icffKJ1THR4vND3fvW39C/+N//bHOe/p61bB1q3Sf0ktGCXX2VvPpuSxhjtCDJ+Qf6Jb9GrvK6g2+rrM5r7Jf8AI3WigtDBQWTTJL4B1JDKWVZEOACc31C7B1nGvKYU8hRzIGvUg7QalwY6kb6ka8BvgAU5/hoswQ0r8pCffM57JU9VhnmcRrgpayC8qstV2NOZl2tGSO600EQfPr3Q7//ssf7ff/hIv/94qU/7Lb1YFBzgKc7zwoVXQFQNPXgpXkmNcsz0i188VN93NHxWigSgPWGkLIMIlRpJWQpC47lVgKfcVJ6IdB1m8KYEDjsDIe/qGw2im2CPpfoyx6mdM/FdqM29utSrjbVu7810/9audieNJuzAO2hs9ZkIlpriGDqcaMsx0u4kaQtnECwY0nCp1fxYy8tjzSZFXjywWZFwGJnOnlJShhCtFzFJESEW3xoIDYUQol6CpJByzsopY5eBQbqrYuPr5ZNJb72bQe7Wrbf0f/i//b/0OW14uuVB37NIWY8TGvls92EIJojQJfdgZ4tGHzxa6Pd//Fg/+MWxDnH2J+z6Hz090tHxueaLnglB2AlAGfcRFFCh0YqFFUHV+IBXpEQNbn6icgWkKwC9ek0Cd2AArdyJb8ImQehXxgGnG66KM155KhISr155vkwYc1b9K5/jBiJVvvFSxTCfaJLWbCAW8sS0brZ1EdtatbtKk22d4PD2Dm5xz3mpFvv3zFiWa8c7DAMCJU+M59zzRkRthzXO1W02mUzUdZ0a2s735R5LzhApVfv2OO+myYqIa7DMbRaLYUagH/rqtM447bnAaUZEXRCmnJWQAwtvaJcjbuu2QuYa52YdJpMO3qUm6OGFiBcBBe6ccl2MWzfXZc5Cxc53gsPPqVHXdlrMlwp+dnd25N8wL9S1cZmUbzyQY12vnHWE9VrW+pqezZsSXMJ25zrmDtk2cnld11ZaRMhH89bLCw/XdaC+EYnj+8f64vFTXXBq0eHgu6ZDr1Yddem4Z/cCantrp9pmf29fB7TRHnfVO9s72t/bq2CbTKlTk7JaZHYbMG6YUNftbipaoLYbjSL3x63ZlsZ5ayAkL443kzenJLd1Rl5hrPUsILwAcJ0G4i9DWRRga6s+Ub/QQTx8DCMJggAmioishOzISQ02arpOwUI+xE9qlbjj/pyTjtRM6KuijebUc0enZyf1P555wV34m2++qYNbt9hFP9PVKcndu3frL/NFhDyPFPHwQSqSExDaZ0HgEyHXb00fGmjvrutg/Orr38tIKdU8A+PBvOYybYSslLMC8P/W+P7779PeF1quloTnWrJIUA6tmF8u5mu13Z6a9kC3mNv++d/5q3rzG9/VQF21tatha9uiryFdY1+LFKbFlwkRVHEDL6kvsULVC+ki1CtPSNBDIZrslYZ0I0N8+cKXDPBSZRmcK4hb9ghmDwm+gUqvmVwHA51G9UHvQkmkWb7zDJX+pQ8iXlLIQ8T8BKOOyDB+BYV77BEGdm5QLd9B2IyBrUaARKNIh6dzvf/whX7vx5/q3/8vP9Bf/4cf6UfPjvXxMU5vb1vP+4Uu1nMNDErRuIsFkyaZiywn0SnRiaPRokan5yv9vb//j9R1NCDlRYQi4Ctk8AsepiMn0ekVWA5IiY4ejVICcqsgDNLJrRxJ1jwrlCXRh8T8qeQlPI5dduKxwpArJRx44kgo4ZzbKJrAPOGIfzbJ8i/gTcHbPCBjrYa8HQJbH7tTxyb3ms0asejHkS6VclHXJSUWCg3E5PIjlBMYYQmKFEA4bEJBv4ZEQpAf/gQ8ePCGvHsL6AX+NQPCgyiRp20bTgym+vf+zt/V3/7Hv1DLpOYTjxWC1zj2nj6zZtDhY9QTLxTOWNUZ9j4+6/VzTl9+94eH+r0fPtdDFmtorvmy1+nFUmfsHOc4hz6FelQq9ICxY0hEK4qpJCUgVInFGurlA/ll5JdjQeaIpIh4hSnkn1dINUI1JHhDPJswFESu3hBkKfTqc0O9q7Eg6lV5zQnCq8DG4pQnOP2Z4mB3H7yn6e23OLlq5aS2najByVxwrN2Tf8XxpLO7vSzXMGGHOcEBefIXQs9xyhGhOQ7U7edje5vLvA1Oo6eR+n5Qpo873WGP/QsN5nQ760IhEVQKxBPkbDbTwNywNdvW2em5Vtwjt21Hf5zKDrht29p3Enl8xJ8is0O7RIeFlhzfJMaP69EwdihGoaSgHSzXd7veefnO9cWLI426pSpvZ2e3Ts7WfU3d5/MLJdRyf7Du5h3rJmXqtqZu4ukx3ro6jF6ZerZdW8Oewn2qsaa+PTY4Z/fvfF7EWF5Cp558c8D/ydQPf/onYrrSJGV1TahhHDTUtelajuu3NMUuOyxG/BvyE05Puq7TBOfuxdIu9H0WQDs4izYzbpHRbKBNxE1DN/G43Lbt1AHWPeeE/O2qs+vXUm7btu5CLIzX2KivcyvNQwgZJtsIjHilInV8I6Ii11RHAcc3STU9xA/1D3RqJhM9ffaUscesSZtNpixAcYq5ner54ZFOjk9159ZtebFxi1OMyXQi/+a9nfUWNtnmVPXevbtqaBOX4Z19RCgxz6SrEDzCZQZ9q8j9zm3gPG6jcxavrlNEyE9EKCIYBYWF0VBPChTijSpX9YEARUAAHe1heSm7v4VWqyVJ1DwjJ9OeLLRSYrEVeyxcJjp6Mei9b/1Z/cW//N/R6+/+pg5e+55uPulm5AovVqk2AJQaFkUEkfGNeImPFJFjpAX8jl3RTXUh7uDGgwl2jCPTvEy012kg16JBIoLBkZQU/Eg5ZeWcMU5WobI9pa7ozStWs2sGgAe0J7hCPmcoQpMQO0MQExw4LBArJCjg0EqNBw0XYhyJcSVOeoR6GwicFJZBaNKADr2EIzSeOcrVuqEjT3Wy6PTpZac/Omv0B0dJv/v5hX6XnfyPPzvWyemgYdFIl0Vv3ron+RcsXC7lC50vmRQRSq2CASEV5Pq+qY+i26wu/+1/52/Q4FMSOuXISuSJCGdVSIqoX0mhnLBbJEWEisOUpcjghlRDCIpEHuSLOoV6BshaCdxOOOOQmzQop15NWmuK6l1TKHullnhD/Rucf0ejZvK25iXskOff8s+0TWKSK8u5ynpBvkETVhIdE8WMSX57tqUtTy4MsCYSpwYNZaEzGkQ0GgZJxW/SQH1IlNA3wIP6JAZyX4oOuGM9OuEeRAnmhO36Wu+gHN/Nnedd/Tt/4+8pb91RZueZopUiqwADeQbawAPVEDQ61aauGVsUrWiTR09P9bvf/1B/+/tH+uRRq/Wwq3Pa7oxF2mVZ6oy6zVkIUUuJhUtuslCU/EkN9cAc0hAKyroCRag+xV/jV5CkAoh4TXO6FBEVEvVPiCcq4wrx1A/h+DoWEUqGlNSgT8YWkUixTIIxnwjoH9iwiJ+rcIPrxhNhnaQgbPKEdpyqw24HHIu+8+63dO/1dxkvjS7mvc4uFxLl+u+Er3BgC47d8bVKm5+u6UQR1SFGBKzoQGN7J9kx8RoEfYXTs6OLCPnxb3oHOjpWGKSeTE23YzR+wRGqj+h70hrawWXaQbe5wwaNEpNmgx3KetCknQITJsk5J01zmR7oV8jUky6eC67T9rgTb+mj/YB9KHhJXdqN4xK6eOEQ2HUy6epdr39hbn9/TwPj4Oz8VGvqYEe/xAH3yBYpcjislYLGYIw05DdOICxRIRMxnjAUqAbG0ZrJ3vHGTUHZrKPVNQ1pPdpKBTsldPuAo94V89EPP/iA08SiVuTCvhFJOUbuC1MAABAASURBVDWiGuRrNWEMui4ttppNt0YbFEpl3LVNV0/JDm7d0WxrRzm3SpGVsJ9tlWjftuKMI+beBYszt4kdaI+NIkI5J0WEErxFRZ6fB/SmCOjo5Opfg7WibBJhEeqOsIlHZCV0CuufshymlNTStxsMUtsNm678z4Jp/57F+ISd7TySXmC3c051/AuRu9zJZxY+exzdn7Cj9+793v37yk2DhlJDGORZUYc1fbegTE65LvocT+BOM72GzBdRdQzm5h6di1Jq3Bg1DCXCXEFyHQXPoB4di0uMoEcEGGngEUmiDENrZx5JISnnTL5eS+oy0Gd65t05887x/FD797Z0/+3bKl3RullqeqtT2hrI9fJNL9EbGMYfYwUFRszfiFAE4MhXIDaU68ybuJjwxI6QkMHiTu4OYRDxOnAJXVBE6OoxFgqiRRGhDGpoUlJLnCtetZLwO7acBjqbodAwkCVGR4HPk3fPwLVhXUYpQXLawAaHVpiIDWMHw2A0xAogKxMYRRRDklevGbneEZ6tOz1dTvThaa+fnqz0s/NeH1yGPrwIfc598KOLrM9YaT16sdJqRZnNVFKjB2+/p5NDHNOKVXvKUlUj4FkprLfEBNGrRKgQT13WzsGu/tEP/lg//EPuvaf7imjkTmcIJcX1j0Q2hSSHunqIRJjKAJNDKcIhFdMItS3odqkMSGSCSBJjCI2HEWJQxqEFAyrWS/BeCTzR8TIyUinQ4JHkuJjcErKmTD65SEE773B3uLO1pY6JQ8R7BlOOrBY7tHTmDCTiOagfUgI8MXBSbhROAzJ4BQblmnafItO/bFVKSEo0lOoknpkYSrujf+v/8R/ojz58Ijw96cgREK1KwKvgp8h1t66G7PoMvYK6qV9qzaA/XQz64ftP9Z/98CP9+MMXOmRBd95PdTxP3P1NtNKM49KiE5zDycWZluuioWDrQeppZ+86B+oaKSvnpEQ/jkjo4zf4GDeEQmNYxE8pxKGkUEt968SMPZsW+2CLhIwI8tQwKQIc3qiQ5PScci0zIgSDQklhWxmIybDBA5xUmfV6LEnEQ34igvFQdHQ+1/b+XX3jO7+m2/ff4LRwX3fuvaa7rz3QIcfNdri+b6b6KvQB/6b5khMQh6FQU3UPeXymnJVyZpc9U6aOkZLmnHKVWneXKtl+zme7FfpNRDBZ9jVxSfv09ANP0hk5EUnL5QrZBZ5BllmP2Jk4EUl7rtXS/7wj9xGqy0lK6rDrzfG/5Ig50fekJCEzpSwp5DAiwEJnZ6fEE6cA50o5qp23tjlFYBwVxovwxj39aQAKdjCEpAi+VgaaCIkpaO+boemGaxrImK2oaRL1o27U1/NeRCiwW8J+l4sV2Ro95/74MScNwemK60Ux6Ee/gS+nhIxGV/0pp6yO8dICE+zksLE9yFQkNBPl0R+xPVFVAkhBsMs3EKUOUgS6AOIpzg+AigSJfik/9DeTC/IMA+GA0zSsmXQNPfMvrxRJqclyO7p+uWmr7uIp2K+gg8O2beRTmSY1mjQz9c2EcbrUI2zw6WefY5PCacOMvrFkkXnB9LTWd7/7XW2xi59OpzXdztt1iQjqO3CyM6/zsuvbUi5kTTg1yNg9pSTbyPXqGdvug1KoPjA2udGaflnrVus3yMmBDRLpBQM4TyAnIlEEZWJs5+mp+LCpVyiUkyEJlJ7Va831aGqT3nnvLV0sznV8eqTcMevCcn55rgWLAEm6AshX6KshOlBx0yjZwTWEhJL6p3yc24XQ31UFUmGHnlgdUjvoElJ1/Vg+4F17sRFcyZzUAC14g3Idhsjch4nJQ55IobksG6fHQGsMbCMOFJDIlzCkBkqhg8lQS0Qz8FJB2qgmsgvx12FPeoUhaT1k7kgmenqW9Y8+Otff/qNn+jsfnehvPzrRD85WekwHO2m2KGpLedXp/Pml1uxypCxRl3Y21Ruvv8FOYqmIpJSyxOAUT89qTQHCp++pDTZQQq8oOqXx3njnLf31v/Efa60tJRYNKbVKkRUbSJHUGLCR8a8AZaWUlBRM9OKrlzjFuY3skK/CXAqOe4SEURLOT+xQmCk1cM1QmIwDZx7YOjHgsuClfDv00g+UUZCf1KGnj/y61NQdfMsAKDY27WGnn6nnhN1FoQznQwx5QwlZORqljd6B7pHR3iGAeopIcju3TUc4iFwM8oma1CnlLf2dv/uP9e/+rR9J7bay5ShJOOAwZ2QFtooQMecdJJx7VFgp4eSDq4eB4+k18OzyWH/0xVP9p3/8qf7ejx/pJx9d6PHzRkcnnU44wblYt5qXrHMG/Rk7/vPLJZPKWrUerjM2rn1eUkQAGh/6l64B/RRy3BMBUys8pcpoclbXtmqBhj6TUlJEjKArXMJ4ihyiasoRIyiIjxAui7iUJIfoVTa0iFCKpAQ9xEMaX0XUmFGtQcO/hPXgbU0O7mnnzj0tabvzxVyPnz7V/ddf18X5pcgkj0cNkidE6zthd7x2n0H35XKpuiNG9kAfclG+G/Zk66NLHyln6un2tRzbQzxXoSfXiMCkpZZjuvlQj77Qwym5LCF4TZsU+pxhlJtl/XwHX+W7/9JGwg6WsUZH36mGLYE9pFAQ5tQo048iwiT58UJwKEUTH7e2WZeXF+hEpWFxWwxCP+SLOGzOImeviEJXONhI2nwL+QyOOl+C0W1j/azDwHjMKTkZGWPuNXMhTcHpwpm++Y3v6MnhqY6Yf5pmIo+JiKwgT8pZ+QaknGSY4MSm04najrklZRVsluDP4A4TYURUzazHCBhYoapfSgpAEfqlD2mul2Vf56eCbj/PewOO3tAzh1CQLC/TDxLO/goihTwGmtxoTd/p0DsrlJhT/PvEk+muFrnTFy+O9fDZM7k/7e/t0i8vtH+wr9OzM21zRbHF9YR43N4tZZgvZSRFVPmOC7nWzf3S+IBNjEekKjciNP6eBC1NmnhC0NArYy/Xs+rKQqRrO7kNA/2d5rHsUMgwX+2L1Hugv9hGpifSososqpYPpxTN2VSkyHr0xRPNpttaLOjzpdFksiNP02S5ftM19v9HxEb6OnCRhQrJrUlDXykzUJEV3mbJ8cQy9VrifdYctxQGUcFY6hoFYXJnJBQdYMhJ6xwcXYzQN8TbRN7QkplmTRn0ARcJVmp481NMZYQUYECXEolcBjGJSJFaXQ5Tffwi6/c/7PUf/OhS/9EfXegffLzWhw9X0ulEk/lU3Ty0W7ImqdE5E9kpd3NiF6wstXQs3+2J5vIxo3h6JpQZdAqQG7nrZmiSKu54T8fxkZ+BOUj/+Ic/0cefH6lpd5VTp4SeQp6ciAMrlF1YkBTiLyExYBMVScw7UQdDJj0xF2VM4VMRX8tzxS5DjUM37pMTh3mAQAdkVFEd6uue5MkT/VXxtYKO7QVBwFecRp4oRTln7XJnuQMUdMyp0c72Tv3fy/z/OnvANbRhUA+045sUkahbVkRWSoSJ1NiAccCDywOlp7ymaeFPcn6pU06z+u9N/63/+39Uy+7aiTJ6iKegE4EigjyhopACGxH2ERy6prHtB3D0HaAzhNXDdozz/uTJqd5/dK6Pn6z18eO1Pn066NHzQT/99FI/+vBMHz3r9fR0rVNOAU7hn3P8s2LhFiljvjX9aRCFKiJGUEhKL4EyBY1hAJ97JjHqm3OoaRMQ1CWUoEWE6kNAk6oQjwhFhFJOiiTw+hFUia94RhykUASB3wE8kR4hJTImEIahDFUXM4XUp0aZI92dN97SnXe/oQ8fPdGKup3i4LZ2trWm7f3HWy5ZDLp9hMwlVyBr+sqSxazl5pS0Ij7grMowKDPJTtlV5ZypW9YW1zlup4G0MSwaPFfQdpWGsgkZxh1CVkTIE3BPHo8dT9xjvFfwUyQmwYnMH+B+V4xRy/A4NHiHbj0FM68iooJ5bRPrl3JSpDBJiRDNkEv/y8FkO6/6C4VSSvCMfK6DMYcGKWApijBVPEVEJAp2ugHUUWjjG8gLyrtJJJdcjtsnpaycWs1muyy4DvXidKkTTpw+/OJY/TChvA77kJs5QkoUl+Fv1DSd7DBbxlDbddRlgoyZtrZm6nCgjduG9vDViucvx9NGb+uZUiADWfCllJRIC0VVGjPUsNZlxOrX84IGxgHtyGCTGGsi6noYzB/QjKcSQipTaFKOpATkZqLE9cuaOSe3rVoWkD0nMJ67ZlxD+LfsPzs80tHZhT7/9HMhgjptUc+snv7p+r7GkX3XtZzGXLAgX8qyLnGe7juuo/tuRCgilHMmTJKIK2HLUE5Z1kU0QqEeEaQB8hN8gEhBMj2EOSrIa9kpJ1m2w9r3GAMO3b8L3BGhlNIon1A8tqNtTVHEhL0beTH26aef6T4naUcvzlT6RufnK8ya2f9ecVZ2pTEYv2FrVJLJVks4BinIEwb5CQm+gC/cYQxUQBVu5FOBEuTP8BuMC7xIGMWGcQgbRoMOt6ggXMrI74AJM+vUQIN3JamLrBaeBGQcQ8aZVweByLyBdCNMTK52UE5zCUVBcS+h0mxB6KI8EaKaRj4ak3IK9VzRSMcnJ/rJ5+fs5p7r939+op8+Xon5XmeLYDfTUocGQ1M1VqP+5aSg8x2dnUvkV54qdTvamu7oYPegrrZ9lCjKCzrLQNnB8fOCO8aum2prtq0t4qN90KYgJTV0jolaVmv/2//d/149R8XZu3p0xMgSMixP1w+ZBLjhrsOBEoFKDiZwYEA2kElx69l+N8HZs8wzVEceOPXAHmkoSgzUoJMWjk4HJvCeiX0NrADf2fUMPA/eNbsMz9FN7tQwmUwYlK5jj60uOAIWug/I8wQdEeJVUGZEUkTo+se4YUPpcRQ727tCDSawXpmJpmXFvIOd5+mW/o//1/+nhrSjBqfvgZ0ykgJTWakqn49lIVMVpEgwJHgIdI0XchSt0bdH1zVwsRx0cjHXOQ5siT1OF0VfPF/qBz871N/8Lz7VX/u7v9B/+A8/1d97/0jvH/Z6dLrSCU7fR9qeUDyo5QcDF7mw4FtMUQFzjE7ll5hGVdA/56ScMnXK0EK17SPgGUF+HDeAp4AfPBMmQoPgLvLDWDBCfQogJVIS3yznS44V2tmAVs5BTFs4+b0331Xs7OlTdktvvPeu5lzlpCZrgeOs4eJSXUufpU0SZXuSyuARoUiMLYTZmXviU4SanBkXp7pgsbC/v68Mr/M43ZPv6dmprHuPrXvaXeiTkDPQ+DPGivl6JnCHUxYMdvCeTP0LrrAykS9UTwvI2zat3Nec12WgilLO7MTnqvL7nn6K7oxhhRTBR6qhy8wpo0tS8LPkVGuHe99IYpd4opSCO+2pBtssQQw0BXdZEUSsjCSjV2UTG9sZIqyS3C4FWlGE84gHy1seWESgZ1916KmPdYoIeJPW2Me/dPgaVyiXnHjef/CWmq0Dff8XX+gCZ981W7RLpwknaLbHBFvZXgcHt7R/cKAJjr0gy3JW2CHRpnb25msnnbppp7br1GCbnBL1BbApNhf+AAAQAElEQVRdzo2y7QIekYQINL3xxg0c1PV0/QfGvUObJWo+5wWY72tcznhlj0H2G+a3fZWSGuaSyWSmFSdohR1tRKc829VFJH366Kne//Bj3bt7jwXYAue3UDRZzw6fs8m4pYyu1qOhr3XU5ymnUeIZ6FM+bTLIDNBs4wknHdYzI8N9yDZYY/8eO0UKmWY+x93vrnS1/DXzpvX25mTFtdKSecN8lufyDMaD+lqWx0xQv4igdJFU6FODHE0pb2jSwa3buuBUe9UXju/PaZsZJxW3dOv2a5Xn6pOuEIdFjo6CZbxIIRlTcgk1FopoKNmFGZwnQQMvpMEvdrD+5ZKsUFKGN0lgxepWwxVSIPkNkqEL+UNk4dPlySswdjbQcRsq4Z2lIcMXFucPFf7/Mvcf8LYlV3kv+lXVnHOFnU/O53RutXIkGBEkQCBMkgEDBptgcpIQWIiM/Zzuu9f+Xdv4vXuNjbMxIEtCIilnqbvVUgd1Dqf75LDPzmmlOd//q73X6dNNC8Hlvt/1PHOsSqNGjRo15hijaq69Ds1C6yVw3SdQETDIAecSefDzj87QP9RilKDGwqNfIBXXNid8wlcAIgASjrTiJKClrdDR8qilk7xnf2yp0VNrBe/fk65s1BrUUS2OTMrulGLVUsFDk3hQ+iy8HYCKSu25fSomd6szMce0Su2a24tBW9fMzBz8RFX0DXaAKGt3ZlY2TiOUot/H6KBEnheIiCepKFrQmdGwKfUf/uvvIauoSLATkxS87WaSjXgYnIaGbo0k5kxOXDElxSw3G1rXWybGEViiLWwDpRCUr5zYSxtw6uJdYwAirYGxxDG3eF/UjBxJDjXyl4YAU25VpfxwmJNNFNuR967de1DEKcG4UtEGWqqbILH2RVEqpqQQoR7hCwgpKHKak5hnBtoTD5rBxnqKI2SxDhpG5Fsx3gzFjn7u1/6Rzi70yFdqYgVN04WrYG4a+dSocZ4xFCXFoKchKjBOk5AToKKAr4qkjSTRUYzQsG7yjrSxXOje748INgLv5itdXI66l9c57/8MDv/9n9PbPnCvPn7PWY4RA+/xMUpD5lyXaljHRhW8JOhCBN1j1gqBvG8XSC0ehhQTVITPBBgng6SM7g/DNqVcGUFgJgohMLXg7jnNKJlokBTgA7l4LNcZNybwIi2BYG5E4M3Dw/PVhAivhVJnWmlyRk2rq6nd+9SkEp2s1SOwa7HzsxGO4C4vLsq8+lg+pZiNbUKu/la9DeSQ58RORFw2dA4Oh6bBs2Q813kHaYO7trqqxDps8XpgRD/TqJG9Z9AnyIRZFWWR+Y4xyvQHPD92+D6KDtTFGGSaZVXKTs7G2HghhPzcmfbk1KRq1sE0CsaLtHkuDXUhBLk+xCCPF0LQGGdAgEOtUoqqcBoN8oq0B21f7i/KLjkJwS0NVU5d+zRsNzW5IufzgoVt3MxHlGVgPkY8k0WRMm6MUeZ1dnZWTz55UnfffY8uXb6iMxfm1Uzu0oNPnVdsTci7X8u9hePyT+FaFjGl7eDHlBi0YA5tAigXY0oKKZKN8JCYI3KO1AExJRWpyHJI5FOkPgRwA7jxKuQpeEpAAECgzTjAuKygyL8QogQNWkiSfDU8bzVgOSIC1gidBEfgtsqWihrsviiWUrurpy7P6/LiEnKq5U1FjMgMu7XBjn2CNe5OToJMnxDkNm/kEvx3u121Wi30o5V1IqED1kHXWeYePztp5O58jQ461c7V5IkKGaVMp4UuVwRG3U5XTk0nhKDEmrnfmKZ8UR9ikP/xsf1QWjbUe11jTFQHRcqB/AD/du7Che3njtOX6bk5rbJxOnX6gk6dOq9rLyT6dBHRyc+6jSDuQjWTseGuMeZmqkbCNUM1ShiHBCPbYMYClsjEeJTUaKDEuXASVIaUYKiGuTp4rFrBKx1q+Th6CO0hjmKEax3yfqGXgnqcv9SQ9vF7XSY1GPmAsY+0xRjUpKjBCMBYjlQIgmJQNXUjyCrAZx6qoRqjUGMIhsCIsnkI0AYJ7gQPDf1GiuYZPhL81CCtbCVdWIs6tdHW4705PVIf0flmQsuh0KaCQlUosoADBDasE8OXaiwDiNeDRjFUmt21T1PA9O79UtHWBkZsfmlJBYu/sr7BjKOG8F+nivYWTqKBn1oltGsojuqhRqxBw3hi3ABeYscfipb+8E/fo5NnTym14YPj3Cb1NAwbGjSb0Omz+D35y0Q1PI1whHVTorgTiryrFgqtKkhVzLKtU+A4VlkeYtwGIXr8mpoGCKA6HbBrs+GseWBGdV+D4aaGoy2Nmr4UhwppBJu1YFNVh3XhHoaRqom2utMTrFtQH3p1TFIqKRf0jRoib8suxFIhzzNIqVGwWDpRZSepbBUqmWdhPYgCb6Sp6Rmm0kKCLU215jTR2qeJmWP612/7Q5xqjWwqjYqkzZQ0BBoFZhfVBEMQKqQaPR3FJudH4Ixi1HZaqE6l6tgCfxtGjFTXieeC/g1MCIBWaKQufHeDVPKCMLDLS4iktyYtrRR65PRIn7x3We+9/aLue7LRmctBiyuJNeqoN5rK7/X7o1rNSPmqCZRDoFDXGtWNrLeKQTboiTEYXfkZEgNzUyVnc2d/hFqeqYJbgAakXO+Pp6GhU+M2IKc0BfEvOMMHc7OaJIoiL3S4mtrNes6w895iJaMi+rjeH6ok4I2xyIY1FaWGBNpDTnoagr4GvfH7RH9R6sL5C7JDH2ETIrK2PhkuczIwwDFvbKzL31x3XWI9sgMNQUvLyxrR7t27nZBhBA3j8ODJtEa0xxQJuAaqqgoehprAcHtuRUryz8oePHhQpjnJK4bVlRXwWrLhrpH1Bs+kg4oKJ2en77GqVktFWVgqSuhShH6L57dhXVwui0pFLFi7Ri1kkdCZFkH7iGc90gsRqywK1aOR3Mei/LOwsz47DSEge/IhODVQ8A1aQGbOBvRBrEBGcQXgeTbUbWyuq0YHZngXff+DD+jRxx/X6ZOPaR09/y9/+idq4HGLwKSBuRClENAWoGBeXU4T2/BfFCV63qhiTmXZUgyFIvOsmbd1sigrVQQC7e6kJqamM3TJe+4V+CHwnKC4IaCttdRgJ7N+W62pF2X5GSL1DGHDSArMy4FDQs5yg+CSeY94Pjx2gC4cKwZ0D1lMcqpUpUoteGtFeMY3cbim5Y0tzePsW6xfDY0e811bX9f84oJOXHedvI4MzS54RWNdm8L5O29QyIOrLEtV6FKNfrTbbSV0IKUk0y2RkbjgUObPTjvCk+uHrP8mQYXLeV2aJo9jOjFFBf4ZLzBf2IOKFMnHyLwS7TvjmzbTZz1BCciSRE6pjDFpauc0KaSkHj6uywnn5OSsdu8+YMyrEK/myAww2IMwwDjWwEhNGikUgNOyloqGulo1u8c6DVTHvppIaqPkOtKRevC9pSZswflA3mnWGO0hBnUA9KC/Bc5Ww2eNsws9cAY4v6GqFmmoxVTVINC6TBpVSQOgX0b1kjIMMPbNBLx0B6rbQ22ZPm11ihqlIH/Bva9a/dhoQJDQb6MAVVRSXwFDXLP7bNSAEdRH2TZDS+tpRueHu/TZha4+RTD06Fqly/WENssZAo9JDYsJ1amjUWxrRDoMpHii0Q7UqVIdK+bcUh1KnHjSkJkMWBT/xzV9xh8whzPzF3Vm/pKWeBhHzG+QJNe3ds9q2Cp1fumKwg6/PeS1TgCyFgZaQ76bRQA3qea4ajnM6J//9tvVTB1QzXv9ujKPbQ1RzCHjDEvoVsigGmjYHmnUGWrYQV7doTQhhckEFOQL2iJ0hWxH2oDzTZ7ILdIesAms43jW64E2GkB9cJwOtBlGyKbWADKDkvGAUStK3UpNt6UhQciQo77Onl3ac90xTRzYqz5zbCbbquYmpXZUg06NAjT8IGBE0AANm45qzUjarRj3KmhPzku7SOfU1FMY1q5mpvdrdavWGuu3WHTVvvFm/YP/+N/0Ox96SJuzB7TePaS1crdW07Q20pTWU5dyO8MqxmgNx7VedLQJbKW2BqztMDI2aR0qNYCAsANqSjWqkEipoQrwCw1DIk3aTAE6hTZSQVrmdIOHbz1ELQ6GOo+ROb24rJOXrujs8pou8C7t5MK6Hr20oiUs09YQWagF1ZbqOIHudpmrmGutuqllo1TEIG7yDfJpaASQDmKTQtDVi4qMEWopbuPkNrKIOWfzB+WcXv2gIghSgXEaJY9SVNoiUOzVpUatWaXZQzp9eRWyhS6zUxxyXIpAtLG8ouWFBZzrQJ1uV3O7d2lza0tFWapEXyMGbIDTL3CaQzs9NcytyWNdvnRJ3l0v0L/Hyc/y0rIq+tkxNlLGGeHU7eyrFs8Yk4jMN8ZAoDlSTEmmHxMc4xAcYFRlJQfJ3qGBrm3HVWtIMFCWrM/GJsZ5RLA6UKvdkg1wA08zBI/+M6yEETXNFs4vhph5CCHIvyCnnct0EBcGfEhAMcHR90x2AJ1OO2ME+Nva2hSdFaJpKF/mJ2d2PlwOJpTLDehhB3LF1Q87jAL9EnwWDh5wPok5u951Ts1TC+fm9v0HDujI0aM6f/GCHn0MR7+2qe/7/h/Uhz/xSe3dv199ArEtjpE3cYL+TfURjGzA7zoOaqvH04/eze3ezQa5C3Q0wG5u4Uy8fnaGllnY4S6EIMvL/Phb7BMTE8i8yHU0yfwZ3Cevq3WU8czzGBwMjdANQdR0TM9yc78GXkAnYGooNpqenlbFPNd53SnkHJFHC0fdVKUeO31ap06fUYmsIoOPOCGdmZ3VPPo1NT2FPrYUWI9Eu+VlfXEg6t3+BvR8WmQ9sU7W9QjelfXGejBAXtYr89bAUA4S0TmYUkxRdt4lPExNTckyqAgSPBfrVsKnDdHjGvw8Bnw1yEFcIQTFzFPKqfMhIghxkQQLxVnwGtZ9iB5X6G2fdJI5rW+ts8Eb5r9W8TqurqN34I/vOM44bfcW1O0vqL11Qa2N0yrWLgGLKtcXVG6cV7UJbFwgvaTOcEmt/qKqrStqbS2pXLtIH9rpU66uq1pbU3tjXp2tebU3r9D/ior1eZVbC6ro1+pfUad/SRO9eU32ltXxGKun1Vo7p2Llklo9aPCer0Txiq0NJRxjubWmaoMxF0+ps3xK3eUL6q5e0Uz/orrQbW8twg+0wJvorWlic1kT61c0tXpOk0tnNQ2Ps70z4J5VWD2vAeP0Vhd1mQfhwYcf030PPKQzp57UxsIlafUivFzQ9OYF7do8q93IY/f6U5pbf1Izqyc1vfKEpoCZ1Seoe0q71k9rz8YZ7V4/oz3rZ7WLucytnNHc6hny56iHzvoFTS+f0cTCk5pcdJ/z2rV2XnuAOeqPNiuaWngSnFPa37usOWQ+uXJa7aWnVC4+qWLpSZXzT2iWeUxvrumhj3xYv/cv/4VuYPe8u7ehfcOtDHtH5IG9w3XtGaxq32hNe0cr5Jcz7K1XKbtuTfvrTR1stnQo9IC+DpK6bt9gHdw1zW4saWZjQbOb6ZAECQAAEABJREFUi5rdWtLc1pLmekva1VvS7v4y6Yp2kTrvsfZzonAAGqZzrBV0/WSpQ8VI+9XTsXYApL2hr92UdwGz2tR0va7pZi3DDOlc2NAsMJe2NKsNzYTNHdjSNLSn40AT9Zb2tqUJ5jlHALQLpf83v/kv9d53f0Z72DFMr68j4yuaXbysXaznrvnL2nPlCjCvPQsG8jvpbuMsX9IM+jS9cp51BViTKXRxYu2MumungTOa3ECP1s9qkrop1nUKHZxafor1ekpOJ5ee1BRrNclaTRhYy+7iSdb7pLpXnlSLtUsXH1W69ITq849o5fF7dObeT+i+j35CFx4/q435JQWcXr22qj6GtvHDHaIaCadVy46ytuHBwFCVbxsbGU/jq1ET3AMwHhDcRGrcQAqCckJ9Tp9GVWA8GzRDQ37URIVyggBySltpSveevKTQ3qUqtXXdsRtUxkplKOTvlMzwGiWlUjXGywbIRtVOs8drKDsOG1UbOBvVQb+f52OnZL46HPnbsC4tLaogGLAT8nwjhs04WxzZp5hwqgOZDixnQ5/zTMLGOsUoB0UxJeQ1UqeNgtDfdalI2Tn4Z2YdiDz08EOawDGEENj97NbG+rq8A7uALbjvvvtkY5126NjoGgYY+eWVZa2tr2UeFhcW8zhDAhjXr69hbAlUFhcXt/lAfgOCPM/P/Z2GEJD6+H46H8J2nqko0E+UY0xjRLGqqjHwIYJHWwFvNXL2vEzXiJE2OwDL0XXm84mTJ3Xx0kU9+OCDuoRu+bfejxw7rv/0n/9TDkqm2I0bOuzOveYJupZLm6PgDgGb5TXKzjdoYmJSMzMz2rVrl/bu3ac9BAHO7+Ed+H4Ch93UT9AnxajGvMJniuhPiLAH3wK4KVy9t/VRssqGEHK/IiZZR/pbWxogzwbHaOfok6DNjY1c5/8/QLXEoy5vCufXVrTOBmWNU9DZvXuFwLJzFgId4lCXlrFjnHD4h4JiikopqUAnlpeXGTzIDtk6aJhEL8Q1DhLNi+v8J7zWSTtzy2oT3xRCUEDuDsAic6UbQzbq9XvymNb/rc0teU0cHFlXLAYHYl4r5xN8uH8IIfNt3r1+TkMIoACMEUKQ+8UUs/7lIIe68WsH92koN0EqCYJ0zRWvyetV3bP60smn9BVzy/rag9I3XS992y3S37xN+rabo77xRF9fe2hFX7Hror5o8rJe0T2vV3TO65UTF/Tlc/N63cE1veFG6btfsA3fdrP0jcel1x0e6ctml/WqiXN6ZfcCfS/pyxjjqw8M9E0noH+z9D30+d4XSm+4QYwx0Mu7K3p+nNfzdFG3jM7pNtKXVVf0FdMr+o7jA/3A86QfAf/HXkz/60Z6ze7L0H9KLylP6kXxCb0oPKZXVY/rNVPn9TcPbuiHwf8h8L/3Vumbj23q1bvO64Xtc7oxnNYt1ZJesavR1x7v6Dtvbev7n5/0Yy8q9caXt/XTLwz66RfU+unnD4GR3vQi6c0vCfr5lxd6yytL/b2Xl/q5lxb6+ZcVpKV+/qWV3vxi4EWVfhZ48wtb+rkXd/TzL+nqLS+f0i++cla/9Mo5vfUVs/r5F0/q5186Bf6Efvp5pX72hR298flt/fhNQT96Y6MfvzXqx4AfvkX6oZsbff9Ntb7/hlrfdWBdf/emSm96xV4dePxPtfKn/0HNJ/6H9Il3XIXmE++k7h2qP/Z2jT76dg0/8j+09YH/rt6Hfk+DD/9+huFH3qbRx94mffIdire/S8Ud71Z557tV3PkupTv+QPFT71Trs3+siXvfo8nPvUcz979Psw++X7se+oB2PfJB7Xnswzpw8qM6+ORHdejJj+nwqY/r2JlP6eiZ23X49O06evZO4C7tefxj6tz3HrWB7v3vV+u+9yrd8x61HvyQ2o98WJ3HP6SJJz6k6ac+otnTH9Hc2Q9r7swHgPdp5sz7NH36vZo8/X5NnP6g2qcMH1b51Ac1fOBPleBh5szdKh74iE6sfk5v+vKgN71yl37yhV39rOX74gm95UWT+oUXTektL5whPwfMAs7PsgYz+rmXGKb15pdN6mdfPqE3vaKrNxpeSfoq1uSLu3rTF3f0M69q603Am4GfA/7eNfCWV7b1C+COU+ff+kUdvZU65w1vAf/Nr0jQjvqplyX95Csqff8Lgr56T6GjBBat03cig0+pWDjHAz/EUNXbhoxH3YZziJO308KSKGDksWE7j6/d3nbWuUZ1LvC8KxtQV4Kf89DSGGwRDJQzLfJBUTZiMSQJ8KmGT7G6uw7p4tpIGzj7jbrURHsK2oXaZVuRf31/GYqgoEilUizkXYZCkJ1Nw25sH8a3LKjHiLZx6naA2fDhCNs4GR+Zm1+3nT93Tm1OATzPsqxko9xiZ9RnN7mOQ3ZdWZQEQ33kxGxxBAEjOyJNMcnGsO9AiXk7AHAw4LEcMKQY807eXwRMKeXAwcGHnZnTBkH451ArxksY4BCCIobVuKbTqlqK0OjgCIuyYIoh0zO+DbsdQQhRDgoaLLV5Mb7p1jg/7VwMI0jnktukwHRhWFIIQRQUMe5yVlw0uX+gItJOUSFe2ycqhKiCXarH29rqaZ1XEXfceYfOnDmnG264AUc9oVargnStU0+d1BPs8juWM7ph59pizlM488nJCZnvDuviefnEo0hJTr1LNRTIpkUg5aDA9Z5DYn29DpnPCD+ABMchKMJrAGJAW2JUoi5F0piUYpR5rlhT8+9ddZd32mVRyONOE4wIHmt2w7vmZjU5MaHpySlOlQRPba0RNDYTHW1WSfMEYWd5b72+tqYWzi7C5wXKnk8bfr22eRfOWtj5IgyN2BVbntYRO/rEXO2EnXeb52mnbr5YUk6sOjybQ3meXu8G3sx/keAXnq0n7msd9riWjXGsY8ZDInm+Ts2jcWKKCiFI3IYQgsKOvJxq5zKP5t+0HFS5f1XyLCCDiBy9XjGlHGjsdMlJzJ87H1+xfEWvWZZeuyK9ZlN6/Uj6tiR9T1v6vk6t7y0pY0ReTwT71WtL4K3qq1bX9JXs4F+73tPXbw71N6H1fV3p7wDfXUnfElf0dSPobizpK5dqfTn0X70mfSX0XzeQvilI31EwBvDdwLcXPX2L1vW17Gi/cuOcvnztgl7N7vrLOSn48vVLeg0799cj2G+Ct29hdb4Z+OvQeR3P/Gt60pej4F/GScCXkX455a+k7avB/QbGeQP0v03S3xhK37olffPqhr5lZVHfwc7te9ef1A+sP6G/y47/Rwbn9BOjM/rp0Un99PARvXHwoN40uF9vGj2gn60f0s/qUb2ZQOJn4+N6k0GP6Y2N4VH9tB7WT4UH9ePhfv24Pqef0APUPaSfBf/nw+N6S/m43tp+TL/YekS/UN6vX4j36C3Fvfq5cK/eqHv0pupz+uHBp/VTNePFh/SmluFBvRHcnwn36Ufjvfq77c/px7v36Cd3n9Pf7qxq1/vergMf+kPt++C7tfcD79ae9/9hht3v+0PNvuddwB9o+k/+QBN/+E5N/pGB8p/+gWbfa3gn6Ts09963aw46u9//zkzn4If/SIc/9ic6/JE/Jv1THf3EB3Tiro/ohns+qRvvux24Qzd97tPAXbr5gbt184P3AHfrhgfv0nX33qHr7sPh30MQcOf7deD292vv7e/R3Efg68N/DI9/pL0ffrcOfupPdPT2D+j6Oz6pGz59l67/zD267u77deKzD+v4Zx7XkTueAOcx7b/9UR244xEduPMRHf7Mozpyz2O6/uFzmv7E3dp/x73a/akP6MaHP6a/u1/6id2N/s6BBf2d/Rf1ffvO6fv3ntIP7HtcP7j/If3Qgfv1I/vv14/uf1A/Rtnw4/se1k/seQR4TD+566R+au4p/fTsKf3M3Gn99MwZ/cz0Of3MpOG8fnb6kt40M683zlzRT5P+5PQV/cTUFf345Lx+dOqyfmTCMK8f7l7WD5H/QdIf6M7r+4Hvm5jnmVjU355Y1/d2toBN/e0W+bSk74xP6mtXHtYrLpzW4Scvqj7zUZ29vKyN3gCDgvJKChGjjg6La9thC0eL8tvyuELbzl2Us2GxJ8lQu0Z/3mU0kDJKJBNDUAiAgupQqOjM6PLKFq+VNrWGMw+8w22VlVplqSE7rpYNXIhKMeB8e/n4fsQz2kBDgA1qTFF2xDZMmT/G8Q5tY3ND09MY7RgxoF3Vo5G8Q1lZxQjRV0Gy4a2hZ+PmXWlNwOMdvhkO9POcawy30Y2/xU5wu17ZYdnZe6yJ7oRstL07nJmZlYML79rs4MqqUsWcTMfjFEWhFJNaO449RiSDoBZ4xxsYxDgeh2nkMVw2jricmpdxXUOgE6gPwZ+Sk20I1+R19XLbuAGMq/UOHMyf52baKUbkVYMKFp1CCBK3ZX3m/Fnd9dnPaGbXnF79lV+uH/7RH9Hzbnsezr6j02ee1Atue74++fGPaf7iJTXILkqys/e8/X7ZjsryKcvS4s07yA7Ot4XzLAkWulOT6jogqEoV4LTZyUecqney/q5FSgmKYs1H2SEiOrOmgI7EFGXcMSTLuiyUANPqEEQ1zKMJQTFELa0sicVQm/oRAu+yjgFqRRE1g+6kqtQqevPAuTMqJ6d07vxFbRLo9fFTW6Sme/z4CU1OTqJr0xqyw7fD9AnOBHUj5m/H7nZx+dTA+fw/2tHWwLydq8ecnJrMPFmnYUUppQyROYUQ5EC8QVcrdMmy9Jol5OI5WZdMw31cX6FzpmHwGCGETDvFbZoOHExXXNZZ89jAj/n1OJab+zk/wTxSSso48NtlPeh29Y5Xc86s8IEDFg5STtcpG1ZJ3WZYJr8IIHu5HqedU+fH4PaFHRznDW4zXRys3Me0DKbn1OA+V+hnfNM3uN59nRrXdQbXmY7526CPweUx3rjddWO4ts559zW43emYhstuN60xuGwY41k+xh/D+g4Pbnf/Mbjd8+7TToAhp5aBwTTG4LLxjG8axnPZeY875sN0jeN+rnc7wYzsD8ZQM5Zhxw9Q2r692oHsOCWb7zHetakbxmXTNT2PYzBvTsfgssH8eh4G5w3G8bydmo7pmgfTdtmpy2MYt7s85tNjG4xvMD2D8+7v1GNafyyTsaycN1hmBsvKqevGONYpg3XqucBtY3CfcX6cus7w7LLH8Fge0+tl8Jo5dZ3B7cZzf6eWYVv69MO1fueDZ/WRJ7Z0bitpK7Y0LCoNIwJJtWIcYpz7qjmmxG4qhICtwHRwdOmH3qJqLD/Abt4ivRbc1lCRU+MATXAvzCjpKDBm01E5fYNG+2/T6eGULvfaiuWkWio0w06vN+ipzeuSAbvsEY63Vq3B0BOotbGxrqoo5R1hF6MsBY4u+6qqUsII2Yk0GCxxDQYDbWxuqirBZ6cfU5IN1vhPnYzncsKQZmPLXP3FKhtJG1IbtpQKZBLl7wTYMdgJBsYcYOhDjAzZqKwqmQYF7jqDj6XNo+nYaTdIMcXIbmigVFT0aSkWpSoCmyGnBZFxuk1T7L8AABAASURBVBOTKnF2PY7xEzhVq824fY0w7i3wZmZmmWtPHpcq1cx3RF/YUQiBGUuBf8pXyJ/+AI2kUQiuM7jY+EMNhMwb7KkhaGhAtsOXAmXjiMtpwxoMQGv0spe9VN//g9+n7/jO79CLXvoifeQjH9RTjz6qweKSVk4+pQ/90Ue0snBFPY6Vh+wGGxzlkLVMMeZgLUJ7Amfhk482880p6z3Ju/HpmRkZJqemND09oxb1JetnxzOJo3Ua4Mh1BU4uhJBlH8m7zRBTkh2Z+1b0j0UhhkSOQ/iv1em0KTcKRSDIqDSDXPfsO6DJiWmFUCoChSqlUOjkU2e0srGl/YeO6OyFS7r73nvp35FpDtGzm2++Na+DFNVpd1V63cqWpG35TeIkp5lXxRy8a/eJRXbkErhFDggnJidyoOC12CA4tf5dC54L5PJ6DAkkHCRs9ba2Ax3WfzQcKYSggnkm5BBjVExxhy/lNvkKfABB/IsAqde7KAuVZYUcS5U7/PvUKDCnFNF/P8w8wmUq1YwaaqOuvZ5ZamhyTdpJA6lv1xtcfi5wnzG43X0MrhvTKqgoAafGMVBkVf25DR6jJnstuI6qZ9zua9oGN7h8LbjO4DrjjHlw/vPVXVtvfPNpcH4MLl8Lno/h2rpx3n2cd7uhgiGD69w2hnHZONfmXTaOeR6D201j3Ob2Z4NxxmC8MX6L8ccwrnP7c4H7P5uuy+bDcjI47zqD8Q3Ou82p2513Oi47b7gW12XDGMepwTjPBW4zPtPJt/MG17vCeY9rcN71Tg2uuxaMf215nDeuYdzX9S47fTY8m8a4bHyDaTwXuG0Mbvc6mDZzXhkmPXml0scenNdnHlvQo+dWNb9aa436DQKm/kgYlMiO3h0CxqRmZzeirla0cWCHPxwNNMR4NxgAGwqzNYaGDNW4ZqmGRAY/iPQb4FQ22bWnmQPadd2LdHaj0KCzV09dIhqJpaZx8oGjzsA4G1sb2cj7SB3LItc1OKISo+Qj9qpqqYZeDFF+n11WFYYq4dQrj4YzLdTBubc5UlUIGkG3AseG1u/MHQTY4Lr/9dffoBraQSEbXuPWGHHjDDGsKaVMO2FEy6JUCEExRhUY1kDqH0cxvnf0GwQWloFpV+xOl1dWVNC/gZ53sXZg3pW24M07JfcZYKiLslIXR2/nPhgMCQBaStCvm4bxolJMsjGuCXyEfIIBPhroSttORb6CPySatH2FnIcMadiu4rOhwrRr5p0FxscIWnVeV1w/9cYx1Mh5G0aKjLvKicgZdrhnL5zTF3/Jq/S6136VXnTTTfp///pvaOvKFR07OKV22ZZPOgY4+pGDooZBoTNJcGZ5VMzXaZt1jMwtWUbwNGCdhvCwbaabPOeiKtUlMBDsj5h/5tO8Al6DgjXZhkKWmaEoS9kZjwOAEoc/OT0pO8iyVapAj7qTXR0+ckRTUzPoh6RRVKvsAF2GqvTYY6c4AdrU1PRujZqkhx55TO0dPg4cPKAZAgSv3+LSsmZn5yAQNGQtVzmJLli7M2fOyHNMzK2HHOz0PbcYI7gMB//Wk5XlFZ6vRiGEXB+TnTTPHe0jy4K1cIN11bRYHZl+7Xbk4XxgXaqqYh5+Vhv4GKImQa4PgRQwDZaZu5HpDnd0u2FdTDfGpJQSvATaG1kPR4OR6C06qcVaTbB+rsu0dj7iTvpXSwLdTcmQyBsKUoPrDMYxUP0Fb+MZxv2+YIf/CRDM75iNhsz2UyA5HT2r3EhelKtgnDEY1+Cy6dD16m15GMbydeqyweOPwR3Gebd5HYz7lwH3G9O4NjXtzwfPxnPZdK6Fcd21qfNj+Hy0/++qt0zHYJrOO/2fCMzSSEnDZkKXViqdXUg6vyid8S/xne/p9IWeFpYb9UcFzg/AU4eYcKAlRisqZYOBqbE3N+i5riA3jZC7QYlFSoX6odBtL/9S7Tp2oz7zxFMqWxNaXlxRxPBtrK0rpaCJKYxsiuxkN+BxiIEdKQTo4QRsRLPjwfh5l2xHbKOfcMB2KjZ83vEbx202gBMTEyoxuusbG5nRyFhrvIv3rt6ySClq1+5dvBIYamZmOu84y6rCyPUxdiPZCJY4jdyZjxrDOmB32tjIwkcL3DYByoidlXfx3rWFEDTC4IcQ8pfwbFRb7M5t7Pfu3QsV5TnbyEf4KeC/O9Fl/qwLji4mUk4jmLiWcSLGmWKH2yFocSARY5LnGunrOZjg1XSckWUmwYIQnaRxw3bquuBaZ3K6/WHZGdVYzj8NGA1wPabnc+TYUb3yi1+hra11/cff+jd67zvfoS78rK4uqSpaOnbkhLybDzipmjk5gHDfsiplh5QSusQ8W62WKuQbQpTXy3KYmp7OR/fGDeANkbOPygP03dd8J/pGyuIyjwPkhVZmB+dgoWYSngNcKyLfhA44qNmPgzadQ4cPa2pmRv4Njobgc6ozqTK01KkmEVWpcxcWdGV5Q9Oz+7WwuKH+0Gu5pYMHD2p6blod1mvv/n2q4N9ByGHoOZAzTy57bb3WBXMbMn+D18yyG/PuubscQshrH1NUCCFDC6fqnbx1r66ZGbIXVwi0K6CnfYWwnfcrjYj8HMSAolxLW4zQo+S6MUAp645lZvqGDq8tzEskWKjRa/Pq52uITE3DsjWe2zxHB1tjek6jP/6ngwBHCTB345Ti/5S3eb2WMWuuwdo7omEMLhvcRvXV22WD24zrdAyuH4M7uN44hiEVBucNbrsW13nXuc14fxlwH/cdg2mNgWH/3NvyGIMRTcP0xjAuOzWYrvEM7ufU4LzB+c8H7mv4fO3X1htvPJ7TMVyL8/903jyaB3YmwrCxaVSPaL0/aLSxVevy0kife3JTH7xvSW/75AW9887LuvPkli6uFVrvRY4vh9rq19o2RhHnYaF7oib6TLCTJz6QU7c0HIWu8frjNV/9zZrafUhnLi+qH6GRCDIuXZS/SW6H7G9a22HHFFVh6Gxw8pE6REIIjNkoBFLKNlSR/CS74HWCBBtWO/M2ztBGys7DRnR9bQ2nPZB/wcwGCyJaWlqSHfLq6qra7KzVYNtxSBGebMyMQxU8VHIdw8lO3IbPNBxchIABwfjaAfsYP+FM3Fbh+AMdCso26O4DWj72Nj824MaxYR1wRB9CYEc5pQl2ip6v+0xx3FtWlYxv2h3a7FAmJifkPjEG2WkxTL4ti5zh47nyrjPQzNSYGQw1TJqcq54FcM8N4jUYYGfkoCiAZT84t1ta3dT/9iu/rg6OrBhsqh0azUzv5yRlSjWBDkwqEABVqVTakVdeT+bseXY6XUFOlkUXZ2MH6foRO03Lwk4uhKAQ7GQ35bWxjGv4d76P/IyfElyBU6EzZVnIAUNRJMUYc9+UUs4XRam5uV0qcb40yMFHlyCt5HmYxsG3qq7WcKpPra/qoY1lXYi11lqFFjhOH/GcTHWn1fErlOlZaFSZ7xBCTsVlnrL+caxufdy7Z4+Wl5cQZZN1KYTtuZgv8xQC64hjLQhCKq83MksxQRt5wXNiDn1OAuocXA6258+cvZYOgvIX8soCeXfkcauykmmZvh2/uFg5Pp91s5bGcVBlnUqM5VOyXq+vAYbB3943vRVObhyo7GEexqvgcXutus8gGJ9R+ssWAh0MMIXGSShXBtuXMbhu3D5O6fact9tNz1w9O3WdwfVjeE4iz6o0TfNgeFbT5y26j+HzIjyrwfyMq5x33zF4XOfHqfNj3GvrnB+DcQzGMz2RGbdZrgPKY+jv5Mf4FK/exnV7j5q/DLiPYUi/8bjX0h/zRHO+3XYt5Eo+xnWmYVpjMF+uG7eDevW+ts7jGK42Pitj3GdVPaPo9i8Ez+hA4bnGc90YQMm6brrOG5x3u/N/WXiOvrUwLtQPcfIhRMWYGLLQqE5axaGfuTLUvY8v6313ndbvfvBB/d7HHtUnHlvRU0vSlc1Ga72hhhjDbVYgtJ3hkzyGXlAzjFm2sy9aXX3jt3yndu8/plPnLksFRrLb1RKGZISDbfPOdG5uTlu9nmrKdtQjdnENRrDFkaswiBFwW67H0Gcc2kc4haoqZRwsKg51mI95y7KS+/cxjJPsho0nLjvMCoNlo3z61CkM2wCOG/kY3bs+t9uZGCdlA7iWj6DtFOguBxNOYQfZRRnfxs99+hjlIYayz05okvfJAcQYI7v6DdlwjpjTEH6plse3sW6QZUysAXPyeANo1OQ9nuc4De9T0Cow+h2cUghB/lfjQE0nhCAbfte5bNnTPWcbZOlMQwW3s4y7bfpDCEbNdRBUCJS3S9t5ypZ5CK43bDd6Poni+ZNP6g/+639T//IV7Z+YUuKUo12m/OpjosspSlXKQY75HNA2Ihjw3Nzfc7dDgkx2TCLjejPkNITIYI16OJ4+fUMIeY4jHJ5l7bWZQi6zc7PybrTDeFOcArQJ2rqTkzlw6nKSMzk1KZ/SOIh0EOE/1/Psc9vEpFpVRyEVatGnr4CTH+nek09oEUez0S6VOOlZaUZqz86qjkEFelOWldD0fHJQUZ6fn5d37nbslrMDwgE6J64+etDiJMc8O3AxhBDkdfWX9exc/R0FBx4hBFWtSjHFLEPjOBj1nK0jIQRFdMlyM1iuDlStcwHenZYVwSEyGuN5rm7TNZfLHs9BgvusEyT7x5w8F4bQNsAjr6DmCIpG6OvClYUc6IYQ8rNlWV5DkuDv2tJfJB9AMkRSA0mWqusKCjzPcmpIlG3ULfV6J+/2ivw4be3k3Z9s5micd1ubynFqem4zeGynrjOO6RlM22WPT9d828GYB9eNcYxnMIJ5c7tpOW+enbrOfTogTQITgPPuZ1y3G5yn6eptvp49jsuuN75TI3sM9zU90zXfnqvn5jbjjHE9B9cb33XjdFw3Lpu+wX3N+3hc9zGu02vBeOOy2w2uMw2PaT5M27yZxy6N4/Ra2qZB09Xb/U3LuGPw3DxX82VE45i+8x7D+K4bl8f4Tg3mwWMax2tk8LiuM12D8wbTMm3jXpuO8673OAbTMDw7f2153O66MbjO4LL5d/psuq7788D9r+1DvsHzNqSijedWIzufQU0qDUdBvWGU/6e8Bd6fP3Z5qI88MK/f+/DD+r0P3qdPPXhJl9ZbGqY5Xmd2VYcCCABMZCfPgSmGxl/aKYpKPprf4qX/q7/yq7Vr32Gdv7ygkEpNz86pKAsChoFiiqR1NiA2QCMcmB2BDWHFsaj5a3DoNpp2fjamMQSc56ZsnKampnXw0CHZiA6ZywDjeuDAAU1i5IuyZLfTln/i1sZ9jnFNy+02vjEl2VB7DJezrUE2NtatqoVMRlpcWpKP3CvKNrB2XiU7sIDRLUvmSL7BWeOJ5P4VxtqvBboc7SIV5lnKfJmm5+f+xhs7hoQDD0YEYogqq0oR2p6nDX2CfgHO3j17806vwXk3LGBNKi7LwvyT3WaBNmeM4+x2PZNyhoGbnX65uPPh8UPg00BdCMHq4RzAtMaEcqnW6dOn9E//wT/W6Ye3gpbKAAAQAElEQVQe0i4HaTjafTiFl774xTpy9LBe8MIX6EUvepFmcZAhBBz+kHfdy4yufESdUiHLzGsVAvqD/CwPB0nbfxe+JSPHGGSHlGLM62S5WI7+m/PFpcUsj6rd1q49uzW7ay7LrkMAadm3CYq6OPPuxJQcABTItYPzb7uOd/IcTqHDhUT/zt7d+vgD9+qPPvkxnV1b1kJ/SwW4SzjBKU4uGvTo3PxlDZDDHLtb//iSdXSSACHvdsF13oHa8vJyDh5dHwL8Q3+Es2zoax31mhbo3QR87tu3T1cWFvI8AnMdECBYJtbFqekp7d69W877VMd9TaMoC8UUc73HtNPtEwxZfpu8nkoxyXiGEEJesWs/rAlusy5OESy1CKRjjHLQ4DES/b0+fn6+7utel2mVVclaIl/0nWnkYPFamvHawl84b97ccww2uDPS6ETS0vUv1tZ1L9Tw1udJJyQNAOPbwG5K9fEbNbjuBRqcuEG94/u0fmJaOj4nlTt4nqVxoblwVFq4YVZbN16vhVtvU20nY3qgZi2nzwgHvHzzUQ2uu0XDo0e1dWK3zh69QVuQVTQi0AOgVx+Stq77Iq0eexU0X6yFvdSPxyNbV3yApw3SFcDp0b1afdXf0Mo3/Jj0rW+Wvvr7pS95rbSLduO6v8fxHKmS8/Cl49dpcNOr1b/pVerd8nyNjiAKOwPjj3GZ5wa4G9dLiy84pssveKHmn3eLBJ9akjKtQOo+zLtPoNE7ckjrh79Mi9d/iTZueoU2b32JVnlor1g2xq2l/A18+vQOSmdefKu2bjih3k3Xaf3m67UJbJHv3XiD+jfcqMGN1wFH1L/lkDZuO6TV5x1T87z90m7G9fw8H+Sydlxav/5mbV5/i3o3XK+tEzcorxlzyGvhsemSxx6SMf/7pKUveo3WX/9Gjd7wa9Ib3iJ9xeuRCbpifvvgMa88zxb5DjC+YWH1pptUX3eTmhtu08pNL9b8DS9SPQuC+4z7wtuAeW6caGnj2HENju1XQxksyTjIIefHaS5c8zHm21XPzn++smkZrm332l5bjhC8tkzxz72NawAJPy/csQI0agxsQ4WbtoHKENi9NNjZBgNdi1NLXVwKeuh80icfafTBe0e691RH59ZndHFd2rRzZdfjXzYLOOSKBRsRODSxo566euWXvla9ptDJc+ckHNaefXsVo6Dd16OPPMoOeV0HDh0kwBhofNxfcsRq42PHbucqeKowtjbiHQy4y7t37VJKSafPnJZ3Rt6duI/Tixcu6BS7de+K6qaRDb1/XMS7I9Mw/fEX8q7MX1GKKRvbAv467AorAgwbz4b52Jiaj4Ah9hfrPMaly5dV4oAPHSbAYP4xRYxfLfe5wg5vRJ0N9BJG30fVNu7GDyEoxohDKvOus4MTSDFqAkcRQpCNr8G7X3HZEezft18xpewo7WAivPrVAQuUjXAIQeYzhEAP1g3d4d7Ju7xTQg428DRI5HN/PrZ75drtDypipiXEHDK4n0EEcz7W3eRo+qbrjui6I8DRY7pw9rRWVxb18Y99SMtLi1pYuCI7DfcxtJmnnVYIQb5cB2dykBOZv+dsnJIAwPJ3HtYUamnArt7O//rrr2cdu9qLczx2/LhuuvlmzaID/kb75samGnTZMnf/yNq0caQhJLW6k2pNTKs7M4c+BnQxqk/7egxq7d2j07y++b0Pf1Drs13N3nI9dbu1Cr3JsqNDc/u0cOGyVpdXNMVYs+zwrVN7CbrsJJ869ZR8SrDBQ3LlyhXZWVYEFG7zmhvXDlgK8jwT6+i5Bea8sbmpkydPav/+/QSjPCu9Xl5/B3umc/7c+azDDmwC/cuizPrlNtMM8G/5WU5VWamFw7Yc/by4fjji5I1TFLrmtTBeQr7WceOargNS7+bX1tcyD9u8BfkvXszru9/9bk0QxFmfN5nj6upKfs12/jzPsp6+4tPZv2QugG8whaE0f/ylSr98u2Z/6e1q//I7VLz1bdL3/Z+qL4FnPUYhtnCe8Xv/F5W/8naVv/Ynav3aRzXx65+SfuVPdeaFX6urToIu/Y606+ffo12/8FG1f+GPtOvvvV1LUx2JYMECAUXrOKL0ZX9dM7/4TpW//PsqfvXdav/S+3T4l96p9vf+I91vXAJPDSQ2Poo/+K/U/vV/p6lf+3fg/RtVX/9GrUFjPG4ED01T05Ueuo0o4Bf+D+lXP6ypn/pnmv4bPyV90w8zp9+QfurfS79xu/TD/1D3mxE7FObnBVMhLUxR+SP/FJ4Y45f/nVq//F+VfuT/1BNt6n1bZpYdclmupO53/5bm3vyH2vv33qk9b/kD6St/SpoEcYxHVqvSyoteq9bf/wNN/OP/orl/8F/U/Y3/qs6v/jdN/eJ/UXPrl2oDenkuzMl2It32eh156++q/WtvR9bv1ARy7wDtX3uHWr/+P1T9xttU/sbbVf76u1T92h+ri+ymfvmDCr/yx1p73fep9rygOT8BO298vyZ+6d3q/OK71XrLu9X+5n8gTpIlzzvBoAFcsUQLpTT8qR+X/uEHNPsz/0YTf+eXlL6NOb0B+NF/rupXbld662/r0eNES54j3dXjY2ettiyb1/2kpt7y+4q/8PsKb/19Tf/cf9een3+b4jf+quZb4MKT6LtGtvz2f6Lur3xC3V//U5W/8h6tftUvKa8F7frzLvNr/j2ecQ3GH9e7zWW3Ox2Dywbjue7Zede5zeD8FwL3N+zg1byPzF1x8A0TaTC+BpFGG48UlUKk6E5BTcMyjBoN2JlvbfW1srquK1cWtYYxbM/s0VPzA51dGKlXdzQYNkrgN3jssjOjPcdu1pnloebXB9qNgS5bhQKL2tvalL9pbIMCenZ6Hs2OzGzWTc1ueqgaR2twnR2HjY+Njuv67Nxd5zY7Yh/9hxDoh4KS2uBl5kEwXqvVosg86Of+NsY2xN4tebxIHztQ/wqdDanbVnAC4yBiD7srj12UpUIImsPw21Z415qDCJy7Twc8nxbG3kbTuy07xhCC3M/8l1Ulpx0CCtcZjJtwPlWrynMOMYpBBMMY6QFB0TB/+WoVfhoGrTk1sbMEAbRAjbho8WJRcpuBSkiYo224WucGYLtMf5wkRciBl2lQR1ZelNzgpoZiyLxXVUHFSLvZRbfbFScrBVDqBM74+IkTOnjwkHaxw7eMPVePYwdmCMFEzSskGMttuUpcuamhQYylfLnK7T7GbyGf2bk5OZhrETzElFRDY+/+fZqFl+nZGbVweDMzs5rBsc/AQ9XpKrbaSp0JTe7Zr9nDR9XatUcbIenexx7XYn9A3WEtoxeB04nAOgRGX0fWW+h4Qz2zVZ/dcqtq6dLlS4qsj3fu05wm2blOckpQ7ayr52M9CSEgkyo7b0/EcrBeGd/6aPC6O1BxfcG41suMG5NiivmUKzJWiIF51pmWxxnTqEe1QgjaIvAa97WD9xfnTM/yTtByIJlSUkpRnoN1231ijDyzg0xjMNh+P2+dDSFowLw7BNUeu2Le5tf6V5aFHCSYzzHEceb/Uhp2eg2kU1ttaeaYVrqHtTF9XEszJ7TZ2csEd3BI1telzckDWpo4rIudQ1qePKaFyROqd9+gva//LnEKAxY3elQPSXdfr5WJ47oS92t19jr12ickc2ygeQ28pc4JXZq9WZcmDkL3kFa6RzUPrl761bqEw7aTx25pPdGhu1+LE7t1cmafVmYO6my1V+tD6qHDs6fsbApp6YY53frLvyu95rs0mjykLXW0XE1pqb1XS8VurVbsGg+/VPrGn9Lz/9d3aXUaGhXgO0iNTwJSqfXdR7U2d1yL8KSDz9dSCwTa+dy+ya9EOu57vpbbx7U8cZ00c1zzi2vKDnsbSwLP82jd9uXSrhNan9mrK9P7tT51SJuTR7U+cUx7Xvpa8XpWeR7Y0V7NdMr92mpfpzXaNyeOagM+NsivTx2D5yNanjms5RmD88e1wNirHY5RJo/oKXZ6sZCYvOZx+JusVW/ysDbpK8bcmDwo/8x55jOBZx5Jl8Hd9dP/UMV3/Lw2D71Sm9URYrNZbRZz2uocUK9zXP2ZW6UXfoNu+sfv0RLZzDP9PJagsWFa4C7vukVL8NSbOar12WNanj4mvfR1erjPeF4z8NaZp6aOan7iep1C71amj+jS1AmtRnAM4MhA8c/c7tuj1u2GIXnTduo2j0HV1dv0XHAbMs58u2w8noE8julYbq7/i4D7uo9xnXcKoaYJGA7hFKWa8dzEs62YgkIIwjtQXwMjso3sSBscmQ2YHWMfozC/sKq77nlcJy/0dedDC7rjoSU9tZC0Nqw0LCZVTO7R/NpQg9TRMBR6jHefe/bs5ih8UUfZCZoWg6mFAw4h5ummmLIRHxstGxuzbNyiLDXg/bUNmdsbGO9t9bLxM94mOyTjluAxA0XPgwobqA5OwbsXGzb3beMM2tQZL6XEUfRp5lrLNGyobcTt4Bc5Vr1w/ryMY+PoI1ePZRotDLsgEOF9aWkp8x9CyOPu5njX45qG+W5VLW3Bn3lu0W9qaiqPV2Dc/TfkxvEYva2t3N94bvO6eO4hBnncsXGu6yavi3k1RMYVsF2vfLneGacNhMap6+gMv9s0cpkSi+5qYLu+JthydY2cjeP+TmNKWeYdnGfJLrPb7Whqekq7WVu/q/YphPmFiiwz97fczZ+CKdAC/wykEEKGbf4kSlQ3qqkYj2daloUdULfTlfO7d+9BTjHvNieRZYhRAb5G9Guzk6+Q92A4UoS/VFZKVVup1dUmAetKf6C77n9QD5x8ShdX13R+cUkrmz3N4vwnp2dVVlX+vobpFmWCJ2kXAUQXfWmVhUrWzDrr9d3L6ZSdqOeZiiQHfGO+S8Z2fjz/EIKmp6fz/KxnfoVjGpaN19anEn6u/HzVyN764L522saxXlvXxNUgP8shpkggOJRxrCcez/1Mf+T5xyifYtUOCGKgp5hfmXnIskyFBshjOIAG8+p02syvZNe+pEmCF0/eJxOrKys8l4P8fPik4cCB8bFmJqm4nfwVP2sp1j0pDMXjomKwqTjqq0EBh4VkZuSrkQJHiFU9UNn0FUJfbfJgq/VCjqHNjQEjWqxKCgMF9dXCgFV4lAH0lGR9F0X7b2BS3bpQTLXqAqA9MLamdmv2xpcpO49SUKFfTSb/vehINQoVNCmT9MMCIYkTgJNDae57f41XCrexQ95Qr+yrX440TCOMbqNmMJB6awQIq5oPhbZ8hP43/4n6FfRbQC3tPks6f1qJqD70RypGCIFAZKU3ISakPFYjhCZd6e2SeW3T0B5S2axq9dITuS3jQY8m8WpWUze+QE0sWbQtxNCHfg0EZF9It7xUPuHIcwnSoJEC47Z5n0tRASWKIchpsIyBhq1dXTQCTYM00ibrMVQP2Q40wRrIUCvzG4k0ojYZl/ZmoBK8vOOnGYboI/WR38w3/l0tv/7HtFUeVDFkVtCIw1oJOSSij9QX+UTvSQ1nb9TsT/wPXWpDLMy+fwAAEABJREFUpAfAk7raPilgMu1QqmUh1JsaakN1wwB7D6pkF6pl8Ll53qTYynIo4Cs1PXRvpHwqYHqNkYDnuj03jztuY+0ZRtqiwnm3X9s/UG8gybIh9ThMKeuOKio6ADqoMR7Fv+zdsIg1BpFnXwNkN0RXTSPGoBDIBWNIfr5qkJzagLiP8zY+fY4FtwZRm4OOzswPdf+pod5z5yX9jw8/qXtOrSvOHdM8zM+vbqrPQzAxOakT1xEUrq3JzsxfaKuqUn7/OjM9g+4Ps8GxkbPRC7Bhg0UCT4Hnqc4GDbaVYpSNWEDRzO+I5zdSZ9xIhcttdssxJZlX48aU9MADDxhFPko3bY8T0zaOHbu/beyAxjQGBBQ2bisrq5qZmZGdjOfvHb/phxAUGNP4SxxVz83OyfT69POS2hGMODb1ONu7NY/TKKa0M48mz8l4fZ5582kZd+BbIch1eRxtj5MZ58M4rcqGwKOwRtSZr5hQilzViO7UNrKsyCCDxkkG98+ZnY8GhwGmTMP4DQpf79Q1rJvL5sMjNUagXwCc383xtedcVpUcNM3Ozuo4r7d2cdIxhfOtqPe65DnRp8ZeWZ9MP8QggxQynyFQDtrhA448NnpKs0II8j8j1vDnsbdBGqKfMRYqigoH1lKFM64lEcfirKcUYiE7+5BKhaJS2Z7Q40+dVmh1NEmwMMkcZvfuU5sAYjgY8dphRZNT07o4f1lFq1Kr29bEVFfrG+uaY36rqysqcYj+KxGvXYu1MC8jdHCAw/Sc7PitMy2CSa9/CAHWG9YbG49OGN864WfCQZHzTFAFdEc4Z+unaTlfFqXs4J0WqVDDP8vCqemkmBRjVMmzNG63Yza9mKIcSJiO5aadq0dw3GGn7gDAAYHphxByENKm3sf4Bw7sRwf7CsG8S6Z16dLFHJQf5DVbh4Bgh1xOYv78q3xYRw1MUKFWPw00DDihEBWGQQnbbFvtZnRAgX9e5DpIw+iOjaxgmprR9PNvRAMkRWmlIsXxlXi4OkU1OO9hb1PEBds4dC0H0mSv0SQPbxE22KVs4o76amOoa7pf/5Wv1egMmUpq90h7USUN5UgqoVuMSpyCBEvCg8njrr4QHl7xDbrcFNBr1DBgC6terM1r89IDxB4XVbQa1TwkJRMb4oomXv29enTH8aiQ+sDK/HnIDTSIAXkkiR2UuuzYg0Q3WR7GTRP7pYkJrXcK+X9xU7iic09+GOGA1+wASX83H9fdqi2cmuXXQKDZMfiBo17t3qfsaCJ4QA307RjjJS20L2mxfVkr1WUtti5rs1zViHWK9CuQQ9mn61ajCaJG4fAVRmpt9TWWSeaXsZi8JITHuvWKofqJsQw1KegXDpD+wJu1PpxBCRttpZ62WlvI8LSGi/erXnxUXqeGBwbdV8FDoFu/Tu0Xf5OIHOjMDS2eJdY7ESgMFTA+EWfXGjbqIVd1W7ruK14nLYIbt8UoGA3MxaUAf+4zoI0FUOYdmrpGlvTcvs07sdeAdPGv3aAH3vKTuvDmX9Xyz/2/pO/8dmketCHgvkxba9JgUnr8i47pzK/8U+n/+LDav/uwqrfdr81//Q6d/Iqv1nwb/CXA+IHUQJJ1zHmDy88FO201CzxizFHdaETGxlfMLyI0Hit61kynVk3Q3DBBcgohKAIhhpwP9E8xYoQqgoWRLl3Z0IWFWo+cG+p3Pnyf3nPXY7rjc49rqMD6DITJ0QRHvL3Ndc3OzOjM6dMSbd4NhhBko2mnYUdpw+Mvv8WUFFPKBjKmmNMGZ1Owvg0Pu+uqVkswq0SdjVdNewhBfv/eY3dsWuLybsmnCFd4H1/T1+9H1zgC9A6LZqWU2MUsynQi8xpiuI1jY2hnb6Ns/mKIGmAPzO9EdyLjLy+vqMuu1gbWx/sOGkyjhhcb2gLazpfsBifoE6CfqGtgvNNuq80cIjy7rqwq1mQkG/YaZ+c+5s/5wY6TcN51Y2gYJ8UItWZcdTWF7HaeBWtYywb9Vc43cj8DHZUBTEiRhQ4Zt5Fs46Er43FH8NXvD3Xrbc/X3N69+uIv+Wt6xctfrpe97OU6cf112oeT2HfggFqeG7vrIc/YiD52OJaH6VqORVGiAVKIQSPWxI+RyNfmIA9MGxghRIUQXFDwP/IxJIWYFJFpk6hNMdMoq0pDnH/V7nqmipRT0VKrPaHltQ3d+Zm7Nc969ZjPKjZoibqNXl+bOOke8p2emZZf18ywg/d3A3ociRfo7ShJBbZhwFz86mDSgeuJE1k2PrWJMarHO3Y72xG6YxgOhnktrdPWnQBOG5lYjhWO2XpSlqXsbPvw4FMByyeEkOdatSqZLlOW+/c5RUuec4pyv4Y5uL5A9z2euNzfdS6PkEOMMQcBrnefrc2tPN4a7+T9TJiXgMz92qsHD16bWQIa09wiIDCNmjkvLS3l7yLs27dfPerNu6654jX5v3wWfWPNZfCDIpQB0akhzWAjhXFEfzMO8yK7rcAiJzpaIYVS1GxB0yv+hlZK2ICrTUAYt5F4QBAeMlOIS4puR850FcOAbCZGPBsBTCnGkZpiS2sYy5nnfZHOHpHwA2IjL8FAAL0AEp4w8JI5DWk3UDfkFOH5r/t2wYqq0ZZqBpkA+fyH3q0/+e5X6PYfebXe95OvUfnQx9VKDbvIoQpwqtl9OvyV38ouFVrQYTpavnBWFYa4DkEGMYe54zcrI4EDZr7bJ6ijPILOgB2plhcU4MM8U2URZbzBQZJqAt4sv4A/rrXd2KBnjdTao2ZXkFxdSDMEQYMP/Gfd+zNv0Kmf/m6d+bFv16M/92N68D+/Q5UDJsYKyCggk5P/+V/r7h/7Zj38I2/QYz/5rXr0TTi5j/6W1GaIBMmaFGYaiDd+PBlmSFA3itQbSNSXdt/2VVK5T5MsTMHDXRF2jU7dp3f+4Mv1gR96qd77U6/QE//9/6OCCQ6qodbhYWPY0fSXMSbBmQoTkmxDQqpY0wEjUk6F6phUwO9m6Grvy79GpyalqzKqgxACHGr7goCrcgHRZCKew3MBSJusf/fY1+m61/+kDnzDj2nm679f+rI3qL5MI214QzmIurSX6f3tX9MNv/IBHXr139HqiRdpoXVYK8UNCre8Wtf92L/Vnrf+N51/Hv0qALauMuV83Klz3kAx385fAw2dbHgb5pGByXkaDRqeATmAQtftToH2ECGOjEJIUojcSTUPjZ2bfxq2DgOOP5cxoqs6c2mg9374Hm1xhL+2saW5uVmej76qosjv5YuyyLsHGx6PY0fn3bPrvRuyY6wwgDZSiTHFZT69q7bjtdEyP253vs3uwsbNu67Khj334blgfj45GHL64H7Hjh/XFoZ7hEEfsou2kzddG9oQgs6dO6cpdqJ2qCvLyzL9EIJmMPohBLlfje7ZiGZeoOvxTN/OwQZ/zJf5N+2EQzePTAFn01bAqDpoiCmq8ByLpAB0JidwUCOCpiGGuVKg3bg1czCdBkc5OTWp9fUNmWYUF3WBhXP7EOdiWUpByiAuGl1pJFLj+QQihKAYg0yTh0CpiApRrOdQNfMDVSOeW69v47Jo2+GjZky3GZbZ5W4gx4bOEbBcUAmCcOxljMynhtcCKKUQFHnOUkqqCayNP8C5RnRiQOQdYwKvkNMau85wOd+IK8T8iI3oN4SvQLlgnctWpQ6bGNG3x/zLVlsD2ifZ1NnBj+ChmphWg1179NxFgtCLqrs82AQBl5aWNcFJUll11ISkqelZ5N5WUZTymu7iGN96dd0NN8j6feToUdJN5DLSinf1rJ1l0SJIc1owjwamXbZe1+TFUjh18OhHaoDebRB8DnGc/cFQk+haYu09xwS9smrBS5BlUpSVQizgiToItdodplnk9sbEgMi8GzoPkd/2MgUVqSTonFBVtpRo7xJYxpDU7UzAe6M2dIw/N7tLgm7BfBPjdDjRMK0tghWv0xp6NsVrhpXVVV55b+j4ievV5Sh/xAKbP/Oqa654Tf7zZxEIYyqDnnUxEQFZKeGkyUgoKfkYd8g39AFYY6NSqNHMWgGmyrKtAYJYHjRqnvel2ujQPBAOjbSJGgEhRGxtgzKtSOYFWhTscnAAknhQAjvwRFhX0lCXm6pTJc0d1+AFkhL0bLB3Ro/0NzQhbO/oGc90/b43XX+j/P/AT+CkJPhfW9Xv/saP6msuSa9n+FdcPKsH/uM/ViuIzWWXzW+jxPgTz/trukydh0AHNH/yEakZKsB7E2uJB3ffDbeot6Srl3/OtHvT81QXlYIf0GIknTqrTg8UeFR4Oh0evEWKlfJC1kFrp57UYGNN4129OntVz3yx7HDFfBGD9vIG4PinPqsXfQT447t13cfer10XLuOIIc762BikFDX11D264RMf1/M//lG98BMf1PHbb9fBM4zdAgqmAfvKXWr5YaHWRTWBHCLiUx5v4vCtUphQh9c4kYrWcKCP/tZv6rXry3o9c/qytU2d+/1fkkbr8ulFPy+CpOufrzMeY0iecTJJE+dkAYlowIMwjEkF8x74TyMO3axNDl4EbzyTjA1fjIcQZZkxNScStHLG6bXgscbAAPgD9QaTwJwWmo6WYlu9XtCaGXE/eO8tS73X/YT01T+s9dF+jru7Wlxd5LVJTxVHilvDpMvpiLae/02a/Znf06M+DYB25kHPusJO2anBxXFK3rMZYRhRK9QmKPo5Qlcb5FDXQTWy8RyVJ+eOkWHM7NOpRB48G7kRExyONtUfrrMz2tTS8kCXL2/ogx+6nZ2I9PgTT2h6ekoLVxbZuXdU2rhg9LvdDuWWqrLkyHRZfsZNzyIZYhSdr+tR5s/lAXXGXVjkuAUG19mRJ9bNzsvtKUZZf+zUCwyo57WFYXV7ilFLS0uys56ZnZXx3RZCUL/X0+VLl5ToY5oOAEbIp8B49+h/y83oA+/XR3WtzBNjT2Gkh+BsUZ9wXt7NjbAz3r1VVYWzG8j5IMkOvYRWDFGGxDiBPpF0CE2/MnDA5Hlb5A5Yaiy3VcgBjGnXjNm3U4Wev8TY0M9AET2kJ+0NfZiODLk+fzTMeZDlEmkokTUdWE/qaxw78nU/143Ig6iYokasaQNNj5sohxAUkaEU8r+IrmyyHkPqm5g0i0xbdrTUReZqh5sYa4RRNo0AjsAN9PPrmrpuVJYVgVdfRVFCOyEvy2yQ691uhz+kv+VuR2cnNYHjCgH+mGtCfj1OV0ocZBuHH1KhBM2a9oGCIs6txOnf+bmH9MCTZ0SIpCcuXNQoJhW8s69aHdZTOnb0RB5zBsdvvZjbtTvPZ5ZXEBX0IvgH9h9QwfyX0L0OztK6Mzc3l/VIXP5ymteKLLIbyWvleRcpKcKnaaSywL7WMm5IUQk5rfhVFnPwHMdzScjDEELQkHWOqdAAXbMMG+bVeBCnyDCQspjMg/VEVgncoEgtLchhY4PnkoBqi124d/AOFK1v85xsBdorZHfjjTdhj/rMeU6W8+kzZ/MXTZ84+aQs/w4yd8A8YjwHAnI/1kK4WR8AABAASURBVFrXXPGa/HNnw7OqXTa4entGzu1AYE5AbqcRS8Xrc8llisxTNXUCK6KksQmqI0oBYwHGmiM3am0oeddbOMWoCRyFILqrVkkjtwtOoDuize2B9+8lg1VMtggDcAMOdErD46/VFk8kqAzbZDqR/oHx/eogumEEMdI0Szo9p034aViMVLc0uryoI1Tv6kodgpAjSKy595MS75xHo1J1mpDoWx5/npZNxwDO/OOfkgZbUKFRAw2StNuO3u3iAmdlIE3cdJt6qYXDGKmpavVPPqVJ6tXaxuGTMaT68EukJoIntUKj4RN3SysLblYNra1yWsXsHsn0PWRJ0yFphpOAqcP0OSZ/FUBl5xL+cESAk0AQClijPEkzB6TJG6T2UanaT9MUMARqieE8RYnxG+csc9YlNNq+nBqIxBvaLd9IO8Q1vTivPcwnJmm2kG46R5crW2oNuwohKEBfu/aKtyrbvDe0AyMMWa2h6h39aJAk1TxYfHan1D7xpWJjAU/GH0kBUM36NnwG5qfttkAaAbrRuF1H8epNu/Vye/CRhrxuUBwoQCUf/9dgbinr0NG/9WYtlEkb7TWtlMvaP1Fo7dKjWu+fUdMq1YoL2mo2NHr+Nyp81au17nHdHxJ57GvzrjMwPoM5dxWyAaeD04SCRsspFLQXapwaLNBrwfJuGJCAVxmSQjBEDXCUWDe1ykoJw1ZgwAb9WlubNe/Fn8Bo7NES77rXNuAduRdlqa2tzWzwOhxl2mF5J2+n4N19ilHBEIIiqQ2mHWWN0ethFDsYWjtkt4n5ub3AwA0xht6dmwfnQwi8tZrg/eqGOhwhT+IMTMN9W+zEDCkmCTwbeOfvvONOfB1rzPPrL+J16RNCZHqsHU4shEDwMsg7/7IodXl+XgVzXmXnM8JR+mTCDsCBgPmzwfecSuZcVqXsnNrM2WNNEyz4i3gdAh6PoXwxIcaosTMhBFWtSqZjGZkOzEGjQPXRRXiskckI8LNCT4Xgz0xo+4NyYj0kz2mkugHgswbMk9feeQdDjenhQHNH+sUU3Y0hmwyuDyHATwIitBrFqqWlNQJrePDaDFH2BhyvH0iKZWIOLVnWMSZZN0IMWU9M3+sWU9ImJy1NkFqczliOibqYYp6P8+atrCr40DYNCR3iwaFPn+PUPMcYaWsppkpFp6sh63Pn5x7QKg9y5Oh+bbOng4eP6PDR4zp46LC2X7l05WAuKshfLpwmMOjhFK0jgs8z587q4MGDqlLSaDDUbpz/ubNntWv3Lq2srGRdiIzrdQohyOsRQlDCuTtvvkboZZ9jd58iGdc6NcnueD+vODyvSU5qCujHlOBCShFuMo2CAKSkLsgTDyEohCDLLOjpy6ZnXPKYXtdUbOuIxzNuCCHTMl6V5djkZ8O6eJrXaO7jL6s2rL///v/hhx/BH3W2cXhWvG6m3aAjCT6zfExsB+JO+swkj0yVU5K/zN3AMLOW0GzUT7Y98gWtBkD9sy+yD/dxYqssVcJFn6Py4e69yjv6Siqzk7GIoBJIgVGYMSVhg3Oa6UXJqZqkBHjX12yNVGCwRoyXjr9UfdIQc5f8kRrJxcxDQVUCqDO+OM5vTGcUVfalhPGYxpfnY2xwHIAUA6HFBBMYy4DC9DBispOrqQ8AxCM7QNUgQjuEIQ5gpIlDeNuS9hEA7ib09x+7BecVFHjAHXxcfvBeTTOOzBd0RH4DWfT3HJIFl1jIGGv1Tz+i3sIF0VHDkNSD73IGR4/sjCdf9CXGkOhvqEj93QSxKw4MEKAjhBfiUOidZPyajmPY4TO4nmpQZSCryMIGZ/IHGeNgnBoUMSmodF/k2OK9Uo7POuAgx+S02ZSDrBB2OqOYRVsaryuY3G6LrFND91oVjdGLiMESkU3r+ldpAz7pCm7NiAay5BrAU6OLK7bn1ZB9NlAFqoaud96j7Uw2MNHa9bXUg+eJ1323NJpUdyRN4czmtmr9wXd+g97+4i/Wbz3/Fi1+5A803avUGUypw07sxm/7QS2C+5w85LE+/0d+RljnEIJCCIrRgCycBtIMSZF13wbqYgQ3oQ6R+SblC/59DFtj3NvsjnazE/IXsToY2TYG2w74zJlLqkdJCwtL2sTRB2iLsb3D6LNDtYMcshP2rjWmqJhS3g3ZGEXGFPxVPMOJZ8BpCyO1SZAQU4LuKBtaG6F13jmaro2qnZZ3V85797vFrtxGeXpmRhOTk3rHO96eUxtef/nP/Tze0vKSLly8QLFBXwutsttqYeQ8nvn0nBt4N+0JAoA+62TaIQQ3yXOQQnZqY6PYRz/dJwO61bDoNqqem41xTiNzQa9r9DuwBiUPS01Zli99zFvNuAbPqSiiLF/TkS/azEseg/zVFALOkyghL8MQe+Mxcz19GzfCs3mxHAN5qln7IPPhqdXw3JgfcJ02lIOiznN6V2GX1nCME+2W2uaLYMb0TaaB9xSTzH8DX6afYoSXQmVZ5TSmqEidnWyboGGILhSpVFnwROKgh4MR7YVcN8TRwoIgq9wfnLJsI++uYEmRfpusyTBIER08ee68htjP2G2rIJgq2UlNTk7rrrs+o4cffhT9aTQ7OysHh7PohvlY4tSnA571pGAdEuDA7dHHHpPrz509lwOMdqutGkYsv5QIVDjZsV64XCOrgABC8KeUnThzdPDZx+FbJ8uy0IULF+Q5ObDos+v2eJbTkDVy3mvt/Gg0lHkbETA0TNT0UQ2Nr7CTMa7H8nx66PwIOiEEFTw/7m9+I2WnxissmxjUR2auM87q6lr+YSL3Nw/Wc/Nt2g5KQwj5p6MdyO4Mm5OYP/+qH3lWnk5gnSOArcmfpB7B7QA2M9f6uLkOlJL0tv/020r9NZSh0GbZ0t6XfbuuQKqgmScazhps5Yh+NWlH2F/qdm7watEeIM7CRRrv+tQdanq1WlTVKHv35pdyxCo1I/qADwoZYRCpE2DHa6dKfmheY0VlUsTRe1QfuzsgYHAwuI3fdkondn4jOy2EKx4C9EmwQX9p0vw//ggKgEzYbQ4YWweOio3sNo5kf6s0d0iBASJGpMR5Pnn3RzVFm5BNpkXef+s/OnCDRuCZjOvXH75Hvcv+ev8I1hgDBZs5cr2WPK7nSowhp/Qf34m2xDiqHU3SB+/fQFNhaJLK+O5jGNLLQJ88JkXfDR+N59tcW0ulb4y8FZ0lUV4S6FQYA2IKjeeDWKXYA4hy6GN6QuEzA7mwXRkgEEwIKAiYHv/s7SqHm6piox40y5teKf8pH3ZHHiwgBYFLQQ380X27qC988ZyqgcHaARC74UDQJJctwyAttSD1/C/RsCy0GUsMiHTuzo9o8qH79L28rfhuXiPc9Tu/pRHGYB09WPFk9h9X02XsCPiGjqud/TPwrLYGbmoMb8YLUSEk+SEPISiEIIWYIeQ0kTds1+U2BShE9KVhJ9bLqY2J22wUEk65hxMfIsfl5Q299z0f0cZaX0tLK7yvn8s7+RY7VTtuG5AhArKxHCFsGx0/l5GxbWzElXmFrT40AwbTvNpQeQreFds42gjHlFRi1AR/FbpimlVValtn4JVjTO9gbrzhxvzFu4wLkQpn7t3oCu/lD7F7e/zxxzXBCcDGxoa6pOu8IhhhZP3reg4OZmdmZd7PnD0jH/PXPBtuDyGo1+8pxchucTmfAsRkOdXIS5Rrs8argj7Gt+DEY0sMz3qP5Iz5rXEefdY5Rctbqlhv8+H6HEigeFsEOpabGC+CF0LAvrVM4hnggmVj+Rrf83DZdCrkI64a3l1nOhQhGTL/23w1suwjzkBcrjNuzTNeN7XmZuekotKH77gj93Fg4HVhMtkZ1nTIMqavgudSwVIj43muKcZc9jqbpzFtn1D4NU1RVjjXrprMoxSTbWJUUZQy3yVrDRuQjhmEHCrWq6+gz+GYLxOoXWLXff7yvHbv36cSnTt7/qz27Nmrm3kds2v37synHbm/XOZgbs+ePTJdf6u+jwM0X4YUY66PyMJrnvlPKfNmPOuruAJjG3wqUbOWlqvNjh1myzJHJhMT3XzCtC0HZIB2NIBoiynJtEfYrAp865X7W+9ND/Iaj+V6A8PmO4Qgy62FPicClFa7nfXXcvXcjBRTQg9HctvExKRWOGmz03a7xzWu9W2OkwvjhxCyboUQ0O1+zreg76Dd7WOI48wz0mu5u7Yh7BSe3Z7L240NM222sxn5GXlqah6ERjxYCC2EqPrKeW1ePEPU0lOf8sEv/Vr5T9yKBuQsXHDBt3LWoZL9klvEGKY9Eu3kRUWgYt+uPfrkhz6Go48aUW5f/zytQYvA0yRMMYO48BnKjgf9hMx2PuLJ2TF6xzqgvgcjA9Mf0aHCGGC8hx3yRdAobCkV/W16OIGYqDcuyRySXXrsIXa+DA7GwEnBw36ARuhSpe5B8rENjhSpiFtDrZ05qS59mY6oymD+w4Gb1M9YJtRo46H3qVm5TM0ItKCIM+wcv1Hn4VHm1U7aqEGZBp+ZZAx9ylQSVNTsPEVtQxRkVAjRpmdCvVMm8Y1IM5roBxVdvVyIBc9CprRNg74lHLIlF+jKMhZX6FHbk1BO+SLlLYcyYfqYVINzgZiMk+BvYrCuJ+++Qx2CE+/kixtfrivM099zUGgU6Ox+4moAqvjkvrbSDc8GULCLkCgQG9wSBDU4+0Ys5oBG+q+jEkPeAa5XjdZYwyETqi8/pRt2S34dcXRW2r12CX3bkP9aZJFuYidVTpJB3LAmJiyTzCnVz3mH7VoeDdW2kC4im4BihQA/MkJQCEF8SIoKgHhu5GiKtAlBMjBY3QSN6gYD2oIdFDdG+Ri1PxpoWEtr/obv1kBnTl/Wffc+rKmp6fzLYTYmNlo2Yk79ntvGvkZQfl/eZkflthYGRTtXhHZkXLe7yl+QapiDHbR31bUnRYMdWkM+YdC8W8p5di6un5icwIFPwMeUnnjiCTlwcD9mhEOtZIdvfP/d/HXXXcc0g1KMMh/mc4iz97vKE9edYN61/Ot7PsGo4cPvXRtk4XEcdExxcmD9ynxgtMUVYsi0PJcUsR/oYENfBlKB07KRDiHARyXjNDgKj9vBYDtvB+S5mr7rIUnXkHGnpqe0fVkBRb24Ain0cBgOWI4fP66jR4/KR9E+fdm3bx9Ob4/sgBpkZogpKqaESjXyGmzPoYBOBCDJ3bgVvu0MS79GYd4lPIYQ0Ksmn7JYDpFyYJ7beSwQ8zGREamdmOfrMc2b5wZpxZhACUrwoBg8Us57vu6nIGQ/ynV+BgvoO6WaE5WBeijeQ48/qbNXFhXg7RInSQsEcA888KAuXryo/cy5zWmTx7Qz9e63wCnaMc7MTLPDHsi8feITn8hjmD87wQ4BxApBw+EjRxBJwwnVArzGLKPVtVXZ2XsOBvd3oOh18nqFEPJPMFueXmfPw99+97vyEEKmYV21fhUOZqgLzKtBrj6dCiGoQWaRFIFwb6+xnnVZZubX45ofNzt4Nd8u93o9WY7WZ4P13KfwePdXAAAQAElEQVQQTi2PpaWl/HyW+Bqvmel4XMvIcxI6sk7wZLo1eadjiOPM1dQrYhhXOD+Gcd2fk1rJtps92Vr4zO0in3bS9Y4Y3Oqd/ZFupfmTj6tBaNm43/YyndoSwqUDzEYUNuCQsFn0DAD1viFgttxPHBHLGiYM7uwuPXYH769p30hR5ewedZ9/RFc8UzqYBzt300vg8PpI+cLwjQDRsIMKxUYFPKQhGOBSoUjex/eiPkA/xKDkiAFnJOOIi3H243AXHrk7O+BCEUdCZWppePTV8oaxR7E4/DLJCkPHRLfh/ILm6Ac6JW7Gwq8Jcaia2qdhiBoF6jHUg0dG2rh0Sj7Gl5VMIO86oAsl7Z6H8QwUxze+nSyNzjDPbWWwTKmj5S97W68tE9iXPAHmkikFKO3IwqKxg884VBvNskvwEMGBDZlGLLR9jYSsJOtGcNBFY8CJdVu79Kl3vUtp1NOIcdLuY1rfM6GF3K+RaUUvLnSbgLxrQQS4hhcxHjXPvF0HNIzToGvbJ0m16tBs/2ko/UMt1RiRVm+kGaK+Vl2qc/R6eIHUNIDMj1QDhQsPShfuV3H5UdKzyuMF2n03/gDGZbL5dtltBsZxnxqhOOv2EIICOkaVauNk5Yg0YZiDgXbqwvYCCGSFkNTUAaM4Im0UaJcJNMrHoSEmCZoxJW3g7FfXejp58qzOnjmnsoiq/VDg1AV0OfINTa0C/K3NDUFQI4431ziKt/7Y0NlA1jw8kM87lgTdBp30zsO7VBupEAL8DLKRDgGd4/mZwLGP6GcjtQkfNqYFRmwvxt67dht49w8h5J1PkPLvjvvLfh2Ofm0ky6qSUxvJqqywGyN5B+hyUZay4TQNG8OCgMIBgo0kw6sEP0K7oRBCkPn2mAm8gI7N5OPipBCCvLuzw/U8nacL+AXOqycHJO4X6VMx5ubGuhwYWS6Wg421ndGIwCGEIBtxj+1xfQKxb+8+7WKHNsHrBoO/E+DAwKcb3sEeIwAwfUOMKdOempyCLykypufjNIQop56z1MjrM2DMAhltcdpSEpjVrKXbY4gyPfc1H55vj9OOICmEoBE6ECW1kJFfb1SkMSS1ikoJZxdTkmWXKMeiVAunXValEm1FyQMBXwpJAX7NU2NHkEqdvXRF4n38BobswUef1PpGTzfedJOOHjum6wneRuzIrszPa3FhUeatQ8C8SDDQ5xSl5gFwwCYur6llWjKWZbjB6c4Wx/OVywRulqPn2iCHCt6dD8Gzk8zP2vp6pm8ZGKyjbQJYO3j/CWZifu5jpy8WO6ETxospKjB+m8ApxsArmo5SjJlmTEmR9oxHXQhBkVSkpheCewpyjUYEpZb7kNSnLJlf8sZzgGen7n5uC9DwfB0QeP5V1dIsumlcP3NOrd/m1bK33PK4evqKT2f/78mxFqrrWg2ZGgGR3SYMR+iYqAIosAC+96eRHvnkx1SCH3Doil3te+nLxAYu9wt0iNnqBWEexMc2aPtqIBrkabCk4KZmqHP3vEfqLSLkUltlR9d93Q/qQtLVCxvooeX3yJxaS6YPSzboRgr+ACMCBfTt3PMQNAQcUXb04NBFdkjZ2YLntkwLdmbAvfTgp9SiosDIUiUY0uj4bRz/Sn0q0pHbpCLI/CTmP7p8QXNtCEfAPA1JGW8jSBVH/CMUC2w1vKec3ZLWzz6mwjKDOctJuw9qIdHZ/eiTZWU6ZpTqfgE9cCVXkEdefOZizo77XJuCkIt04R73pDZm8mSUM1ESisxUla/cCdJO3TFXMg/zo4BjjgCz8eLSzzKQL9rxsTh7OuUAzjSCSt653fNx1pVzDcthC1nc9jU/qHEAl/tAVwA96S86Ah5f0lXG3fgsyMWAznLSEEJfCgM1KEYkCzl18W+6/7Nq9Ucqw0jDslZ524t0Lgk9A2g/cuohPfFrr9PFn32BLr3xJXrsF9+g3dg0ZZmD0wCspZgfuc9/g9ewGDX65DQET8CwPR3XbXemzsJuohqvaYCZCIBfg2AD4m9WtzsTmp6ZBSfghEfq4EyYqUYEpn0MYgaMa2+rr8/dc7/mL13Shp04waTgwQ7LxjRibDZx9BvZQI6UUuKIuycbFrdv9bY04Ci14YG3Y7Bzc5+x0Rlx7C94s4FzndtXOZa084Vd+Sh1ZXVFth12enZwKcbsFGvk4fFsjI1ro37HnXfoq17zGvl3yN3u3WurVckGc5Ldug2jx7e8PIdldkOINgcaPhkwD5ao6bZwgClGHs+Yx/cYQUGCX/lifG7n1CCTcT6igyEE2Ri7zrybZoVjNbJlsW18CwX+JZzggPfYluMmTimlKMvOjj2EkI2/6/vI0anphQD9opB3+55/jJF1HHKku8KaKvNsGqLUmAnGcVKWVZ7rpSvzmpye0sOP8c47KF8BnMmpSQ0JAkzPjsljxRAVmJODtyHrZf6dbyOfIU4oBMunYb6FBF4TgipkHgI7YhytccYwIoDLa02AEZl3o6Qnz1zQwtqmzl9Z0t79h/RFr/oSvfrVX65L6Nw9d9+tc7yzv//+B3T0yFHk3CjGhO7O6PDhw+oQSJj5mdlZJ/rSL/2SLK8KWfsUx79jb1mHEOQ6g3XOc7JcGuyrnXNZVUo47Q5OPaHDnrd36TGhz8g96wLyhkx+/eN2y8K4Bp9YOfX6mJERz5D1z2M777ohdZap1yWyXuYlhJBPqkII+TsHHsfBqHGtl17zxLg+pnfeR+/m178VYVzrt2mblnlvEWjkebHY5tGyDiHIND3mmD/3MUR//JXAXF4lEFig7QJuF93Ln+OKnG7X0AkGLfzDU11tnD2lKRTVTnUldXTDq1+vlUXQAwBeYJGEQQvetVIl15NChV580iZytu4Fu5Bdi09Il8+w4C1tjkB81Wu1Mn1I7pd3fnQJgPPY99zV3e1znGanmS0ySIyf68eSqqXs6GkyvezojdvUOC5t04qk3KtPcVLR31KJknssszLaezT/6aAD3NbB68CvZSdXMM5w/ow4YKWOzr4Zy18U6xzivdTkHHgNtGotnzujWcZYfOozEszVsZCVTVVX7UOcEjR0DoBv5w3ge0yZaXFZACTb9w6yk2cDCEZ1tbuaVJMLNFxzew4Nina13TiAy5ZpRqXgvyB0OTVBEWhwnJkuuK4Xc94eD2TBtKSaiqIstHewptGZ0wo8lEOaZv/a12op7pOQPZrH8gewc4482ee6TXYMbidv3iUG1kANDl6kUeyGt8lppi+dete/UmglRQKrAXz3pvfp1W/5Z0LTJNq7wC0L0hddkF5xXrpxSSoHDJAA0zF5w4gyY/L59O32cYm2mvnU6MP4QQ477S5nNMaHUcQWKboxCnSg0YiMnYmPXUOICjGp0bZM/Bi5TSFg5Ou8Ex1gwPsY9Y2NLa2vbuiez96tLYy2DU1DW7vTon8jy7/b7dKnr3mchw3Lyuqqtra2ZMdbYUADRm1InxEOpDFnlBscv9+d1zyXEX4cDNgQ0Zz59S7KO7IWuxTvlBlMNlzeVd2N8fcxdgieIz1IPY7x7rj9dvmY1y2m5z4xJdkIeqeXy4znwKTPbjCEkOkmcAa5LBxFLcvZjjqmhFiCGvhlpJw3bect94Y1cf5a8BzzOPRtcfIhZG9DO8BhxJQUU5INub/cJYg5Pzb+nU5bNQty6NDhLEO6yju5KV6fTHQnZEcRAvzQ4KAohAC/I4UAIeos40i+hl/THbKGI2QvBEi1vLOd5Ki7x+mLfxznyTNnsm5AAL6C7NykIDtycXneliPdZZmYLsPkQMQ2m1EVQpDxLMOyYBPFUbNxPLZ5HsCDxyvLSjVzc7BllY/gnuO00k4+trp6yctfqaCkhx96RHd86g498djjed0CtS94wQvk3az/TwUHbQtXrsh/ajYOKGrme/78eb3gBS+UnXsHh32GuVmulpl5W15Zlp2k5eE1svw8Nwejnm9vqyfX2Rl2eR+/uLiQv5fiurIq4b2WHbfHctAaYshyCiHI+hpTygGouPK4O+WyquTxrece2wBKHsvj+3sGrvM45tXj99GVIYGB/0MhO3TP2fPy9wwWFxfVIGDje57tVkvG8xh+7kzbefNg+pab+69y+ui2ayFeW/gz+fBnarYrrq13HgiBD1obNMXMNTwYjXiQRlR6tZG4DaodY1ZGykIZhkS2qzj6gl1EgaLa0e994SvV69Av02xkhxDY3QUcfR7lGVyb0LiiUUUkeQLrO3zqSYUUUCd67DumcOgG2fqzGeP0QHKPER9BXCYB4E8ojG8qBCDoSIIObjfUUnZW26VcnQMDOnPLXXIl897bkjZXlxkrMHTUCDqdPQdkX8IJtCb2HskKJDokZLV14XFNFxJZPrjBX4nSsZe9Xg0RSYNTRA21wNxmp6T+/CVp0NMwRXGiLBWVjr/4VUJMdOamv8YA39R83tu+Azb0nKAvcAXJQYRpNH4oKI97uG6cN+3C/DjTRNbVLTAGfq52kQxFuV/D6lHUCMEONdLxK5c0fOKUqljkdh2/RWH2KPPt79CCgDtC3zTkzlR9oTt3oU9CZ+sQFCTlfJueQXISPyVtPX63Arv6YthWs1Vq88u/RdNv+AFxCikisKch0q8A0g5AI68pOnGVJ/NmAOW57ga944Yrd1Z+4F0naraBQTLjgTbxKDU5HfEO1MePQ4xugYEtMbpFKhWCmYkZJ6CRou+QKJJHEL1sBDo79KHmz1/S6tKyAg3evdhpQV19AtaCHUeFMbMzsxGPOHIbLvPlwCDnMcR+L98jAPAxYwDHBmzEc+ldu6dcI2fTKMpCQ4zcAse0fY6Nhext0E03piQbWr+3tTEMIdAcsoEd0CemlN/jj/kIUt7NmI8QQj7ONx1/V8BH0hVGcm5uTi34t5EcYmuqViU7LvPk/sZPqVCKSTbukmXbqGYhuPVcV4qRDUWlBD+DIXpIub2z+zT/nrt3aTXzd940sjPnZKWNs7eRdgDVxWFtcapSI/emDmq3OrK8zZNT0z9w4MBVfm34FQJBQo8AYKjIc2ecJvdv1CorHTx8SC3oej0uLizIJzyeq9TIMjEvXpOaNfNaeByXt+nUYDUMETQkMKqKUkWMWX5+xWJeW5yyNbXAQV6KBBctdTlB8vrQWTNzs2p1J/Tg40/ozOIVtaZn0LWo+++7X0+dxD430vraul720pfqpS9+sSLzWYTPjfVNHdh/kJOlTWTbYm5R1rEOc5nnWD9I+RTg0KFDWgDfzs3fkPfrnnvvvRd6L8t6NeD1g/XBjjKEoBbBZMX6h2AKkul5XcuqUocdclkUjFep1WopxZTlLybS5TWR+414SEzLumu9tV5YdtYl11n/PZ55df04hd3s7F02GM/H8CFs65f1w05/7969eV7GMW2P0YYvjxlCkF9pGTeha34mTNfQ41lz2XPwayyfaLn+WojXFv5C+fAcWNfUsXZXESxE5HS1PM40VGYAOYqH8tT90sIFjqFHSla62X1au3lSiuW4C2lQ4LiRO0rV9AAAEABJREFUjOgiRSmn4sJoeUEM+EIdXZdWPvs5dYZbmtgaShi6XTfeCGLNGIYRtOptAw0PsOOu1IFCGbWCtDUYUE2e+vHt9nq7QDZ3ZbmeWeFSkKZb0trSEu4qKlKu2dVMT+9SfudvGpO75UX1VHhaNVw6l52KRhDYIb5Ov5lbX6GIXAK8FHVflx6+RxPTUsnxvS5f0iiBjyKMMFKHb32BFthdqqDONExrSP4vcjNWnuy16V+kn8cBuOWlcDqmk/P5A0KkyfO2YpD3MDVO3IKnCMI1d64Ag9uOtMEwv+CkVHz2Ec0OaiVHTe092nvji6T+OnrTMGSjTIs+IptBX/jK9BFYURdIuFIgTRjbuqJvBFjHQy+WPvSWn1E12NQg9VW0trSeutrzvW/Vw1/zPRquSdoCxrL3mhjc3+C8wbyBlm/nr4UdnhusZxYRa9pkiPDl1Q8a0gBraujn1OJ0OqKPjYON7CbH6EN0LaSogFEIpG4bstN2GgKdYcDjhEAeCDHiKDkSXlzPhrgoorZ668rvakPUCEdl49XBidmQ2FnaWHk3tbS4lHdd3lGEEPIXm2wYQwgECH0leIjwYIOVnQlr6bRhLjZkx48fk+nZaA9pqzC0Pm4eqdHps2dUVCUOolbCENtx+wTABu8Tn/wkPPdwWluK8Pvgg/frwKEDzKxW5oWHzmN43JSSvEvyPL2Li8wJRHmsFJMi0PCMRfoEA7y7XfDAQ8rdOLddhci2M9IGrzO8U4vgD3p9dDDkL0wZxTzOzsyoTIUOHDygg4cOZifSwWFNTExq967d+bsH3g17bjbsAQotTgcsnxBCHjfGmOVoR/bY44/JbV7nVlXRv6MKB1aWVa6PKamsyBPEDJnPkBOoGrvpL2GubW0q0D6iXiiQHbZPeEboiudjB6TGOakoSzjZzlfQM7g0xNmNCLS8uSk5Ah8QoLWrUr2tDQKC7fmbbg9ZTHQmeSd/SYsEiQOPG4P8pTnrT5lKDQggRujkxYuXdM892DR21/4+wi233pqd2uzsrLxWib4e23LeRbB2kaN+/0259U8h6NTpU/IaO1g6cd11On7dCfkZ8Pc+vGoJPts4zAZ9M50QgiJgnXM/O3hP22vgoMEB6vrGupaWl1nfTYKJK7K8y7KQn4Esix1alqX7s1BKMcprU/MsOhXXCH0OIchzCGE7NS+m4za/ojJf1hPPz/OaQWeMb/0xjoMIy8LfQRgie9c5ODQf5t/PRJ+TAcvC/TwXByu65orX5L9wNvw5KExCtHsQgzGtDMzZWV1tA8e2PYHk9gLNOoQhXfjER9WCGzv6upjS5tHXSoMo4zYmkmFkMspX7i9FBB5cGyR0l6ZakNPlB+5QRIkiW83NXtLsiVu9FmA29BllvDrUpNzQkoHs1Rt6V/NuM+xU5KY8WKSGkpkkl6tI880Q06U0nD/HeB4naEBDf9cuLcLgSpfpze5VjRKbilJQWjqraFSPZZC02eHjyPXyDivY8/CgXXniAfGcaJqh63NnlXiQmZgGIWruxI3anKIPbRrTcp6q/7/dO7yafgjPGsxFgxufDfQLFnxOr2mkLE+IlNsYGPqBZiSdf/IuCeNVDlfZVfd04NYXUdsFksJ4Aej0jCFdMID1jBu8LCPaGsYLnDI0jelEBXvPuIOdJE5UdfPZB3Xmd/+FZmKPnX2pqKTlala3vfGfKP7kL2rNDBYS1YKc8hXyp3J5nNdzXM1OHamNQINe18wH/6ohHzYoDUSaiMSQcQN6LT4zTaeNhhjsITpPSTHBPG02DN7RjTDuNTSdr0FwvnaGfMRAOW5SLLRBYHzp4rwee+RR2cmnlOR2G5V2q60So16yu7OT6WA8szFi3JhiNoIex38W5Z12C4dd4jAEvzZuMUaZHz+I/gUzl228bODKqpKNo3eaNlwhxOzAdu/eTT2OBMcRMdge03OEJA51WecvnNWQ4+kUpIRszLOCtEWw4yP5PB6yKlIh/6lfhAfL1jjeRbnsfKAvaBKEg4JSiOxQC2gyf/IpRhUxZQjILAcFkszfIZx4w1r46P3LXv1l+vrXv16Hjx6TZRxTyt+c95ExKDoILt3UwdnHlPKphMstZNuqWmqzyw8hKDCe6wpk3WZ3X5UtXfGvpYG8zObh0sWLOCB26bzzD0GIlIcdxlKKahMoUINTbWtqckIDHG0PvVhZX1eLQG3AqRSoeW7Wh5iSAnO0XKqypGujGn1x2U6dITXCYTEI2Zp+ETmw3jjqgO3Z2lxjJ9+R8e28i6LS1NwenbxwSQubRL/siEdFoS3e15+/eD7/T4RD8qPRAPnt4p31uiZw8t6h78aR72HNo4IcEExyQuAj6/Nnz2ltZU1rq+tq0NtTp07Lv6Nw12c+qz179+vTd31GH/nYx3TjzTfLX7QTQnEA4zXoML4DnRaydUAc0SPPb2p6WhE525H2cZTRfXCkLdbB62OHa9i9Z4/MQ0JObgshZJ1036nJSYYKaqHriTla30PwMyp5DSvqPaZi0BAZmp/llRUCmAlN8WrFpw5dTndGPJvrvDI7cPCgYkpqdzoqWIsegdTk9BT63MtQMIYDHPNivp362bKsPCcHJKiD3KZrrnhN/i+fNcWdXuPs1bShwYD+WcENztZsVyOZhCNMTE48kAdAffKDf6wqSSMEru6c4g2vUJ+zdTMYIBog4MAg0JesRJ2P1A1W2vFQSrXcZ/HxT0vLlxWKUutNS9OHb9Bm0ZLoHBw0ZEU2MaqedTeUDSTcDMQn3fx5DVDfMBKQqWDsch+qMxJpRMdH5x6nOFIIQcMQtbV3j+Z5lpZR4PWZXbzepbflgKVqzt0r1lhCDtkBQbDXpfveQwpY4oATEoq4NQ9N2nYHaenh+9WpB4K0cD/SwWPqzdDHN6QFnrMGyymXGc8PC4nEhx9QEqP8+QAthqSPlFM9fY3LwYw8Xf10zgiA/adIM9DqLMm46OwOhFx39bOQRselsxc/QGZDrdG6ekxo8thNGnT2IdtSgbXI+rBD4c8kgZprgaLlzLSET5XTwKjRBbeNgWV29voJ6VP/3/9VJ//wdzRXt9UaNmpipaearq58+89q8m//fV22zL1+JT0C4NuEnbpscP7zAbheCxIcdy3/j41+j25DYLYChqkJAbYbgp86p00AG7o2xn7Aq3alzkRbiV0u02FejUIMiimhXwVlaUTwUGN4sOgKIcgGaNgExozq9UY4+ic4yu/nI/BEvyGvBGxEBjiWLkZ5CiMpMWgj2cB4bBscBwQ2hjZwPlJ0ud/ro7ZDHHeF0+nLuxAbRffxuI2gYV5IY4gaYNwCXEZ49p/Zra+t6gS7/iG2wQ5iemoK/geanOrq4x//iHbvmtVE106ty3HvuvyO0n0D/T0GZHWQ3fRWr4e6N3l3bJ2vyirzZX5cNh8RWYCkVlnK8yiZ+wRGt0yFSoysA40+R6UJvBSifNQ8xInu27dXDnq8Y/XvpYs2503b3xmYmJiUjXSXo+wWxt/rxBQZv9bjj3NUxeBDjporeBoRzPv5bOOUjd9Dfp/73OeQX0sea6u3KR9hP/74Kfo+ruXlJdpK1mHE2m3iAFc8vFKRdPToYdU4VOvRZV6RjBhnojuplcXlPJ/aTMQoL6X5K5in18b5GBNrMeDQ8LK8lstLizi8SkWKnFJENiWNOgQVDfY0pKCJySkVZUtla0Lza5vqVW31ipY2OIFrd6ekEHTw8GF4rdTptuXfG7jjjtt14MB+vfRlL5XgxT94c/nCRZ07e1aPPvyIVpdXdeqpU1paWJJl8uADD7IubV3kFODsufN64YtepEcffVSLS0v6G9/2HUrwXxE0OgCzoxyiVxucZCTWzrpmHvIzxGiReceUVFYV82rJ/xmO/4JiyHp6fXzC1OAnLAuXrf8KcMkD2ie4HEF7CLgNsdJEI3P0+GVVSTGISvUJajY2NxUYL6SYn1kHHq5voVu79uzWEyefwLm3wQ9a5zSh3e0QxF5AppPyM+d1cmDQQneqspR5Epf1i2T7y5nw5XYH2+N2txmiP74gwK8Zfk48U3D7DoJtjidt3MDAGpDbqUBmGjLNQERWDqWEglTszg72pMU/vFuby5cylR4PyT4Wfo1jMZ5oCSeqZqiAIQqmZYBsJDUE8q6nWU0IQsSqlqThHe+RFXcURzrAcc6l1S3aIce4DZFoDR90fc67gahpCuchxoHtbTzqn85EmgyuaXTVibkYJc9xdP4JSlh/+BopKXZ389BITeip7kxn8iL40foyXgwHHkEvAd99qdrLK4fuLh6qoWJEUBvnNFFdFKR0gOLm5z6saV5RlKHRiAdTnVnFvQcZAAIjIOyAE+YRxIfn7bVhQeiGXKUcQMGmm58B9LcsxEU2r49Tisr1O4VMh0qmyeezbuPsgMWZiYCS+5PmG7ZyCp7rA0jmdZtuoClwXC/V5zakR+9UN3S1WrbVPnJC/WKSw59CDUKJnOBYJ0wDEqJS+bJcDduklNucZ1zjjsh7/YLlcrWTnr5o781KXzMtPfBzb9ZD7/r3mkCPAs6nmwQPLTVv+BFV3/tGaYFu1nuPR/YqOWgoUuHUQPYZN7wYt4EhSGejPkT3bZwbRbke/6wGITc2IhiOGgKGER167LC8tGWrUtEq0apaNQIcss4DjJfoVxRWrsBjNZIdfU0bJKSY1CPfo7DVb3RlYUWXLs8z1ojjyw0VZcVuvyfTX1ldy30j4xc4kwIj6rydgZ2aDdWEdynQs5OPKcJ7o5QYA3l5x15hCH10OiJwDcErLd7XrqkI0u7ZWfV59gdAi74DDPVTTzyu2alJxh0qMqeN9VVNT3TVx+mtrS1nHsuykJ3g6TOntbSMY2ga2QgzpfxFN4/fMIHIeOZZjFXAk9vJZh69BHbwdJW/61BiVG3gvbMSjTbOZVWBKxezcy+rEkO7nGXqQGB6eir/uZyNruXgAMDHwTbKdtAFMrPcx7zdf//9+uhHP5Kdlf/m2+2mPo/8/UW+Rx55RJ/85F3sfDf1gue/UMeOHdfznnerbrvtJsaf1JkzZ/XQQw9qeWkp89TipCW2SnnNhzj5Y8ePqIXs1thU+YuXgeekxvn6mbdM+ugGmqIRtniTIGuAbdzCkW0SYETW1o7IQUiLeSfKAV1DOVXGZBGqwzqMYtDQ+jA1q1NXlvTklSt64sJlbfJghdQiIFrRMjvy+z53X+bL/79CH134W9/zPfnP6548eVL//rf/vd773vfq7e94hz772c/qscce08PM/dSpU6zrlu677z7tmtuVU5+enDz5pP7RP/pfdIGj/B/6oR9St9vN8/ex/dnz5xXgZ5qA1PJvI5OStfS620FPshN3oNFDJtZbz6th0X0C5NSnPdbRHjx6rZyP0IshyKmDPoNplVUl05VHR0fs/K07Xm/rjscNIWh9fU3LvA6YINibIigyv/t4L3/yiSe0i1OMEQ93Aw2Ptbi4qAnkaj6KspD5NV/+4qv/FHGFUwHz5YwJL6wAABAASURBVGfIf7Xg8d1u/AE8m0ddc8Vr8s/MWvNdM06dN7h8LbgOYB7+zAtPJqdGg2+ppmYEIISGAvLECAnj3GjI1t6mZxbDeOaRe1SFkTZ4+Pc973lqdoySDZKVKzRQNC0D5AL0DB7DTdvgEaSD0Lv3Xf9GDS/EE9HGzP792nPL89UEpkw/AcGMQOfZN01uVp4EHy7ruS4POG5Hia7iwSbV8ma8uYDzJtoNgUoQipJa3s2NZm9RbE1JWPGCCF4L8wrzDAKOYJGciIo4in+ZlDoUa9nACaU+0VCspAmSCw9/QAOtKiC3RnQcBrWPvlIKUp6EUwPF4H6kuWEnb+UwjKtz+nk+3N/g5p3uzj4TPM9n1ijzIi74yCIje7XOTEIsAs6OmwKIgQq68MmaBqCQjoD31B/9V42QY6OkcvcBxetvRatsdALdo0AlveZ29TXFZ2Sh5zLDyWBUg+ueDS10eAa5f/khaf4f/aQ++2//oWZSX6Ffq8NubHMUNfNNP6ALf/0blb83cS0BEzVcW3dt3m0G82NGEJCNiMHr4+oafW0wslkuyDkVEYfTyM5ryI673+uJakX0TXSocWpN7tPIeQ/ndhszG6FsWBgr1AHNQW4q1MMw9yj7CP/cmYvQrjkinlef418fX/rb+aadQtSI59TGboKj0RodbnDsFc+swe0H9+2Xd78rOKAeR7iryyuanZ5Rp2qpKgrVyMz9Tz76mBpo+Qg8sJL93gbtUVPs+nbNTGluelIdjF27TLrtlhv14hc+X1/3NV+j5992m17zlV8l7/ZG7JqGwHl2ggvz8zr52OMa4KiGBD8Vz6YNoB3Lyqp3u9tyG2AQLdMavi0T2xnPYYMdVQYCjUuXLyPToBY7qSH8LjEXG+4OO64ZnIjzI+ZuWXqtvPteXVlXizmur2+o0+kqxiS/i00EFQbjrawss1MbyOO2WhWP9bzu+vRn9QfvfLfe/e4/1u/97tv0tre9Tb/zO/8d5/cxVWUkUCr10IMP6/yZczqOs08xaI6g6Aa/l+ZVgedvGUdWc2VpRf5J4RHrz3LqxM03aXljU5Ed9wI7+yOHDquHbDo4vAEO3oHIFvrT4nibCQvVyTv+EIIsp7KsNMOxut+/Iy6FWKATtda3Gq2j7NXsPlV7D+gsO/nlkDR98Ij2Hz2h9c2eujg2z3mInIbo6Z133smO/KJe8uKXyCcl3rn7S3mv/rIvI3i5TTfeeIOOHT2q48ePZ/k4OHIgsL62pk9/+tO8z79bv//7b9Ndd92lb3j96/Td3/VdeYw+QYrXxWtqxzdCp3rMyWAHWe7ogZ8JO9Ie+lGxrrPI0O/ILT9/B2CDdQsK8uU1Nr7zTgtoxBiZf9SQ3XyKUdafzY0NjbJgjCl5vs5Z5zaRu/WvOzGhFuPFFDVAl06cOKFzBCTmwzQC6xlCUAhRfldvfI9hvlsEE361UVYlunJJm4znoDoyvk8vPJbz1q+YkovPgPiM0l+pEHLvgIHZzulpg1tLPL/MXrkOFI2Y0CA1MvhE+obbpNN3fVzVqI9/axQ40ih4b1WjcUH+t93XRmYM147VSLnaSt0nv6cjXbiHSLB/GXfQkxBiMTULG0ENYwua2z30nFeT22kC1zTJPfNuAhgh1zX+ZNGpEpXKF5JNwOAMrxDqvodXBCFBbPKGVyodvkkhtUAPavEw6uI5FZv0NLFI6pu0feCwBrFEboETkEJXVntanLheyzPS2b3So4M2O4+hQAVH6g+l8sjNGnitt9kTg8iXi5aZPMb2h6u/IGR0sNyfJN9MRYZc2Pkw7QjyNh4Z6rc/ybjSQFYw1ACWf/TcAffT+GrIZOJWHBfADLWGpXSokJ76wNu1zE4uNlGcu2mtlZh/w/xZW1bbn1B4+o5kDSR5WPNhcPkaaMh7DiTcQRwOkHK7wYBsGUgzyPavjaTHfvtf6t7/8L9qTxypRYAVm0pN94AOfM8v6V5e29ATxvn0WGOgePV+rrrcGGGT8etGjaN85GMjYwNmR0QR42KGTL7OPWyA+72BIg9+QzBgo9qAGEJQ4sGP6L/Lru+xixlhdGNMGV9cgYkFyj6+J27RED2dv7SoJ588BS/SBsfn/nLTBMZKDN0wxtzsjHpbPfWhN4Hjs6FkGHV8nMtJxOnTp2QOPXb+stagp4Url7W0tKA2rxdihC478+s5batw5OtrK+pxxLm1saYD+/bo2JGD2r93twK0Gnam/a0NOR0w3jr9bJAb7EODgS1SoTb2wgZxCud1yy23aIAjjwxiZ2uebfx97G8cccWU5DpDIvBosetrY3cMBQa9ArxzLMALIch1/rv9DjjugxigIuoLdl8TGPehatbLjmOagCaGpBY8DXjd4ffJNv4pRflK0KzhOyKwBO9C3/3+malq/vIVra1tINeB3HdiotBNvHv2LrFFAPEN3/DXddvzbtPNN92MPGqt4wC9s5ubnZN/k34TR7V3zz4ejQpHu8FuuKfuxJT6yOpBdskJGgsELJ6D583UVBQpz6FmXVdY6wBfIcYc6MUQRdfMk2Xex8g0BIVle1KdmT26uLyp//YHf6S/9WM/pR9/6y/qn/7mb+qOe+7TMu/TU1Hp4Uce1V2fuUsf+ehH9cijj+bj9m//9m+Xx11nrFtvvVk333yjfEpxyy03qUOw0Z3oaP/+fdTflFMHIp+6/VO6+5675QBqFt37ru/6Tn3JF3+xJncCiX5/kF81GdcnMHa8CXl7nhPobQ+n32HtDLt27VIOClgDO+GYUnbUVxYW5J1+nxMNy9TvzR0kDLHvKSYvnRqeK+ucg1TrgMt+leVTgxijDEOfkkDbz1mjRl1OG+yYjWsi1hGfVHhn7vbE+H6GB8zhypV5WTfMr/vlNsbPO3d0xd9r8biel//U0HwGiA4JbEzf41N8xh2fUfpCBVP7AjhjlAAn4zzeVRrRcSjeNWu7yMgjELKjb0lTE1L/wU+r6q3TztQRUo2ArHigaQxUaQyuy3ltXwwp09QeqYSef3xmZf4RHOSmAgps3AbtyhAlsspXJpRz+SOIf44+mkA5CBtO+vTNOksYwmc4Jz+hT6MIEhkCxlILF3HyNXxIkV1HOnyD4iEgFAoxURl18dEH1G1r+2pI4K+PXNqcRPTAizi1kvfC5Y0v0Y1v+t8082O/pcNv/Tf6il//bbU1q2YQVEjQ4/PgcW2UEj5PmQ9oievqmoTgUm4io1x0xuCxnY5hG3Vcekb6DFT8jeknKg2ysIEsQurIXtM3UgwZ+BijSteM5ex2g6shrlqDSkrMK56WVpFpwqgWHixtqaoHyNg0I2QYMEhktiFKMgTSZwNVz74bOjYIxb9gmPm7to9ZQcTVnPS1U9KT/+mf68z7366KVwn1MKErLOLh23Tgr329ttIO5XH/neKfSdx+TWUIZjZiUGqMzyinbm7QYetezSlQUMji8UMdQtDAX7ACKaaEkWiAkUIIcnuizkYhhCAbDztsOx3XuS0EaHFngiHKzn5AlLO23teZ0+ez86rR7yHBgY2ewPWJQA+HW5ZJExwx0k0mYyO5yq65i6Gem5uBjyGGeYUdTI/2WocP7VfJ7vSpp07KBm1+/hKvCS6xgzmvJ08+xnvZBwkG5jnqncfRbSoxVmknRCAxjQNvV5XaVYlx76rN7mg3R54zMzOZBxtvw9TUtFx/++23qypLzc7Nau9ejILQm9VVeBnm+h6G30ZyiIEcAZEJWB4uexc1PT2dRVJWVT463csxq2U2Qg6m674uO8gwrRZOvawqZNyXnUeIMA/NGiWy2gScQCN0tBGGf0Ieq9OZ0OzsLnmdKhzwCu+kJyen5Mv4dFULmvv37XMVQdJSdvCHDx/RF73qi/Xa1341Mm7kb/A/9eRTCiGyU+/LQdcmzqok6Gohp6WVVU0zzoX5K+zsN+RjfExYDqzajGvn16BcQ+bWxhma3xH65kGtK2VVKRYlUGl6bpcqAofFjZ4e43TBX7pbHUnf+F3frbf8/b+vH33jGzWB7PxXEe/+wz/Sf/iP/0mfuftuvfwVr9DXv/7r9eKXspNHb8qq0MGD+7Vn9y7mtahP33WHLl+5SFBwpz73uXv1e7/33/Wb//pf5vTipQs5AHjB85+vH/iB79c3fdM36Ybrb1ANz2UFb8jZeuB168J/URSs+V7VRCiur8DxHF1vh2zwulm+M7OzsvxLzw86LQI+4xpnirWwHswwn4QeWhbG9UmA18fPQYo8M9j1gLDc5nXtc1pgufd4Royzsb4O/50M5sdt85wWTRAAxBDlOkGggSH/8qPHaeA9O3rom94EwYp3+lvo7YAgtk/qwLVCxy2HEII8vwbfmZ9T+BnfcZx5RsqAzyj/XyiYhA1/QAHG3SOOPlq7qIAn3rkGRTTKeJyAas+T9yiuL2hYUClh2psMNro8G2oyURrGqbPOOwV8e0LVPLkV6ci0tHX3Z5XYSQw4nnL/Bmk2Hhzwc0hRGeiYSaE43nXHJsgg8DiRlZKkBuDuBz5y+0hRI7momMB3/Q64kmm0LlNeuSKxI6lxTAlPFfcdV/fITfRNHP+ApIEev/cO3jmC6zFcFaX5rlRNn1DF9jxsj6L27kOaeuFXafTyN6j3om/U7Eteo6YsNBw2KjlCE5FOOHBUvRJaCQg74MS0d+hAnvGDEvOLeS7avozj8cfgMhCBa0ht4z77E5yIkuGZdmTVIBZGGoA43IGaVAWi3GYuIG+h0MnE3QTADp++GwK0xhn5C2fBfUfS9Uel4e0f0GTYlP/ToVaqpOABGtYgMC+JafGhpy/TNzxd83lzfZjZgmZjvmvQ3I9pyENQlMstycf4r6P+o9/+oyoXriiGqPU41GJY1sHve5MubIJs9sHJfSh+3ts0xwByIB8wtA0OyA+ujbCNlncpQ3QpJiNIMaJDQ4IgHvyyVaqsCoUQWAIPzGhBuZxw9uLykaGNRAxRBQYixUi7MjCcipAILgK7P2mALi0vbOjs6XO0N4oa4fQH6Mw2vuhQw0vD7qUqkjrs0md4F9yChymcf0398269RTdzFHv86BGO0rd0Lzuys7xD32An535+BqemJrR3zy7t27Nb+/bv1jTvuCdx6ja2NtxtnFVZlXJ5mp3ynj37dejgYV13/ER+Z7uLV2G7d+9VhcPqdic5LejIu/szjHMAR7J7bhaHtgX/QW2cQIpRfncaQpCsfyIBfNsoD7PMG3kXnpjX1NSUShzHiF1VVVaMU2ZnakcQkOOIwKssKq2srdNnXS0cRQUvkXGGHNHWPBOWd6vdUUxJ1m9UHhpDJfrNzszplpufp5MnnyJIGBAkbLEz3RLizXN+7Wu+Wgf3H1SrrDIfH/vYx7SxvqnlpRVOPPaxJrW+9VvfoB/90R/XKoFMYoyBHQ3B0QxObLI7Jc1OaY3pTu3Zq3MLy+rHpAtXFnj0gtpVW5s4bdhUZL5CUuZ5iNMfjKSSYCQht8jaRnbZn52/oN+54yO6a+GsLjR9DVoA5hE+AAAQAElEQVSVZgm4hB5+9vY79IfveKfe9a536WMf+7ieeOJxveEN36pf/uVf1tFjRzW3a04xSoEPO+Q7P32H/tb3/C396q/+iv7Tf/6P+l/+6T/Rhz70Eb3jne/kXfy9CkGaY/2cvoJA4SZ2/tafEUGMvw+xd8+e/NcUzi9euSK/qmkj+6mJSea0kR2oj/4d+Hj9DD0cpIO0TV7NCPrWK++WF5cW5XfodpLGT8hxRIDrVFx+BlsETQX1A3beVOX1sE7Z0fpEYZV35z7lKtCXy7xmNY77F2WZ12naAQNzP3v2bObNR/cF9juPz3t5f/l0Et33M+/6BkXxMzAxOUHAvI7uVTIPphtTUgtdG6KXfZ7/FrwZt2CsudlZXXsh8muLf/V8wL5YkU0JGUqU5VEoxL5UsFO2c09IuECJChw/r9GlLWnPU9LqyQcxJEMcfFCdorA1Mr0M9PH9DHAB2kITQggMFdTS9tVmvOC/OY9SUZUyK5lOxpcizLouYwcpOsPT5S8JRqx6UE92IPlHXmy0beihmeBbHNdGjdil10riwol7XtuDUA4A9yz9Fp58TGWekVRj2cLcYXX2H8cpNWrgWcNNrZ55aJtOTScDY6xU5HcdVNMEDc0rfUcoSY+HcbGTtFZ21YsT2qJuGAsUaSQP2+zer2U7qYb+rtgBD2VQiLLhCWG7wYkB7D/3hgUcr7bHkOCdj20SZLhROLm1YeAd5DowGeOIywI2IIuInKnZvhmcpZa76uq13SnsVCIC0U0W0kQpje6/XWUcUNUosfVuiCgDpeCxGf4ZZMJOaZzuFD9fUqB01RAZWYYgrU7w8a1fJf3IG6WfAH7kB9TcTF1S1rVXvEi6/4O/k/lpkG3bFnNij8I0ODXg2zwZnH8uMG8G2gLONiiw7o1qDE2NXG1kaBKV1NWKCAyxKcWkAUbP7T6KLNANg2iMQMidRBHBN9II421c948xsoZBjf8hNwcRoFAKvAJqtDWSVtnVnz17iX4NAcCA97Jb2uQIvcerk9XVZXRuqKXlBXlMw8bmmkY4fzvyyOB3fOqTeu97/kQfeN979dijD2t5cUH7OZafwnBNdNvajYNPRcgBih1+lwBhCkc/x9HqbpySYRfprt17NMPRdJtj2kaB49Vedmp2bDbMNt42vjbgKxhbUBRhwF+AaliPEIJSSrIBt2E0/hCH7ryNY4lhDgEZSWpjMPcQdNx4443ajQMbgSf62/nV6G3KuCHT83o0GOMa+QVJBUbWu73pmWl1cOxFUSowbiJd4zh+gOdkOekWMdgd5DnUiCB9YXGJo+vbdMstz2P8rmZnJ3FgM7zb3wuuFGPSTTfdJJ8qPPnkk/qTP/kTHNmm3vfe9ynw78KFi/kLia945SsJqPo5sNninXVBcBAUFRi/j41aJwBY3FzXBZzKFrvQIkSNeOVTw9QW62pHWVUlPnukJkVxUKhLyyu8KhtogQ3T+zg+f+ziJXUIrmKnow1oCLxL85f1wAP369FHHtbpp57UJOv4xV/yRfq7P/xDuhHnvMaO1sGVj8IXl5cIBP5Av/DWt+hf/Mt/gRwK7UMn9vKaZu++3QQDE7rp5ut15Ohh7aHu4MGDuoWAsUvgMjc3p1cyx5e85CWaYrfdoK12knbQFtQAh+ddb8Oaa+dyn5hSfm5CsLQEKlrE3B3EtaoqO92AHPvMp6JsKFjnrCfU9Xcce4wxU40pyg7fOA4eDA7qEn1WONGqx3oCfpDYiA1lvbaeOYC0TllP9nFSswtd9zv3EEJeX9B18NCh7NTzOOhUb2uL53yI3m/J+m1ZGs/O3TA3O4vOzOZ5ub6gj9MxbHM9Ln2htPlCCEJUunqFMX6iitlmRx9KeVBXxTrkX5nDZ0oY1f3L0pUHPqMWxx21KSEkkzDUkGgQhKvH0ECT6nxfk81lJWnCnR79qMSk7dga+jd0dkoiQyOunc6ZXwxrQUNoAo54KBVSuyvZ5+PXhS9RDW0VQ9m5JMbwbhcrqEje7TJR0wRmgEuPPwAZGhm/jlL30A2a3H8CWiPl47G1RQ0uP6ksGPfFwKovbUw4Et+VnfwgNCrZtXYG65rprWhqsKjZrTVNb21ybN1XLOGRwVOMOJg5XV6jbFokf+aOQcEQgiIgg/6cK/zZNsTzjErskIRyX40E4Nf5Ou10Ni+A5+/xAg+iaYRAO3l81TY9ijnjxixIl1wZlOVMdqotVSdZ1/4aGMy3SWpCrcACxR2DK1/gOqFBGfQXuwqYTEDuA89Llu0XfZ+GX/tzuvz6t6r+mjdp8cAbNCighzPfu19aeuijisMNqSl5X08DQViaoJ3+mQ5ZOW9w/s+F8HQr87ERhrBMJ7K+huCCIUgjDHjCwZdVIYvTiDFE2egEUnE1rI13J3ZWIQSllBQincnXEppjxhpSCowxUtAWDmyzX+vy/ApH6asqywLnM6lZ3o86bxCTWlle1j33fFZ3f/Yz+sxnPqMPfeCDOKD36mMf/rA+e9entc4uc4vdUwOfcxyzt0oEynNmh9puVdqNoZvodjH4LU1ivDs4yBa7zBYPXtXqKMZCsKIh/REH5aiiqBTMJ4HLKsfSF85fYEd8Uvfde68+d+99uoOd5Qbvqn3kWTFenj/ObAT+iHfmgpDlaHk431C2fGII7DyP4WD2YlgHsoGNKeUAIePByADDP8T5u+8Qmg0yCCFk/gsMfUB23U5X+/ftl8dLsVBMBa8iBlpdXtfjj57Uhz/4Ub37XX+s//47/wN4p97/3k/o03d+Dvndwy74vC5dXNOFi1fyzv2hBx/SmZ2feb2VQMBHzpdxtr/97/6tHn74Ye3C6Z44wclfUXo5ePWxqPlLl9UlKFpHBq2ypbWVdXXgaYm1CJy8PPzkEwRzQy1cnle3rNQluKmZy+bmJoFGS/7mum3OiDWfO3xIGzHo5KWLmsPpTjPe7r0HFEOhBx98UB/44Af1p3/6J/rwhz7IjnhJ3/wt36xv/ZZv0Ute+hL1ebBbrOeZc2dx3Ef04MMP6e/9vbfod37n95nfeda7qxtuuEEteFrFQR47dkwve9nL86nODTdeT/ukXvqyl8hyPXHdCR2CF7+DH7CGXrN5+HdbjW6UVcUcO9rDLt8OusNu12tkfKdeP6+5WCunLebsL9+Jy3M3r65fW11TYh1L9MYwgxO143ab6YQQkHOTcYqizM53yqc+jO/vURivRT6EkPnvotvW7yNHjjDni/rcffehDymvqY/jr3ASUcFLCCHTqliPgvHNn8H0+lnnBvL4sJt3956/5+ayHfsyz6Hnbp7XCaxcP4Y4znzedPv5Z2JgjPPMU9cCTc++s53fqbTNFCO5ixXeafDDQWUAyMr0OhjGs3e8T7s5auKVtP2EUohKMcp2vyHv1LjyBaEQ+HAFaQjkAfbh8larU0u9uy9Kl68oDOgw7jxOr6kyiT52midbVdPmXfq0Qt0SoanW4F27QE4APMabcMBFXwOI2mHZ2WtxSZHxsqV0CqrAD5PS+fvvkOqeLAc79vb+EypmD0g8BLKgLp5SsU4H8GUZuz/pcD9bRY5xhuxWRyberOjT//Z/1+f++T/VQ//7b+qR3/xn+uy/+kc6+4F3aCJuKnJsbHLdyUk1Dk6g4XmZD6eeRgjIiEIwOB/knJwVeT37os5knl39XOXN/pbwuRqmIDbEEqkmEMAW2MRMnltEfgodqQ7KZQ+KEhOIg3Tt7fbxyM6HLCqjex7Vw2ek9SVoRMi4hnbVijj7cC0Z513x+cDtz4Ih+jYARrCpgZRWQdiaEBt9Mg0sjLSuDaU2RZQNbdDs2ooC78lHoeKEhUnCEhs1gQyP2gYSmPWncr2edQXKQAhRIfgJabBNKEMzUoMRpqAAXzYCfuBjDDigoRqcT6uDrtJ9BJ4NQAghPzfGETSN712JdzxuF5VUCzT5ct0Ygjx2FNPROh+LS2v61Cfu1N133aP77rlPd3zyU/osDt1O/eMcI585dUpPPPqYFq8samt9i2VPGvWHKlMJD0UuRyVF/s1fuqLpyRldf+J6HTpwUFVRsgMdKIakAGxt9rS12dfGxqb8vnppaVl+Z3kJx+Yv9/lvph+4/wECi7tx5ndmuPez98g/8PPk40/IDnCZZ9HBxQhnvMzONTDBkR085ciEXS5xvJM4QhvhSZ6XaQIQ0LIhtpPoc7xbFoXGBthpTAnjnuT6VtVS+P+x9x9wdl3V2T/+7HPuuWX6aEbdqrZcZFmSe7fBNIOxKQkJyQskQEKAhF4SQuiBUAN5CSX0mmB6Cy20QDDG3XKRLFm9jer0cts5/+9zZq48FrJfyPsjn3+7us/dbe211157n7V2uXMVQm7IAxXt/G2UfRzd3dmllJ377p279Yuf36B//ey/6p/+8Z/0mU99Vp/+xL/pO9/6se7esEUDe47I10NRJBlJIeQ8u7rKWrlysXp7uthp9sjfkr/l5ltxpD/T977zfe3YtgPdDGsJ9/RnnHY6TnxEX/rC9bKzGkFfXfRnamJKhw4eVgUnm2Hv5vbNVXt7p/pZfBQ4SSlzYnB0ZFBVL8B4+CYnxlXCMWYsuqMQqZ0+1HiejrKYvnvnVv3kpht10+0b9O3vfp+FyZf0rne8U+981zv1s5/9XEMcefub8k960pN05ZVX5n2YgJ91khQT7dixPV8QPP/5L8j/hK6DK4A1Z52mSy+5VGeddVau42XLluniiy9VzJwpschrx254Lq9cuYJ+ZTp11Wn5omeE0wXvgjMWriEKXPfMlbJMcRwRZFyH1ORFWEd7uwJKzSibw0KyQt88hn52jBAC/S3JC7VRHLsXDq5XQxcRfFvxEEK+g/YcqXCC4fwojhVFkdy/AK3LPF+mJqcUkWY65POowWKkhANPikWtZDFz5PBhFkLDmr9gAW5mioXgPLmPMfzamYu2DZbXp1oF8tyWn9spFl9ecKY853mbyNTLyYZpvVCg47LcXVwL+ETL/evrs8OyJNOIpoPf8DNAZxA86J3JMpLlwhmElLRB4CyC/E0HnIsJyw1nE6EbBUpKgDHbe/M+ad8+pQWo4kwhhneUUSimXVBqXjNwbhZIAD5lpMQn+yHHCDvdfUAaunejkpCoSW9TMrOZwYjyGtBG0+BKUY29+xRCXVEYs/6k9oVa9ujnaldNqiXSndDO+8M3YcwL7MYzIMFSm2+7QzNKUP5yplGUJnbh6Nl9x1GklH8JK7Y4iuHfYKUaa/TAbvW7/6bPK/NBvH3pGVJUwtdEajJhNHFQe7/794q++79V/s67VPzOu9X83ns19YsvK0lr8qqzYZ0xsU4++zEax0kdkynA0+8MZUeRcr1ZcufTp8yhYZoTghELBt3k4ckXN6Zr1YHt4L7tCs1J5Qsa5ydtWnntM3UL/Me6pMM90pHHXCO1LeOApM21FUJQbcdOdkMkXYfAsqT5Mc90IsNJZIqmHT1ZKERN/PzovTeprTFOfoRWI/qUSqGhY698ghxLTUfcxmyQ/0lUegAAEABJREFUm7fnvsn9y9iRS0k9U6HqQnGMSYjDGC8wGelcxpgcxEkdGiQfmmhEqi5dK2Gg2thZlBsMJkfb2FDJbWnmZXlmor8WtMpm0Ye8MjKhb+82/WCTYs4UmDuZ4rjAA17P40kS50ZD1Mkwgik75pR64mU+NhI1jnJ9R59izFPToHssk8Tz4AWoAblSDEoIkTIelkwJ5SUdPjqiAwcGZZbFQkFt3JvP40i9s7NTPRyp2/gWi0kuQ1IsavmKFTr9jDO06tRTVWnr1NJly3Ee3ZrHjnAfu2//nfORoziaqZqCIo1xv22HNrD/gPzjId6p3rvxXvnvqW++6SZt2HBn/uMw27dv15YtW7Rp0ybqjOYGc5JTLf/HOT4Wrk5VWSRMaJDxquNsx9nZ+MuHhaSgiP6GEBRjg3zMWsHhRVEQXWUnNYnZ2aOBAZ5/SYUkkQ2mDbGNpw1pit5svKs4gyq6tDLqHOl66NrYtfnO3sb2tttu1XOf8xz9E4vxH3z/5zp4cET1Gk5oKhXTg1nGM0QbqUHlOI44su3RmWvO0BqwdOlJWrR4AU7wTF108UW67LJLdelll7AjXqyu7nYVSwnOZ1h3bNisX7EAaDIowzgr76wto/vsL0KOc4Xhb+H7NwUqyOdd4RSL6iyK1Ymj8K69jC0aOTwk/3lklaN568I7Wjv7I4ND2sJd8ob779ckc2IOR1fLlq7QypUn68ILLtTVj7taV1/9OJ3KGC/geQgh5OPvO/GBAwcYnzFt37ZdH/jAB/TjH/0oXxQtX748p7eefE9tR7WCnTqqwJGPs7jplf/bWh/Nr2AOJYzD/du2KWb8lixbyhzqUB1D7fEJVDp06KDGx8YURXE+F9x/75B9tO14CEF2mCKMGfcSc9PjFEJg4dPOXE/lZ2F4ZFg+KSlhZ2PmtxeGpjMPz4OgkPfNzt4ypejctC73HPGCARKFEJgWmeyQS6ViXscLDX87/r77NqtI+54rHTw33n0XkMk893Li4WfcecWkyLN2MJfbtDClp0G9vT0KzFfnlSwndfu4WuphLJcsWcLcHZAXqdbpCKdcVDr2jo7FZkeYfPlsnJ3neCvfYSDDtQ3SWYRXwThXo0iTSR2n2lCEMoo2hJ7RkEPGcXqsQmjiDBrkoJQgeReILZfapdPA5A0/UjmFHxReCGQKOa+UTmYz7an1yjAurkxBwGLzFiJMl2bSsgXS7T/5qgrsdpts85u0Z4ffDEEhxLLfk3kGqQf67Tf8QIqbOPIMFQQ1srLOe85rtPSv36/ak1+ldX/zWbVd/GT8SRGZYjVwMbX6sPb/19fUP92l6bb9GfhIwAQYGaLfEU0FeXCJKO83bVb3bdXSGBq/HVJvgvzK8jNUY4fonWHDToajrQVNaXUZPcH3ZLaS53RJ8/f7T/hShRBUZfdXZ6L2nLZWw9CY5Wxk9Fn0LP/CGTz9xcKUerNpHhRHjiZ8JkpSPUrdW9em7wjZIoSGAo1tuUmaGlE9Y3UTBaXotf+iq3Te2z+j7KmvUtvT3qYlz3mjMpxEA14Nxq3QSLX/xm/oZPpknyLYul6TucRZOO1E3MFHZGc6JmZTWsK47vrVz9XWrKnJvwyk+bxKlcLD80CEuYgZnwbBid45X2gzBCBA7lRCvnwxU5DKNbq18VYVA7Iwz9JCh0675tkavfKROrB2qXZecLnOevqfSUlZCXM+Rf/ada+SsZnW3LbhZODDIDihfKZDoAyEDDmcNi2wcTGaGN2Myhl5/oUtz6WoEEvoPIojibqGyw3XsWNrsqPNXBcZnZ85pE6qIBn0L88nTpECcyUjr5EF1RpBPsIfG51UxANWTHjuMLh2CDY8XV3dWnLS0vwYdu3as7QfZ26HvmPHLtnRbifcn98jV3X7nRtwApPah1O/gxOCG375K9144026Gad1L8fUW+/fph0s/nbt3CUfzfr4eYidqnkexIGM8BzYwQ4MDGj3nt3axYnCnr17aHO/9mEw9+/fp6HBo2Ktw+nAJMY1yXfhnveVSlkN5I7jiLIJaBoqJoUcvoKo48T9ozVTLB5Ml+Hck0KiOEKvKCWgLxtZQ+jZTsTxEAJ31Pfqr1/9ar3qVX+rQ9yduX02gXLVJAkqloKw8x4mtbclOmnxPJ1++kpdecWl3Dufo7n9c7Ro4Tz0uEhdnR0qlRPt5Ih9fHyURUcsO8l168/G2Xdr4aKFmj+/U4VirJ1792v/oQMK9GPvwF4FTgb65/crIHshitXBTm8Qpx1i+sk9ty1rpb9X9WKiXTjKBqc2UZwoYfcfs1itNjNt4TTi4Oi4xuqp2nvmKKm0q5EGFuRtjPGqfFfaySmIHdYynHcvu2Y7Hc+pMRyv7+s/8cmP69/+7V9ZoJwkf9/hnHPP1oIF81VBKXZO5194oSJk2sPmauGixVpAn9rpt8f30OEj8pi3sdO9ADovUrx48I81zeHqoMGKyb82F8WxhIJdx89FFMfyaYBCxDtSsVRWhA6McqVNbs90cYExpe3JiUnmQZUTkhF5geR0gfwInr766eJkg2GnXpTL3eRkyDvsCn0QL/eVIH9XuUf3fBjlesS68H9C492+FwqjLLoKjI+P1z3HunleDnNk32SMTO+TIO/quzo7sa+ZlrGo8bXC8NBQvnCdYNfgeR5oaWJigk+pi3H1gsJt7tq1M7+ycHtemO7fvz+naX1ErcixMCM2GyQf9G6VuUXXngkbwhriIKtx0ESxLv8QDrZSRVe2AyRMQUJOQj1/sz4Tg0S3IvOYwakladv3rlcXBilgYDIVWCHFGPugZogxwjBJgelzWYpqwCCDV6aIgkzhIIHfpsGBHLn7+9LofmVRCR6Zmkmm/M/6GMwC5UohRpRKIt1//TeknfeozlFPIUqU4Winyn2auOoZCs/6W42dd63GQr/iyaDQDEpZkGy68XtatO8edTalXIRAaJ4GfDuKUjp4kKJMXtJnon0ccgNxM3LTgzs0jwWRXI88uqK9B6TeVWs1hfMRuvB/ZiKMZ4fLC/CHr4sKsOzcf5AGpIB+hMH3SXn59LM0YH7ilQLoUKfSAAPGqB5HmgINkLlByqH69TdtedExgm4aSpGcwcxqCqxSQquO26lLtQ37NPyjb8qrp3yli6Wrw7u+9qkq//6bVXjcSzXVc6qqhQk1YyarZTm0R8P/+SGtqNA0ekId+Rh7fBRSBf5FtBOjLyhEUrAU00g7f/YliQe16VMMupUxD5ogpV4a9MCL+g8kjotRDxUoRpbMq74sQr5MjVIqnncplvoY15v/6cPqIN6GE6+qokbPWZr3is8pfvNP1P3G6zXctxSj2GR4G8rium58/19rgZsKfGTg+Lfzj89r0dGGmJuBc90IZx/IjzFgeR751gFZdL1Ke015t2NnHsUISHkgNDJljJiYPmluxOrVmoKt1ky7wR0PCAJCFMOe+iGiVuCZgygL1M3UdGNxCWcfc3ebacHCJew4F2ve3HmKaO/uu+9Rs5FqGGNmQ/aDH/yH9jFX77jjzpzPlvu36n6O1Xfu3qO77rlHAxzD//CHP9att9yug1yrDQ2P6ujgCPVHFfEvKRRVwuGUcTylUklDGLv9+wZ0YOAgdQ/N4KB8AnD06Khs8JYuXcZOcZXOO+88pY26xseq9FVav26tJibGZMdf56rsyNHD7Laqsg4L6NnfGaiw8Oxjt2QDPIURHR8f0zh17OhjnqeUMWiwSIrimBOUmvyyoW9yTdLd053L951//3e98U1v0j1cK7gcP4LDidXd1aF5/Z00l6nBrr5YjDRvfpfWrT+L046VWrIUp97VRn8L6unulGVpZ/ddKhbUQdjd1ak2nHOzWc9PHY4cPaK29jYlpUT9c/s5iu9Xpb2k3QOD2nT/FpU62rV05TKVKkUVEKTCyiKiDx0dOBDGubuvXwWc1I4jhzXBvfimAwMaHptUqb1L45xi1ZOytuzah20oat/ohCaRWSFBZ6kqlQ4tWIi8OL9Vq05D36fLX5Zso82jQ0f1rzj1L3zhC/ra177Cwu2XKhYT2bmfeuoqLVy0QCn2wCch8+fPVxkZprgeKSRFyhariY2rcdRtWQssIl3e3TtHnnt2pu20sWjxYi1ZslQHDh5ioTjOwiNld9/Mj+s9l0ss4kQfbTXMN2EOeboXy2X00cYCL+V5CHnYzvVGxJwfHBzOx7TCQsbprq4etbV1qFSqqFxug12kOb19SllYxFEk+ekgnGSeRIRtjJEXN54L/n6DT5VCCFrA8bznU4W2d+/erSP+Cwecuul9+mXHvZ+T6ykWB57fsecW83OYe/Yi/T969CiLxUO0JkXw8y69C8fu/vikY+nSpbIeXa9MG10sHCyPeW3evFlf/OIXkfWBtyV/IPWbxjIIWyCqWDzoZamRqL0eVK52qODjSzx9/rfEqYSGhS8QS2dNFisaLbRrMmrPOxJTnEfg2Qntgc13y1+iCVmiuFlUUi+rUO+ApCJsT87LVQIfsSaEvwWRmvQmCxg+8uXCApE2ad4Ows03K8RT1K+qGTdUKxAWJ1W0V6RN90H90uNLLDTe+cdqTu1RAaGbGLAag9zgIWjWUjXxIM1QUBwnittLKgwNaOqD79CSbtroBDPOSu4s9sRyLG1KU3vvVQOD0STDX3KZUqZqFCALGhoZEY2Jommgh8kxqXfR6egxViUEdopNDW7+T7kJDiZkJ494UiQNjYqPw8LuKM6KisYa0qnrdbRCfgDNGcC3KoQKTbU3Ms2diCkAaZs3z8RP8MYfd05KHfWiik2Paxd30Z08tO1uWoJnrrs2aU1Zuuk1L9Lknpsw8DE7+wob46CQuo2CMsIUNEGcNtSpQW398utUGaRd68u8DJKZimpm7RovFHC8qQpZTfkOm7K8711SaTcJdjyNcq9qSY8aMXMkKirDM2aBMoNA5mk4PhsuR39eLMUsDpqFCUhjNUOslMVQ0oCYegy1etHlnZ9+l+LGhCaYaGWOnOttJaVdHQpxQe1xSWM8cBPZlPZ//0sq3rVH+aIsnuZxbGxpL4+TfexNG3leIAdEGGclMWMypcAOQoyVjcm0sqVCIWGsm+yUJwlTJRgGaso8AvVbYYtto95QdWxC/sa5Wi8TGszBEEcSyHVGeTDyyv6QPP/TKFa1kWrzll264cZbddPNN8u76J07d+oAu2z/2tkNv/gv/dfPf44RHpUNmH+q8yac+dRUTSPs8vbhqLdu362hkTH5p1h9dL9t6w524gfkO/idO3br7rvv1S0336vbbtuouzbcJ+/wxznWr+DsTj7lZF1wwfl6/OMeq//1x3+kv3je8/SXf/k8+W+qH/GIKznivix39CUcd7EYtG7d6TiGJerq7paNq68ZFsxfgP4KYjLKO+VBHNTefXtYZAxx3H8Up1FlYTCu9rZ2RegnZmxtSO0YvHh1nvWdFArydYF/svWDH/ygBK3zqiymYsa8r69DbmsM2e0EujrbderpyziKvzB3fqefvotv6UUAABAASURBVIpd7gr5m+adXe0qV0rI2alKWxmUFPtXD4VhYi6jekWMTxQFtXdUePb8QMulasfpz+3vw+G2aWiioc3bdmqUxe/OPXs1t3+ehrnTrnJKEUWR7EC9GJuoNXR0fEpxd6/a5y/SJsbk0OCkhuuRdk1UVeAYeA9jtGDBUi2av0RLFi/Tco7s+/r7NTg0pDs2bNAnP/Wp/I7+Ix/5iF7zmr/VZz/7ORx7Sb0cI5+5+kytXbuWa4g16qeOd6mlUkktJzfOdUpqYyXledZbAX1aRjvUQD9LjKHzvNvt7O5CJ23ycfwo88i67mRRNDw8lB9Vm5/v2cdZoNW4SmljrritGv0usIvmoc7p4jjmeWmqs7MTHWb589PGgsNj7LEtFkv52GdpKstSzmVINMoJUplF5xQLE8vg58PlVa6JPLZuxwjomC6pn+P00dFRxfTJ/W6wSLRjH+I6aQ4nH67r65E50PlLll4g7ORUqoz98NwyH8/ZtvZ21blqcbt2/IPULxaL8gLi0KFD+ULAu3zPw5i+udw/p/zhD3+YedFuUY4hOhZ7qEhGwYnguWYwF6FQmz8w3r3FqtoK4yoXKMQA1edRkGtGNE5cR/BTVc1hldmWTKlYqCm2FK02GtL8ijR+5G51FMdUKU2pWKlLpVTlUqZ8Y1cwH8nVSoVBlTWiUrFGm1O4hxG19U6XKyZMpTPwjkN336DOUFUXVrsbT9ETCsQ17Txi6BBXZogDqd48qM2veYF0aKPKtB37BIBD+gL96SiU1I2sIRpX6Y6f6Ocv+30t2QSdeAWQAr+hcUA1zcURTxw4rKmAE44StRH2ZpHmYcD7mRDRyFEhkma/Fp9KqhIUyil9k3qgP7rxRkLy/TZ/dOVJ7OvCycGNCm3jqlunZQp5sDrnmhA0Ae8meqskNdqqqjOpqi2aVCWuqYAHRS1QnOCdCQMhdWXjKoca9E1F6COLp+Qj/dzazPC3LJf3STtf/Fi13fQdtdUHNVUIqqmJ06bd5pSS5oTaQ1XtB3fqly97trKvfUnL22fanSSEl21AMcSKs7rKxSZzpKFKSHM5GGDluqpIJ8+XBu/5qUrVg5RP4FgnVE7qyBeJDYIsT44UvkZGOPsdkeiArCSV40l1xchWqKu90KDNuuLFlHtuZNKaZdLkJ96tw9e/V3OTUdE5tUUxC7CCYox0KE9pQf2Iyj/9kg598E+0tpe6KaBuPq+IKvjjOLjcdIbj0ESFRIEHN+J5iuhIYBkfRQgLbJCazYYaLACaKCoEKhzH8kFJ6jYwSA2Mno1rCJFCoA7GVMBNGiGQJ0Mznzr2SpHBO64mbdY45j146Kj27Nur226/jeP8w7IjHuaO88iRIQzlpAaPDucOZgfH78uXL1U3d/jddirsftoxrKWkpEMHjuro4RGNDE1p6Aj0gxOqTmaqTjEetIzN1eOufpT+8A//UE9+ylP0pCc9WVdddZXOOeccLeVYs629TVMQ1zDsKYY5RcY6C5omuvFO59RVq/K/z66zu29AY4M4gYPxT/JWcYQB+m52uU0MaXVyiuPbSeV6RgUFxnWUxTc+VmiLuZDkYRmh5vbPVYbef/D9H+hHP/yR/FOyr3jZy+QvAI4OTaizvaKVK5aogmOwSivlsnp7ekCv2ittajAObehAjEuV3VwcRaqQNl3aTBVHkWLGPikkKhZplzFq0l6Tfnmx1yTuPqXUL+DEcseAzF3sePt72zXJomrHnv06zFXHOP2Mopi5wrMDTx9vxzgKj8eCBYt1dHBU5a4+HazWdBDHXysUNYEhuI+rgP75J+nAngP61Kc+qw9+4EN61zvfqTe+8Q35n8P9O6cXXuA1cGD3c3+/cOECrTrlFHWx4yxhd5JiIu9ou7u78r7ZoXWygy7g+Cxv7vy7u3P6EIKajJ8dWKlUVhm9lYplaWbV6ePrCnoLIZbHOKCPNEs1xZw2r4h03ia2OUmKKtG/Mjr31Us3bTTR6RQOOooi2YGLV4bunK4xFl64eMEwzE56nPlRpH5KeYpMpmuid/P3SYTTIYS8Tx0sFiLaLqBX005NTsrljrfhoC2HT7x2sBC2Mx9ngbL6zDPlcc6QYXRsdHqhwTNh57982TL6XlYHc9I8moyzFyu+TmqiZ/fJ34Wwbv3lVJfFtH3SSSfJ1xrDQ0O65ZZbdNddG+Qd/xOf+ERaeeAdPRAlxoTRbJB1wrcltWHCKMvxktR56HYd/tjbteNjb9aOj79NOz79bg18/3pVMPy5YU6k3oXS/m9+RPs/90Ht/Mh7NPCv79Hg7d9XpUEr5uO2y9J8pNr2mbdr47/8ne756Ot098fepI0f/QcVD9ynMmV5m1Rpp87kxq9o3+ferV2feY/2/tv/1t6vf1i98ygsghhk0twu6eANn9Gmj79V93/svdr54fdpx7+8T4e/90UUD80MHf5Iov1TkXnxzTfoQ9deqV+89QWq//Qr6mNH3rZzg+L7b1L9J1/UT1//TH31mddo7a6tWgR/VeFTB03gfrSAvB3kDd/wbW3/7Hu1+WPv0L0ffJPu+ec3aNtH36pdn3ibsm23SwXqtd6R1Ncjbaffmz75Rt33sTdq64ffotrtt8v/NW0uJzy9iFAqjIu06Ytv1+ZPvkUbP/4Wwrdq5yfeq2X05dh40kf8udK7/127/uWt2vyRt+j+T70Tnfy9prZ8g51jq/HjQni009a2z79DW//lDdr60bdoy0fepIHv/ouSCWgzgAy5/B0Sz6nO3TOiLz/jafrGX12nA9/6lNp23q7y7jtU2nOHklu/r1ve8xp9/vfWa+4t39NpyOW1h4rwod98qgee47d/j/6/Tjs+9vfa/uG36eBXPiFO8oTFNYnc7/nUOfyf79Suj79Rmz74Ot33oddq04f/TsO//Io64ZvThmnyE366jDZ7mL/7fvpJ7f7oP6K3dzMm/6At179Px2SKp2tfRHD/B96lLzzjTO369kdUuPmH6t15t5Lbf6zdX/tnff3PrtTPXv0CrRlSro5c9/QlD92WAY8HvV2ekmM4DqI4UgCikwGD46uLKIoVokgKITdyKcegNrQReY7rBC8318Q5V8cZKBybRA71YwxuFGM4RQvwJ3joN1VcaINpA5RigEe5u/XPpNYxRmmayfemgnd3T7e8E0mKRdk49/T0aoB7+Z07d8lfDrLzGhuZ1OgI8tBPs8ZXyc8zNlOIpGIp5GFMf20o2zGECUa8icF1XyMIEyol5BWLJZVKRTks0mYL/rLYXXdt1tvf/nZ9/7vfU0YfOzC+wzg//2a6rzC2cLz5ve9+V7/85S/105/8WD56L+Ok7Nx/8uMfa2xkVHEUqUhbKW23e5dYqei2W2/Vm9/0JnlX9XtPfaoWL1okO+j7Nm1CAyK9UL7XtTOP6dBijpu7OVbt417Zi4TF3EV3cFrgtkxnB9hWaZPHxIrIUEaGI4s4UcpwOAGueci4uf9O22FWcV5eKFRxeHEUKSnEmtPTpb453ZxKoNyooBLtZIyX9eIdZAkHOJ978H3c39YmqyoWSip3dGknO9YMp1wvFNXW1as1q9fpxz/4iT776c/JTm8XR89bt+6VTwfiKGJnXdeixYvYufbrfE5YlnAC4J18G2Plu+mFPt7PnX5ZlnXv3r05nxL67cDh22kVGT+PYU9PD3OlIjs78ero6JQddieO1HV99x+FiJJff8fot4zBSZICcyDJ+fRxulFiXpiPHXk3/Wpj7IrFRH5+IuaP77i9uKqywPEzNMWCq4D+kkJBqF9l9FRiXvm7JWUWH5Yjd+jMd5ehXaXMKfNQCHI7wywMzWvRwoUsrBrT/QlsWFk8+Bl0fzxmpvXJmse+aX7oxCcec5gf5udTBOvRdNu2bZPreFFh/RbpVyf6mT9/HgvqCZnOc8Lz+xc33KAfM2+9YHn84x8v58/W2Ik1OJvioeI2TIZ7jYFfeUQqveVDWvTi92v+Sz6i+a/53+p83zfV2wmDEkCHHX1S+z99Xp2vept6X/YP6v27t6r83Xs1N5kuV0zYJflLbWuvv0WL3vV5LX3nR7XsLe/X8le+VSt3UI7y+Mzf2AS13zSi/je/RX2veYs6Xv0O9X74W+pGHjtsuXfwxCaqb4vU/c8f0Ny3/6MWv+o93K9+QGf88EYl7bDCYWBTlYNkXJYW90rPBqs+9w0dfuJf6I41j9BNF1ymmy+7Qluf96c68z++q6fCe26dCt2gChrAbRLkb8pl/m3Sypvu1xnvep1WvuctWvied2r+h/5JHR9+j3r/9f1aNQE1+lGrb+axR1r63o/qjPf+o05+/7u17D3/oDPGoLPODet9hh77qtX/fpdOf/eHdcbb36el7/nfavvwRzRnI/TmWyJEx4VJafmN45r7xk9pwd++X91v/GfN/af3at6dVQXKofr1N7Isoo9zPna9et/1UfW/632a87Z/0inX/5u6cWi5zqBRharmYZnmS7+/Qnr0TTdLL3iJ7jr1ct1//qXavP5KbX3yM7X8k5/UH0J+inVTJNIEtKFOQuq316Se//ix+t77Pq16yzt16kvep+Uf+Yq63Q/3h3JNSRWw8k5p8bs+pAXv+JCWco8+7/0f1ak//Q9VWjqFZf6Gbx62PjIibhed9EC76OdHtPC1H9Civ3mrTnrde7T08zeovRca94nxy/vXI10+R7pugIF445t1++8/TTdeeqXuufopyl71t7py2xZdvUgYWOp5DlovGXG/Z7ffirfKTBdD5JC8QhwUOAkhSmZTGc4649jcD3RwDhM6o9DOxnMmimJhbyh54O1yG60Gu1nvYkXFEAWFOFJUiJXHIbcTMWzQ5Qrknehtw9bgwjTjZKmRZrKTH8Hh+78+HZuos7Mf1f6BIXb6B9kpjuHgD8q7PhvhiH6NsYMZwtG2dxQ5zu1SqRyrs6uik5bO17Lli3TW2tN1wQXn6DGPebQuvPAcLcIh2fC1s1OdNtZlpRznBXjZ8BZLSe7kk6SoiAbq+f3mkPZyZB2FoAsvOluXXHIJsgzqZz/7T33/+9/XFu6w7XTuvusurhfGkGOuFi5YqNUcNZ9++hnyVYO/QLUE5xzoozDmRZxJqZjIP6f7oQ99SD4ZeOEL/1LnnnuufDzb4MTABreEwa60FZCppBpOOEkS2YGHEDDIFdkBzuduuptdZu+cXtlwJ/CN44LsBDo7O6SQUr+oEnfnhaQgvxyGEBiaTA0WHE1gh1LBGRVp0zysF/EgBtDZ0aY2dLt334Da2juV4Bz85TI71q6ebh0+ckRmt/nejRrYs0/+64el69aoctICjeB4Pvbhj+mveWa33ne/Ovv6GNMB9XHcfPIpJ+nyyy7TZZdfrkc+4pHq6elRN/zqnIj4z8o8JpbXuvB4eL64LGMiLmO3an04PTQ0JO+cSxyLh4DEtOlxtmPrYnHguu0syjpx9N6tluij+Z4IbqNJfeuwWCwqY4Fk3Xj3nfKMJOjQTnyKxVCGHDFjGUUx+u5YbuOSAAAQAElEQVTIx85y2JE2eL5yPjh6HqvccUsBus5c527HyGWBT4MddhN48er+xPBNGG8vJn1VY1k8Nv5CnI/Yt+/Yrm7G3Uf0ZRaL/t8bO1jwxFGkAJzvEwjzNQaPHs11ZH4LmJ9N5POz7gVKCIF+Kp/zTpv/N775Td1wwy909tnr9ZSnPFXWn9vTrFc0K678OXdPfxukcDB9Seo8V+p6lLTkEVLP2VL7OZRVgMsJChjMrlXSvPOkpZdLC0+HbjkFZVAELWmIV8ifS3nfaVLvWeBCyjuB2yPI334W5khlePavl+aupU2OWNWj6b6YFp4R/PrIW3ISbcOz6zKp7UpoFgDL1iQMwG+n7bCpy/OmeUulUy6V1l8hsXjV+fTrdGSa2w9xH+gCdlIlQto5pkPaJUdyWSKFBVInfZpzirRgNYDHPJxh5zxJbcD0bttwfI4U06/yMqkDGdxHua0CtAHEMzAt6RLyVBZLnfDsJ5xLe8V2aPymLw6YuzKPyhoCdDX3TGnxfKncmZdO6wxeOZ1D83YRbfVAN+cMqZsrhT7GI4Z/flJjea2vcQjdV4L8nUjtC6WVtHXWY6VTLpBORY8nMyf6l0iFDqjgm+vLbZkHjptcCvnsk7rQV0J7EeOlk8lr0bX6U5TiuVIPOl2ITnvp+xz0hY2QIugtG8GD+uP8QKZBkLfP+LfTvx5k7WAOV+BVou28nuWqQmi4DjK3IfupzKUL0N9F9Aebr1NXCuMNXTIDy+j2W3DacBqS/G1+jjh0voEsCTImtNOMiSBghoNLMWKWJ8XQ2Og0MWSuaiMT5XSB4kBWICSgXooRtJPP7LRCpAijEkVBAm7KfGwAjdx6uNqDgFGBW2bjAoSTz5xWrFoz1v6DIxoeqnMczTRn7LGT7HQlmmUhQF6zrpGRcXYfNU6d2rR+3Vl64V++UC9/xcuhaeqxj3uMfv/3nqonXXetLjjvXJ2ycoW6MID+z2sWLVygEoY6wREG+tzObtHpOk704MCAtm65X/fee4/8Qz233XaL7rn7nvwb+lMc5/fPnavTTz9d/RyzL1iwQAswluvXrdXcvjnqxpksX74sN+InLV6kk3DqC+ctUF/PHCVRrB4mj4/zh7i772U3uG3r/XoLO/j7Nm7UM5/xx3rC1Y/TfB7+fpx1gzuzXRzN/vKXv9A+7vktc5OjYjuApFBiMTHOjrao+QsXqYz8ixafpBUrVrITnpujm51+R2ebCgx4A11VKhiCMD0AxaSY71CD9U3/PXYuSRlLj6fngZ2LxzMvY3wcL0SRent6NDWeMi4NTU5M4dyPanh0DJ1nXKsM6qRFizU5NqmtW7fp8OBRXXbVI+U/a3zn297OQmmPuuf3qX/xAg2NjaCfk1Qut2nB/IXocZF2bN+p++/fqo72Tm3ftlOb79vC4qSsBgtRO+zSjGM+woJijONqO52hoUHaPaqhoaFc7x3t7ezAS/AtT/cR2eM4luE+FXHaHm+nW31z32eDKkzjSHUWeJOTE/QtJd6QTx1CiHDW9Vz/kxyp1xgnVEhb5ZyF45atUilDV82daifjHihtfcnO/XDbhYIfaCmKY4lGA/ots8u3I3fbXti4DY9XnUWPFysrGeMapwUDzFP/at/8efNUYfx9umOexiB6Ny/fvbeuLqIQaeDAgbydjvYO+lNnAX1I7R3t6mKuWC/i5QWmF0YjnCJ84AP/rM2b79N11z1Jj3/8ExiLkszfVwWQHntHx2KOZHz8JoAsf5vWkZQPw+lA3CFB/sZw5c7OiRaNyw2nDZcZrTzzcHp2WSvP+UarzHWcdug8w202yKyBVhxDlMvhcrLV4me6Vp7zHTcvx03D+ObnsNaU0w5b8BwoQmiaEqHjBULnt2BalxmtPIemm43j85x2HfNsxR26jvMMpw2379B5huOmMxxvwfPcPFswbauuaY6nd55pne9+ON2C8xx3fevFOnPo9EPBdVzm0HUdtuB8VIcPUb6AaJVbRsttmDaCyGiVO+94tMrN05hdPjvd4tHKc1stuE4r3/zcN4fOM5x2nxEnfzudR2Y+ZqdNZ7jI+a14K+3QcD7zsaBUMef1TZxc5nzSAUSetBh6GwR/wS5lx5kbQwyQyXKHTSSEINM02XV4dykvEnD8yl8hj5l2NvKimQ/nT0ctbFAItAxPEYraiKBmI1YUxUpKsfr6u3X6GSdr9ZrVuvTyc/XE6x6j3/v9J+qxj32Mnv2cZ+pPn/0MXXvttfmOwzuXlEVKpeIdWFO333E794p3aseObSwKhsAwzqBDYxwn3333Xbr3nrvzv6G/E7oNd96hrezKhzCS7lMHBtC75JUrV+qM1WfI30RegFN3fi/OzrtoG1fvnjtYQMxlAbCM+/0Su0l/YcryRyEoRs/FJJHvQ+/ewG5/dFS7d+zQR/7lX/Sud7xDcRRpx/Zteu973qO/f8ub899lf+YznqGXvuSVetOb3qb3ve+DLGYm5GsL684OXby6unu0jN1sW1u7LrzoYnbGffLuWgqyoxavOHcgaJWxRBTFcaQ4ihRCkP9BMv0mjerReaQImkCu2/JOtJnv8mtKWBiV2OmHLMiLruHB4dzw9/T05PfgVZxPmR2l586FF14oO5nHccy7lSPiz332cxoaHFROS0Mj46Pyn8SVSsV8hzh37jx5h7ps2XLyV2kLCy07x8c85rF5v1asWCHr1zJNO9EKEgrHO4zDamghVxzeoZdZCERxLNOVHKevXgy04Qg7GaPu7m4WAUWup6bk+e0dN8R+k86Oocku1ztjoaUyx/chBPpazFGg8+ZpXhX629/fn+tmlMVOFAV28yMsTOq5bN5BWw47/yhmodfbqy4Wg14kWybL2aCtQDvWWxRF1G3IciXFouqcmDVZ2caFmDaS3Cn79Gr/wH51dXYpd/70qQ05XNfPo+fi0PBwzmMeiwDr0Uf3BXhY5hCCAnJabtMm9Mf8vTiY4prBc/Xee+/V+9733nwx+6xn/Yn8DFhfczh9iemHvzSoWa9oVlz05TeHaxpByus5bsxOO+683wSxlBv5Fq3TNrZOO2443kIrHah3IpCdy+Uy13HYgstmw/mmMRw3bGGN4+laadPMhuvOLnP6N4X5uK7D3wSmNUzr0JjdlnVjOM80jhtOOzwezjdMazhuGodOG7PjrbTzDLfvPMNxw/HZMJ3TrdDxE+H4dmfTzK7ruDG7/KHipnsotNo7UflD8XN+q48OTwTPHdMZLnfYgtMtOM8yeK47pF6RI1xO7qW4qCZGt8luz/d6GbvFFC8bQpQfD8sGJooVQpjhlhGXAv+wiEopt6ERPARNCIHCIBucoKAMXuIVgN+t0PHjEUJQwPiwgqAoVrnYpTPPXKfHPuZx+v0/eJqe8ntP0SOueoRWn7laZXZK/htkG8H9+/ZpYnwsd+SHDh1UH7vqQiFSxinFCnbWjQarcRYiNmKG03Ecc+zcroMHD6nEsZp34P7ltdM5SluNQz/tjNO0atUp7I5XyGWLTzpJ3ThVfwkqwWH39PRicDtkpxKQtoxjL+FUiOa7uiq7fv/ojr+49D3u8L/6la/oZ//5n9q1fUd+UlAsFOQf6dmy6T5Vpya1md38zm1bte3++3XH7feyi92mFM+wYEGfVq8+hQXMap1xxhnavWsXi5RObYLeDmYBR/U2vC47yg43pZ9RHMuG2vA4pDh4D4/LAnMwIHBAzw7lF2kHLbiO9RNwOK5rJ2PaAk6i0WCViFxFdpz+EttJHGFaBx6LYa5NHPec8A7RzuUjH/2o/KNE//yBD+S72quvvjq/W/Z3CfwLdP6WfX9/v8osHrZu3SrvXO1AB1kQeAG1gNMSx2P05bZ9P1zlxMX6tpzOs6P0AmpoaChvw7vXEEK+MHK506YxRH4IIXfys/uX0icmDCrICNIcQi/e4ZZwtu67HaLbTgoJdNNvLzhCCHK+d8Buo4RuRGV/cdMLH8vpui4LIeR9tVy+F3c/rGOnHRqO2+map9P79u9TCEH5Ao4wAgcPHmSMi/rpT3+S/0XKIk50PC+9A3ebA/sH8rnpNissUsSrxsnEyMiomoxh3gbja3379MD98JdDvQBxP77y1a/qm9/4hq666lF6+tOfrnksYGEhz3Ev3vzMe/45rwWmVitKmP03QbUHvRmEB6V/24Trt2ADaMQwsbRGq+w3Dan6oPdD1WsRudztGI634HLHHbZgnfkU4PiTg9YJwm8a8ozmX67774Stth22ZHFotPIct6wPB/fJ/fttYT39n/Db8vx/N3r3ryWT456Ps5GgPM9Tw3HDcdOY3nB9yNQKHW/B4+I4419g944vlHD0eTaOP8NJBFbCds427jYIwhiIl+2geYYQCIKE82jWm7KjdVzOhzbEsaI4UhwiRdSLIOXggHjIQbNcE+ctKn/ljB0LClAIPlKsQlRSHEochc/nXnuJuns7lGZT7MZ9PDuoCe7uvTBp1Gpq1hsa4s6xk92NncIPv/8DbbjjTrhhgNmdBJqLo1j9c/rk+OTklKSgzo5OeWe+Zs2afIdlo14slpUUiyoVS4pi5MDBRFGU74Db2irQd1BWlMXMkN1G79DhQ9qBA//VjTfq5ptv0le+/GX96Af/IX95bs/O3UrYzVsXhw4c1CEMdMbiaM+u3RoZHMrT8zj+n8dRvZ2x5bvk4nP18pe9SO9+5zv1j+9+t97+tn/QO/7h7Xrb3/+9vGO1Ie5mB2eHGCPjAk4YvAtbsmRJ7kSKLETEy84rhKCEPtigl+ib0EoUCvJpTBTFUP36O/U8oF4IAYeH8nLBQk44PS+a8s7c3zcYn/nTviU4fO/4kmKRhU5FdlBbNm/RBz/4IX3ogx+W6518yiksrA7mu1wfOdsxTXHsbUc8nwXL8uXLWVytkp2IFwveNbufPT09ihgDo8KCwM6mwQ7YerCzMb3HzosF01hQ8/Zu2X133KHLzdP0jlsm83CajrqXDmaQ5SEqUKBthjpfHBSZFw3GL0NHrm8+dpQVrkRixtl5lqHGUb5DwTUoqJSfWrTl4+O6TtdxvHWO4pOkoM7ODtm5l1nAJoyfF05RmJ6/1oHpivDwlUQJHVhnBw4ekGVZyrgXi4nK7OjHucow70ajnussZn7Ywff19anKs1BhDk+g8xKLUvPwwrWru0sF2jSvjRs36Uc/+pF27tyhp/7e7+XfE/E8S4o+Hcvk58vyhRDkv923rluIWpE89Nz6beDahuebHUkLdi6G0w5/W7ieYb4PBZcbLnd4PNyhwIflc59sdGfDeS208ltp16OqDV8Oy388f+e1gHH+bzvpVt3WgqCV/m3Dliyt8ETyOq9VfnzoMuP4fKedfyI8lO5PROu835bedX5XcL9+U7RksPyeF4bniNMOjVbc881pw3Qngmln5zvdAm1F7HYjnLviSPlvAjAJMeuyU06bmeoYUmGgCqWSmlg5qpBk8mL0FIU8r8ZOucHuAKsurArvWFE8A+giEOCRhxiGZPbL7AAAEABJREFUIL9sQBEEnk4ZQZGpFMJMSDqKWIqgu+GhUXZm49q1a7s23XeP7tu8UYcPH+SId6/uu28j6U26447bdOMvb9Qzn/ks+U9+XvrSl+oPnvY0XXrpZfrVjTfJxs5fimraONPvJsfQKUf7Npy7d+/CCJdzBz5//gLNmz9PXgDYEHZyzCteI9xT+kjZO/RNmzbKf0e8+b7N+iq7nrs59r/11tvkPzuy87ID9xfHUk4ymujQO1D/BoB5NHEQcRTLX8aL0IfbX8JJwRjH+E1OUtymjbV/mtc74de/4Q166ctfple+8hX60pe+lP+Wu3eGvpv1zquDO99FHFc36E+JXaQNMOIqRJEct8OPIsaKRZnrmc6OcXo8Iml6QHT8y2OaUaeVb/oC49pKN+iHZf09HEGeFwJTIMt1aEfstvyf5Pzyxl/qP3/6U/35n/8547Vf/q5BBYdomkGuRuxgrBPzH2I3bofidMbcMA87UTu4EIKc58VKlYVdFEfq6OrMF2RTONQ6czCDJsZhBspSZbITKzJ37cDs3B3G9MFx6yYE88xndT4/QpitjJk5Cp8Y5x0COqTPURQpQp8hBMIod3rmZ31b1iLO0KcrQ0ODlMca5Wpoaqqay0KX5FfKvIuiOD958I7fR/126u6bnXSMjNa/dWOZUypaL9ZZFPGskvYdvxdCpt+5cydzdn5+SmId1lg4jLH4KuP0LbsXUF7wDKNf8xplrplPHT1OjI9rAScmnqNecPmLd3dwfeUvg/75nz9PvioxneWx7D5haKLrkZHhfDw7mX/Ob4EZ1YpKE3Ok0R5pqFM60i4NVKQ9JWkH2EZ8G/lbKd8CNndLmwg3gnuodze4y+iXNsyT7gA3k/4ldDdQ71eEN4NbybutT7qxQ/pleRq3w+Nu6t1G+a9o5ybau5myW9rhQ9ntvZJxB/E7odnQRRuEd4ENzqP8DnAL+b+C76+od1ObdCvxnN50lG2YFd6OTLdCdxs0d4A7gfma513wdF82IGcOZNuA3MZdtOOyHI634Dq/DVr1ZsK7qWvcg4wPC+juAfca1L0XbAQOjWPxmfJ7KMuB/B6ne+jTCUG5++Q+bqDOncA6Ne6El5Hrj7h1nusJWR3ejW5zkL4b3EP6eOTl5Jt+Nkyfpymz/u9kXDwWvwbngzsMaO8AdwKHd9BmCx7vh4Jpb6fObQZ1bp0Jbyc+u777Z+TzgP5aPst5N23f5XnCvLmd+XkbuJW56vAO5tsdzN07wQbKN0DnvtzeGXRLR6RfUf5f0P4kln4Mvocd+y74Hn71B9ixHxbIT6QfQndXWKFGgDmGQzj5xjEHmLL7StXASSkLGFNoAgYmYBiBMDawVJN6NrA2LIK/8yOMoI1IjjjK/QjNCiudx01HNdLkUifDGTrP5WTmgQ16bi0oD4p06NBhfec739XPfv6f8hfitm7dooGBvTrv/HPV09NNsyHfjV/1qEfpmsdfoyc+4Vo9+tGP1WWXXaH169frHu4ZbVDtnCbYyUdRrBhjasNaxQi7n7t37+b486BuuOEG+U/hfvKTn+g/OWa3I/ffsv/qxl/ld/j3b9mSH63v3btH27lP72hv455/lL5l6KuuCXZTdog2jnV2a6MYet+lphj3Jo68gZEc54phFGNrozs8PMpCZats0GOOxRN2bAcPH5Z/Hz5DMQUcVyZp7959+vRnPquXvezVsgwBPfuu2grr6elVN/e9ZXaC3p3a8cRxpDRf1KRwkaI4lsepgpO1I4WlENoqF0Mst6FZLzuRNB+o6cwQgqIo0uyXd5Xlcjnfvbu/P/+vn+fF/jb6Pq5Sfor+9u/bj0Ob0Hvf+34tOWmJvJO86+67NT4xoX6Ogj0GYzgbO8P29g6ViqX8y467OO1oZ5Hlk5dxnFaDuWiHGHMyIWTxtBnkmsDzsLd3Tu7ount6VKS++9jByU4P9+COG21t7SqxEHKXDPMzpCAfc4uXF2YZOvNYZRDxVghBHs8ai4kSi4Y6zjGEgC5C3m//1G7EWJBFP8fV2dnB1cME9SJ2/5M57zqO14uWCuNjOdzPPM1xeid99P15B/UsZweOc3JikuuwVIP5/9FQ1ShH7QcGDjCPN6rOXb3H27JbZz+Y+e+DTz75FJXhN4ROli5dJuv/6JGj+ZhnVhYD3M+pkRRYEPSpu7uH+drk2S4xn+6X9V6D99e/9vX8y4XPfe5zZdm8IGpHRj8fXgz4BM3PfAldeuHhhYFmvR40Q97VuFhvGlmrvzl8ql66d7meu2WhnnbXPF17x2I94Z4zdd2Oq/TkvU/RE3b/nh6788l69K4n6ZE7r9MVu67VZbueqEt2P1GXDjxFlx/6fZ2794m6YNMluuT21br0tlW6aMNZuuCec3Xe9it1yb6rdfGG9brkZ0t0yX9264K71+qJ+6/TxZsu1EU39OnCnxZ1wU9KOv/GRTp78/k6Z8vFOmfzpTp7y+Vav/lyrdty5TGsv/8ROmfrVTqb8Py7z9dFN6/WRTeu0oW/PFXnbTgX+iumaTcTbnu01oOztz1W52y6Qufdc4nO3Xi5zgbrN5vnI7R2yyO1divY8gjqAeffR1mOR2jtfWCTAc2m2XAe2Hil1h6PnJ6yVnif65GG59oZnEVorNl0pY5h4xVacwyXEwfIvca0yLnu/kdp/dbH0KfHyvG191+lNeSvQfYz6e+Z90F/32VaY2wmnA3nHYe1my7Tuo3TWH/vZTr73ktzrL/7UhnrCNfddamMtYRr77pMxlmExtq7Lid9udbd/QDWUrZ2w2XTdTbAB5xN3XNauPsynXPXJVq34UKtu+1crb9lPThL628+E6whbpC+ZS3xdTr71vU6+7ZzwHlaf/v5OvuOC8CFOvvOi3X2HRdr/Z2XnBiUnX37hTrntvN17q3ngnN03q3nEJ6rc8zjzotyOc5FrvOQ/4J7r9SF90zjYsKL77pS5995qc6/5SKde+N5OufHp+vc/zhZ5/3HKYSrdPZP1ujsn63X+p+do3U3QHP7o3XenVfr/LueoAvARcQv3/BoXQWfR91zhR7/45V6wg+X6/E/XKrH/fw0PQbej7rrkXoMc+pj+/o0oQ51Yy0Dt/QybLFEDMeUYlyFYbDjiOKYaKT8FSI12PGHKFaDXV/KfalcL4rk3VQIIhk0/Y+4lB+XZzi6ltGxERUf/qZ7DlxN5DQLjpyYdApvG1xqszstqqd7jnp7+7V86VKdfPJKrV+/TqedfqpOOmmx/GMpozjVGNn6oSnGJWWNLN9lW8ZNmzericE7fOiIjhwZxBhPSkh4xD/RimH9LguJm2+6maPIPdqxfbsGOVI/fBhDifGbmpyQrwX8P9QdOjCgo9QZp62piXGM8DDGdwpnECmOgnxc2tq5N3DqmaZfAxhqf3cgw5FY1tNOO01jOPyeOT1avGQhemxygtKgfoO+JhjtslBBnh7B0FdrDbEOow3JDranu0cR+u7i+L7AAqGGnFWOZYvsKDMqNtFjxtFMk0pZPiCRorigGjIF6jnLknkZkAWaAiGE3MGEEBRCRKYpAONiuY0QKCOrhsPzXbydWGuc5uBw7Rh86vHF67/I7n23hocmdPHFl2ju3D7V6MMYTt1tRnGs1VyXrEIP3TjoJCkqCjFTIrDgOqSkUMzHqcEcTHDePiHxlw5LOLMOnHiZBYt1UCqWc2clBfnKJWWMC9Q1r/HxCTWYc800QxsSU1YZ/YJkui1Hsoi2EmVpkF+BcvfJ8M7V7U9Vp+Bd1ATj3eS5sIN1P70IcXtewBVYgBSLRQ37FwJ5HpqcsNQYkxR6j4/HyvX8JdEGY9DkdEA0maHbgxy/j7FANEZHxlQqVeQ+GENDI4qighw/5eRVzP8+JUkpx9jYBIuiI5xaXa4Sejh08LDiqMD8PKryDI++Of057RzCIzj+Tq6qvHDwAqwTPcY8w9bbTq6XPsNCcv78hXr2nz5bXoiEKMoXsb6asj6Ghobkb+vbufv7EO6D+229tRC1Ig5jJpyYMBmK9oMQAj2mIISgmDJ/4SCKY5nGJQVmYhHCMoNRSaUOjvO66pn60kj9DSimyPD/mtIoKjRiJQxuN0ZiflzWnK4+8RSKLYrSo8Nqo35vEilERakeAUnVVD1Vqase1Al66lIvYR+hMWcm3l/LNJd4RzNWqFFvCmbVpkqTTc2Bh8uNRdSbj0w9I5PqGK+puyFkDSDSXPowD8yfgePzmiHPd9lcx6Gf25SMecQfAO2T7qfv/Q6h6Wf2zk2leehnnsMWSM8nPt/tIO/8h8E8yuY1I82j7ekw0nzSC6jbwkLHaW8RD8ZC9G4scB7xeYQPhbmM3cOhHxn7qW/0Ee8Fc4DDHvrQqyCHPQ4DccNx0AW6Z5DTtcoIu2dgmmMgrwt0RJEqoBQiFQ0MdIl0GTi/ncnfEWJ1KVY3mAP66Hc/YX8aa64KmpsRngjQ9FHeS9idFdQFOqHrJs98+ml/bpD6mXrzjJASn0ZflMrojykvSH2J1FmKVCxkiiMGPK0qakyoYDQn1Z5OIUdVC4kvaU5oWWNMy5rjWqoJLS/WtKQ0JaUHpWyAyXpEmjqiefCaFzMP46D5HLvPqU0qKmLoAiS8oyQWw8HjkirFUQrDEdBRxjyzpYzRQwFEPLvFKOa5SiWMsfzcRrEiaE0fQlDmfxgy2CrL0hwpz6V3ipmoR1kgjNBBYJERQlOR08RFnrisDoxNDN84FBSUqMAzPTVVV7lU1o6d2+X/Ba6JUbUx9W7/K1/+gqpTQ/rB97/MCcC/c9x/n9orCcYuUe+cOWrraBdTUtVqTYWkIBuvJka3vb2dvKosv2V03rTcGW0W1I1DXb58hfzlMB/Nerfob9l3dnYqRRcDAwO5I4i55yyyy/UP/QwOD8v3oY9+7GP1ope8WG/nvv2Nb3mzXvTSl+jqJ16jwxjeGg7zAPf2dubjOJIpnESpXMplrNGvCZz3VA29xEjDGFEs76ompyZl49vW1qYYW2kHYqPrHbJlz3LdUsHVwnRIdNb7gbyAZgMlITAKOKYQgqz3TBm5yj/TfNwYM3Kcm0J3EvfCttV13wUjw9VXX50f5/ooOSkWc7kuvexC+X+ZK7EbjhjLefPm67RTT82/BJkxJ7o4iVi2fFmu366uTg0ND+Xfvl+6dAktSXaKdk7lSkU9jEHMPCujXzuiCjtNBkwNxq9Eecx4FmhXcaSkVJTzrBP3wzppIKf7kdEX57kfGXrKQS9dVmPn7rRPgKwD1wsh5GMcRRHPRTOfJxMsDk1n7RSLCWPSkMfBCwDnexEwyQKx6nnGIqCEPJbFNCGYXzOfkz5lcR0vEgos2Cr0w3QeYy8sPD9cx862wonACFdI1olPhfbu3Yvj79Gpp67idKGcLxz9556eT339ffKdvPUbwnR7JT8zO3bk8nvujnKq5MXHdha23/3Od3TKKavkq5hAPz23/GxEcQzvSt5v53m+W17HY/pVQV7NekWz4iiEJApOGegwU36zWK8AABAASURBVGAlmoEVEtNh508jCGrFPJ1JJiWEBeZbqNYVs0LsjBJ1JxUJA2z7UOahKzHwSb2hAkcmXQxCZ1ebBJeUFbRq4+rl4egqtSkKiSKsWoEHqdRI1Yajq+C4ctBOGbTiFYxbvthAaR08zAmTVkwOuQ8YKP+GeSHKVIiDHAaEaWBEldaVRJpGPBNGEvZUeT70x+KR8rqun5dFmk67HvAXp2LaiKNUcdRUPNOuwyiQBwqUGZYnBzLGOZTr0Hp8MCLyZyDCHIG8oAJ9Nm0BPcRCFvoeK6gQIkAIbYE8tEjaedOIyW+h4LjrnxAPyITY8i/qeWzzEMeSNKUEZ1MEJYMFTgk4XczLM8YvU2DMM4M5RTb+KMvRIM0+SA8CeT5yhjUuRWL4lYoQMPxK6Y8hQrJm3oEQZBKfQp2E4WFguuPLnTeDQIgTk1JYNY8hRdKUeeP8QHlMC6U4UUHEWNBGzPEkI50milnQqiaJhWdGWcbCLEPXok5kMC8THIWyBlnuLSELhCIrVPZ1KqPoYlSDc0NFdkkQKX9lfDJW1idPt4pJERo4ol/xjFjX3nl7gVTF2DUxZMIY+PktOARxUpDTMfLEIaJ+UB46jhGJkS+WFAUpjiIQlFAviWIlpD2nCkHUETRBkKuT3ceBgUPsoCc0zJ39nXfeqa999SvafN998lH2XXfeoRrH8M959vP1ly98rt7ylr/RJz/zz6rVJnIjXUfOYXYkNr7z5s2Tj5dFP3vZhRaLJY5Zp+TXFJ60im3x7mpsdEQNdmWT9NPHlnZg23dsl+/Pt269Hx41+ct269evl/+M7JFXPUpPvO46/elzn6PXv+lN+rs3vl4veNFf6byLLtS8RQs1yVH+wSNHNIYDKGODxByrYsMW+W/sFy5QmXGIcWSjHFV7t1avMzcYD1QjNoH0Qyokkr/9387CpJAk5KX0sSY7QjuqMk4whCA7G/OXMgJ0SOeY+nw6PgP6T/FMOXnUMw856g+o/TYvY7osc5ZSNlPz5s6VyfznYCk2dwe6sfPwlcIQuu7GMbueF2W+J7YDc7oT597T081CpSE7LtdZuGAhO/kDMq+VnNZ4TPzzwsuXLVNHZ4cWLVyknp6efBFQxJkXUESR/rsNO7SkWJT7bsfj0HK5rdzHMO88H51u8kx4YZDZ2TOnM56TDMW4P3ZeRNWkbwlzuEmf0rSJjjNkrSvAp4Bzazm7jLriZXkqbRXaL5GSAnTilcHMiJjXUhDqVcz4JsgdMc+9GHAbIXi8xDjWWSxOMBcn1UQ+LyZCCPmVQLGYyPVWrlyhOI5yPdx22606//zzcfa9iuBnuTxv58zpVZE5vZA55XHwuJmXeM2ZwzakkOQ8/a39n/3sZ/rGN76hJ177RP3xH/9xLmOdxad/ThdyZJnSwQMH5H7HTET3Z4rFp+POK7GAM10LUSvi0A17uoQQZM4hhJxRa5CiEOUdnaaBRIF/s0Mx8Ruq8vDauHR3dE4bJCxHlmLQjHqqOqvekNXU19upKCpKzSqGYkAdrEIq5QqKKyoXjMEMKDaiFcOt5UCAIEETFCGjeIVIKhRjZbELMaChoQZoxqnSQgZS7G9d/lelvRRnnEaU4ZizPN5URtz5Dp2Xh9A4zL0dvB4IMwXSmQFNnk9o2geQImSa883yMuJuC8eftcATnYVM+bMdgmQokkR8BrSkFkS54y7PZuKZeBFXRJ0Thc4DweUGZHoYTPOTMmgcd0iUjGy6Gg8KIou1jSIeSiMmNBxvIUCnDNkoc/xE4Gll/FPlZZAeCx2nNbebayPnhZ5gaJaWCW0qhaCFPA/B0hOA0c1dtcPZ5cwUpbSV8+SDt5oYiiYy5yDeMKjt9lweeHgLPJQhxPjcTEGRooCTZ2cbcPrCuXszXUOwGouyKnS1KFYN3dfoR5M5LQVZfwV4i1fBPGM6w5FuUCqGSyUWvRJ59Nk/zjIdV/4q8yAnGLc4RCw63X5QQGY+899t9/FmxGIkQc4YugIGskAYR9CCGOMwG4UoVhzBC35xBA0COG8a0/kRslhmi+kQr5UPX5WdvJ394OCwdu44qIM4/iaOcny0rsnxTH7saU7Pee6z9fy/+Au9/R/epu6eXtorwFGq4ATrdtzYhTiKchsyMHBQGf3xT7dmUp6Xojs7iwgZfUQ5MjyIrZmCrqludvDXXPMEveLlL9fVj3uMzjvvHC3h6uDSyy7lGuE0zZ03N79f9ynJJLvDKh66ga49tiGOKKtqhA1Hwg4vpe8NxmgKO9ZEhhTU2aC0YZ+KxRL2KUGikPedoeG54I2Q3sXb6JdwblOTk/Juzw7Su0Mb4hSeog9Uzt80k4fURg+B+DQCKZOFEMibflsXeYyskJdnsGohpQgBECZlPvnb2tbnkaNHFKP4YXabk8hz+PCRfDfZ39+fL9CODg7iwCbz65ArLr+cHeipWojjTrG7TRzvUu6Uh9nJu94STgns9L2QEXIVcIpNHG6BeTXI4iFEgflaZpxwvIyh9ZAhTwjoic4E8sy3ZP2hnyKIyAshIGMBB1jMfQ2k9CsF1HYCHu6Dnb14WYc15soUi8eINi2Dy83X/EMI8Emor9xB22mPsUCrcsxvHjWcZY36PkWAHXQp45i6SzK/EALjW8jza9Cazvl2nAWeJYpzuk4WOV4MmafnhnXk76z4T+e8QFqxYmXujJ03hxOrCU6FPAcsh8Mac7DEXDMPO/adO3doaGhQBw8e0s9//nP57+Tf+MY3aN269fIYDHMKdYTFqOe//4zz0CEW11wrdLNosw580mA9+J7eMmWea+7gDKKZMA8atk4oN6I3Ic8RSivIjr6IYREvM82ZQJNC5P9q1TsuNi9qREHNQqRxjOJ4aCp0lKUujhcqkaZCTZM88eyjVYuaapYaKnVWlIaC7CQPjuxSxqQUxxjNpKhGHHDUTWgz1dlG1Eg7rLfCPE9q0J7/S9MsjhRw9CEOkoElCjOIYsnxlF28eLgD8sWUebcdMakjdlcOQx5H7pkwgtaIlerByFTAUTuvQJnjDqd36qkcLwTTgLy8qTg0QFN5Pnkt2laY10H3XqcgrmajwGQvUKdA6DankSk2/Uxei28rzGmQ0ekYWfJ0ziOF9zTyMvJaZceHBcoK8HB+RGgdZugtBwuc1MgXUZmyXPCMhyDL+1hErgrytWN4OjGU3ew6e9j9nwi95Lcwh0k1J5XmMKl8ZeCwtyH1ciTQDZ8O0A7fNsI2wjL8SwbtFZE3jzv9a8hUysszFSkzclryXA/ToFImFWm/yIohIZ7DaU6TElBUpCQEIBWZtkncVBSqytIJHP6o0mxMUTypuFhTGiaYh1VQUxTVFeIGaKpUKaitLVFivTXrikNdCVc0xUZRxXoihwnxuGmasqQgv2rVSQKECqSBn0cb08AzF5j7EU68iQ78ZbEUvYSI5wHSQiFWHMcqYJgj8mLonFeICyrk8QeHUQxtRB0QBULgUCESahES0N+AVCBPSB0s6DPaFLkVnvWeni5F0J9+6gotWzJfJy1eKIYYFiVtuW+njh6oKg5F+QdPQsgU06b74kWJ7Ytl9W460LcpdvJ26lMsAhQCOs4UxTGOqlP9c/tVKiZasXypnvWMP9bTnvIknXrycq1bc4Ze+fIX64zTVmlo8KjKlZI6ujo0f9ECDWEwC0lRIY7k/xZ1Ar528CGJlbDgmMAhnH/xhfLx/ODIsA5gXBsYzZSeVzH8U5TXcBR1NiziFYLkrjOliJDBO4Qov44oYTNLGPMEPdu2up88KVC03kH+N627Vt50GEIQhTnycpLi5biLiMpO74EwTMvBmHhsa5xStLW152PsnbuPhF13GTvxJz3pSfKO/A/+4Gk644zT9bznPU8R+miw+Ong2L2np5fj4lO4hilphGNk/36B58oUO8aIOdTGqUdCv7p7e+R5N2/BAlXIc/9c14tQ0xVx5kYcR7LM3p17125FhRAUMb5SyPth52RnlaHIXJ/0IyPCWyl5cRyLKiDK/VEURUqxAcnMvA7w6uR0yQ7YbRaLxZnFQ5zv+sXL/fM8cltS0HTdWCLudhr4vxpjLF6eh87TTJmfGZd5B2548VBh4ec25zIPp2XN9K1vfzufm93dXTn/rq5Oud7Q0HC+w7fuvPgoFktyHwZZbPkY3/FCIZF38iXmzRve8Ib8uRhk/lZZcO7bt1979+2TnX0Hi1r3wTrxNYHrem5aBv8QlMfa7WjWK5oVV7OtX7XyXI0lczVSnK/RyhINl0/SkeIiDSbzdSj0an+jXQfSTh2KenIcyLq0N+3QvmY7ZRUdint0tNCrPaT3EdYq82iiUwpduNcODdfKOtBs02F1aRgeCj2S6SYKGiJ/oH2OGuVuKSW/2amRunSoHOtoMYN3pINRQQdU1EAGoooGCu06EMraX2jTftK1uE1qxFLcrjr5R9JEA6GkA5Qd5Hj1MLutqWK7RpM2HU6oX6xoP+G+Qkl7wZ64qAfQyiuRByjfHZe0u1DULsIchTLpsvZQti8pwausfYlR0t6kqD3k7YH/MdDenhxt2sOOLY8T7i62aXcrpHw32EPeHmTdk3TCpxN+ndoXd9LnLh2Iu3QQHIq7dbgwR0cSUOrTkXKfDlf6dKhtjg6CgbZuDVS6tK+tS3sqHdoNHBp7y+0y9pXatR/soz1jP+GAgdwHCFs4SPwQMhqOH0S2vCxp037i+5J2+t6ODjp0oGB06lChC3TrcNI7LaPlPB7FOTqao09D9GGw1C/jaNFhX17meeW+GgfgeSDp0kDR6CY0unSg1KWBEvHjsD/P79QB6A9WunW40qMjbcjDXDtc6dXBUo8OJD3ITd24W/sj4vGDMYCOD9GHQ8zjUcJquV8ThW410zalUSdTrkuTjUQT1VjVZllZZY4mkONwqUP70e3+cocOlLt0KOnU4dAudXPXSVvVZqfqcVmjhYJGkkTDYDApaoixGSr2SlG/VJivLOrVSA03kRUkxnA0SjReqqje1atqR7eaPXN0KMQ6ioGcZLGcUr/J+I0XKhopdWoYfY2UejUMz8EEHSQdOlR4AAcZwwPQHgIHmL8HwYFiSQPIsz8poJtYA8i4vxAIM+0vpBqIgg4XSmr2L9ZQ6FBYsFJh0cmamLNQQz192oFzHAhNJe1l1SPpnvs2KctSThzG1KxNqlyUBgcn2bEMs1BqYlKlhYtO0tj4uGpc73XTp5hnbWh4VIe4N5+YJL/KgoeFeVyQxkaHdOlF5+ulL3qhzlm/Rt0dJXW1FdXdXlKRduf0tqvZmFTK7tT3o4NHh+Q/W7IB379vIN/NNliAtlUYDyFgJtU5iXj8E67RS172Mq1dd7bG2TkeGRzR0OAYpxN1+GWK6HcIUrM5DdYB9Esqoi/BJ4oiypp52o7N6SiW3MHAR9ADL5rM65rfA7nTsZDThumEP03sEOIQgvINFzomoogyeqAqzriGky8kibyzb6RNHWWnaAcuXiWcSIYCFi1elP/VxKpVq+R0d87fAAAQAElEQVS/PiizyPEXEbtxUL5C6cSZ+K8bivBpb+9QL8fO7kcHjqtJh91Xt+EFU5k7atcvc0zepL2YeVJgzoyPTwgxlRQSFUARx28H6h2wTzrsrIwm42OZmsyNBrxRoWQdx7GyIPQd5/qUgqos/CxvivJTaEMIMg/zTmm7UmmT+yheljeEoHK5pBqLM6KENZkuhKAY/lIGf8cjJchc4tlxvkPxymjDfQshyusK+mnHnqqnp1tuK45i5jTH+vTDR+tr166DV1GomX4XONkZlJ3v4cOHWRR35O2eduqp8k8Jl1gwuU/m/+Uvf4mTqPP0MuZeg0WXMTw8oklOY+y4Fy5cmMvg3bz/Pj+EoC6uW6y7np4ehRDyxbPTlhnxj709N44lFh+6VUsHb9WKIeMOrRq5S2eMb9LqsXu1ZuRunT12ly6cvFsXT2zQxWN35LiM+OUTd+pSwkum7iG8SxeO3K7Lx+/Uo6C9gLzTqhu1cuJerRi9S6eP36WLp7bqstourRu5T+e3H9FpzX06uTaoRbt+pQuqO7Qy26fT4wNam+3R6uENWn/4Fl00sZF2N4HNM9iiS8c36+KRe3Ux4aVj9+kSsLa5Q0uaO7Wsvl2nTGzRmcP3aN2Ru3Qu4Xmk101u1VnVbVo/tU3nTdyvC8a3AMJWfGyLLgQXtDC6WRcYTo9Ol11IeBHpHJRdCC4YpS/05zziOUY26bxhY6POH7pXFwxvzHHh8L26cPReXYQuLxrboIvQ08UTd+jiydvRy23gVnCLLpkCkzfrksmb0CkYv1mXjhk36eLhG3XB0A067+gvdMnozbpo+Fe6cAgMTuPiIeoO36pLGcfLhm7XZcN36PIhMHynrjBGNuiKoTvJm8ZlxC8dvEMPwlGn79QlM+Flg3cqx9E7dfkx3KErjgDSV4BHwOeRw3fpEYzZFSPkD9+my5gLl47ehpy3glseAi67lf7dSvmtumz8NubPrbp84rbp+MTturJ6px4xdcc00NWVE7fqirFbdCU6uWL0Jl0+ciP9NH5J+GBcjr4uG/mVLhv9FXS/kuOXknfJ0C91CaH1eRHhBejx/JGbdN7IzYzdLTO4ldC4ReeO3KZzR+9k3t6ptfTxvMnNWpfu0traNq0Z3aSzxu/XWRNbderhu7T64F1ae2iDzjm4Qecdw11aT/6aw/fo3MkdOlvDOkejWq9DOgN+pw/erlWHb9XJh27Rin036XT4nJwd0MmNfTplYptWM4dXV7forMktWoO+V+2/SSt2/UJLd/xMi7f+RKcN3KzVo/dozeR9Oq22RafU79dpE5t1JrKdybw7c5CyoXu1hvhZI5t0FvlnjW4kvFdrCdeNkcczdNbYZp01toW8++nXFsrv11kj9xPfqjWEq0e3aPXIZq0evV+rjt4HNuvMqUNacWCTTjmyhef4Pi3dv1/zOY5cOXZY8cB29fcU5f9UZhf3xR//yEe1nGPhelWywz58+JB8fO879ltvu00bNmzSJu74vePPFLGYkhIII4xsvTopO/gozvSHT/99XXftExTZ8YO0Pqk4q5OuKw4NJVGq3u5O+dft+vr61MH9eSe7vqCgvr5+9YOIOGw1NTGZO2bvhm1Yly1frmc/5zn66Ec+rr/929fKd6VnnrVGNvJJkgifpChS/rJBNw8bWJdFUazW7hR/BU2aH2mnOCISJnXglvMwy3NCHj/+Iy+jgVZpCIF6ISezoyMhtxsyyUhwsna0g8ND8ulOwJl1cbxrXVqmmHSCQxMvO4cC9NaJnbsdSINdrWlGRkZlPkNDQ+ilmPcnosM1dry5Q0cB/k6D6OAoVx5e0PjYOEVW9zOECKfWntcN1Mugj2nb7dlJu1+QqonDzoi4Lw07N5zlJIurMRZ7E5MT8pcbaxxz00mcXFUhhNyJxoWYrEyuFyED3YFXSrqZw2159255p+DnMfUu3G1IQRUWJ+7PdFoSec4PIeR87HzNO0XuEU52fIRv2YeHh/O/ABnj2Nxx63KIvDK7+/vu24wTj7T6jDMkxtRt+ijeX9AzPzvrBvr17z7cdfdd8hdIx+nnzTfdlP+nS494xCP1h3/4hyy8xjV49Kh27twp63/79m15fOeOHbk+SyzWttx/fx4PIcj9EC/PcS8o7Pw7WQCQdew9M1Wn088o7dXze4f1isVV/d2KKb3t9HG9e/VhveuUrXrX8jv1/lV36qOrN4Db9ZHTb9PHz7hdnzzzTn3mrLv1+XX36vNr79Hn1tytL6zbqM+csUEfWnKDrl+3Sd++7Ki+94hJffdRdX31igP6+NrN+qeT79b7T9+oz112SF99TKavP0760Nnb9Jm1u/SNK0b0pSen+uxTpc9dlcJvTJ8986A+c+ZesFOfWbMdbNWnztiij5+6WZ8+c5s+sfo+fXz1Fn3hvEP63mMa+u6ja/rmleP68sWDuv6Cg/rXc/brX8/ery+fT3sXHNGXzzmg68/aqy+ctUdfWLNb1585jS8S/yLxL67erRxn7tEXjZn09at36Yvg+jN26vrVO4mDM3fpS8j2pTX79eUWzjqgL4OvrCU0zhrQV9ZSnmOfvuxwPekcpM8G6/cil7FPXzqH9Ln79ZVzqAe+apzr+AHyWhjQv67ekePzZ2zXNEgT/zfk+4LldF+MNXv0Jfr7pTV7ZXx57b5chq+sg+faAX113QF9bd3Baaw/pK/N4OtnH1aO9Yf1DfBNY91hOfxWK77ukL5J3W/A4xvr9sv4OvGvnQ2/s+ELvoq+HxoH9dVzDutr5x7R1887qq+fO6ivnTesr50zlOOrhF89e0jG19ZTBr4+g6+tG1Qr/lDhN84e1DfBt88d0rfh++3zRghH9e/nj+nb5xM/f1jfumBI37zwqL5xIf288JC+fhE6yHFQX7vooL56wQFdz3h8gfBz5+/XZ87bpy89YkTffnxd335CQ9+6pq5vXVvXN6+tEWb6t8uH9aVLh/T1i4f0rQuP6FsXDOjr5+/TFxjXzzEHv3wVtE+Uvn6t9A3wiYuO6tMXHdDnLz2k63kmjE+evUffeVxd33p0Xd+8qqYvXz6e4/rLRvTZCw7r0+j3M+cd1ucuGNSnzz2sL1w6pusvHde/XTyqL18xpa89kjo8A9cjx7/Sl89esF+fPm+PPnXuXn3ynD0y/0+e4/g+fYJn4xPw+yRj8Cn0/8lzBvWJc45CN0QZOGdYnzh3RJ84b1wfP29SHztvSh87d0r/cva4PnjWsL54lfTJC1PypE9fLH3xkdK/XSl94HLphZes1qMuukBj7PBGcSDjoxOaP3chjrYLZ1DUwYNH8m+A29l7JxIVJDuZOk6gVm8owpi1YZgrONgCFmvlycv1ohe9QJdccgHOu6S0NqWUI/VYqSKQNevs4kGjpu6udtU4HZiYmMAxSJPjk7bBKrJwGBocVJGdZr1WUye71gmMrneinVxFFKJ4mo4TuWXLVujRj3mc/uL5L9ArXvFKvfzlL9ezn/0sPeEJV6unp12IJwWpjqyVcgVHk+ZtOT8LKRI1Sacggw5CHfc6QXYI7NhxFi1KSEhlCmE63zqxI8pwRAFH6R29Hb137nYo3b09tJupjN68462xEy6ye2xvb1d7e4cWLVqc3yGb//z582RHNH/+fHWxk+9hp3rPPXfLelm3fr3qjTptWx1ZHrezSmmziMPxODmc3nlHKuDMY3QbQmBx0wBNZJbsJDO4NHHkURwp+B80vHO9uC9NxruBs8/7REHEGOT1MimKY4k6pjFK7LwLhVieL0lSlHXv0wi3nTBPMuQzfQghHw/rK0NXLf5l6mfQGCFE8gtSxXEkLxyiKMrrmVeFUwKn3S5VkDfNj9Adn5qakvUdI9/AwIAuuugitaFjH7cXi4nM030YZuHV2ztH4yyKPEYu37jxXtqKdf/WrXr+85+vRzziSv3iF/+l+++/X4ePHEFnCWJlLC7naQ73/B4zH927rRUrVnAiNcGipMmipSKPneWbN28e9HOp9+B3NDvZ3pA6m1JPKvl+dC7x+XVpYU1aVJVOmpKW8Jwsm8FSwqUTkrGMcPm49CA4D5wCj1XwPI0BO8MgfXo11Sr4nUobq8lbQ3gmOA3FOb6G9tbC/yznBekUaE4E118FzUp4noKcZxBfDc5wnPqn0/5pyHUq8H8HewptngLvk6FfSX9XQLsC3ssNlLEMLKW9ZWhmmcMTwOVLKXe4hHKHRk5P/WMh8aXwNZbQ/5NoLwdtL0aGxchnLEK2RWPo2BglnMFCwgVgPphH2VzQD20ffeojnAN6ibcwB359M+inn/200cJc4vMM9DIPzKU8B/Qu6yfM6ziEZ95GKyRvDvRGLzx6qG90049u9NdCF+kOytod0tcOh7Pg+fVroPwYvesY8PQ87ER3RhdhF7rMQ+Lds+C52gP9w6EbnoblMxzP6cnvpf1eZHbf3Od++jwXWN/We44RaT5YMMyzQLiQ0OOSPxOMq8fWY7yM+HKwrFnTSY0JLaqPa0F9VPObE6Cp+ZQtBIua0mLCkwiXgKV1aRkyLK9KK4wpaSWh5/Wp0J3BHDuD+ZaHjqOL/DlCD6spP5PQWEP81wB/P1dn0saZ9DcHdGfC40x45SHxNcTX0sa6WMqBjVkLzipKZ5WmsZbQWEeeac+Cfg11/fxajtUt/m7LoE/nI9uC+n3q7e7UnsFRjXCtNqWiDhFvZpHWrlmrM7knLnPsbYOYRDHOuRMDGbOLbCqKgwrFWFGEgDiCBXPn6rl/8iwtWbhAnRwFR+yQAserdnb+uV3vWpvNVHUcSpY21NPZoTaObudw9GxD2NffpxIOL4oj9ff3S7CdC087oQq7smmnWNPI8Kj2cbzvo1gf+9uRuKyrq1snrzxFl19+hZ70pKfon/7p/XrDG16jl770hZpisZFaFpgmGPlCEisjHUcRu9BC3geak+whxIsEb5IZLpC0360y4nZCLggBKuejyxCIUxbBM8OVu9+B9vwmWzWO7Ws45kkc+5IlS+jHCCcgo+rp6eH4eI68468i56233sI9/Mn5fbKd2cjIiAzvogcGDuBkCvK37Jvo144pwDzjTryb/luEjH75lCUOkercIUcIYP3mciGr9RDHhdxZUnW6j9SnCEpzc64Ugh0xPYEfqbzdIuOaJNP68lial3XhPDt279I7OzuhTSQU5HQXVwquZzrLYVoK6W8ip/0nksPsvFvj2GAupZywmD6bWQDUanU16K/HOY4jxTHjh87tZGssBoc43Th48KCGhobQ1SjzqKRTTj6FOg15974Vhx1CYNFRy/vd1sYV8SjGWyE/Yrce29racsfsuTc4OKQf//hH+utXvzqfi97Bx+isvb2NserVIAtR0/iLeV4U7N6zO6fLUOL27dvln1w2P1/XeCF72mmn5TJZzrvvvtvdP4boWMwRHkzNRp1Mo5WH8VELznPcoTE7fqK081owT8NphxgjLvClxnHtzU63+Ju+BddjIPK65mV6w/kYM7g9+G1amflNMwAAEABJREFU5xumMa35YliFM3tYmKYF13k4tOiOD2fXsbz/J5jeNK3+OrTMhvtwPNyn3xSua320NORnz/CMMGIKWnD6eJjWgOzY2/weCiY6UZnzHwqz6S1vC+5/C+5vK/5/Cq2/2TC965uv22rJ4X65v63+254YBQgMHJ4qM3GC/G0exmx+5jk7z2WG223J0Rpf57nMcJ3fBq7Tgvm00GrDofNaYSvudAvOa/Fw262481twnstaaYfuo+F8wzSGywz4t2NQ4+Y4R+lNjsznYJoTZVFBwzjTezBIuzji9zeVh4dH5C8VtdTvsMbCv4Cz7+7q0NKTFuv5f/FnmtffqwKFKQ4t48gee8zxfj03sE12hLLhZlcfsc3FXmOYj8rG0Ia7yjFuwPAmSaIjh4+wmGjg0PfJxtN5ccQCAx4pxjQuxBjoToxnMUeMHEmxkDvTaSeR5m0uXbZUZ511luo4Ci8WEpx8A4drB0VTsuOwozBP4Qjy+XL8h3U4Ky+EkMtkuVwHcdDbNFErz07O+e4PXc1rJ0kxr2fZa5xkNNC9ZRrm+NkEURxTLnkRMIUuent75T77b7V9tdHT0yv/sI4djPtjB1bHybluoVBQfjyPUy6Vy2RNO+iM9BgOLY6ifJdZZczcZ5+Q2Mn6y2f+YR2PrcfHenF+xjhF1LFAzgshKMbRGSGE3Fn6yDyOIpnOfUtYAHR3d+c7Y0jQbUN2dhmK4K2Y/omX+bt8ZJSVOZqTAmNYzsvb2KEnjH8Ikdwn13F9y+Z6BU557PCd7/aPHD5M3ZJqtaqsc19x+O/irVc7WLeze/euXN5169bli4sQAidVB2SZp9CHd9qHWCS4zR/84Af6yle+wi58nl772r+TFx2uP8CJwMGDB3TTTTfJjtqLzNFcfrFLn5fLMM6pUz8LVO/grRMvHk7FwZu/FyG7du2Sd/2WC2GPvaNjMUcCHw8HU7dgOscdGo7PRjzDy3kuJ5m/PVedfijkRDMfLRonXc/hbDivxf94WpcdD9d1ng3S7LAVt4GaDdPNRovOebPpHHeZ4TZaaMlkGR8O1tWJUISRkRC2UCBunIj++LzZbbqslXbcaKUtZyvucHaZ0y43aPpBb/d3NlqFLVqHvyu02nL4f9OG+9eC+23dtmCdt/TfynNoOtdp9d0ytNCSpZU2ndHKd+j0bJjfbLiN/xNc33UcHg+3YTjfNK2404635PY8bsFz2HB6duj48XB983EfHZqv22mFx8k+ha2dGOWunpV8xk67k12h/+RrfLKpRiMVG73cFPtjml3EEXyQd+odlaLaSwV28PP07D99hnp7OinDwXAsX+W+vjo1oWqVY3l274Fj8iZO2vUKtFNgx6vMwiMwhndiclJRHGsKg23jW6qUFWacyAR39L53ncQo29AXoCtzNN2AT6mUsCtkxRIydm5ub5JriFEF0gcPHZAdVYgCi4Iu6BoY90Qxi4QQgjWUG+iCHUueEvWcb+jYK3Pnj6XMEpn9tvci346oBTtFx6VALfMxqIPDFa+u7i65D719c/KFUwe7X0Hbw5G8Hbd49XIUHCNjld34FLt/7+arOHR/X6KBDu1M2js6VCgmKiB7UiyqzIlHCCF3lnmf4Wknb4dXQld2PN5xO279iZfLHS+wSIijiBpCRx73Bk66bjYs0lLyUuJZntdE5zH6L9JmBaeMGihv5uVJUszbt3MPIeT31JbXbXrsI8ahSD2aVhTFM+VNebyr9NPH6UVkTVgwtLe3s0gw2hij4nQ/yY9p2+WmDyFCh1XmWC3/PYE4LuS83E+36y8pitePfvRjLV68SKMseA4eOihEkx23Tx76+vryEwDPeZ+kNDlNePrTn66rrrqKxe6Q7rj9dvmLev4p4X379uU68D3+jh3b8z+z++Uvb9DWrfdrP2UhhHxh6sVOCEFeqCWMj+eDdezx9QnA7t27keqBd/RAlFg6A2v2oQBJ/n6o8tn5JmylHW/BeY63Wm+l/UxahtlljhumcdlszM5z3PCcN1+HJ0IMM8M0s1EgvwWXH1+XYp4qniYilsFtOWzBsrdwfJ53Ng+FVh3zmw3zcB3sC/ZROR6O1vSz0aJtheY1G6Y9vr3ZabqZv4/Pm512PCc67sP5x8PtzYbLj6t2LOmyh4J5uOwYMRGnfxMcP6ZOt+rBxn4hh/VkvXu37UW84bjzZmO2bi2X067bwuy046Zpwe26zRPBZQ8H83C9h6JxWQvuo+e55/RsOO94mLZVr8XbbbXgPhhOu9y0rbjThnkY5j3THieQ2rNvr0a5o6/hoOuNKYxqIXfwDbx8hjGVIoxjhDEPyg02Di5jxz5/Tpf+4MnX6gV//mxOAzqVsKtOyU9xSl40NIkbgYczUCfFSaTeWVebCuxYA46+q6dD/iW7mJ1aUsJR4OAikBSJFwsqsjsN8G1Sv1gpSUHIlmLgp+TdqXeFdeSO44j8Js4jySEc/YIF89Xg9KDKoqOQ0IdIiuDlHS3sFEfuZyb/ZzdRRCFyihc2Wi53WyRlh5iH/shhZWayAXfSYQspVxOmDyG4SL4fT5UhW6YC/SokBYU40t79+7T/wABTOsOhDKuBA6+0VVRDXjt3O4gDlJtJgFXK7n/btu26iHtmH1fPnduvIvryz/NaN1O1qdwJRRA34WWHVWUcfFQ8xt2z/z+BSXacPoXxDxqhHuXXKdCkHIm793EU5d+LEPK6/1WuEVIcn9NNxs5foPNpQs5zbCxvz2U0iZj0kcVMTN9IKIRITerGOOYG/K2x1POJSEQ7rtdEVw1knaYXJwETON1hnHU1120KP9NIgR17LYfbttP1376bv526Fwrm6XE9+eSTkauWL+icb6e6bdtWPfaxj8Xxzsnv08eZ60uWLNXRo0fUzlH8KDtz79CTpKjHQbd48WJt3rxZN974Kx0dPKpNm+4DG8Em7ui3IkeVhcNJevSjH6M/+7M/12WXXaY1nBr5f3O8mPHxiYwXY97Re0GxBV533HFH/p86+bsnXV1dmv2y7menHxxHYYyH9fXreDDlfy/V4n987VZ+Kzy+vJV2edpK/A+HbvuhmnSZ8VDlJ8o3/fE4EZ3zjqf776SttxZc33z/O3Dd/w5abf82odv578joOsEfDwHzbcnRhMZx580G2fmz4NBwmcMW39l1HDfMazacZ7juw8F8Hw6tNh+OZnaZ6f9PMP1D0bjseJh2dt7s9HHxsUlpcHRSgyMTipKSxibH1NZemVYnxjrDyE6rJSjFUDdx1HV26QvnduvVL3+xLrv4AnxqQ5l37dTKcFQpyHAMMU7Vxqler7IzZIVlw82Rdb2Ok4ZHltU1D4dlkUIIudH1XW2NNmykuzq7ZGPpnaMdnfPsAA3vmkrloubNn5s70JRFQ6nEMQ8eLCnG+e7eR6kZMhfYsVbZMdoRJMStGjtDO5lCnMhOLW1mFtVF9NgSZdMh0cwEecn0xwPJLM/I6Hce4cPx/BqAeP6mX014iPP7lOPwweFB+tSWf1PbDts0dlZ2DAsXLFTCgmeUnad/0CdFdu8WvZO0c4KV5s+fJ//SW/vMjtd14zjK75bdTzurjvYOxorlBYJGcZzztNNv4HC9q7STTFk4pIyHde1j7yqnB9OoKqaOeRVZbBVZTJSKJXbVZdpoY4za1dbWrnK5Ql4xp43jgqIoluULIaDPTHHOI5Z5RFGgPFAecrmsLvfHshgTExOUTbs712vH+frP7srs7n0aYB52jpbJ+dPpbuSp0E6BhcFkLs8hduvWlU9AxGvHjh3s4sdoM5P1kiQJTromO1/L5P7v2LFTd911l/ynjF4MLF22TP/xHz/A0W/hmP1wfky/bds24vkPGunKK6/UpZdeprPWrMmP/wePHtWC+Qvy+v5mfcz8arB42bp1a17X8oyyKPLctfx9HO07RLxj7+meH0v+D0Q8b2fj+CZPVOa84+lmp11+PGaXz47Pppud//8t8dn9e7j4/0R//6faD3TGIMjfjh+PvOB3/PFQ/W016/JW/P+HwmoqjYzXNDg6pjs2bGCXuU979u4R/g97HOQdaaaQ786EM8/YPZ+ybLH+6gV/rnlzepTgwBIMeYYTSdnBZzgPO0bvBHMDhnOrcyfexME7z7vHJny8GPCfzR1lVxWCJ0SGUR5VJ87dR6p2inZ4o2OjsrMJARlow7wj4m4nxplMsFsNNJTiuNxOAxnG2blGcSTI5A87+QiiIg7L99g28uYZ46AC+XYAIYqUafoVAv12wmKR5TYJfu2NH53OI2Iao8UkBHhQav3hckWSolRT7JIPHT6U96nJjtZ9bLLzPTBwQP61PDsfO4YCDt+LmXacdhfXKW3s9h0OHh3Mnda+fftzfVW44jCteRVxzO4/zaqIU2vzcT6JEvkuK3CiYIdXQg8piwjLW8KRu/9RhLyMVZMFWsv5O/QX5BrkNZExoxx2+dvxlLF2IkbXcRw7qpQ+pfB2fy1XsZgoitCt9QmF+aToq4BDjONIdoBx5LEKsoxtbW1QBRZqk7Ie/Hf5w8ND02kWQK4fQkCfQTFtTi8SQv7lOKfnzp3HQkNq4mylwA58i/7oj54uof18HkSxVqxYjuM+qnnz5kMhXXnFlZqLA/Yd+je/+U1OFUa1cePGHD49WLBgQX6Uv3792erm6iXnxUnIhRdcqPMvOF++RvHiwvfwPub3D+XEUSR/f8B38j7q9+JiiuupFJ2VWMAg0LF3dCz2/wmRgJAGwcO+TdPCwxH+JjSt+qZtxf//4a9rwPpp4ddL/+9zZh7i/3tG/w9z+E3ksl5+02Z/G1rzdPuG47PhvBZm5/9Px+lPpVuav3iBSty3+n5++7a9unPDPSoksXxsn8lmKOTH5Hbq551zpl79ypfolJVLFHPvHjD+Kc41YMByJ46BzYgHjLnDDAecktfIHT07f+g5AsiNP/Y6Pza3oxEm9yhOzLtcG83ent6cxjvcDF6dHHd2dyMs8RQeIxj9BnztjIpJEeOesVurq0Y7hSSRFxV2CpahTl57Rzv8gpxusGBIcUY22HUMdhPnJPjKLwtlOD6DVtExmla+GEQXQo8qKSY9U+bATt6wo5dpIPLRrZ2h+7eXBZV3gV6YNOjLeeedL0HTQz8jnKB3qD7RcP/HxsZxipPqomx4aEgrli/nKLpXlt0OzDxMF4LHSyrh3NN6Q2Wceoxzq3AFUiqVZQfb9PggT0o4Mjwi856c9NF/I+dnvTVyHTXZDSM93YIcx1pQCSdVhleZHb1RhH8Ef/GyLE3Gu0FfLIvbsnpc3mSx4Dy3mTF+SVLIZckg8C7Y8qfUNa37k+Xjo7z9EAJyNRXoW0p+icVJgUWL26mycGp6EUJfkqTIaUk7C6GC6szJKqc4IyOj8nG+65XLJR1lB3748BFOJSrs2jfr5FNOVv/cuRo4cIA793u4RhnSt7/9bfn/hfAd+5VXXCEfyVu+Wq1KvTZOVE7W6tWrFcUx1w3juWweJy9aduzYoYH9+9L2qNIAABAASURBVHXw0CHt5d5+P1c0XowsXLhQp51+uvxFwWXLlmn2a3rEZuf8LuMM5m/EnomoFlxhdr1WvvMMl7fQKmuFznfc4fFwvmENODQvhyeCaQyXzebjtNHKc9wwL+e1QsePh8uMVr7ruQ3DcaNVdqLQ5caJyo7PczspmQZB/nZeHvm//DAfw2x+U3lMa7je8XD+w6HVRqve8bStfIetMscNp1v1HTda+Y4bx5c770RwPeNEZbPzzM9ojavLnHY4G+ZlOM/lhuOz0SqfnWc6Y3ae6QyPt0Njdvn/cBxfoJ45fWpj57hg/iKOJc9TsRQJ26qAkw94qpjYiiUn6alPebxe/KLn5X9jn3L8XveRPAa8wVH9dLwuxzOO0V0/zRoYwWnnnrKLb6R1paFp95hD8M2ADbWdgo33gYP+NnQB5zOWOwLzadrp4IzH2L1HMQuQTGpn55di3EulEvf1VYUQFEWRCpRPchRsJ2DY4Mfk1XDoDTobxXHOd4JdfwnHF2Z2sjDQ7FeGAwoKeZbjeeT4D+TgPZMbckePGDO1lPcxIyOFlwgFu3s33qNx5JvCCfX09Mi7SB9f21FYRlfyvfAYx73u2yj3x0c59XBfvv71rytC3sGhQe3es0ctJxJCwLkl6Gw0d4zubwjIA7OEnbPlb6BD6znFmVrPDuuctMQ4TOsNcuRPqd9kzBgjnHGKUxU83EF3oVWnzsKpiTNvMvbOM3/LZedd9iKAMQkhkvk2ccIhBO7NG/BtiChhUzWuZ8a5K3e9OnL4JMJym0eRRYoJXSYF+MRyuftifnaobnNatjD91wQ4Yf++gBcbIQT6kVIvyM7eCwDLspNjevNuIHvMaY7/cxtfC91wwy/04x//WP/5nz/Lf8t+0aJFuuKKy/XIR16lQlLQEPo+/fQzdOaZa7Rw4SIV0JkXYSMjI5yqjOXXMP4mvv8Eb4hFmL8XYIfvq4dFixbrjDPOkK9mQgjQj7KYGNbsVzQ78TuLM/nysbThMZq0ZMyOO52Rb1pLZZDM3843XJZnzHw4z5hJMl7CbkwjzGS6jRaN88zXcDyGphV3OiHtt+s4Pbvccee5vAXzNZx26PICCYdOPxwgk3m22nfaccP1nXZ9h04bjp8IlrcF1zFaaevVcNr5s+s7fTzcjmUwHLeM7pN14zzXd53ZYSveym+lXd91zePhYL4tuI5hHoZ5Go634HLzcx3HHbb6aJoWvcMWnG+Y3nB9w3muXyRSAo67jvVlOsN5pjWN9eA+Ob+FVrlpHIfNsbloXi06l8+u6zYsdyvf9RyfzcN1nWe43PwMx1tw2rwczobLW2m3YxrDeS77nwBtcVWu2lRNou0D+wd0z4a71JhKFeNYYwx5W9LQYx99gV70omfp6sc+gh0iRrQxpQynLRx5XhEDkjt4nEg2gxTHnmHkbcSbxFMcRxN+dY7+U+ibdiIhUpEdoR2uDbKNb0q7NtY1HLPHKYXO8Sl2bv4hlSY8Qwj5jimEoNwBcb/exJHFkQci4OwTHF9JEekYx26eAWYBJxlCkOmKxTLOICM3VhSMSA/9yn6tyDl2NkYIQTBCFucGhci8HNf0K0iWI5CqsnNu4NhWrTwZvVe1b8/evF6FY/af4GwG2XEOcCx/YGCA3ecgR9JDhEdxDkNawBGyd97z58/XYpxRO4uzdu7qWzKYR8rix4sD66zMrts7UTvPiL7bWaboUwgbRREOyw9MQA9NOZ1wEhJFMbJGwA+DVGIxFEEbxxE6Lebj5UWZQsjldtuGx8zwUb+vRyiGb5rzbeaONZpx9mnu5EdGhlmYjB1z+jlP+RUUR5GsK/FKkgJtJnlbzvTRvueAx91tRW4Iuk2bNsm6cHmNRYQXddbVKezYq8ydmHmwaPHiY9+Kty4tw/ve9z7ddttt8hcfx1lI+hfwrrnmGq1YsSKXz6cB/gKk+VZZnHlR5tDtR8jpk6Mq/JnS+e7e5VEco6tE/kuSLk6ivIjrYVFXZAHjfnoBh8jH3tF07Hf8mc3ib4PTIN369rLjhvMNjEH+d/GOQ5a/A58tHrPjzjOd4XqG8yC3UmxYjvFymeu6xy043YLrWI4WLF+VzFY9og/7Np3lcP1JKI0pwoeCebsN08fQub7lmi3P7Dgk+Xt2ntvDfsp8HM7G7DzHTWvdtJAzm/XhfNOYh2UzLJvh/FZoOU1rWBbLbDjfdA6dbzjeartV5jzD6ePhNsy3JZbj5tOC06065mt6wzI7dHmLdjYPx1v5pjEP1zda/bRMppsN582G6xnm4T4bpnee22/Bddxeq9zxFlo0btuw7K4/m6dpnTaty1p0znN7s2Fat2O43HD7LcxOm9fs/Nl8fodxi3j/ffdz3z5PXe1dGhuuqoy87aWCVi7r12v/5sX6X0+/VksWzVEpkQrcyQd27BEV/SdsOSJh1JvykXzK7j7DsftP6yYmxrDNqVLo6+Q3yJ/wT6dWJ1XD2dXrTeGXFELIjXSVXVkbd9E2yjaIdXaOCc7Hd/YVnFaGdbWRTKlkR2cax0OI5HwEUFCkmN1aIKb8FTA3mUIgtJPLyIQ+ryfy4KmZMEjExMtEgDok5HYdHg/nGyG4ppSZP0ROma3DAMc4iuUfGxLl27bs1+aNmzTKbnCSHW3CjrvCLrjGwiZAu2f3Hvn3C+69516Oku/Vhg13suvfnf9t/TinECEE+ejZurLjtlN32GQR5Z2u43Z4YaaPMfzt8EIISDb9jjx4avU9U4pcytOSj6frnHx419tkUZWia+s5xnkV2Mk6jOOIRUIMEhxakbCA/os45GJ+dN7e3pbHY+okSQH9S45Hkccmkr8/0DXzvYMGC7QQgsKMvJbfP607hVP1jn+MKwvPA5dPI8CrACKZn+l8j15Gh/5+h3fTDRYWGa36tMSLDzvfe+65R/6CnPvio/Mhdunf//736XuTHfkuFlSDuvbaa9WFY3a/V606VRdccIE898zDejHfgYH92rZ1W77wcnzX7t0aGDigvfv25gsyH9MnzFkvFPzFPV/NeGx9V1+lT27fPDXrxeMzK/W7iDKX0cc050Bgo2UnOEF8HDhuY2uDZ9i4mY6i3FE73pLS8dmw0TI/17dDNS+H2IMHOXjzdNkYTB26juUimb/N03Vmy2M6w/lu32FOPOujxcPlLVlcxzKY1yi0xghhC05bDsM0huWDJH9bljzyEB9uswXXM5w+ntx55lWkoB2UQQzcd8vqcpLH3u6f5bZ8PvWxvB4jh0NQWV6Pj+uZb4G8ZAbm6/zZfK0T57mO23Ro/ieCx88wjevA9kFvt+cM99VtGObpOtafZbSs7oNpT8TD9Z1vHm6nVc/jZT7OM0zjvpmP23Ceyw3L7rR5uH+mM98WncvNz2nnm5dD07b4uV3D+jQst3nPlt39cxvm5zLTGOZhmOdsOM9j4dB8zN9te9xLELp951suy2/+Ljco/p2/aaeAY5wcm9T2zdvU21FShAwXnrtWz/nTJ2n50j6VmEOJgpoYqho70hqh/0TLf5Zmh5Pv0nHitdqUUpx6jV07tptj0ymOXGs5Mnb0SSlRk1MA/0lYAweSYnwi2q6xA7NDqeDMHbehjeJIdfJtpO3AmpwU2Eja6Jt2DKfnMISglDIbYSPDw9rI21lYd1a7wweBPjsdQkACKYQZqpkQFgr808zLPGeixwUzjGZy3a5pLZezIvgZcR5GLJSKioO8HpK/t3DqqlW69eZbVJ2Y1P33bdbt7CxvuOGG3MF7wbOE65ISO+o777xDIQTtYfdvZy+knpqq4mCT/Nvm7W3tqlTacqcbo0/rLEPfVXaaMXq03mgVxxiDICkIdjIfKVCvoDoLr3F2tHEUy2WGF092vO5PymLggQVAis6nMd1OlQVCXZNcSaQeV2jN1/ydbrIIcV234fH12ERRYH64XlX+PoHbSpIi8kX5Lt/tGx7bfDxIRFGUt5vgSM2vxsLQPN3fOotCww7fu3Uvhu67z7v8ttzBi9fixYt01VWP1H333afrr/9i/udz99y9SVdeeYX+4i+er0WcklzBnbx/xS5Cvh3ct+/ndGWIRYHlzuibZYjimIXaqA4ePJSfEIyOjsrfm7AcduI+cbEch7ind57ldf9ct8aCboDTGsQ59o6OxX6LyG9NWp+ukS6TGi/+G42+8s0ae9UbNPbqN2joFW/QoZe8Xvtf+Frted7fatMTnq1Np1+pPTZSMfU8zzEKLKJJ8HbaBrYNXtddpz2veJt2vvr12vPKt0rPeonqXdAEYJoOaXQF8Vf8vY6+6r0aevl7CT+o+uVXqume25i6jZnw0P/6PY3+9Vs0+Jp3a/T179Loa16vwZXUt/w2lJaD5IPelsf58KtVKHnCYzTwV6/W3le9TnuRa++rXk/4xhm8Sfvo+75XvEX7Xv73OvCSt+voy98jPfKxPFbUdTs1QrflPhgk88KMiEGQ/039EWnsNGnqpa/UgVe8XgMvf532v+zvtO+lr53Gy16rg89/lXZd/XTdy/3N9h5JRWDH0eJPMuftsCSlZySqvvrN2vHqt2r/K96okRf8HfL9nQ688rUaePHf6shz/lrbH/1s3bPyAh1wX91v685IYFIGBUAfapSlT3yqdr3qPTrwl2/RwRe8UQde+FB4E2Vv0uHnv171C6/UZAyPVl8dGvDz4u0IcuoZz9Duv3yfdr3wTdr74r/Tfvq+9+WvVePZL9e9br+lN9jIcaPFs4renv9c7f7r12n/K/9O+177DxL929YGsekYx1wnHotO9PuMV2v/i9+ugy97h7a9+kPSHz1Lg5bF/Oi3/1c2XfN0Db7gLdr7V6/Ttle8Tltf9fcaXgg/y200iTekap80+ty/Ydzfo30vfo8OvfQfdZSw8fw3a3gRNMPAtJPSFP08RL+OvPjNtP0Pqr30TVI35Sk4/u02xqnTLu0491SNv/V90udvkD51r/TJTdLH75Te8CntWL9Gdc8Dt2E+husez+//Jm1+xnE8SknCMfKU+rmrL8WJHnnFufqT//VULV+4WFFNyqaogDIDerKD999f24D72NIOq1lrKMIQ+4g8xghCnRvsYjGRmwshkA7HjLRpEoy6sqCS/5e/mS9O0RKLgoYaOIYQgvzN+GknJTXZ+fkUwM7c9X1MPTI8jJNKcHgFxew2S+WSonjaGYhXFEV8zrw9f2ai+bxznDaEFwlhppC4iGeE03KbCKmcmI4+6DPPhjbI/8Sn6GNTXpTARiGEXC/+nkMTR9TXO4e0dPTIEY0MMaHSTKP04ZKLL1Z7W5sWLVwof+HwpS99ma7Dfp500knsKs/P/+MeyzR37ly5T0122r4fttOwPtxeE53Z0TUpCyHIDsZjZP0V0I14xXFE/ZhYlssWQkB/6I7FAZkqcY3SoL6daAN9T01NKaYsZSFlPuZtOJ0iu5TJDsyOrBDHUiAHfaQ4xFZbURTTZpQjhKAYOkjU5IpGvGL4e1zNN2Nx4jLXtwwhRCoik+s4D+7afmoQAAAQAElEQVTK4O245SkUEuRPtAOHbPq5c/vzv5M/evSI/BsLPh3Zv3+//Pv0PT098pcd/ct2H/mXf8l33+vWrtU73vk2nXPOOVq5coVOPfVU9DYh7759CuJ2KpwwpfR1YmJc/o37nTt35b9OeNfdd2sn7Y5wBeEFkn/k6GLG0V/c84mB2/Mc9ZG/wyqLY/fR4djYGD1/4B09EP0dxjJ4N6UxjHDhuheo85q/VMfVz1fH45+vnmteqLnX/aUWPOUlWvT7L9Ppf/X3Ov1Nn9ZJb7lZ+pPnaxhjm/8sb4CH+RjEc17nX6dFj3+hlj32L7TwCX8pPe5PdLh7gUQ7gkaRFPWsla76Y7U/5k/USXn7456r6vx1qocZfjZ2yDY1KVXWXqfOR/2Zuh/9PHU++rnqvPxZGkvw9DZCjRl6gmNv8zCcgVxVh+c+VQt+71Xqe9JL1f/kF4O/Ut9TXgheAJ6vOU/9C/UZT3ke4fPUfd1zpaUz8rgNZDl2kgFP5rm5PhimGZGm2i5W+TF/qjlX/5n6Hv/n6n/C8zT3mudr3jUvAC/UvKe8TEtf8I9a/eZvasU7vqfm/3qxjq6AVRvw23136HboR7ToMSoxLn3XvFgLr3uRup78l5rDeM1/0gsZnxep7w9eqhV/9Tad+Y6vav7f/0x68gt0pAAD86G+YuIO0fsoMkbnPRq5nq351/2V5j35JZr/kHgxZS/OdZUsWqMqdeH0628cQr2D7Mf9uRY+/iXI9Fda+GRw7Us1h74W0MOhYr/ysddxL/fRQMaORz5LffSz7fHPU8cTXiBd8QwdqUNv/ZvG/SlLjfP+RuWnvUo90HQ/9rk66VFP0uCRQ+oyjfsJvRc0uvDx6n3qi7QIWZY98a+09PEv0kiZVZj7YVqH8B8vSp1XPZG58Uz1/t5zNOf3nwv+TIUnP1fVs56ufNzRneftAGHXtc9V17V/ri7GtPiEv5Dcd7eLqA96F6XDJ0vlF79Vy1/3ZZUu/iON9qzRWGWlxju4B5yzSjr3Gi3/m88ree5bdYi+KYGDJ6xlc39J5nPN8j4cTPffwNjYhDJ24sUkVl9Pry48/1xVSgUloYCiA3f2Da7jU8VRpDg31kGFQqQ4DgxnRoupGjiyJrv6OjuWOjtxH2GGEJTMGGMbcBtfG1AbxoOHDmt4ZEx1FgkuszG3UygUCrLDgakyDGxGYUbnDeelGHqHdnJt3E/baNp42slNsjOeGJ9AlkbOw7wyiM0jBGSNghBYfjmflKMKYTrmPGeY3uFvixCCUuS1EzOvEIICTJguanKcbEdEUl4QzcNp2/lf/djHyXfya1afqWeySH79616nhQsXyLqYz138ggULZWf63ve+T+vXr3N12an5iLmAA2/AN4QgOxE7FfdZtFpMigohymlNL17mGTGGqFMhBEVRLNcXrwLj5GuVDGcrCDL64XarnApQrCqOyn0JIVAvYuwN12+SpoR8j7XreYymOHFwHY+T27d81otPCDLa8ELE6ZRFRNA0zwSZk6QAvxgETcuRKkOWEIKiEKmQl0d5fydwvgP7B1gcdclH9p5bng8HDhyQ/8rCY1DiROTKKx+h0047Ve9///v12c9+Li+79NJL9ZznPhddL5S/6+AfAvI9/z528Hbeg4NH5TlsXv7teu/ed+DYDx48mN/du2/lSkUrV6zU2WefrVNOOUVJkmiKxZH/HLDOCYkdfBzH+d29yyL6EEKgPVb9euAVPRD9XcVm+DbEKtTxTo2rC2PepVrapUms15jaNRqVNRIqOhK36WCpTweWnqfsKW9Q9x+9QZM2Rh4TGyRrlnA4z+tQvdkmb3/qDaxgKOlwDEGrV9A12SUIvpNxSZNxUaOhqBptQSXmGkIhE4k6Ri9N+5Q2ujXWaNcksqnZw+oLZpRDNU0Pz7ye82aD/lW9iKLuGN5oNG3XSFrWcFbWeLOssWZFo2lFI6SHs6LYJ4CYfseqseOYopmcr/m7sdn9dboFt9kkgdOreusb9Wi8UVG11qEqxxkTjU6NNrvI65TlqKadOOMFGlx4oeKnv0ntf/VVHe2nfgTclvkB5rka7H7EWNRDB/0vo6+yprIOTcBjVBWNhbY8b6LYo93LL5ee+S71/dmbp/WCI8sXZOhB8B1kh6k40lQaGNcSYz6NUfh7vMfURh48zVfoRyXVQIYhT80L8Y69rQvLS58hlwpzNc7ia4x+j6HbScLRlIld7lUy/7RpeZDhWH1H6GOu35hEs0PNuF/jcV8+D8Uc5CRYPjHIaWC1fZJmrv5TNZNu5CypnpaU7rxHh278rmLzjuADz0aTsJ5prNBJX9uV1doV1TvpSz/Gg7IZOutksopohVSTxUhjSdBIwYh0KCmr7axzNdE5Q1+QjsJ7iLl6NCppsFmioE3Dbsu6MMiR+wLtSJfU9sL/rbHLnqG9yRJNZiUOb4pKVFDWTJWmU5oMGIOupWo+8jma+5p/1ph58MjI40Vbeb9/09BtHw/Xdd5DhHO6KmrDgBpXXXm5Vi5frma9qUatyTOHjOzymo06sjaxE4SZ0SDdwOAiZJbiUGoKCGpDLhRqgzeFsW9QN01pmEkcQlAB51Rkl9ZoUMdfoqOIapYOfin8mvm96PjYOIZ2MncwDQ8kdAFD32g04FGQDaeNaLFYxHB2qIxBt2OqcIQds1jwcaoXHFGEVG5bQSGEvJ28PfKk6XQI02FGP0IIeW6Wlyt/ZXmFPPprH4hF3jSFnbwnVpamcpUQ4AVavHpYRM2Z06aR0RG1cU2xb+9elZC/wv2y+fz7t/9dPqWAIffyO7V9+w5t3Hgvdm5Sq1atUhwX8p1omjbl+2anm80Gx+Y1WQ/Dw8OiuVyPSTFRFEX5uKTI4/wW3FYIgTqJvDggmjt8OzzzdL0mbfhP0VLGzvfg3nX7PyNqMp5N5m0TnoYdntMp6QKOzqF4ObScRJEjKKIRj9c0LfpCv6Zxe5ZHvKIo5LJ7jD2O/hJbCJEsj+sKHi6DlDkQW9VKikXt2bNHK1YsV2dHR+5Ue3p68h+rMb9ly5aix21685vfnH+jfvHixXrVq16tP/mTP2HetGtoaIg79v1gIE+7zlwWYW3Mo107d2r3rt06cuQw47Axd/Ce3+NcGy1fvgwHv17zFyxAHORGJ168WFa6ht4bzN8JjY+NyXPRevN1kxcirk+lY+/oWOx3HWFeqk4jGQ+tqoqwMEUGOERNNYo1UFWBeHFK6uThbM+Gpo3w4/5S91zwJGE5xbM9jQAfs1EQ4yIF8crkUclwLCSU05KlEEsMbiGOFTOJgwuhsaIUkaDY9ZlbGJhUURwpjlEquw8zCa6QQWf5DaLH3s5vASNcm5HJfStrVG0aUimbUCc7kY5arDJn+2UcfhvOvk0llbNEpTRWjcXJSEFSDCyTecLPD/KvARLLa5RY7QkBYwV1THaATsWNDrrepoCxj3Hchaym3vqYenG82WBJ4+ddq/FVz9JwA0buj0F7vso4FGg0jKkgdkHxpJp4tDjtUNTs1GRU1HChTYM8aBPJlNrj/RpNqHj+07Rv/WOkCvwC8JuwAUT7aYg0GaaURqOUTKgaRfjTvFDBF7VxXWlMeWFSWbGqEBAMthBPv01qxCQpqlaWSRgtJxPPH3rbLEyplDFxMGydJ68V4ovpJZmP4foOQT79GNsMo1GOYnXbwKfVnBzB5DnhL4iXzrtOE+tOYzHQUHs2po4wqR2f/0f5fwrEi07zLksTJeRiPsXI4ePTQBJPzwJ0SpmFdIbHlLBB2KDN3JDQbky9kBWUZj3qmLtadevQ4wFtLZGiECtGf0kCozj19FYW0QBJBUJoBgkba/9Q8errlLLQ66BvzXhQUVJVQD9lFdSGbksFRGa8RtqK0mlPVbZivXQIHubXJDQI/o/vDArLaDhuzI47bV4OZxAFadmcBeomv5f+n7tujYruU96JiHmAbGqgM+ZcVuU5rKveqKrRnCJeU5rWleEU4hAU4DkdZjiQiko436BIdrj+sZDq5KTEwz3FIiIpd2qqlikqFFVkMV3LH1DaQ68DAwcVx4lKLAh6e/tUKbcpKRThH1RmfqVN7FKjAatMIQTlpwnYpVq1rgZjl7KIKFOngMMPISAjdHQ0iuCv6ZedbwhBzhOvEIIyxiSEQOrBb9Mgdj5laXC6MCOYQR5AYGMeaAM3Blmg3RSigJ5SNdBRkWegzBH95i275N/tH+f04aJLL9GSZctUaato5cknazu7xiQpau7cedq0aSN8IpnvySdzAoSDKZVK6LZdfX1sfHhOiujI8lWrtdxRmdZ9m3bATfoXA/cpyPlGHMc4ygL5EQupWq4z3y1XKmWZPwWqo+PAqc0EO/oaNrKZpXk/8pC4e+aFjRcU5hfN6DdFh17MmQ8qgVWUt2UekxMTtNXIkSJ7rVZTHd4Z/EIIuXzi5f7UatWZskwZtAm2zW2EEEGRaXh4hAVONXem7nsUxfJ/KTs1xRxTkI/s/Z/YWIYjR45q8eKT8v/C+C1veYsW4Jz9vQff1R8+fFgdLBAq2OsU2ZvMnz179sp/B9+Pw89ozfw9lyxrf3+/rrjiimM7eOe5vw6t+xjdhhDyxdnw0FD+p5SWPUMQ86igY+satsfe7tGxxO8sEuAMmmGOhDBRqKsZ1WSjl3AUWtp0l+bs2ayOqQF1JlIlSpREseo84GmxrLVPfaYmDsDDGoGPn4bMoaXPEUS/4Q2NbAUdggBcjnVwbkRFh8otOmUuJxCh+fEcSzm9WTHNqOfiHG47j8x8OG1Aho3KWfrwYLr5pgoMaIJlLzZjFQ8NqHxwszoP3amuw3epY3CjOoY3q33oPlUIO0b2qb2u6VeRoAAycKJ3INOdQE9NJj4pBXRaK4+oXjqojmyn+nb8XF0Dd6oysV9xSRoLsWrluurJiCKcyxKOjA91U9Oymx9tuatZ3nny/VDAUyi1cGSHyrtu0bzt/6XF43u1iIemI2pXzPhUMYTqX6zk7Edrctj1gPUHaIZEQnuRijWcGScvhVpQ/54t6t59uzp23aG2PfepY882de3epa49AyoNHJFqLUVQ3W9kY9g8IFKQKgtOl1iwyY4vpMoQnM9cB40o0tJVq9XYp2l6gvwd+EQmPsWwUNaEVUooNUOT7Lqq1ql1z3phF7SLXvoaDSU1TUVVpQUpHdipwQ99V3MjyNtADQTXJ1QTfkZAHqkZNXD7gHoyzJfQOkmzCrIGxM+AFNJERU+8BSdpp/nO9NdyRllQhGeP4CaemXxIGlI+3ywvqhpEjjm//2KNlZaoHtqgbGds5ik5uE8b3v4i3fT6P1Xtzrs0NTElG4pis67DpU51XP5HOtgOryLwm744+I3wULTOb6HFiHSBOSh0VEwiPeUp16mrs6KIuZsxzxppQw2e81qzqhrOPcVZNZo1nMNUjjqGOsUIm77IziqOPQCiL9TDYNrwVXEUVY59fXxrw25HLJ9nlDs0PsnYVj1DpBBFylBszsdxFOo/OU4sbAAAEABJREFU03Id6yaEoLwsZrCIZ5SHQAfE+BN3G3Y8JHOHlOAY7KzMA1fB2ENrvtRh6BgLcsnKZtKZ41QmyeesN7zjKFaGPlq5GXnUJo9P4kRk2TUTF/MkRheWPUVnUNFeUBlnvgJnrkiKfLJRLmnjpk06cOggu/xRrT5ztfzDLT4u9m+tX3PNE7Vo0cL8aHrzfZt10kmLGZsod24dHe2y4/QO0Scn1nWDZ94iRIxfYNZbzji27OiIcbL+vIN3nulN67wyi6c6R83DQ8PyeNoh+TsDZRZqBerbmbf4Wcfmm6EPupmrxP2M40K+IAkhoIYMPs0cVcZ/ZGSUeKoGi4c6NiqEwBzh4UBRljmKYoUQ8gVBhlCmsRx2sB7HmAWb5fUccrnpRV236/wmpxqWuYIT9TfwfeQ+OjrK3fu5+uUvf8m8fjK7+FfpzDPPzH8kxwso66GJPD4FOXz4iHxc77t9/xpfHEXyfyB0+8x/aDOEw543b15+/L9o0eK8f247Zb4mSYF5WVJX/ot50v59+7SDxdphFhDlfPGQsigZzjHFsb77UOV50KwX02FW6ncVdSux1AwJuosUUGAjzjReyjSxZ6PefM2V+vTjLtWHLzhNt3zwTdCwYmLwqaI6hq54ypmqdSBcBPxm9LPgCHDIAFKJRAZviJxHym87ArRGvssMEU/9MQ3xgt78UkKFpmxUFWxRoUNWPdwro3AG+HXljp66mHnVcEQBfh9/7Qv0rmvP1oeuO08ffsK5+thjztYnrlqvT191tj73yPXa+PGPqzfvLLwc0gU/qAhKBu8Z/sSU55kGW5TLK+WktWJDoVDV7l/9UO87/5H6+BUX6COPOlW/evMLVSzU2VWnakaZChm6PWm5hhOsfJPKM7zxlyQCmP0Ouv1bn9K7rzlfH7/6sfrw6cu14zPvV3msrgyFZdRthFj96y8UJ0/TQ+DqsGkCsaWNPH7NspRWlExM6qsvf7r+7doL9MVHXaQvP+psfelR6/QFcP2jztRXH3mGNn/1M5rjscaJmVWOBp+WFb1U5q9UNSrgfKdUjFKNDQ4quC3ACbq6l52icU4vcgdLtWNvygUsswKC5+MaVIeH0x7pvA5Fcy94mjTnJMiHycrUPjWu7//ja3TxKTPc4KM6cWRCpURSaAF1eStl/FPGPkXefD4wVh4kl2VZcdp5I0hMRsyJTsHHDJ29SlddJ1VhB19sNzwDtIEwldTMJSahPAKNGMq2RSyeexaqWI9UwtCWOcEpTw3rQ9eeofQ7H1b3f31e33ze1SqOHVFcSpShrEZ7SWHN+bpjLGernGfQNF9k0sMBshO+XccFDg3HDUTHVmF0p3TRRefjSBYqo3N2TimG3I6+igNosADxOGTkxXEkG9UQIgUMYkq/bLxssA3JwgY1cPRTHN1X2WWjTvmb/cVCoigEHNWUJnHyWSgqZqUxPj6pKAqqsotrYnyb8MyoZN42ij4SnbKRzB1ZKpeFEPKWogg5iItXCOSBBCc/bYib7EwbooZCmC5z9w33myp5vtOOm6/D4xHFkab1nilQmNNlRMjMckjWVxT54ddMjhTHce78TBmQs4jjXHny9EQdGxvXXJzHqaedJn9ZbHBoUF/92tdy+u3bt2kZu/zx8THufD3pAjv97ervnwvtFnQ3wXHwGG1mSnA0NfQWQmDxVUWPkay3KI7ycbI+I9o2rMtxThE8vjGOOULnCbryePoUobOrK6/bQM+WPYTA3KjL/42tTyBSxiRjbKZDek7c/L1QqOLQrZcmde1ofV8OuWpsDjLmjXlaM5bVjjyjsMEc8ULDPFLmXRTFCiFSFE3LLl4hhLwfCf1MkNU8Gvk1UoZsjbzPdsL79+/LddfPjvvWW2+VHbl/oe7lL38Z8/qk/O/kDxwYoE6NU6GKBgYOyDv509D/ggULOPpfQTsJ+QO69bZbNcSix4udrq5OrV+/TitXrlSJ05QqTtqLCN/p++d5PY4TE+P5lYr75e9OLFq0SJbJ42eZnee2jPb2dtov07MH3syuBxK/s1iAcyxlEZaF7VHAuNkJThab6mge1rWLpD/pk56PbPd98n3Ska1qIFmBQYnr1G3r0dRcwgLwO5Ps5LIgZYEEA5WHlAUcC4HkNkU58GfEoDvq7CDqtBIODQrSnE9DPnrNAiHG2nVdnFeZqZan/eH0LOSGnYktpewEm5qIMQBxVet7xvRH86W/4C71zzul53QD+vsn9OkZ86QzzIvmHtRGINMgOPZ2W85DN3YgqeMG+SmyF+KS5jLpn4mun9svPbMsTX70ek3u26g4KmNHO3D0E2KWq33u6RZTeZs0EMCvv4NOCoO6dqH07KWMT4809K13SFU8TBYUhUhVrFmYv5CHTcIX8cEbZimQItqMaIMFHgJHhVSXd2zR09DFHyyTfn+J9DT4Pn259Iekn0r8VO8wbXdgk48hfZHTKW0z/uW5S1Vjt9YoTKnMHffdv7pJGQ9wCEEN9KD++YrgqxIMApj9Jm0ShIJ15kCeZyKVO+xMGmOR0XvRkzQZutRRbyiZTKU7b9bSDT+UuiW6JASQoLWzj5vkMd7Rsc5TFGH2QyZUJFgrf5k+R0EREyWiIEATKVMUakoLZfWe/VjVONQwK39ngGJFMMnnbmhCKaFGKSKsgSkp7kdp7No6J6vIO6FKGNG+27+lCxmiC0rSmdA+bgO7ABaAAePWYI4kEYUL5musFx65/IQZ+H/qPZtXkPrmSo981CN12umrFEUZzraGMaxjNFOl3Dv6WNwGOcWo19jBVzkitmG2oS4UCipxdBxCUBOj3eTI3GWmTZl72HekphExAs2G6jikOrrI4Is/V8KJYIMVYIS+ExYBFXZAVmQEPyrKDiTBuIcQZOfSxIlYJredIo/zHLpN04cQ1IDGiOMYJ5jQp0jm6XLDdR3+prC67HiYMVQJEm2Yh9Muy5AjT2PDotgzhuYosFwJ+sllpiwwvhlYyB1xQKQf/uhHGsS5eyc5f+ECHPkOntNa/itq/hW2uRwb33rrbfkRvR2JddPXN0cuW7Fipfaxc0QU+svcg/8UR9Zua7rvBVkmJFER/YmXaQuFBFvjsUhl+UzT9Liwy049ICjKjtc690mI9Rsi91kq0JfR0ZGcr9tyuRdkdm5eiIXgk4ZxTeHwTRvR17oXiYxHDbtnWaSgmAWG+TeYLw4j+Cc48SLzKGPCZPTFaFDPjtXxFBsSRbHqyOk0JLn8XlBEUSR/QW7JkiX5QugXv/gFTr6iV77ylfrTP/1TeYF4xx13spPfIv/nNP6TNy8U/NcN1temjZvknftXv/o13XjjjSwIDsj38z5eP2XVKp3MwswOerqtWK43d26//EXJtrZ2eVwSdNyBAy9yqhXFMYvaOJ973d09ch9cXuAEx3+W6jt760uzXtGs+O8uGhgCWsoitloYrqBIhWakLi4iQzUI2yoVJLE5OamPcN8e7FmmJgNUK0RSEtScX1a9SFkEPMnhmWI0UltD4uTOvE0wEyU/dziMWoQxjhnkMlbaISxmiKYDxFLmmUoyQCtb2zw8nhICv2dnO244n4nmo/QCDSfNgmJ2cM1aU0UcFvNFzEFFrX7YyNpgp1TE/yohtFPDDtuJ6BhP8ltv+iR3EX40kecGCAsYgyb6GCulSqzDTqnSLS1bKQ3eeq86an4waYCjYoWSSj3zRbW8vkOznU7M+iSzFArqoFoEP4FkkjGsH6RKUAgxhppOMEas36QGdcM0MofKP6R4AvrpwkJxPg80NAUQQATgn48/UQj9+YBsrmb9gMGKlPSz6nC7Ee02J7Vny704w0wRYxfQgTDs6UoYl2ATAaJ8HntPyzWdRF2MD3HuySseB8ZgYyfKO/9i+TsJgQ53Vgq67z++qNNYo4om8/v5MnUMxnF6XZnSUw8Wppn20plOEJ3uRwo9iEFwBeasF6b5/OUKKw1NTcZlLbvw8TridmAFCZUkh5ZT5OWym6n7Rds8JGoU2yTPUxY9R0vtGks6ONGYEhsICX2JMetdIUVHj6qzWlDXYFMdVSYY9Tu7qOo+IVc+drRBzv/d+wQ8Lrxkjc5acyZON1a1PonjqCljrDKexyYG1gbXBrbBvboN9gS770muGowJwiZOu+4yFl5VDPrY2AR9nNQUO5/J2hQ8a2rgRFxW9UKB3ViDOhPc16csBkIc5UftbifBETFVVCyV8n5GOA87DSOEoAxbkRSLskGdnWdi58UY2RCCQpimrSOTjSwjb5JjoFihlToWkUJwAvjtOPoK8j/lrxYfy5Ehez7uyGQKpy3vNGGmJn20YbczTCHM6GeGkeme04euC/r373xHa846S7v27FGJo/MnXHONLr/ick47xrVw4ULt379fp566KncU3jU+8YnX6ujRQdkhV3Gm8+bN1QS7c++Q3eYkJ3IxzsRiR7Rj/SCa7KydFv1IGdcYh23nVCwmiqJYfjlfVCygf6dL6D9Gl3EU0X5ZDfQ4wa41xkD6b+ClQP8ashO1Lqxj85iuH3DI02VOF2ivyfh7LByGEGRHlzG/WnWqLB7tfEMIiuNI5lcu+wHJcNpt5MX5zl3WI2MSI9t03Thf8ExxcnTkyBHarekpT36yXvzil+CA2/T9H/xAv/jFDdq5c4dar6VLl+Vl3o1PMUc7OjvlHXdfXx/tRHl7y5Yvy+/g7eBj5LGeHVqulGfCz4EXwN6dd3Z2UK8gy5OhcIcN+uu+us2E/luflUqbfGLS09sr/4a+y1qwyWjF/8fD3FFhxYolmk5AQcKuamKEbU1I2aE11YyDbO3aixUHxCXmAJ0Wr8zDQiiyGB2U4BgJtV6ZLSUJB3bA3h0FG0byHkRHGg5k+RPL5wrkeeBpJA9ayTzthElbcHoGbjOmcxFIFen/xd5/AFh2VHf++LfqvtS5pyfPSBrlAIics0QSGYwNxmtsY1iDwQSTwWRskwzGxl7WYReDyRkJRZBEUpaQUM4TNFGTeqbTCzf8P9/qfkNrkADvWr/d/++nO/e8qjp16tQ5p+qeU1X39ZuQ5WrUqIwA6vAp0JKfAYPrjAx80DWf6ouY8os/qoUCtH3HX8XATp2lDA6uQO5sEJoMgHaMXV9rP4498Q04Mhs6pIlzQA9xQcvnopsOsIYXLAM90IYhKe1ge0FZrKOCGwFVpspBw6y1+AoUShW1GVURBlWkDUS2gwOlx52Ak4K8SR3UnRogo7FooBRcKeyzXsvXMg9gQLd4B+277TYNzc0S7LvgUbLW1L6lD1WyLW3ucgcp2Qy9Au0xG/YgA1EHllP0/4jX/6OqgaUqkbXKhqXbr9Ou876mmuWkvUzu4EibAze0cIarKw0mzJAHChdND0TEiwjAKKgKEXppeusd2FLKA22WrlDnflKB7jVowUBjBvDBEDQViHmIknUswJc4pR7H/yU8hTHb7R72oN4y28a5cFDTEicHvRZGLFnMhKY45ZWoMx/Y6F65grn2ND2zX+3OrNrtWVV0mg7ZIy4AABAASURBVHNU7x1bj8BsZ9jpdNlt9lShd5bVVccp1OtN1bK6hF4FO/myqFA/qCQAZlkNPnDC4dnp9dg15jjIoqrAQxOy1K4yQwa71qirjdPt0W+iIyBV0Poof2Z6muBGx5QL8HPMp7aP8dnd2ZlahUhAct5tDDWc6wzviCKTqEnQqpAJ4eSrok/TxyymBYbfQyOUYE8SEpTVfGp5rR/d0jwyjdybVK/VFQI08LJMHWSPMUpUVzAK9OugINPQeICgNTvHwx6ijG8R2CcmlujQQw7RQx/ykHTM62Caxai9BPMu+k2y+JsYX6IIDzjTd6VxjtZn0cu0lnuYIJOzM5aCauwqZwn2BQsML8wcWJvNBgEZP804lMgBK8anYL51Nd+uUsZYNbGRbWYdQgjU96ArFUIg0Dc1yvvneh1e7LIjOlgGvwKYZmz2IOck77C9EHC50aizWJnVPL+gNicN7ltcto3HCWXgHdOJDei0cMuyTO4f85EGxqMkuHfJRxXoOM8vo2nFQmGW+diVx8H9xxjYid+p8fFxxSzTVVddlX5REPG1dOkER/Qj8k58xYqVcv/uy/w2b75D/vlbfx9iL68Z/R8q3e9+J0A7jg269N9B/5YcnIeHR1ggtOTxc/uYZane9vaCrsuzYt7WNdXHiA7zz4DLBrf12JtGi664KH/vZStY9yFFsFLMcxX2fLYrkzehyTdqYgCNKGT/2XMFxZzJWTMPWCkKdyYnSt40iKtfSbZ/GxX8UYlhXQBXVql/5w4APEpAqpKTjNV8TUrSB+V+SvYut9tRxzNJ88oSk5apPzRFxEieFqbD4ctQUqZNqnCK3vMNwZuOBFGU6nXQZXrDAtrvw7Myqh6iaujb62j+wok3yDeHW1K0JJYNI0PT2b9LB3gH6UBeiy74BR5gB53+CUNFc4W6Av3FqmAMEAQBpnPaWQeSxbcXPSW7VgUrLdqhOPcB3dy3y652Ki5YJnmcGswXuv2NhrTiEJoGYhPIXXsUdu5SmJpCPeaLedSG1Fl5tDhEYQw0f5nHfG7hMyT2wg69LEgxaF9jiYpH8TrjRHY8sal62VODAf3em35fD4w0o2s6nefpfswTgAWVJqhkXSlwe7ZhKOplnRbAcyqzlxG09BmRYu/tN9NPpZK+BMHyk18l/wVGhj3NO5qbHxY/DMGFBXBFj7yiQswInYWysgKkyNhgHXF4JTH+VGpYk1K+U83efjV5p+3XLysGIsRS0gtxyd0rdy+f0ezcNLvw/TjQGZzXXHJyDvJ2Xg4aOQ7eTiwnoDtoFryHIW4gT2A950BSyuW8V+JIq6RzYH5WUER2mRX2LLFrjg1gwSYB3aiv11kQsABw4AoxyjvbmGUqwLltjYBt518neGTkXc6wJ2yFF01gp+kAYjpDnYBnusHBQTnwmU/h8aOR8yVjnNFHg+AGA+UsQrygML5SkEJAUskp4irwzzqDSF06tSxDQ8Ps/oYIBE3kbqqX4w0xgvu2HCEEbJETGGpwCIroa+ixaMrIr165Urffept27rhTF7Pr3M5RfJtAfdQRRyiEkN4ru8Muu1UvbIKkJgusZew8l01MyGlQ0GqOh7q8EgkhaIAFRK/XTeNXYsMpnj3bpwXe5YKA6TImgBva0kZoa/uFEBjDUiRSEH6+Jl9exATktT1DjKZWa6DFPOkoZ1442Obo7mDvQO+0w4nDHAuyJjb26YHt7XFp4CNcdt79Wi+D6z0HpJACeMFixTKZznL7+wEhhGRP9+lFnMHf5N+wYYPNJAdpB2Pv1E1jnh7/LqdMXlC5XlyDgwPQl+k7Dpa1Ysxgrfvf/3464YT7Jfz+/fsZtwYLhOGkZ3chiO/fP4UMpYQVSuw7OzurvXv3qIvNC/h43N2vbdxjIepyCEH74eexCCHAty7bACYH7nggd29mKpgbNCQFvFMo8bEVu1CQVSSv+SsqxcDGyJAqBwbKMcuoq1TsJykBcHZMddIg2gMO0PN56uEHikz/nqeJPIgBr2vo1xycmtJt578kdXDt3ZQDuD7Q2CKLXUdJX/NOn+DDjK/1RoXK0vy8FnNNBy7apbL5JCQfzhvI3u3tNgZXQleQeuDZlqjysWwXhOup6DSlmUPH1G7lqmKhPGDP9n5Nb75IqV/NXyafz/3iE9aKKFW1wDF0ikw/p62APkGRQB/Qtdfuio2SFvPTgStgUvp0sEr2Z/xdB69kj0DBeUiErO4j8TGeqnQ7T6Dtto6QBobUhr7OKxHdwSueSU5/eDhCQeMcojCoYtXRBAdaoj+dIzT5/m1eaY4gV6g0V6OCwdk1tFKt5/9XqTWkOnKOVft158++paN3rNeIRR6AzjK6Pdl0YzTWT/B3hTEgUofmjZCLUeTpDptBk+6IqpXa29Yrm+6wDio1XbXVOvGxmmSeNzM3KBWYP7GCV1phgfPdlwH9IpO/SgarlDEW9VL0EQDNX7yOEAcTnZ99Vjd87I264iNv1PmfepVu+eTbNLQFYusWIO0D2f/suyhmNdee0QxHs7O8+mnjpB34HDwc3PGKcoCqPEeQo0GwETrlBI2cI/u52Y4q9LTDj1mNYDRAkGgoEsQjwbmOs68RfDPKWd34lkKtkUYii1FdnOXwEM4Xx+kvONmpGuhCTu1AnXbY5eYElrKqdJcL5+mgUFCX5F2orNN3k4C0d9+kzCOHv597t86QJ2RRPRbKWFn1VlPd5JhRMLUPCiGknD8qpA3hF+Wco2zvJG2zedlsg0o9AoKQz3JYppKVwgDPRK+ba45j9jr26cx1lMFrGUf4K5evkAP+/Y4/QTkBadPGTbrwoot02mmnyQGsVqurhWyXX365jjryKHUJ6O6vC22XvmzXqemp9E7Zgcc6uE2SGTlCCIrYuEcgCiEIpSQFzWd5DmwMA/pVVYnoaEo5hii3M/8Gwdn6OID5yLnF6YTrxsfG5KPr+QVOlWSwrNa5Xm+oYH54PDssbNze8np370WB8zXGp8Yi0MG8w4mIx9ULBXG57BMD005OTiLv/ALApxQZbdzWdaZrIJ+/IW+Zmk3mV8zgUKVFiPn77+aX85rD/QwPD3PC0E7v9G1ft/dpxQknnKAm89TflF98jG+btFgkCfuY1nazLf2nffvxa8aHwPNPj56blsWylQR98wOdTitGeD1gW9kOXhz0mGuu68M8h37p3kwZXNk5EzgsvB+IXsbkrfXmvxBl29H/vmk+VqwyiYTWwRFkbkrlpJRWAYEUqdn8JJrEVgEzgT/4hrak7gAaYjtbwwGcM9DZx0gwhv6X6k1zTxCoMJSkCUp5QqWsebESnQhT8s5a1tHgSjvYLm2QiU9Bqt/oMr0BJ9+nzxF4b1OarUmBh26Y1+hpJzcmXQXtYQ96jLK5XLHsqt2g4523q7WbCsti2aW7tx/4ItQJIGTmgI6EX5NwopQYjqhWLNXbeqtGzMvIuwPegXudrqqjOLdRNFSSz/ov8FVOQ8uCWEkYp6DSTb7NQm/ZCQ+XkCfg3BSC8m23abi3C35zqkKmIoMwVmoceqw4vZYoJtDCBf8iZeP8J45qsCDPkcWe1rBa93+a5hSZj27Y05azTtU4NtQI5EYZyP7yDePUkQfWtZFSTZXRiyDF61CAL4GgGv3vuukadef2uZHK2FR15ImaG1iqACtUAe9OkREbmp9BfZ6uolBhC9xnGqeMdlkZGGvNXzWSZdKy26WRs8/U8u9/WUee++9aceGZWmvbt6hnXNPun+x/+o2seb6PANJWL+8o53nuERTsRO2sQgiqNxqqERjtSIkFIl7ixEuVC7t647KspiyrK4s1RRxtCJGRcrmh6DkRwJNmOHfb2TQSdsMeJc/gLMfRXYJXlsXkiG26gkBhp2kH7dRtncYYFBYZomKc/N46vWrAgdrhdgmCfs47BJBGvSHrksPPzTwW3kWKeZrFSIAa0IplyzUyPJJ2W4I7aqf52UD3CM2SJRPs3geT03a5Vq+p2WhqeGhYXlCM4MhpJvFR4OQreJcYKoZMMdQUSNmkKsBr957dylmUjHPMvHbtGq1iR+7d8rHHHasnP/lJevaznqXfftFv6/jjj9eSJeOSQvpnWayP9XLQqLMIaCb5Mvl0wkHMfG2PjPHALLLtGo26fAXGJATJwKfmrwozAMhr+orBrMiYj+trbOQiDWx323SeX0Pu23awXUdHRuW823jX6mDmgG07hBA4JeL5h6fHNoQI2yDv2KWgkn7dzny9iIGcxUbJTnqIWilCP8crD/O0PXPmits64DcJzBXyzs3NJX7+9vzk5D5NTk7K/S/l5GOCxZRT281t97Oz3srJif9+3v2NILuDvHfYbU5OxnEoAzjRCU5MhhjbBmNcZ86OjY2zqGGTwsLQdmgkuwfFmMm2cb2/nGc5XW9chu1K5oJ18+JhFeNsvh4nl7XoslUWFe/dbOVdSZAq/tmJNRAyJ/jjqpXXpF0NafxJT5eWroWiZCCCRggOG878pmptZCuB9ISKAVzIkwhKHbgOUon+YKYEfBAToTQTEteR+F7AJLpFaFf9eug3WGDiB6VQVInHwVdp5xEnaONDjtOOB6/V7ocfpT2PPl57HvcAzTz2aB1wsH0ev763JCOqJEqrXtE24yPwMrs9ulabTzlE7cccqR0PeaSe8neflrJRAge1OIZWVuraf/xrLfOCKsyz6PNIPKsFJRaqJusD8t/ctzNp35A0+vg/kxqDsh1LdIx5V7defI7WLaeBx4fEtx8oCxqgCYx7UCXxUnj7ib+n3Q85UXMPPkKzD1in6n6HqHP/w6T7i3ogAyDl8xc3fNkEauLBvHsPDTXzoCJm2nTV+VpR26S5PRsU0avKuuplPQ2vPULtnOa0Y3Mu66f+ZZ2xlUBGSYNefc3S/ZOfj3Kr1YB3zqlMQdA9dNVRGhiFyDK5HVmr4eSusFBpo5gA/hV6l30iV9MZ8VdyBDeddSwrZVN7tXPD9awlcg351/cmDlFj+XGa8SLIvCQF+Im5lBLzMqh/9QulImMXKqHZAq6UxHOV48ubdekQdvZrya8blMZ41mKLelIaCHGVUv1vXGGhbT9dKNqB+qg8i1EOijV2TJG8wQHDOENkTFGBBUEhXINCcmRSRsAxFNgrhIyxzsDVlMWa+m28A7aDrjBS33HbiduEQwM+Yp9VfzdYg1+PgB0C84jgbMfpoF9VVQqQJRETMy5IP58E5HW9wc7V7SuE9HtZUxhnHfvtsloEXamWRXWZvJOTe9Vo1GQnPzo6jNxBrYGmMurnOILesGG9vNtzUDJ4YWF+Dij7CB4ddto1AkKLIBGRxYG3xB4FgcHBL8NWMWZpcXDdNdfIR+yDAwP6/Oc/r3/6p3/WOeecrfPOOy/BFT/7Wfp2uH8hz8fTf/M3f6OHPexh6Yh4aGgIebtyv97JR/oaZZHhtA9tTj56LNacOrBNT02zkOvJOAdIy++g94sxKQmuFeBUpNgFXUIIKgmktllp38TJQo8F1MzMtKw8g1rSAAAQAElEQVSrYWhoUDmvPpy3zi12+11s0WBxYd29g1e6zL8SLBf4Z0megrYesx7jXa/XsXeG7TOOy7vYf0AxyzSAnSyvg7X7cZsecoQQEp1fFzUJ+l449dDbvy9QprEfT999yOBhnf338h5H/y923lUPDQ7p8MMP1xT2aRPkl4yP09egYsx4jTXN4qFIsrZZLNqOnodu40Vdg0DvtMkJgvuzil4Q+U/7li9fLstiWdeuWcO8aiQ+7t98pnmdsnfPHjc5APFAzpnKH//JsIhnxUMoBfnhy8gPEpjqy47WA373bar9wdu07G1f0kPf+o8qW0sTTYvBjztu12Wfe5eWg3LT5Lhrwki6hwv+d1uDIBVAXbAAJusDuLvcicyVzhjuUnuPBTtZLC5UQ0x2dKqzO4w6/HXv1Nr3fVVL3n6ORt55ugbedZpa7z5NQ2/5urZsg10O3NN9cPcHl2ln1Di2VCdo5ITH6rC/OVfxvd9W602f074HvUx7wgAylcp6s9p+3unKr/yhllu9RWCZYYXdq5T4w7nhBz9SK37nvWq97D0ae883tfT336rJzBOrVIOHqORoe/Jn31TLDYI/AFKeEXg570JNIRTqDY1r+es+qaXv/oYG3n2WWu//ocIHfqLmB38kvfwz6uyH/u5uBGGzptHjTlAHQZvYq8QBrf/Zt7SaILx309WqxVxV7CoPPQ0tW21TSHQt2h5InZcvKsgH5kOGo99fjeqJz3+ZZjkCzLqlQlnTPl4FDB/3CMVR0wM0SXzILr5hQ9GVJKkzp55hPFpGG+ZRQnRyblHBqkr2WTrQ0NXnncHYzCm2S3VqA6qvXKd9VJvAnAT1POiuFzQBEPXJ3uJaKJOTsI0edoL2PfokdR7wSPXu/0B1Hng/tU98gPSQB2n/AFReQKc25Psp2f+lu9/eaR+ChE9EwqgajraB46o3GrKTilnE8Rqy5PwCDjCDJqO+NTiEIx6Syw2ONmv1hkKsUW5IMRMFlRKPWyU72S67dQcWhlS4DWqCFAKLhpw+avJlGjvgjIVGBo8YI6yioFSIAbpMIWDxhODjQF6KWabUjtTtHKBE+y4Bwf1XVamKBQICyVcDHQYIyiMjQ7KjXrtmFXL2dN111+inF/xIp576HX3rW9/UN77xNZ1+xvd0ySUX6/LLL5P/Q5RLL71EDsZbtmwhIMwomCGK7dq5S/4mthciTfhbDkOPIBZjlnbBddI7eKdcR8dVvKP3f2bzmMc8Ro95zGP1wBMfKP8Sm4OUd/3+4ZYGO8rnv+D5Wrt2rRyM/K46ZlFdAlqWZZrmJKRgAJ3v8Hz4ZKDRwK/x3IQQMEFMNo7YIoSou6QJhz2ZCxXyc2MeCqrw34UoyIuxCJ8sZuoQDH1Mb5xT2xVSGTJkcaaB3kMsRmLM1CT41usN2FTMsXlwHx4T6+g+Pc+cL1gQmdZlLw7MY5B36XStOnPOtJZfXCULKC8uZmfn5k8LwHmR2KK/HL29mFmycAITY2Bcc+3YsYPF03pt2nSHQojyzwmvPeQQecEwMjIs78YH6C/npMX2M43zlssy9Be/tk6MEd0aanne12ppXDyXWixIvBiZbxM0wgJsct++1H/JGBm6LIK6zIe9k5NI/Ys7/iJLLgC+3dtiMK4Pi/HpSaPiYBxjqD64DhLfVdUjySQ8ng3r/7Zyet0xGvnjtyt/0Vs1d+JT1WutYOLUVJVR9Ztu182fep0ev9BMls/8DOnZrRJK/6HLTICKRn0gC4bPxXcfYyLw1rUPRi0GquWy0wUo2UoVeFrmjHqN5ZppLNP+5rD2DTY0OSDy0j4F8YZZ8ijcHe8+bnG6wD95uX6etF3lKgK2bYxq/9gKzbTWKG9OiGisGpM8VNO69pt/r6nXvFT3826+TiPk4FOIIYZEFf/kJ0Xzl8eo/sinqfFf3iq96C2aesxTtG90XFmQ/LOzAxuv1h3/+g494NbN8w1q84n5MdcZ50ohBORCQR/hlOxas1HNDq3S/uFVyLhM+cBKTQ2NSbxb785IFoHPX9zVfHYXO9zxQ49RrqBuBlmZqzclLcU2YfONCugelWGWmlrw3ueVxyJ5hMyGX6gHY3BlVag+MqTG+JgCu4W5eqVI9Azw6554gm7fpfkLFRTIGkgO3AeXqbCqJPd4h2RsN6w0Mjyo7ZdeKfVK7aFv1eoae+AjdFNVx3mZxTydQuXCPBg1n0vDFZJgCwgMiMlTYccYydv/p0bf+y01P3qO6h85T4MfOleNj/5Ues/XtGnFscKgkp9Vs+8Dze5yB0oHQ7wbXJ+GqgM3dBs3UMqYcFlU8OQJAbmZbTwcJVBhj8o6GM/EqSAvGMmC4CmcXknZABlYaqHLieZdjlnLsky8QgjUBeWcxghebhvoz20MA+zqvXNusWusqgon2oR1TJDhTEOgPc+J+ZXU29EX2DIneMcsUyRwxixjmAo14BFilOm86y4tJ32KK4PPAIuZCl7u78orf6ZTv/ttve7P/lRvftPr9eUvfU7f/fY3tGnjbdq1c6u2b7uDdKcm2fFv376Nd7s75L/DNvgd7w03XC+nDvqD7G4RTYHgMjU9TYBqoMeAasyZIi/TK4L1t9+mKZy/5TjssEO1Z+8eWadIYBwaGtG6dUfohPvdT8cef5wmOHreQ79eSO3YtVP1VkP1RkNeXNm+TkcIUvOBs9DQ4CB9ZcqwA6qqw0mF+TrghhDErYhd+kHLZWFDp7a55QghwKOmelZjSjMHbF+YZSGqxaLD4N/ob9TqGiTQNet1+ovoWtcAgW6AxVOL57TR8PNRIkNHMQb6DklPBzqfDoQwj3O/lmGevlBOoLb8Hpt9+/arYv6VzKUmp405QXh2dla+rPMwC4oZFjoueyftRU+tVkvyuxyo2LNnr2677Vbdcsst2rNnt9zfunXreCWC76W+hvzzeiMFU7eFTqZBvKSP56MXgoMsAgaHBjQ8MqghfILL9XpNTebSsuUTyQY9Fl9NFhvu1ws+n8iEEDSHzHvZwe8BrNPk5KR6BHu6P3DHAzlnEIRxQSIKB+dB3e39m9BZMoM9Cg5Misozgl0LIXmAulWNAWgQmFqqYsaAddld7dH3v/s5rb/gEq12x5Y0kHF/OSntRTn4KXbGUEUmT6SS23QkAucqZ+eBRiD8mXQ10rSGAwjXGhLSFPNglMGlg1Pj7gIVvQB4/cpHshpSLwwrD0MqwyCUPDTlkIJ1KSn+pncF4QIkEcgHICs6qldd3vt2lZU9oFTIcnUb08oIZp2yoUOf/DytfvsbNbUMHrUFsLlobweS1E8Z6rg9IefyUvs7pWZ70iwa5UCdo/i4I9c5X/2urvnxTzXRgtjCdEnhxSdU/qwY6aBm0UAuHkR4d0NTHY2qKEelclDTtYbKakDKsYubHAzmB++BI6iILRUxynOnvXeXRqLkx2nPtedI3aYiO/EiFJwIVYqrHqBu6TYLQPJLN4bzd0U8haokcVQVgkr+xUZNjSWrVR36UM3ltHQwJDn4rhYQiLiQm08Czh/2Up9gHp0+g+dkwlfIXEp3/Fy67QYVdfddafzhj9OGcgwHhoJJLmhkIcT81vzl9oYQsR8oBOCWjHORQtK/GzTZy7WbOTFTVmoXde3qUdkpeMbaB+hpctd8QvwvfLh/2C9ueccmqU2fGc7Ury+qCj2RpcDJFyl1g6jIs89H0icnYHdwVp1uTz3ocgCUcuhtDeO8s8oJqA60IQSaRhU47aKqSEtV4CpYV6SReeMj1BCgwaG7XLhtaW7CkWYKIahBoGs1m8hAEKLOR7qmq8hDoCbByH16cVAxxhlBz87bQVhcM9Mz2rZtqy666AKOy89K4PwMgdlBqo7jX87Rq2XPsroGB4Y0gJO3PA4IAwQz87ND18LlAOQv5fnvuHft3pmcuGWaoa8sZuz42rLZvWvctfNOAvKAjj76KClK40uWkAZ5l3cndQ5klr/AnqNjY5ohSCxfvkxLoIvw8iuCLIsaYbdoOUrsPUKwt7wOWqO8c27UG7J8w8Mj8jfQvUNOARaeJXYqacMQEPSUIMaoGn6+4ATQ/ftkwOWMYO86pcsaSD6Vsc1LeM3MzKJbh7Y1+FTqMhdyAnXO+Fme1IwP60JP5CriSM5pQYmN8tTGctrm7qtEtgrBrFeNhQTDLesUmBOzszNyOZA3rwbjbNu4L+Nn2d23220WVk2Njo5oOWNom3pMtm7dxmuX3ezij9UjHvEIHX74Og0PDycb+gQkixny9FQyN+d432+eOXrMzc2CK5Oc4srRy98lcaB20PYio0dw94/1+MuAltGvVCzXHHy82Ounfr3jOpc7vAro8ezA8sDNVDiQv3czAfMRcESgr3B0Fb2FGNlwFqoXPVUEqh5pl8EoMUyL1c3T3vRGPeNNb9X+vpSBRn4ugcp5pneswMkFQz/vFKAu9Os8WkBqx0dywpDc9U4NVEGnyp1S7hOEfoa0n++noH75xlHwPta7w9bclIanJzUyNamxqf2aAJbt36+h6Sk15mi5qBtKv/42vaH0h9CQFKdjiW3Lkf3b6Wu3xuamNZ53FHloQm1Icc1xWvlHb1f2pGdppi6l2GEdaFg5lfkAVPlmxDTAgzEMPssqNfDSgeoS+4yMLtcpb36/nv0nb1e7AbXbwwdSIZAgcXNF/tV7ZEtX9tSc244tdmCHHci4Q4OzWzU6fafUnlIi0UEX/dFcrcNPpqKuIsCHvqq9uzWGDiO5NHkNVQSzwJg5Huf1Qkc86nnaB1rQHgCX4efkAAQeNFUpgGbMvQgxGwTZAQXV9eDfeY121qA244r04Dvxr1J7V9mOCeVCHyoyBicYJiCn7YhVsE6lY4dz7fj5T1XLStV5JrR0tQaPPDE5LLkdMooFjPOpnXEG+Al+DmySezVH5h1jBjotiBQbGqwayuipICjlONxalATPrGTy8SyZr+6tC7Hwkbry6ps0Nddh/Cw4SOQJPOcCbDOFqAznW28ga71OMUOsQGAv5S/BdQnKTnPSnPnsBYKdWUHZQaFceBacluifM5ZYgiWbUtCv1byZyNViR1ijHzvpBn1V0AVsF0NQvd6QU5siMg6JhqBfQBOzTCGE5JQbtAsmouzE7/e7HGtHdKjVaxzj3qk7WN1s2XKHath7ZGhYa9ceoqUTy1TklZYv40RrclqzM3MEpjKlLXap/qGVnRzP22HbqTvo9381rcsrgil8RoWe+/fvS3LkBM4ugaDJLrHeaLKj3KNGvcEpwTad6Ncz2GF2dlb+4aCsXtcogb0DH/N3EHGQrmGXWQbIZdtTCiqwr3F+52swzgsBy+D27q9Fn+LydxQmJycPyJPGg4BW4Y8q+reJgu1CP00Weg583sXaVlkWFaNtKgKe50W1UGbkaO+6Ah1zgqJpG426nIYQFMI81Os1cFlqH0LQAHYcGhpKCzb3Z70c+DLGT3IbUdeUFwC2r/GGOnbrspAwzvaxTl1s5UUHbDU+PqaxsVGFEDQ+vgR9SebcYAAAEABJREFUS5nG34+wPkuWjMtfyjOdeVnWOjpn6Egj6MVcqKd+S+ZTh9OQaRZq/l7GXk5VpmemWciwU4K/x8Q8E49GQ15cxSzjXf/UwoKhlOf4LGPr9l6AmKfBgb7gmbCdteiKi/L3Xjb0WZcSu8HAk90ogyY6UdmdO7Tt5qu1487b1WTXUYWaumriEIY0W1suPfWVaj8CJ29H22fDnIAFpUp3q8CB/qTAZBPleXomlRAhIVLGBTILd4Ax2cqOOHGmbBzt3YSq+Rt0yvTTVFj0Ab5UoRLnHGj/g3/6iL79zj/W99/9Sp33rj/RucD5f/FK/fxjb9Sha2lXA/6jd/kL0Uv686lIN7S0fcMmffPNv6+vv+u1+t7736vNX/2emgx8YJGVsZve01ui8f/6AW3yVrhNp7S1qr8cZCsFgkFv6xbtu/kGTe7cpCU8cIMKmlOPd8kdTdXGFJ76Gu064bEw4kYm88JDU1i4sX+k/x7jWnSn9KO/+1Od84GTdca7T9bp7/4tnf2uF+qs9/yOrvqfr9PA2EKbg5K5TKod/kCpzGAdOB2oJHYnS1oQdqTBraTtrYqhVFU11cukkQc9TlMeN6oO3JQRJxUrODnTT+sqdRPvSKu8C5/ATlssQmnw0Cdr76gQAKDbhWYU5m+r7ByUB6oYclAmJjnoNjZgQyWQIq0ObUp7bvyJGt05xW4uDYzqxJNOUektrAQFvTCXyLgwD4EKoMIxFDhWSgduOwHQ6kZQRPWh3pCGOk2FPKqHjUraiVcfVXenUBsibuNI/lNuK2kwM/jyOOmc867QdDtXRVkI5x/Cqddbymp1HHVQzIICTjGGTBkOstFqqMnutk6gDTg569TD6XfZ9eTMpxIgFsiqF9ip5CHImZ85+B66tXlXyWxQjUBQQOgdsY9IC9o34VlA66DfwZln9OvUdmyzGzKPkmAXQ5Cd6Sw7S0OXOjv2nXfeqemZGfnyfHJAc1BQUHrH7mNUO9wsRpX0M0dAv+Wm2zRLumXzpB7y4EcwT2uQ1zm2n1S91mRxsIvFwR3yL9X5S3ReOCxbukzPe97z9JLf/V294hWvdHfKsUGrNaCZ6fnAUKB7o9HSDDI20OvMM8/QC17wAq07bF1a4AgdSgKLFw6zBHTv2B1k6gR+B/YBFj5mHJG1wk4ZtjbegWIA+zt4ecfu9lmM6mLXDnaArczD9KtXryYITROEcuXY14HGfUo8XcyDkkEyzrQ1xtY2y9GjwMaGCoShZAwzdvlN9JCCTFsnAIurRAfzMDgfY5D5CTrLHkJQh8VWG9l6LH4aBEjzHObUYXh4WGk8sojdlcbUQdp/mucgaaB5CsJu4x20uEIILHoKQOk/jJnDfjFGLVu2VFu2bGUXvwu9Cb7dnh71qEfTnjnLYiaEgJ168iKs3e6kvufYvft1zBSLtXlcW54z1sW/87937960UPPc8RfqvFvfA84nBv4vhwvsikiJV5uTBS/AshiVxagQQgKPx8jISPrrjRCCyQ9APJC7tzOpX5yYnAlyYOnVM2njz/WNx5+sS498tD4/vErdc76mJQx4mGkq8pCUwys08rw/0RyLnQMievL0C4vzfVw/pW4+y4Sbz6jvaCyF+vX9NHk912AWeyfes4vXCgtNlegP0II16WIA1b/LEFXEuoJX9Bt/ogdsPF+PvOV8PfTG8/XgW3+iE2/9kU7Y9GMNrqFFHejzIfsrb/ffBya/ZYqUsyxqKHZU23SpVlx5te6/6XwdfeNXdc0H3qSL/u2DGsimWXrMcLy/XZpYq6WPfrHUoyeGgApxyk9h8W2BMt3+tX/VNx70GJ132AP10cEl6p71FY3yIBW1Oc02u5pdPq78Uc+V9tDWw0uy+C6IepOtXJ2spsFO0MobL9HD1l+vx990vZ5y08V6yi1X6OSbLtWDNk+rVaNlABbf6NZrSLV1R+O4KvlBbOAYuuyYGl78RWnlCuL+jbfSKlAPg7wprVmq7ggo3/CwnZxdDHBTFQoFDJi1Z/W9v/2Idtx4vTLl/MM49KPBpRo/7mkSMqSp22dANy5XCylquphq51GVjEuIhQ/jU5bFbkqZb5kqDVGYu+PHqu2d5DVLxTyLetyTn6IujoVqasHNZ6hbVDSapQK+HuSiO+GloxnqC+/3YP3rcE0/+MT7NVSr2CHvx0ZFIuYxm+eXSvfCh+VA6R5pG3Nu2rxLChl2qtSot9RsDMiO3HM34rCyWFfGcXbGXIkxUwTXhxCDQgiywJ4DOQHddSBUoYgDjHdf/hKXd/6BgFVBv4T30HaorcFB5QQW/09uFQHN70BjiBpm94d4yNJQFqMqxnyOY1EHfffRYuea8QwPDA7IgdTp2NiYAv9m2JG5T7JqEpwuvOBCgl0P6Mqymd7fIxigjzRGIYr4qn/8h3/W1P5ZbNCUHb0d+hzvxrZvn9SNN/EKh+c6om+v11MXGKK9ZcrQyQFsjp1cvWF5M7Uta17I72sd0J70pCfJX77LCaT+cltJkHXArGHTOose/9qdA3hFHz7+9gIhhEAwyxWQz/JYdqdu536Ntx3qjbpqLMy808zp07YqF2w/wIKhwq4F42LcPJTYopcCcIHtc4KVdbLNnPbwI86XyCjmdwgBexTqEjitq/uyLFkWFWNUhv7Guf+BgcFk84idQgjIVcO2dWiiplkEeafr428vzBr1htzGAbXDTrrDYqBinA855BD66sqXTwIc/OcIyLajx9N95uiJaInu0MMO08Mf/vDUz35OVczHPxN83PHHyTv5GDMWXDOanNwrB+tZFl/WLdmdxZmP/D03LZP7NL6CecyiBlhUDTDX6sga0cfymSbGqB6LUevdTWlNFWNnO9cbjdSuQVqv19E9S7I573Zu34fYz/w/koacbvxYVbi4oF7IOFbs6YlHSS8+DHiI9K33/pG0Z4eGmgPsqirNMkEG7v8gzdJSwR+A08QmgAoLiIW0Olgll10HGW0YX/UBjLDzPLBpShUgS7hWONASIxcAqPnbbA4G1xjntA+p7H5xHCFqgih6WF1aW0proDkEP7sKUzS8o/Y8S/RUODWQTbfzfUiIRR/o0pfX2A47UVW5mrHQYXR9TA1HT8XjD5euPf9/SMWs47myImiuqGlg+TqhotJVkQVU0bCPwDBBmQ4Za+jpj5J+5wHSnzxCuuLz7+BVy0yq9f+6VsSgVQ95nIjT83Y0H/SEQL48YctQzheroBWs6Jej93gmEf81iP6sF9htQu122Ibc/G1eQepgu7DyMPnYvkZNls8p33k7B+sUmtKSEWnvtmtUD3OKoWLewGRilapRGtJP6hw+DCsN+ncAXSmPOa8kwN18le535/m69bQvU+aYAD4FpyBSTWse/GR1K2gMJIvvhPKEApnypDQlyFd37a7qm6eiLiSAVJGPViUNzkr17RtUIyK02dWvPuxwjY2OMcQFAIG5OTHQ5hc3eiz0fwAX5nMZajyWZ+uFx0qHjTcVGSt8iEKYJ8BKkrMG3YsXY7D20CPZ7V6jOXb1NQfzWFMMDWSqA0KMCkAQbqWrQu8yOX7PoeDaEGUHFoJLUSGEecoK25ZSkZdyQHGQDuhqB+odUU6AMdQJdNu3b5eDp08N5giSMNEMgcE4f+PcQaJHcPWOKSjI+RCC9k1OyruuHs52mt18DV5ZliFjUMmY+U/MLKcdcCSo+vTBR/5u3+X1WYtVrPOW4ZnPfJrqjYyFa6GS4PjWt7xZq9dMaHxJk937S9TuzOEfK3lRURIE9xFUdu/ZI586eHHSIih4ly3k6/LKKie47p+a1cN5P/xIdpY7d+1CrgoomWdQMT8Cs91Q0V9O8LJsztd4Hh2wagRwB90cWwlaz5WCxYIDvG3u04CcdhW8nHfQyRdoM/R1+xAi9s8J7B2ZV0lAquivxkIphLBQ1042LVkgGCr4cSNrJetaFMgMLXeiq2hvvhVEJXVVKptXkfoxjyyLtC0ZB+wJ3wHs40ANU9XQz7+dbx4eY8vsfsxnK6eVbuvj/etvuIHFQIMgzWKbcbX8ngMebwVR19RRRx0lB/CbbrpZ/tKbuNx/vd7gRGZHksdj7L6TzszBHJvNzbXlPtymxCY+lvc8aDSaLDSH5V34CCcPQ0PDarZ4Tuk/izHJ3mQBOchCr8uiyPU5Ni+xhU9cIjQBcJrRxrrWCfhNAr/badEVF+XvvSwPInNnnj87KM8+ZFWBE40Ai3tplbR0QjqqJfWuuUKR4GDh6hhGMVM1pLtcjLfEGWQgeMgjYejnK+lAf8YzayqnIFNaLdQflAaE4mZ+hATdTLpLoKfZgdttDxR+OVODEc0VQlQW6lZZakCHfqisBBnl/h36GVLnFwOou7sr+jA+hCDit3rYqay1NBilBvI14TFBfyOBVQWvRQo6jfmgQllXc3BcncqtATz+PKuMAkhsL2wVFPkslA1LteXSkoY0PLVbau9TqOpq8uDV6Li1dK22wkN1uVmCABsaKzB+GcyjBww5Y9YSfkGJdhD65gIsdE3pF7d5UPKOXuMrVTK+AaeWcay7ec823RilWwlm15Fef+PPOdLPU5CP6km1EdUnHi625rIcsLnrDW9udUNBcC1025lf1mPnpOkff07qziiiQK4Cm9ZVP+IB2oENKN6VB6UKYLL48wBg9gP5gzOooLDwz3WRD9ZmGpqRiluvVGCxVTBOOTRSROcC9hU6RPFJSoNFtx96YddFKEXmHCaXmmCRuzVC6k5AZg6u80LYSlKQEujeu3hMOUmoaev2SYXQoiNrnSnGmgIAQna+dq7e8eQEGAciO8WyrNC/TFAylxbPeedzHGlpGqAAHAwkKyV2O4O8lx6Vg5V3UYODQxofH9f2bdvV4fjTgd5H5AFnmeNAk5PEsWY4Tefb7P4q+vSRvbh8fNpmN1gwByv6CjjyBk51kN3lNddel3ZTEV5NnLXbKwTFjHFj7i9ZugQdCgJGTUccuU6Rtlk2L+dNN98sy1er17Sd1wICTVM1mecjBADL7SP3Hv36SNeLkWVLl6vNsfAQ9bt27SGw8lgi2zSLF0QjqBayLdIrDi9YkUFAYBaFEFIQdYAvsHWz2VAIyBqzlDJNZLvk2NY2dvDKsgzZG/LlwOSTkAF28THGpEujUU/659jR9A5uzrt9gdw9AlUOvxCiarW6smy+XQgoi0ymk4JCQELktAxk5TTSh+sNNQI35OibpzljXEg8M4Vk0wzdS46vB9LYhyD6qylSt3z5Mvl0xPas1xspaPv43qchXV5JzM7OpC8lzrATn5qaTvqk50vS2rVr0ty5Y9Md6RVLm/njNo9gh59hm2HGIYRAPzHZrsA3el6Ky/JnWdTo6EgK6oODg/BuQBsUwgIgX4SmwXxKtoWmxVxsUvZcst4VdnHbJczhARYzzsMeXrZnpggvly1zZcO5sABxIb13E3sog3shiFTiwUWokgComCnz/BmkMpNGcEyhFihw45CCjzl575qNUu7fkYz5hRqOkVubPBIAABAASURBVDy3i1poRvGX7kpQoPy8EaguFwA04ggbQoFcKWMk9WDkSmf/g1CDTxOICBXxdMSNX3CwnIYIyuliAPWb3qiTSC1tKSY4AUIE4FoPtIHdstg9D1hX3l+V1MeySTCsq9EYVfpWtusgT7wIMgpGFJpPY0rq4moAZFqR1CToJaCMIFpDajBuyVSVZLMlfck7jTB3sBf0lSM8eNPoni7bw3XuB9p2NqZyaEIVcyZTpXaR6XHv+JQecMZerbxgvx540Zxe8Of/hqxL1Yw8QG4XmxpcfoTEQkDRzH4ZKgUCOZMun9ZVp35Ry9HvRE4+dP3PVKOvHrv9DjQ65BjtGDpEWjwH++wsq5Xsl3+DNFQ0qkxYwb3iCFJaCmrLj74JMlMZMvUoF6nWyoAWcjoxVHwYTMMcC5EMKN/ORcYE36rUJIBF/ywznwqOEQAHvkNyr9/0w3Cpg+MrGPsdd7JIJLUQfndOHFVeSTx5UqgYqsCzWKnH8a0DUYdg2yVvxynG3s6zpFFOQOmDA4mf6/m0FEMnOzo7Yx/fGvznUB0C4RreJ3tX73wTRxqxnZ2oeU7x/rRD8PTO3Ts38/dOzLQ5Bs2yTBHmFf07cHkBMMsx+v6pKR3Gse7sbBcn35F/sMTylIxNxg7LAXr/1H5V6FeUOUHKD2cp68OHHnDi/ZgDNbKlJibGUwCzLvP99HhWG+pykmDHP8ZrgwY8N23aJOct9xBOkymjwAo6q9VVKRLkpdw2RwbTlDyDTgv0cL/Wucn7ZOtoO3nR44WWdXRgaRD8azX0jTH132jAF15eNJmuwAa2cQgRuX0HZVmUA5559jgVyQnsJauONjZ1atu53xCCAu0ivBeD28cYlDO2FX0hsnxVZAp0sQ+3/O7b7VyX00+PRUSP1GUGXh5Xj1tO/6YrkdVyd5lHfl3hP2O8+eab0q7cu/qcxU6G7WZ5VeZdfBdbe0Gwi5MRvxpptTKdcsop8g/hTHOa49c+a9as0aMf/RjduXNnktdzpICPbdcaaDE2oyw0B9LCotloKMZMpsnRLYSger2mjD5DCGLAWJwUCSxrH6xnznh5sZZ0U2BulDKuAN/h2bBetmmWZWZDfSH3ccAe8w2ZEQuZezXhQf4F/0J+oI2qMgnZFZ3WlRT2xqMofXTlhwEjlDXwTcVBnDYkpjdQAz59GnsAfhkzX+X+5nPznzxztJ/PL/6sMHzlDhIsqrknxsYbFpE6W2OCZ4DgE6polXWXy236cJeK36BQQZOgTDpE8lkVlJWRIJ4pBXpxBYA7a/ORSyW6kWNjSiFGsRmXaGscYpK4AQiMU7kCnpEufDqQgkYU7/ghAxfmG0AVpVhXfQA8TUFI1FsmUfApScZDG8nbCLkHO0B7d3e/fT81DbzyBkG+NagK+UOAU8jUw6ZzeV15j/67hTqxrdmiq6pbKZQZD01Nw6tXqGzBBHXFtFNFftEd4NHsQVB2NTJIBXKtxlb7rrsMdSsVKFHieDS0TPVjnyIvmrSYB/T4IKtJY4mifGE+8hVAqVoAkn695mvkhsb1mPuDTPPNZ18i1RCAPisWbCV0lcpEJ/Ly1ee3kLr/GGnsugRBWRaTo1eUUjPSjD7ki4fO8hnvdaBRB3SyMAnxv/lxN3yavH/sMTbnnP0jtWdL+2MV2N1Oq8xpwFhUCOIdvZ1xgZMuWAEURYXzMn3JmBqKA46swPnbKdrpGSocuoNChgN16rrxsfH05avR0VH6K9I3+O0YBweHkKFUzDKGoSJfybt1H4nbsQYM5CN9H+ebT4PgWr8bCCGowHn752THxoa0d3KKQDOQ/mwuMi4dFti1Wp1g2ZTLjXpDIdIn/C3z0FBLn/ibT2pqek5T++f03e+ein4lgT3X0qXLVYe+4JXEzMwc7aJ27dqtDP0GCCb7909pYHAg/Ykcb3s0PDIKTaY2gcqLqJxgUNh+QJV8kRRCVKT/yBwLEratZDl6KVjmlAv6z+m/K+/K5xcAuRysc/TssFgq4VUQ1HLGqMYO27Yu6Mt8A0x9ahJCgFcJjzkCHs+Y+8IPeJFAlrvC5volkGAAmCe1CiFAwzghr3EOwgV9hxCU/sV5faxfj2DfRr79LNgK5oZlzZHZchlnWUvmiBcCBnF5Hni+1VjUZJ4L4GAtj/3Q0KD2s4jzlw1LbHjpJZfpisuv0jVX36Cf/uQiffZ/fF7f+fZpOv20s3T6987SmWd8X6edegZwpr79rdP0vdPOJH+GzjjjHH3/7PN09lnnAt9PdGecfg7pOTrrzB+AO1fnnEX9mefqrNO/D/4H4M89gDubuu+f80Odd+6PddllV8p/mWG9QoiyziEERexg/TxfBtjtDw8Pa/GFC1hcvBfzlXiM4Z92jBTo2e9uhdehNF9JbLfLCqEHrT1zAJ9JDvb1CYliAnHZ/zHRjILYN0juxIz0LjedVVBS58nCzPGt1Mh8wJvcdXacJRUlDpapaPTdA+ySLE5NQRep7DwQYZQBgX6DXCmletPfHejXXP02JrO8lINTymRVQ49aGQj2EhtRpb4Wum0FSbWWvKMoWUmV6qnHuz/IqeCOgGkIbwoR2ywwTujKQyTMIZqxkAAJc9Sa5+cKHE9lNDIoZQSFJIjMNjrlIQdB8GQ8qbrHe6F9qiePCTW28kiFASZuzJJsFbJnIahJcGjhdOps2zuNngIGaRDkK/rrVpUGVxyi2SacFskFS8RIn7Jcg46yqhQdCJlyg6U0eetVavCqAxejivnaDXUdf/LztWk9vOabkvnlu19lnd1WfcQvkQZkDfNY5Ow5Nyct3SdN3XihGgFBygjWDColyoriwTcVJfoHxgylVKF/xXj4ocdE8nAq0AgINRiQRmwWsI8HtUc3/foDKeS/0Q27X6KD/y/hFhAhixobX6qbb9ygem0IbFASO5CVx1UqOWKeY5fSZeeFP5ZC4I6MuVQQ7HKcth24dRZXWGBQQlwQaMo0x+CD8hV2DSEQZAZSsNm3b1KrV60iYLUVCRqmnZ6eSbssO0vT+4tqg4ODarDTbxFIvaPyDt+LD9M6iPhP1ToEb8vSJbC432l2eT4NeNkfvEz1ek3r129PCwql/geVI5uDsBS0f3pW27fvUECGSpXWrFmrRz7ikTr+uON05JGH64jDj9D4+JIkd2S+e6GhGFVvNJRjg6VLl6V39fVGQ4NDBCKC/f79hR73hEfOB3qCVb3RwJa2Az0wPzAFNiRPhk/yJeCcFIIhKOMZdqDIaG9cv1yvz+/kjXPg7LKIsL2MLwi4XY68vQioo7e4GvQd0W2Mkwe/jmhyMtDmmLtibDxOiIAePRXYZDGUjFkBP9M1sX9lwjTHKpXoIAU1eKddR575v7XPlaXgHCXsSLWyA7J7PpWpXNCP5R3g9YrlHxsb1SCLvGXLlsvB0P2ap3W3bpZ1aGg4BVC3K5Dp5JOeotNOO0NbtmxTCAG+ER6DajFHrKvnUggh2TQoIC9ORPNXydzsgzFWq1+2jr8EJloErk/0C3ps336nLr74Ck1O7ksyWmbb2adI/UVZCAEZMy2+bKXF5Xs3X5m9PyrMQR4nKh5uK592XHi8LEjBjo7BqwIPOU5AHPWF0NSByzTYsurlKmlcKmDkMlWXsZ7GPRX4KGkreFSAcHAB2kAbbpGdh4ok0IxUXJUqxMkJzwXBAKGML1MFRAvp4jIoiJUgMQYR3EjzXYBLRaMWgxYu48JCvp+4bHD54NS4OC+Ks4ZacuAV/QGVMYDbMd6zBBHVGhJBPq/xkBGx8wK9AjSmJWVu0JZMUgJ8urErgmM2YRCpS58FFeheQuqFmm0lGnNTSZ1v8zSQpzk2DLa+RBByMCIjTDwP8DqQdxvzdwp/AV30XLXuBNYpIwrMhwyGtaKjOLlDw5O71dy/Q9XcVqm9UwNlTr6rIqvUQ9fa+DrNetrARwZ3bN6pQwkyDWIGWecWlUwdjUj7bjpHmp1i5tA5MrcxQPPoB6qxDBqjSA7wc57xZQImrom9cYbgj18FUOMA8SUSw3M0h1Y3XHiqmsUcsmXYrJTtRfe/YGKeNJMh5XPVsEkyZkB/np0qRsH2QBuTVhk45KyVQlswME00AbI+kP3fvs3rYCbg2p1ZRCbD89n11/CZMJGHvVaLCjFLz7F3e1AIMQkEJQEhT1CwoC/YURELMHtQhL6W1ZSRZnFerwJHWBEQAhR26HaODYJOQSOnN954UwqeE0uWKISg3RzLjnDk3WMnC0JZFgnOPZXwsHMV19zsnPxFLjt//3ne9PR0WjQ4yCtE1Wq1dFqwBJ5tdpITBOEnn3ySFKVt23dp67Zd2rtvv6Y53ve3773LPuTQQ3TRJRdrcGhIQ+zAd+/drSuvupKd+i5N7pvUjTfdRCDvcPpQqsfEcKDftXu3zJ8h0x5oZgmcDKP2sdu8Y/NerV47occ//knYLajL1j5HB2EXcVVYvQ9SEMWkY0kA0oEroA4QgnLs2GEh08Uuto0DCbOF8eDBpN62CRE6xsTjNEAAbTTqcAqcZDCJ6aPGCQYILV++nGCUy2PlsumLhcVaTnuPmaFkjArKPRZOpnOgd5p8O3I6EEf6tMy524NzG8uSEdxFn66LMSJDS6avMTau89j7+N20TebDLGPhfAOZBwjUDvYeX/ftdj4xGWSxN8pCZf36DTr66KO1Z8/etCDMWFgMMW71egM7d1XyAGXMQ/Pz4sMy2G4uV8jIgCCZFLGbbRZCkK9Ub2O4ABwoU28dEpA33jwNzhtcRxNt2HCHki0YL+tabzTUAGw7g4/0TdeH2M/cq6n1M5T0ggLChTXLTGMdlxfAswmnHGvUEvzLyGRCOh+firTiyNGTFOp0j01K5cykpqpcs3jsnpiIo0u1u7VWmoXEfZHEJcdDiBcvzKSmZtnU3L5tBB9XAgu3xfID4aIfqFK5mlO7NDa1SdoP1sHSfA3TlPcCM4D7yUkziVgrEWzqrbqmmPPTzUA/PQ1X+9RyG/NxOqN5GZ3aBm4Pii61WEej0kxJGT4qIACoIuw0O2cGFaFIihpQl4k+22K3XofGVQSxbbQ58lmvl5oj0HTVq0+ryHtq796pQeuy0Ddk6vYQJiBCGRU4OjaUIcrvWBkyEflsZQgqVRgs0Mi7YnHEmnSP9OvbPABnDU2O0TJolXfV2H+Nkp59W+yGYgqwvMY5b5lMz7Cth2dt3cNU7W8rx9m3cAr5ZT/Sl446Wqc+6lB993FH61tPPFH//sD7a89l31Q+xkyoFXQBg2WHakOOoQbgvyBPer5K6kD504sCYeS8LSUdQTa2MaiXXaomFhtkdznQy6RiqZaf9NR5/SFNd+AT+cRDvfhhBCvYJIC1+lBBvxiMLxg9TtpEV2qMStt+dqb8ZccGDIY6UXMEwnY9YPOScdP8ZfsYECuf2aRGm4cBx9zptdWtlRo/7BBNrofUtmQO7N0iHXb4CcJ0amKAppWdKpXb9p4r1gHydNNVShd/IEtS5leli+nNw7DRdWHMAAAQAElEQVRATzxXxWuVjDmTc0y/Y/c+5awUC8az2+4uBM8Kv5gRGLAI9ixwYEXOOGCwCiiYQwX0Pk72DmaK3bid9izBuD3XUZ4Xqa3LFbQlc7zkWfSPwvgnRS1OQSAZHR7SEnZ1WzffQVBo0M7BPZeP7LMsKgKB5yhHhqUrVqjRGlCImTxl2ikAFgTuOflP4nYTACIBZd/Ufvkkos27aP899etf/yp414UImp3pkpakc+wAB6HryG1y9Lvzzp2KODyXA/3OsVhYtmI5x/jT9NvUt79zqj70oY/oIx/9W/30pxdomIWJTxkC8mzeMqlZ5Fm2alR/8qo/VaPeEuZRgaAOWPLkwodiQWSvmGXzYHSwMcj0ELCb52lBYXm8sCjQO9Zr8KFljML0SnXgXWc5A/hSlSKBL2dSDQ4Py3ifbFQEvw56FObLnKxB478a8PPhMe0yBqYp0d80OXQlMiOOHEBzxnHDhvUyznQ59eZXun/axBihq8vBzeBAG9CnqjzZyEgqWCD12AT26KtgLtQbDXkexCyjbQMKpaA4ODiknP6WLp3QPhZkMzPTnKocoatYePmkYv369Xrwgx+SdvIFfVs+614gS4memEA+7Snp2/pnzIWYZcheJjCdwbJbPkMIQRk0BusSKYvLdSRmyXPgnBRCkK/E35kDUGn37j3MnZjs0OCUYwAn0kRP87TeM5wyadG1+BFfhP7PzzooeAMv0SVRoUbgbhT0EwDfJR/45OR3mIBFFuTY7F2jaFjSRqY1QDrcluY236LxrKcWO4Q6k6VC2Qe/9i3a8PAn69ZV0taHPUnN3/pDqJsKWU2zjUzFzD5tufVHatZAh19AcL6izG1jxYwJMbhU8VnvkV77CrVf+SeafuVrgFdr7k/+GNxrpD/4XW3zLg9nuqCWSoJZj91yhiPL0GnOfJ/2Gu3741dp/6t/T1Ov/gNNv/qPNfPqV2nqVa8mJQg/7lh5t6yMzi0D7dKIUzxwm89igNYPoW3itIiz6hbTqlYcqrlX/q66L3uVui9/g0be8F498E/fojmIfHqblQ0tgc/eW36ulvtxwKBPUEwcEOyEq9hRFdvAnCwT1Ury0GeyU5AyXqfUirpqBYYsMsUmkkYgzAPdSeTLWGmmkSsnrVojar/oHdr/h3+qyT9+Gbb8Y+WveqW6r0DWP3q19HJs+oTj5C+iCVFsk/WcIugBR6ldz9WrdaSsqz23XKVT2HmfskI6ZaX0zKXSKUsQ0QEEQUIoObxA2JFV2lMeQoXmwUnV/wAVKhWRMsoFJ/4AVg9IV5/6aZmPX3XkjZ7yZlfZ41+sO01nHtAJSPYwbgFCCAohyPobFKhYAJfdNAE01KAmpYUxENnVezZKu+5UlUUVnGJlRQtb+6nI5CZVj1bmB62YolObb5f2bVFoNFWPtfQFy8H7P0irP/gWbT9xnTYfLg2/7Y/VPOYRwidLWVCeDaq45Sat8OIqk9wvgsynFP9Tb+T0vIt0bmeWK9Ntm7Zoeq7LzjVXCb7EafrPxObmepQ1D0StKhksUGaccNgFDtxOUwrpn7gq+BtKnv8SBxyC68RcDqrgXcf51rJMIyNDKZjPsqNrNBs4yt3au3ePxsbH0m7Nso2xAAiBdjAMISoAw0MEMdI5dtF25IFA0ybvug7H2Hv37oVvWw4aGUEtJyAsZSf7X1/1Kj33+adofGKMwJ1r+4792szR7649ezRFQGk0W/L3FszTTh81CFAFAWlaDY6u3d/gUEtLl49p1apxjY6NaBfOfXqmo33Tba1YNaGTnvZ0vebPXq/CdgB6LEptTyF/ToC0TgkY4H5aUscNtQh6ddUbDaCuvgwVtG6fCLBFCEEhhFRv/UpsnAIvTGr1GoGuJ7/OML5eq6NDCRQsunpKrz0IuIk3ChbYpuiPYZDMrw4PceUE3C6vAXosDnysbn6g09hXzI9ioa1tb7oc/XoE8n379mlmZhbSkOSsE/RaLM6cur7Taafxqdcbcl7oN8BOvmA+uX5kZCTJOjI8rAa2uOOOzbrf/e6f/lzO37tYtWol7TqKWaZWq6UaY+wFhqE/dhnPqvlaTgSR50jMMtU996B3mW5dpYp5Oi97N/XrvCvML5Ap0KvARhX2NRToXRqoM00GX0MMUcMsWi1/k/kSmZfuJ4SQ7BBCoMUv7viL7L2YW+gzMNhK+Sj/Sz2mMrmFurpTHqACQUvq5nf0pQomkZ/71B58vSltvOQsafJOtRK3XP4FNR33AB3+vi/q6H+8XWve8gXNnPBIdZhsOZMlr5fqbb9StZmdtKDPRTfdUXLnTioFDDlTH9P4i16r3sv/SuUffkDly96v4g/+St0/+Lj2v+QvpJe+S9e0oe8CWJK1iwpOIxzoS1DzA1Vp+DkvV/YH71d45SfVe9lH1fkvH1Hn94H/8mH1yOvBfyCeX6lGI9+VP+4G0DthnWZMLQtNvmQWxVgqI7/iuIdq1Zv+IfVT/N5fqnj6y7U71DUHbUTAWkGE3LdTGy84kwgANwuKpyA2KkSYRvhiK9nzhwJcEHNOdCFRR7wWkUdQKmPxlXmQIJhxsKJeAZ7c/bEqKHdMrELtgSGNvPg1Kl76UYVX/KvyP/i05l7+tyr+8BPSH35MesVH1L7/c7WT9pBLHbFDp7BiqXImcmUBOMHZcP1FWrVcao1IA8DQsLRuADocYDO2FOgzsHNUa1y91krJY1RR37+R11mjiggxukYXnKVijPyGi36q9q696F2TDwWm60TYwx+sqUEIqNcCbUrpMAIhBIUQxEcyV7KBuEAJsKkMFTQV5YSD14I4EEqrdtPltg0qs4L5HFVnQVXnhEXIWDKOqZ3tTLs0X+6k5sofKuBQYtYgHdCdRUMjL3+7Vn3qAh3y6Q1a8l/fJy09TJzqqk0Ajczt9T8+XQ8Zk2zSJGxJ/je93bfh7ujDIqRp4FsjjZ5TpKVqum3Llvlv4eNs7cjs7HLn2cGXOMLS+YWUuJJ2XT18Qv94tDTS3WBHbtmO/W4jiJIAn8WgitTOffOWzemb8Nu2bVMAv2R8XEuXLdUtN98iO9bMtmN++QtbHXajDRYCDhSWq015HHo7VAeGubm59AW4LgGpSbCuNxosGCa1c+edmqHOR/QOfDUCzoPYDb7nPe/Tm9/yej36MQ9XgU7tdsFpwEw61t+6bbt2sKuf5VQioMSSJROKPIPejXqMMnyeA3OHgLZrzz51upU8/i944fP0p3/2ZzrxgQ/WNG0bLPIwM0E3T+0Vgux7Suzk1FDSt6ECZ718JO+gOcfCx/17YVEUhWKWKavXxFDJNAno369VPE8b6NsgsJTw6bKwsNzm71OWmdkZ+sXHYptBjrhHRkdZAA0AQ4rY3XQOVh4w99XmBMRgXo1GXQ30cL3t3GQMHIzdJoSoALjOrwrq9QYLAGssDQ0NyoE7hMA86aWgPIscDsrGm3bEJyEET/drma2/29XRs9VqynzrjUZaMAwMDLC7n2Rx0NHxxx+naU6OLMMQx/kZtrFMbm9exl/wkwt1yUWXSXL/uZbx+uaz//Pf9IPvn6vPfe7f03cwgqSYRRbaBXIXlLRA9zn98Ic/0Xe/8z097rGPR/5cMUYde+xx+sK/f0nnn/djffMb39YTnvBERfSznVJjPpgJ0BdArpxxu0sdA2XZIDtwxwO5ezMTYA6kQE+2wiglgvvv1Cn+4s6lRiF1OXYoFfH1QaUbZZVmGnUVfWnh5d3M3LU3q3vhRWo3MHKjq1hOaRCHoPYalXGd5mor2O3XVKsXKjWnVj6tDad9XEP479RpxWcfyPbvwDQPOAlOpNkJR+1HrhkiVpcj3Hy2rt7+hmYiEYYGuWVBZsSVH8J6PVMVK+1rSjM1abidq9OsVNZGFNsTyjoTCu0RhbkhVbMDQEvKR4T/lXnobuShm1/cgewClGTn76Bmd1C17qjmug3trqbVZVHT5mQkz+qqeJWQZ0FlaKjoDuniD79Laxz8WrSuA/AL9JuFAakYUCiGAGTMhwnoEbtC486gi2TV3i7FOSl0VLH7V5xRMUhT9GVowUu2hXyxGGj0BjWcz2mgN6M6NgjYUHNBakflOK8ejn2/Su1F5qqb866dhsijrrTumMfCeLUGOkNqdZZIrBr2bP2ZRKCXZTcMSBm6zOy4nsDY5gCohilhEDMd+bDHSVPws/wkd72DijCPWUiU5Kfp/UHMXb1eTcaq0R1TqAY1vfxwNY54qH7pYi4rYCceUj+oNE36Jxu44AaksFUC5wGjTePpk/oFt7wt7d10lapsWu16Dz1yJRvXZlXUehJ6JibQuv0JY9I5n3y3Ju/cotlM6inTOIOxR4ParRFNapQ53NI0RwFdHFuVDaqz5TpN/uwLGu1KkCvxI5tkcPqrwArcXf2vwEdsH1kAO8iMjk1oE8EtZ8IH2thpGogQCiGoIiAVdlwGgkmBgzbYmeXkfdxsegeDkmfUDq6CzmlJ27T7YWFflTy0LC6azTrOdpUydlcKkt+n+/h/aHAIh75PeV4oi5ns7EMIMn4Qp14nULdaLY2y4xP4BoFgYmKpWgQGv7P1D+S023OaxVc1CUoOEEFB7bm2CnSLIVOn3dWmTZvVag7qmc98lv7iL96tN73pDXrZy16qk5/yRD3wgQ/UunVHqNkY1OxsV71umfJDrF7HRicIBit12KGH64Tj76/nP+95esPrX6v3vf/9esCDHqIuz0zMsiRvgf6WP8sifGYYnUqITCrZ4SeApjRgkxBC0tc6tQhsg4MDqsHLi5f909OaAnrYr4bPDTEmHtYtwNF92cYhBDn4hBBkPv6rhrGxMWXwGWLlnee5SsanYBxDYFwrYescXsI+hSJ8bWO3jTHIixsvsnLGo9vtyn/Hj/SqkLnX66a2bRYGXmjl8M6h8/G0d/MdXmHk4KxfhX5O3cZ9VwS9Als1WERMo1e7zQMmqQ2vLKvJbev1hvwfAlket/W4NxoNPfKRj6K+zUJiQOZjyLKIbQPyB/3RH/5RsqO45vFRX/vq13XiA07Uho0bU8D+2le/IRpgi5I2UTHLkq0///kv6CEPeYj8emAFr4g++clPyf8fQgM5v/ylr+q4447XbbffpnXrDtdn/ts/afnyFbrrFZSZF/PaY+d8CAHb5syBWU1OTmrxFRcX7rV8WMR5IV8gVLum5GPs7GQ8fsyBfmb/fhoE4R/kLyMpVirGR9QxDTWq+GhIJ45Lp7735dp35XkarmrQT6hXX6FegwewCTRy5bFgZ9TUEOfBm77wBe3/5hk6wu0LeDg1TwPF/t2lPFWPmmvU1It1+NbFEKlDn3mtYk+SSSXRpRoQc0hJHjemnVoN1eqZauyem6Gl2BjWEmQb4p13RmTKIkGIiR2yXGWYA2blQFnCUlY4wsgQSA0kv3QbXxeLGWrI+2dmZ1sFgaGpolpCsBtWgwekyaRv5HVMGzWS9TRR3amNn3q1ll1+jo6r09Z9GuDhTWOIuRR7QEdVnAO6BQAcVgAAEABJREFUqmqB4AFtASAfz5O0fVa90CDm1tTOGurGETXXjJGHJsyDTUvHSgu6MKDZMKhubKnMmmoSsJpxVlWY0nRzRr2sDWkbG/fUadY1wyJJ2Bqkho9+iHoDdU0PzakzjBDtvWpP75fraCAhk9oU0WPvbvA4+7laPS10uvAZPP5YecGW6JNQOnB5blXBDCqFCvSC7AyTlq2Stt74bam1V/tbHc3UK4WBTOMPfLK2QCpEUSVVqQ0fjKnRCZjb5louHkdITGtIdZQtk8scUkiYXvBrIvOGq3+uIXTK2Jl3ou3LYDF/Qjg0sXe7pDsyDMHnBBje/vGXaen0dg0w78qspXonqllib+ZpT2MqasNqNgY0HLu6+N1P0GoH+QHY0WfiFRbyJL/2dps+HExsvHHm55SybRtJvSMfHBzWnTt3acfOnep6IUogsEO2ozYUBHM7W4MdtJ1rxZhWzOWC4FPg4O3Eu71Oerfv3bOdv8GB12kOzx7BoWJxIdrV6nWcHwEQGQYHBlWn7N8rjzHqzjvvVFbLVKvXFEIkoPSgncUxF3K9VXBay2qamtqfcMNDQyrh60BjOd3fLDtjv4s2feCj2+sl2nqjrop/c+y8HcCGOSI+/vjj9dSnPlUv/K0X6r/8/u/rjW9+k/78LW/Wa173Or2GnfprX/96vfyVr9Dv/t5L9bwXvFCnPOvZevDDHq6hsSVM96Butyfzc/+zc7PqELwqAtoAQXsA/Syvy5IlYY5SVyFDSeC1vLaxbW0+/i2ADkHPcg6y+PHv7NcIHj5VacO3k46+5+Tg7/5y9LLuTr3oKmxrAvPU1JQm905ioymC6FwKOJYhBD8ElTKCkhcUXhRlWRQi6cDFuDi/IK1aPATWqwvfApltW8ubwcOyOfUY1njOM3j1IcZMgf5qyO950EYvn0S00cOnNVhCtkHOHDKNbZHBs4dOO3bsUIPgPsTY+nXAxMSEfAI0Ps7mYkG4Cp9aMhdDCBoZGdWf/NdXuSZBZC496lGPAj+i0753ml7xipfrv//3zySev/Pbv5NoPvGJT+klL/5djS9ZwuJzrS6//DK94pUv17vf8y6FEPS7L3mpjjzySE6Hduqv/vov9Yd/+Pv69D/8Xao75RmnpBSyxMu6JNsjew+nbFt5rLxwMT6EeWsuEKdHvJ+/d1L3x1gnh4bz0m0/V3P91Wqsv0a1269W2L5BxGslSWrSUCkVG65WfeOVGrnlag3fcoN0y406lONbfyeJma4E0DYJBiev5H3qB56tbZ/9sAZvuFiD7T2q51Ma7kxpaXtSE7tvV/dnP9CN//A2rf/0W/SIUUlBSuAJ5rx50W9r582q3XGVWhuu0tCGazS64XotueMWLdt8m5ZuuV1j22/R4M4bNLjrGi3ffrVE3TjOVk3J/BrOT27S6KZbtWT9DRpaf52yTTeotf5aNW7/mWro1Nr8cw1uuUZDm6/V2LYbNbrlBmnvTcIHK9kgk9IuK5D2b+cN/TL2dJ9jvT3Szddr4qab1Lz5Sg2sv1LDG6/SCP0OYt/BW65Q64pzlZ3/Rd3xT+/W6b93grqn/auOHoGR+zFP8wIy9B/av16indsP3H6dWti/sXOzBm0nmgj9xoDipotUQ7/mbdgJvRrY6yH3f7xYuygFLGhYD0k771Bt040a3Hg9NrhZjfU3a/D2q5DzKmx8pYY2Xa2RDddqaOO1GsFOIxuu47RlmjGkM3hUjMua4bpqG27U8O3XaIIx0Q2XadkM9dThu8gs3JSzO8+Sbv2xBm+F3203IOPVOmJJpTnLz1yxXVkPSdh88DbsdetV0PxcYr6lcTQrbOFxGCAdvfan0vWXaAA7jPNOe+iWmzW+fI3unIMwB+Drn/HVLsZw441qoEMdXbT+Kk1MX6aBHJpF9yA6Ne+4Qc1N16t5q/u9VoNTm9QwL/rzmMZBqbf+HOmmC5HtCo0gY4OxFXaq56zS6dPyeb5ZH9tgHbqNXHCFrnjHb6v3g89qbCtzoNqn4WJGE/mMRju7mWfXaPq0f9G5L3uCjt/e1RrL5fE3eC64f+P+swF53YUDjR1lRlBtslO+4eableM0KwKFu7RzynFYJRHAAaIkkPpBn09pTdntK6fQlDhdt4s4tJhlBJIaYEXme+ulQF/JDrBGfUUbO3AHpCaBxLu2JRNLdPvtt5uNbMcYg0KMcr2dvnd5NRYAduKWeWR4hEBRyrglBIA6CwYHFO/qxYA4aOzfPyXv+N3vLMF93+Q++Zv7IQvyjtL1DjyYhSZROQsbH3n7m/SzBNVZTgRmeQUw510q9vEX7jq9QjMzbeWsWKemWBhzYpGx8Gg2mqoR7FBN/isC62c9bcssZgohqH+V8DIU7ExME0JQzCKQAZHAXMg2sz4+xu90Oumo2bxKbG2btFhIVBiqy0LD8scQ1SXQdAjIIfyiL/MvU38lfHOZvoSH5TTfnEDbo12PdjljXhDMK8ZVsAjwLCF0f4YBFi6DnLC4vRdyXd7ju435mEcOrxweOWkXfvP4HFsVjFWR0hijLF6At+3mvqanvSBpI18B5Nq6dUsKytZ3PxvN5cuXIXdX8+0QTEEhBHmFUiHfp//uH+Bf6tprr5GvEn1Xr1rtrLbwqsiZK6/k5JHMcSzsPFee+MQn6vnPf376Jj9o3XLLLYnHpZde6qLWHb5O111/nZ72tJP0ne98S+vWrdNzn/O8VHc1/dC7rEtkbCM6eWHneWw72Uat1gDzoZZoPOdTw4WPuJDeuwm9BBxxfU46601P1llve67OfOsLdOabf1vXf+bdOoR6GVoSc0ndy87R99/0PJ37hhfqB2/8XZ3++hdr/Y//RY3uIjGtdSZNkD4d/zf76Y/r/NdioFeepLNf+/s6/c/+SF/4L8/UV175BP38/c9R83v/pKc1Nb9zq0t9J5kWDczaoWHpli++W+e868k6560n6fzXP0Xnve6Z+sHrnqWzXvds4Lk6+43P0ulvOVnffsejdPYbHqYL3/YsHcIGWF48DEhrRqRr/uVD+tE7/lA/esuLdPabnqnvvPkZ+vabn6bvvPXxpA/XN98A/Nmj9K3XPlGnv/HZOuONL9DtZ35Og7RNMqGTIvL170DmYHA9ujQ23aYL//zpuuSNL0Pep+mcNzxeZ73+kTr9dU/S915/Evln6KI3/Z42vft1yv71c3rSndIj3Q8sHVREcE99RcnHq50rr9DFbzgF+X9P573tZTr3Tb+v3ef8u5bVaZAB1hE7bfzKJ3X221+ic954sn70tifp3Hc9Tlt559syTQ067LmsIV3x5b/Q2e96GXI9V2e+Dnjts3T265HtDSfptDecrLP+/Gn60eufQf0pOvvNz9VZb3iu9pzzRS3ZLwSSAnbdcOqndPYbnq8L3/wHuvQNL9JtH3+5Higuy04/5MQRi3wCsGy3dOUHn6+fvvlFwO/rPObYTz7xpxoZh8pyRakZpBs/+XJd8J4XoeMLdM47f1uXv/PFOto6mh/1HodGWzrkqit08Vt/Txe+8Q908etfrvPe+Ef62T+/W6uWwM/9E7iXwXPDNz6u77/tJfr+u16qH7zjhTr/rc/QGtZgwfPVPBegtU+66MMv1plvgeYdv6Nz3/g0zV7+U/kb9pZfI/AdldbNSZd/6AU6/33P0gVvfw78nq3vvef5yrdPpXES/aZxy6C3vPB/APIffvnPdeuHXoVdH6b/8Scn6dtve6m+9ecv1j+/8sk69bUP0+a/eq2ectO1WteUgnlYB3GZB3rIKcX/0P3r2iAbtzL4VyoJerOqN2q6Zf1G7dk/TTDJk7Oz83S/Pha2s51PXQewM68IBKWDBUQhBPxthRPPgQJHXaRyCEHcmmV37T5NXxAEXHYAizjHKRz88uXLNTY2puXLluFvBnTpJZckHjHL5CPjHoGsRgC187eDNs8K525nunbtWi1ZMpHeh9uxmpd36aYrCaJOWxzvRxo5PzQ8pAK597HjzVjkxCzSRyftkGdZCOQsdCpoc9rOcdTvH7vJGZeY1RViTVm9SWiNymoNHHjGaURTtYU8bNWe66SANDY+riGcWI6+07xXNt8QhD34kK8q2ajCjhVByRjXVOhluUtwBcHSQdbtXJ+xM86yTIaCBYkDq9u6jfMO8qaL2DWEgGx1ZKvRj9KYlggIe9rHVHabAj2Nd5uYxbS4yN2v+6dOaDvPP1ebHXmXwO4FRYXcbpexwIkx0EcJVImv5Xd9RWc5+udeRLDQ8xjWsLnbxRiTLUoWFfMyVJyKzDJ/evIX8LqMOSqkMmzSHLIsHmPzpTNZXvN6zrOfw9H6cfrU3/2t2iyIbIMQgq742RXOsmt/Ccf2x+qd7/qLVHbfBXI97nGP0e/9l5dqyfhEwndZmKQ6ZDLCfXlMArJeeMEl6Ud4/L7+4osv0pXwzpkrJXZymxCC2pxUGHzS4sXJrl270mmAvyDqH/oxzz7EfuZeSS21e/BTRwcrmcBPAff0cpeeXm3XKdVG3Y+T67T7W0S3Bprn779TTxrapmfU1+vZ5TYdMZsrOTgS/AXcuM23TkoAOmqZdFJTesbOa/WIG76vh914tp6y82qdMrVbJ+G0jzDdILQEIGWk9MGcUuJlHG2fMC09FTiFyfUM3ic/rbtXT+vuAnbqqb2deu70Hr1w36xeOAUdPB8Nm8TX/JCl1ZVOwIE+cXqznlXs1HPKfcCMnlN19BwG8zlM/OcCz2PSPpfz5ueUe9Bti470YsGAfWS5DPC+29s0tgH9rKXPxxDAnljbqGdgxFPAnYIMz+pIzyZ9OnRPRO8HottRBJFhaGU7mwe0SX94pJTycuofQaePR9eTOtv1tLmbtA49Bb/Uzm2R7Uh4ntK7TU/n/fzjeaAeh+xrTGNetgX1S6F7GHZ64f5r9LzeRuTZoWd2J3VKb1bP7BU6pVvpGZ1KT2+XehoO7mlz0zq5O6WVrf0KaxCiBKal4wmYp3S36kn5TXpY73YdRV/L4K056tsAOqZ5MSutAv/AjvT0zmadXN2kp5Q79Tjz8fiCVxf6cXiyMHz09J16LPUn51v1cNBjQJoL1gFb2CaD2OPR2quTipv1ePgZHjTb1mrzpM5j5YB5OLxPam/UyTMbdPLsNj2pvU8N5Ew2M18DtlsC3WP2S8+c3aynzWyW7ZaO0JHbsmk7hDvRY056OLZ71uSkHqU9ekqc1NNx3odafoNlNLidU8uLjkvxHw9Fv6fQ/tm7btBDeQYeseE8PWfvLXoG8jyUeq2gD7czkD1wm8+Bwn9+ptGsC7esHvOl4F1FjSOs29dvJsDmCeygS56LkqCegOfFAbIs5x26xavwwAmMA0IIstMzBJx/CPNlB7wsRnxzqVECuh2qd+izLAC8g3ewL3GY3i0uXbpUGcFju/+zG3bRsFCgrbjseEv6GWCnVCGbZfSO0bslLxScKgTV2Nl3Ou0UcB1I7PxL+NsB796zB/1K1QmaPXbiFTq4v6CQFgBC7jb+xunA0Nr6iyIAABAASURBVKCa7GBpqjn4Tc/OEIzm1CGYJLvh6C1DQYp4qtPvyMiIhjlp6PV6KUhZT78vdxpjphACpAYSRsD9l8hQoU+VUkaF1IHIO+sSff2KxX361+EcSBJvZJ+enpYDSo8AFUJQlkU5kFa0cd08ba75q0KePEFBALfM7q9fZ55tAnm/7H4LFhP+/oTHy/gsRtoX8gmH6xEz2cL15mVwG79CyFksGG++njf1eoO2PfSPzDnbpqBtG1xOuUuQnJPt4HY95qTnwe7dHqtCO3ZsTwvADvPBpwhJliyjbaEBThfe+Y53pVcUW7Zs0eG8Q3f9E5/wRPmndb93+vc0MbFUX/riV3TkEUe6Stu2bkupXyOEENTptlPZHxXjkOYRBS9QrCdZvfSlL9a73/0ubdy4Qf6p3ac+9WmK2MMQwsJ4YhDv6kOYLzvv76BM8NrB89N8+hD7mXs1nZcjdVHniWWRpXomDRtDUFCDjMHSuGwnSt5HxpBJ5E0PlWQn2yNnW9np2cm5DacB5jNAOkFQWwXz1YPSkha0AYCH61OQp8icl/k6mwKF+UDDLe+w3KxJ53VkYXEvQ4NyE4IG4J2hd8GyLDlc0ItP1ahrAQNBGnBqWJQfhMcQ8jo1L+Kz5PbWxbwsxwIv8/sl6NfB13IHt8Um6T0ouAw7RgJ7HJB8DCxsIPJKCsGtBkCnQNq/nV/A+Qi/SR/WNZjW4DrT0k+yP2kTOW0D65D+TI82JkmAjimFb0bbGn0HxkOA5cqQj+dQTXgPGKC3zQxJLvincaIujRN9ed5ApjRm2O/AWAZ6MsDTbTLnTeg+SdMYmZ8B0sQfWvyu/J//jMDbdkz99Pvr08HD+tYZlwbtDRl5zUBAObVZSGvwse3cn99Hp34gO0DjvG2BTJ7/vO5Xy/15bBZ4yGXGz3q4XQ28X2UNMcYNIOHhYVauT9DX1+3QyzQtcF70rMNOh4JbQ5uWx4dymg+UE4//pz6QJ6aBKdVo1hUIbtt37dWO3fswb1BJZLPTxW8pi9k8EHwzIFIOIYqondStWAgUZa6StKJBZSwpXRzQZo731gXB0E58hgWS6eoERYP59wiK3p0H5HCgNH7r1q0E5NzcCNidFAgynHudB7/Nzsky1OAhzfdUZwI12bn7HXfObq3eaGiIQO1+QwjycX2HYO2TiTmO4v2lMffrINklsNRwLO43Z/seQ2b1CECFCpdjpmZzIH1bvYVD8840BGwgKcsikCkE261AzrbMP1AXQgCvBBHdQnDZoHRhppTe3UcXm1j5Bjo2ebXhoBFCSH1lEfkkRXja3rZHh8WHA7iDq9tmTOoY52UsCfzuK6NdlkWVLNoc5GCR+Ekh8arRxrQFQdp2K5kHdKmUZ/w8ZWOMqjEO2QIszrsuhJhsVxEw3U8IQUyWBLZ3hzFwW/N0mtOXwfIVLCxMAzGBe7/c9Prrr8eebVULsqR5QoVls7xPfvJJajDWnjef+tu/0zJOhdz+Ix/+qA455BB96C8/oFOe+XT98Sterp/85Mfy9b3TT1NJh16AlNhm08ZNRmv1mjWkgXaHkkpbeH3wkIc8VB/+648qoPd3T/2O3v/B96e6U57xTPn7EyEEVfCyfObpxWQFT88zQ4HdSuztNDVc+JgfmYWCbKN7gj7NfzT1aBkKGtpJOqDhwFJfxmfg3acdmetMYzzoFETdzmXXG2d6p+ZhfL/emhhcX4fAqcsGO1CX3cawuI3x7t+8TEvT5PhNZ7xxpumDy8a7bNo+uL3zTl1vcNmpwXmD84vB/Vi3PrhsHqZdDMYZ+jjzMK11ceo6y2a5+vo6NdgeTl1nMJ3b93k5ddl41zvfxzm/GIx3X+7z7sD1BvPq17tsHubtvPGWu6+z88aZr/MG0xssu4OYU7d3SvCSwTqZxjwN5mFw3y4bzNP9OG+8693G4DrPN/dncNl0/dR9uQ+D6Q2ud2peTk1rnn1w2eA6g/P9NpbfYH5OzWNxH9bJCzPjXOd2bm9wvt/GfGXEArhsWCimxG1Mb+jXGdeHRLToo0+zCPUfzpqHYVFDfFIq5XmXOFKpxkq42ayri8O98urrSKvkBO2c7YhDyGQnZ4ghKARDYgFJKTvKeUeWHwgIDjh2bAY7wQbvrh38vENqNOpaw3F7xqKhThBzvb80FkKQd3F25N4Bxyxq8+bNyYlmMSPo5pphB6sgZQT1LrvuEIIcaESaZZka9YbGx8flL+e5zXwfDRUEfh8nW1b3aXk7BEY7YgdF/1zu3j172R1zbMN41JHXwTweCFqSd9X+wp3bWa8QgmKMSf+CAGU9JOQhWLZaLTUIziEEFTh6B7IQgrIsyjYUdPOge7gQgtHxztj99YN3bl7s5I3P0SlnzDyetXpdXuiYWUlAjMhVw77uhm6NZvebp8XO/ALHD+C8bOZtghCCQoiyfeoNP+AVNu8hf5l206Leu+mkJ/kQTB9kPB+SgmI0xMTDP1/c4uQlvTaJMfVvuRzI6/WaQgjJdhnjluc9FnNdytZbjLnkY2+fJth+YBTgMTIySh8xyRV4Hl13/nnn6YW/9Xy96LdfqBeQ3nrbrfL14t99sTZtusNZveD5L9Sfv/FN6c/ifsaR+zYWkZbl7z7193rp7/6ebl9/O/139OQnPVmnnPJMve+9H0jtzjzzdPnPEp/Nq4FP//0/6pnPfLbe9ta3p7qr/CM+jIULnk8lC5sQgjosQr2AMHhuWV+PifU0bR8Qv58lxY66J6D6N7rnbTdP6rwdYEHRY90lNfSdK8W0i+lLYbzpDG7jslODd/BOLV+NhoudoetMC1rmlZExnYGsdzlO2D5I5m2ZjHC9aT3PDJbX9e6nT2PcwdCvc1/mYTCN8Qa3vztw3WJwX5bbtH28+RgsXx8OLvfx7r8PfZs4db3b9Hk6ddngusVgXB+Md970fXDZ4DqD84a+zv18v87trI/H2dChwuC8de3r7LLzfXAb13sszdN8PDZOTWtwvVOD27nO4LaLU8tmPqan+zTuxpmf7WVcvw+3c9l4g/MG0xuaFAyuc9mpAXR6Vvp5l/tgOoPL7sepy31wmz70ZXK6GNzGbd3G+b6czv8qcBvXu53zBs8J92c72S5OjTfdYnAb0/2mYHq3d2pYnO+XjQMcKMVA2Hl7R+i/sR7Ckc7M2eHOK1exM7EzLQhkBc44L3o4/gJHjLDwqwhGAkqijZ1Z4UBE8ClMT9uSI2IHBjtyB3oHFX+xrKTO7UKACbL4dr2dYQhBw8PDGhsdk3f1be++OTKvEdztdB3cEIAAX0vBA0nkgO1g12g2FIgAduL+Rrn7yZElT0GxR6CtpR238T128X5l4KNvB1PL0GHx4F/Yc+A33nrZNgV6hRBUbzRSvyEEglIJFAr+R9n6GKyv6Sscf61WV4wZ4mIpBC0JwpArkbvDRYAJD5TMs8Fio0F/kQBXYq8ex/MVRLCBZ0SXSAolzIxPtsVWpvOCymUvcCyL20eCcAOezWSjkGTKYiQo15DHZaWx7fJu3PYokbXGoqVCD9vC9soIyj1OGgzicjnCt8DGXeTzqxDXecymZ2ZkO/o/fJmc3IfdO/LRu23iI3nvfLv0ZVlz5kzJrrdET/c9MbEkyddlMeZXOGvXrJUXMqOjI2o2W/SMpZHPGZ/UbObI/g4Whdu2bdXk3r1Gpy/gFYybX/O8+tV/Kv9lxVlnnanXvPbVzFipzuLocY97vJ773Ocl/d/7vvdiz6i//qsPpy/nedd/xRVX6KILL9Cpp31Xa9jtf+yjH9cJx5+gC8F945tfl7CN5S7SPFdaLIQY07z0uLVY8Hnh6r6sWxJs4SMupPNJRnIwmCKAN5AcuD0DDEY4vSfwM2wwXY0PB2jzKsgbuqSGPo35gJJp+mAZjOuDafpgnPk6NQ/jnRrM36nrzMupwTROXWcaBw2D8e7LNnBqGoPxi6HPyzjTuWwwbT913mCaPrg/550anO/TOzW4zWIwjcuL037eeIPbWQ7n+3xNYzi43McZ3wfjDAeXjTNPg/MHg/GGfrt+ajrL43HxeDtvGY03vfENMs0F6NNQTOPepzM/593WeY+Vy+ZnML3BOINpPI6mW4zv1xlvmsVgPob+mLsv0/dpvVgwT+MP5mk6g/EG0xicN7jO4P5c7kMf57SPM4378qLI/Rm/mJfzBrcxuL4PLvehjzOt8+ZbSsmu1tPQr3N9H4zr1zn/m0C/7T2l5mG5qCdm4PAqdXptHHCudYcerj2792o3Trl08KDWAdpQFhVBoGInVajgKLuqgir42HmVyck5kJmmwMn1ZAdb4bTtAHOcuHlYX/9JWBajHIAGBgZwjF1OFGrspPfJjj+LmcbHx+T2GUHF7zc3b9msnCAyM7VfPY59i15H3c6cmnUmKX00CabC6Qegyzvmkv4q5G01BjjGXa4l4xPyIsbvct1HCPRPOzvhOoFvcGhEs7TznxfaIUcCV4Vyc7OzagMDHNV3eIfbZREQwPeQxWb0TrVe56GhMC/rhAYHh+RdZ0UAsN7GZ5kHUSwQMvTK1SO4YVq5HxvRNqrgaxvZlrWAfOwUS4JUgS5JN8YrY0zS6QV5B8y9eyflb/W7nb/hH+nHfXkX6eC3Z88e+T29YWZmGvvOyici3iVnWSbLL3i67wa2LAjWBX2WCwGXbiwe41kkPu7PXypzIHcA3+95wgLK8hXIK2xasAio4JHFqEatppHhEY0MDcmyu74eM14RZxpi7AcI2DXoBgiGA4zDUGtQbmu6Zq2h9bet1+233Sbjd+3cqdGREXlsJzl5icgdQlAGP8teI03CMidf+7rX6FGPfgR2JohhV+v/2Mc9Wo9+zCP1F+9+l3rIap27jKNxL/nd31GF7GeeeYYe8ciHyT9+9IhHPFTv/ot3Kl3wfN/73qOHPexBet7znqNHQvNnf/YagjwVEATGq8aCKMagQN42BM3rhjn66iXbZdh75cqVRh+AeCB3T5lAxa8Cqu9yH0zb78F45w1uYLntTPupca47GDIqDCQHbrfpF8zX4LLxB4MdnXGu79M5Nc5gGfo0Tl3n/iyH2xiMM/TzTg3GLQa3WVw+OL+4jfOGxTRub1wfLJ/zTvt0/bLTg8F0hj6+n3e6GPr1Tvt8nfbLTg2Wx+C6fnvjDS73U+f70Me5jdv2wWXXOTX0bby43njTLAbXu+w65w39snHOLwbL0R9Tj6fzxvXzDqLGuWxwW/MxOG/aPri+D8a5vg99+n55cXowreuMM/T5Oe3LYbyhj3Pe/A3Ou30/77LBuIPBeIPxfTu5bDDOYD596JdN28c5dfnXgen60OezOHW+D+6/YsBxhHgshaquvbyfn5mZk2NLCDViUWS/Px/A7RgTYA+nJUHVQSjH0RcEhoqyWccYFXB2OYuBdrvLAqKXnJ3rxOKgxKE6sIUQFGOmJu/U7RhrtZp8HL13cq9Enb9Jv3z58rSLympRd9xxR/r2co9duB10UpOP8bEx+Yo4WeOzGNW/qhBdAAAQAElEQVRsNDQ2MobzruQA1CKIGIpeoQGOkn1yQBxOf3I3MzOrOwkiFj9DBv/dfXuuLQfLgYHB5Kz37p3/QliF7B0WBK2FI3l/kdD6NwlYkX5n2MEa/OeCOUa0rj4tsX4R+ToElhAiR/oNZQSGDOdfq9dk3bMsJjuhOurM29ztpSrV+xg+xqhI+xpthwieY+g+MbE04VosRhyIp/ZPJZmlIC+SvLgZQI95GFCLAFuv+1RjLh2NW75upyt/QdH28+mFwXkvIErGtom+fu/t1ynDBO46i4IRTlwG4OUfKdq/bz+xuZQXJhU28vwIUsKZB9m0e7YOOYsJ79j9GqSEt/8Mcif2T3b3kTd2qxgML1ROPukktAhp3DNsNUyftkEt8xwL9Feq8PxzG+wUQpD7Lijbds5H2wzIWYCEEBRCH5Roc9pbrjYnByGExHP97bdrXm5oLbzBzwvppk0bGaeuKvR0H30wn4IFLyRyv7afx9WwatUq2Xa2q+v7EPuZlMYsJXf7YUpDoHYx3B1ucb3zNPml28rwICe88wbT3hOYsF/n/D2B+dxT3cF40/ahX9fvY3H6v1p3MA+X746XbWhwvaFP00/vDtev66d9PRan/bqDU/Nzf31w2dAvO11cdv5gHu6nj1ucN+7u6Pt41xkOLhv3m4Db/TrwvLJMBtOar9N+2XmD8YZ+3vV3B6433qnpDYvzLh8Mrj8Y+jyMd/5gWCy36xbTLc7364w7GPp1fXlc7sPBtIvLfXqPfaTintI+nVPTODXQ5O5ux3Z/UVQEeouRZYEdV0PdboETK3TlVdfgBfE7VcRpBVyoktP2MbYo2ZElpy5KMCtxzCTztGS8Y2oTEJ3aicbkwyJOFn7Y0w4xhADPIgWpBoG5yy53lqDrIOxgZQfpIOhgZSdp2MuR7KZNm5Rlmfz+M+DA/R+fuGyZ7GyDghxEHCh8dN+oN1K51Whpydi4Bgl6Y6PjqtfqWrF8pSpkrxE4rU9BEPJ7ejv9uTkWADt24PBz+XVBjyAteNfrtbRDc18Z78AdQLrUWafCO1lky7Io75YdmFosLGwDzJKCkrCf+bhsmZWuShntAkHcPMwvhKCIfjFmKdDX63XKGRBkfqYpCZQFgaq7sPipwcOyT09NsYjZox3If+eOOwnoO7WXxYrxXU4lLHtJoMqQv0T/ZEv6s0wZPNyX01RH8OoRJGd5dQIJ/cckj2Wfm2VRSP8hBPmqYdOIzBW8OywevOBxnz5F8FG+5exhqw4B3fa1Hl4khRDkxYLl3c+pzRRQIZfHfsWK5SwWc01MTKiBDQbY/VvOGosymtGt+66YS6Usk/sPwTgphKCg+ctzxTqFEBKdeczXSIFFWF9n5zPmwzyvoBgzhUAbdPIYi8t2sS62I0V5zErqI3xc9sLI89Xj79Q404bQl8YYKc4nC5+jK+bnhp/IxbBQrUDGLQzOG0AlvPN3B643uM7p/w3Q1+1/V5b/LD53J4d5H4zv4/5Xbel2fTiY968qu82vqv8/Ude3xd317fmZUVEDOHFN39BvkL87MI1praMBsv+U2/IdDL+KsWl/Vf3BdabvQ7+uX3b6m+hyMM3B5T7fxWmfpp+6bnHeZffv9C4wT5Th3LNYJyCWOvmkp+rBD3oo7sMDRn2IaVef48iSM6NGOOGKMh5Tdm4xRoUQFOAdQpCdsJ1yo1FP77QdUEAnWkhYTPQUQpCdoNs2CPQUU7ul7FBNU7LlnliCc6duhF1kk1356Mgo73nb6b29j2PvJJDVcMqzBCH3MTg4qBrBICCPFxnerWdZlPEhRN77j8g74UGC7yABw0EnixyTE8wy+FToZdkdhPxOOuC4vQDYtWunzNfv8737NE2HVwgddoHZQsCxI3fwrZDbfTs4erfcIwhblwgv08aYWT1ZbvNx2QEvYwzq9VoKGjk7Ujt9B25DFiP0NbneAcrjUEfPEnk7BG4vWrKYKWehYp6DQ4NJz/HxcTno1OsNuR8H9DmC8yzgQOxdqxcqOcHacosrxqiMBUCWRUSokjwFfEMILAR7QEdTLCS8kDPe7ayjTwVsN78WMD/r7C/jmZdoG2OW+DUYzxa2j1mWFiMd7Gj6etI9l/NtFgL+waIpAv4gr0IQSw99yEOUs5AKISY7rGaXHEJIdqlhC+sdkb1kXoYQFEJQ/wphPl9hvBCCMvo2bR+Md75kHojLPFw2vmQx5TQwfjTFHpaxpxiz1IdpK8Y8hKBxXjn1WBRF5LCent+2v8fQOH/RFPYHbix8IC8ddn/xpP0yFND0FkFOvgT6D7R1uyeATP065++D/3MWOHgc+uVflf6fk/Z/vWfPTc9Rz9kubDr3AK4zjee320D2/9nbc8DKO/1V0KdxugAHkr4/MOKgfGDHbrYx7ehrmp2a1a233KafXHCBbuX4ssIxesconGdZMniVB6UivpfsqJ0XTrMGZIo4uuRT6MdB3kfEDYIzRdEAxxgVQiRbyc48hCD/sp1/cne2zc7QfajS3slJ+EXt2b1Hdo51nLiPiEdGR7Sc3Z2Pq3087i9o+f301NS0BtilOzhYXtPawZouw6F3OSnoEgydd+D1osFBISOYTSxZknaKPoqfm5tLOrUJ3h12o+lUgCN8nwz4KN/BvkLGer2RAl0D3ezkhcyYSaiTwLh5qDDbvMGth/usE8wsh6EgqOQLAb0gmHhxYLztZXndxgydVvRh+2Yxw36lcgLe3OysHEBqtTo4+glioZarQSBt8iqhgKbD7jnL5m1eEKwLcCFG2AZkKwha87wK1yGLg5T7dvC13UorhkAdbOKFT86CoEBu0/dYwPQouw/jygUdyhT0YpLN9vZYVdjN9rFdYszkNkFBo+l/Jozybt+LEI8fyihHFqe33nobtp7/E7vDDz8i6VbBX7Q94X7HKWZZGrMcvUpkjdYNKFymzwpcJcGqQt/yQOp611GV7gw+bgtbFg4O4PM2cqXpDM6HENSnNW6ej+SFlufFiSfeP82nQRacpptiQWSda8xhn/CsWLFKi6+4uKAHnqQDgd5SuzLwYarFYNxiWFy3OG+ajPYG42vkDS4vBtcZqLYB5Lzb9svOG3cwLObxm+YX83CbxeWD8+73YLBMBttnMRjXh8Vt+jzdl6Ff16f9TdJ+m37qNv28U5cNzh/cn/u0zesQOG/ol/up6w6GBvR9WFznNovB/Bb3aRn6AIt0L7ZTP+/AauiXEyEf/bZ9nr8u7dMfnP66dq4/uI3Lxh8Mxh8MB9O4bFscDMYbDsb3bdi3bRPdWwvgvG3fr+vTLuZhnr8J9Nv0efR5LuZvnOtNa54H64pYv/Y+uI3L8PIQu23gnXkEMh7uQNDHV4OOvK/dqz2Tk/K345MzoyIyJ9w8BDICcKIuxxBxD+RABXjZD/dw1BW7zUCNgBgzfypAWxY4XYKF8w2CpQOVHWEJvXfgzodY04oVKzXNUX7GjnmcgOz39Q2C2BA7vCbvjEMIyXHv5Th/48aN8jXODnaWAOgAUyJzhgNvNOo45xpBLU+p670YMA8H1xbvmYd499til++A7uNWB/4uOzO37/AKwoGkUW+kd9+2R538DO/jm80GJwwdIUqSxYuFbdu2yz8AdP311+nnP/+5brzxxlTeuHETJxHb5HYddrEOFG5X2Baa1yVgnxizFNBsD5hyY1hucWUxyvauY5MM3UqCmXlZVg9JA7v0kNu7dC8MapxSWN4Yg3xqEEIgiOZpV266HsE67eoZr5zg2KNtG32thwO+21rOhu0+NCSESe0LZDa+ziKjyRja1h0WAxDQT6YYY4J6vZ50sVwe53l+JTS1VO9v1GdZlBdmEdn8JcZIWy98TOv8TTfdpJNOeqJiFlM7Qcctj/UTn/Q4rV6zWu6nYuLlLFgso+WtYaMIrwrDVMzVPoTArARcLhf0cF8V809cnhMVvIwrqJdCmju2jesMtrvga/71ek0rVy3XYx/7CPQYZo5lCiEkvS2jaeZlyXT44Udp8RUXF/SE31ZZ1zzUSDNqSWUcaUG5JK0oVw2pwiFVLakECiAfkHqDUtepgbzLPcatC/SGoR2TilGpAsoR8uB60Po/INlPd3PwbtPPLPnZoPQfpcyQGoz3f4TTQQbn55B+Dlr/ZzNd+ne/HdLEAz5dZLRcfSjppwKclsjm1OUDAE7ImQDZhIxC3gPgsgGZE43p4XfgB2kW55HjwI/UYKf0d99OjTddv5//rLQv08H8kNF62ga2sW01h/1msN0UsB/b7gMmF8Fe8H3Yh333Y8tpbDkH2M4er8J8gWQH9217LU77cljXPlh328BgnNsbTNtvaz62sdM+uM40BugPjBf8DuTh57lYwLsHvg3MGsDPkC6GWXjMwasNeM70aJMDBXr+KsixWw/bdIA29przHAVmgGkc5BRRbV8h7culSU4K9nJisLsj7YLwTiZ0AueBHW1pB/U7odtOmzvIr4f2dmAT7TeD2wHfXfQzSX9TpB4zz3fPfT8DCZC50wfGqrsILKf/I6g27Z12Sf0fNhlv+RFBBwD5O0AXHXoAvlglMlTkZUAml4md6kGHmDIPP4Oz8LVshmnyi+FO5Pbcm+2wq6NhTXWcWSnviuzv9k/PaWx8ifICHJ3OEdSKXlcp2OM87bgaOLg6zjQLmSoEsEyBxYL6IDoBgiK+13lSmCeepLVaQ7VanaP9JimTGFpB60VCoA9YSiHKf9uPGGoSiO04ly1fln4m95C1a5MzLXDu+/ZNyr+A5v91LMsyAlk31dkh4+N5X95SjJmyLCqEgK6F/K63HxDG2FkuGR9Pf8NfoK+Df5Pg5t9ej8jiYDh/0jDP2wuJOkFs3759ahLsKzrpsnv2IsKB3O1mOR4Xl+uoTouE/fv3ae+ePfLuuNPxKGteJvrIkNt9NQnWTXbk5p9F5GVck92dhqiRoWENsDgZHhmWaVvQZllUthDUQwhycMsYGwevGDOkUMJRpRiDsoQLsn1KxqJi8CqErEit/zxOst4O+A783p1iPMaySvaroPeXJ03vPjLkdxD00X0b3WZZcJmmhhw+FXLZ82uauVRD1vldb03GOaB68SQun9CUjMHu3buTnfK81PLlK+RXNT3mYKfdRq4ifXFzlKPyxxPsn/uCZ+uFv/0C/fZLfksvevEL9cLfeb5e8NvP0/Nf9Fw9/7eeq+e98DkpfcELnqMXkH/2c56h5z7vmXru85+lpzz1yXra00/W055xsk555tPk37R/xjOeoqc85YksMB6nJz7xUXrSkx6rJz/5cXrCEx6lpz7lCTr55Cfo2c9+up71rKfpOfB61KMezk5+iWwDj4l184KxP79sPy9IjzvuBDT8xR1/kSW39li95kF/rVXbnnIAlm15ipZsOkljm56k4Q2PV+u2x6p286NVv/FRalz/SA1c+wiNXPMILbnmkVp29SO04qqHa9XPAdLVB+BhWn3Vg7Xm5w/R2qsfrkOufogOufahWnP1A7X2mgdq9dUn1WdwvgAAEABJREFUaPXPj9HYT8c09MMJDZwzrKGzBzT2gzEtP3+5lp49pKVnDGj8e8OaOH1cE2dMaMn3RrXsrCVaed4qLf/JYVp+wZFa+tOjNPGTIzR45lKNnLVCE2ev1bIzD9GKMw7RSmA5YNz4OWs1es4aDX9/tYbOXa1BoAWf5nkr1Th3peo/WKHG91eoec4KDZy9EllWauTsVbRZpbFzVmn0+5ShGfnBco0CIz9YJsPwOUuhnZgHZBs0nLlEA2eOa+AMw5hap48maCJ/87QR/UpA38b3htQ4bUCN77XmIeUHyYNPdcPkzWdYrdOG1Dp1UAPfbWngO00NfLehgVPrGgZGv1vXklNrmjitpmXfq2vF6U2tOn1Aq08f0trTR3TI98aBJTr0exNad9pSrTt1GbBch562HPwKrT5jpVZig2XnrNbSH6zRkh+s1fh5azX6w0M0kuBQLbnwSC279BgtvewYTVx+jJb8DLgKYGzHDVcfo/FrjtHotcdojDThXP+zY6E/lnbApcDFx2oZsPzi42RYddkJWnrx0Vpx2bHMnQdo5KdrtfTSw7XyyqM1cek6LbvicI1euEZjF4O/7FBo12j5hau16oJVWvnjlVr9E2AhXfvTVTrkp2t06AWH6NCLDtPaSw7T6ssO00pg+eWHweueYfnlh2r5pWu06uLVWn3BSq396Qod+qPlOuz8pTrsvCU6jPm67vujOvT7wzrs+yOk5M8d02Hnj2vd+dSfP6F15y0FlmjdD8BBf8R5EzruR+M65vtB9ztbesDZQSeeM6IHMRcfgF1P+PFqHfXT1Tr8okN06MWHa+3FR2gNsApYcckR2OcILSNdRp1tMn7JOvVhycWHauwnqzR27lKNnLNEo8zD8TPHtOQMnh3m4fIFWMFcXHEauNOGtZQ5tQQYY16Mnj6oUdKRMwY1fOaARnkGx05vaRyYYO4sNXxvgPkEkF8GLDdAt3wBjvzWkN63cY12NCaUN2qaqQXNFtOqDRCMs6ih4XFt3rpDDhYlu0aFip3rnKZnpkhnOS7tAQUOn/eVPfIc4VbQhRgUY1QgtZM3hCBFyinUODjgrHMcufFd2rUGB+A7M79u4dWAA4p3gA4WrYGW/GdVDqKFaVstObANDg3h6HP5T+YajabqtTo75dn0zfyZmWn5G+JZVuOd/DDyttVht+nAaV3q9ZocdHxa0WjU1ag3lGUZOvOc0t8gx65tgklFaDTfqelpjpbbicayWSfzcTAfGRnR5OQkC4se/XTSO2cHx2azJdG+R/DftXMXO/mt6c/g9uzZq81btui2227TnXfuRI65FDiTzTCI7USS+rJMDqIpxbbOuz5nYdNgceE+HFRatgmLoDp6WPYsi8ke1q0va8FKyWC5SwJ7hMa0o6NjGsT+Wcw0f4U0VpHxMoTAfGCBIQWZf84YlMgSQlAIQT4lyLJMMcYEtVqNwF1qjkWOTxlsr8nJvQTsKXSdUYfTAr/L37Vrd7Kb23lcsywmOTw2g0OD6SQphCDbkA8Z53SGE556o5H68viYwguAQPvI4qFgfpUgvXjA/G4CBAX0CSEIodNYOfB2eD1Tskq2Tratcebl0wTPl97CvC447bAdxdWgb/PI0NmvTer1Ovy61Cj9hcPSpUvlMfH3QApsZX5esPhLhocddgSnVKsSbf8j9jP99E1/+sfas+wY7Zw4KsEe0v0Tx2h6ydFqjx2p3tBhKgcOVTG0TvnoEeqMH6Xu+NHqUV9MHCstPV5h6XGkzhuOU7X0WJUTR0tAXH6swjLDMeCOVDFxpMIK8suOlJorWbEPStmo1BhVPr5W+ZK16gwtVacxqM7YKvVWHa32qmPVXnKouivWqTz0GHUOPVaza4/V9MojNbt0nXTo/cA/QDrk/gprT1RYQ371/VWtup+qFcffBcrlx2seTlhIj1e13HlgxQkqoC9Xkhoo56T5yuOVp/QE5DlB+SrAZdKCPgz5Qlqsvp9cTikylMhiqMhX5O8OXF9Sn9rBMzeY/8oFXk4pF06pK8jnyNRLcBwyId+q45DxF9DDZvkiKFYdg1yGo1WsPFrlqqMSVKuOxE5HLQBjAl6rj1FYfaxE+7D6OMXVJ2DT+5HeX3HVA5StPjGlBePeGTuacTpqHkaPUhuYGztKhllSwy/yRyZ8G3xn9Gh1R49Rd+RY9UbnIR87VvnYcQmnpfdXMX685oaPUPOQhzBn7qd8KXKhf7X8ONUPOVHZ2vurXHksehyH7vAgnyNzj/nVW3mMEriMbYo1x6sEKkCrj1cfwirydwPGB9qFlcztFcfSfx+OSXktP0biuamWYruJo5jbR6hgjuZja9QdXqnO8HJ1RpYtwAp1RleoS11vfI3C8sOVj6xRuzaiTn2ZmrQfpI/6sqOk5Uel8ekw7+cYsznGytAm7a44Wj0gX360cnTMlx2tAshplyOHy4YCmor6Ct0rdA1rGL+1JygeMg+BfDjkeDm1PYo1x6lYc6xy0h5pN6XHqUP7DnZs86zOLVnHM7hOHdK58UPJ3w2A7/L8tpuDyv2fAsRSs91ZlVkp/5Z7p5drfPlKXXzFzzS5f0rCSdoRVuz2OuzUpqem1CEQFjhAQwk++anAJ46Wz4PugG+MIj7ge4MqAo3BAaNDAJaCBgiuDl4ldS12qw7Eo6OjvKffjZMfwpl2ZNoQgiLytFotjY+NHXCqg0NDGhkZkYPb5ZdfrrPPPlt79+4hONU4Th0hrScY5F2+6G+Q/uykZ9hddrsdeEaFEFLQHyDY1+s1uY+W8wQvp+6/i/P3u/put5faeEefZTXZHrt375IU0hcNO9jJgTGjbUYA6rG4cSDxIsDBywHDOm7ftk3bOeqfTIuFDnr2WDyVcsA0TaPRxG6lUmCBj83rxYe/P1DaoBILrpJ2XRUElh7yldjQ78Ctm3fckCRZa7SvsSBqEKxijCxM2gTgfXIwMr1PKSx3l8XJPPSSLpbZfF1vmb0Icr1xJTI4MHp+5MwH21IIWUNvp8Kmlr0CF+gzQ4Y6wVFByMzCiDFqMwe8i59mLGyv1atX64jDj8D+A0lumrLYw7aV0hibn3UyT/dvXSyP+eQsIHPsYPs4n47mkbE/3woWSba/ZTCddXC5JOC3Ws00R0rs57YV7SzPKPNs6cRECuSeY/72vxeSQ8PDGmCuGufUdrF9vLi5idcNt956q/xKyT/4tJvTid/6rZdY7LtAvEuJwrGHrNS/v/4lOqxoJ1hXtnVU6OlYHs6jgLUh1/KqoxX5nFb1ZrUWOASaQ8Adoq7WqKc1gTR2tZp0lTpaHTpyukrgab8afqsSXa5VZUerq54O4cxoNEOAzqSa+T6NhBmNldMa6u7VYGeXWt3dGiz3qRnaKvNpZZrWWKuniWZPS2JbY9W0hospNWkzoDmNhjl4zGmIdEAzalHfon6Q3cQwMFLMaCyf0fgCLIHnRG9GhqXFrAwT5ZyWVnOaqNpaQjoO33loy+kYZcModaPkR8pZjVTAQjpczshgnNO7AHTD9wAjblfNt71LG/BDd4FpuTwM7dABXnMaQpYhtUnnYZD8IDq0DsCcmsjc0qyamlMjzqoeZ9TIDLPzaW1WTUN9Ti3wgxG+2NIyW2fbwzBBv7bTMmy1vJjTCmAlc2cVsNrA3FhddLQGWAukNO9oLXVrPPbgVpVdrTAU8+nyoqdli2Ap+KV5VxPQLqXt0rytpaTLAKd9WAbesJR0AjnGgbF8VqOMp2HMZWAcWceRawlz1jCBHEuBZQuwnPRgSHWWAxkmkH18AUbhMwJPwzD9DDGHhuhzKJ/SQG+fmr3dzOedavR2ANvVLO5UM9+Z8K3uHrXySeb2XjXbe8BPabA3pRHPH2T0vBphzMbUYb51tCSlXVJswbO0tOpqGbAc2y1bLDMyLkO+pchl/YeRabA3rQHmfJO53yRtMI8azJsEPB91A89I/QBuVq3QhznyC8CcGYC2VU6pBS+D+bbg2YLnwGKAl3F19AllT2IXLXtTwE6uJO3iMEfHJ3TDzbeoh+MUl49l7fzw0WqzY5udnZEDH+RSCASkSnacJQ4yiH/gdOAKOG07kqhGs6kmTtVONOL87aQdhMTl9naWduJZjMmxewdoOjtn866gc74JHwetAYKxYWhoUOPjS7RmzRp1CcTf+ta3eT9+EzxG5cDTbDbSoqFJu4hs5jE2Ni7rsHfvXjkomJ8D6Th4B+oxdry1ek3mNzw8JLcpCQQhBJk2yUuA8hfJBnD6IQT0jAcWIMa57wEWGFkWMbNtlGNzwasmB5S9k5Ppz9+8y/V/yBJCUIH96/RLliAfFQL2ZVdunILS5bFoofvKlSt1+Lp1OuTQQzVC8AkhoG+WZBgeGtb8VaXxKRmbgmBn+4ZgRgH+tUQbQkh6dgi81qtAhopFXJUGWImuTpCuEaxDQB54OfjPLzC6mpubpX03zYGCPnICPys73yrh02UBMTc3l+i8MHIf4mrA0wsvstq9a7f8JcyMPjZsWE8gHVStFvWgBz9IXlDY5lMsPjN21P7TO+sjenDq7yVYlpz5WhK4DW7jvg0YXyHEZFspoE+mDrv6er0hXzFmkFSpPoDoLx6HWBR6zjRYIFlOj6nLHtc+WC/b4sYbbtC1114rj+Mugrtf0bjuVa96ndauPQSud73jXYvzpZc++8n66rJKG8//vNaf93nd/IPP6qZzP6tbf/wFbb70G7rzqlO14+rTtO3np2kz+fVXfFu3XPZN3XDJ13XdJV/VNRd/HfiGrrnkG7oW+msv+ZZuuPw0XXPpd3XZj7+mKy74li7/6bd01cXf0zWXnamrgWuuOEf7dt+MAabVJvjub09rcs8m7dq5UTPsAuYQbWZqp6a3XKtqx7XK927UrvXXadPVF2v7lT/Vrqt+qqnrL1b7lss1e/vl2nvrRdp2y090x60/1B3rf6LNGy/Q1jsuAi7Rtk2XaPtGw6Wkl2rHxkt154bLgMsT7Fh/mRLcfqm23Xapttx68V1g622XaBt126Ez7NhwuQw7N/1MCe74mXbdcaV2b77qAOzZ8nP9xrD1au3deo0mt12nfdtu0P5tNwE3A05v1P7t4A7A9dq3/TpwTm8gfyNtbqLtzcAtwK3zsP026m5fBLcl/L5tN2vf1puAGzW55QZkvF67t1yn3Zuv0S5g56af686NV2n7+svR+TJtwR4bb7pQG278qdbf8BPdfv2PgR/qtuvvHm6/7odaf935B2AD+QTX/lAbDJTXX3eu1l//A912w/eBc3TbjWcnuOWGs3TLDWcmuPl60uvO1s3XnqObr/kBcK5uvvo83XL1+cAPF+DHuv3aC7Tx+ou05cZLte2my7T9liu049afJXB+K7g7mCfrr/6pbr3yR7oFuPmqH+k3gmt+rFtvuFC33XyJbr/tMt2GTW7f+DOtZ5w3brtGd9x5vbbuvVnbJ2/Rjn3rtWd6s6Zm79QMQbzd2adOe7/mZvdqbm6P2nO7NTuzQ/v2bGanxVPL014AAAaTSURBVBzvzKnNHJ/i8zaeg+u3XK4bN12q25nLG2+6VJvRaet1P9a2636krcAWYPP1P9IdwKYbSG/4se646SfafPNPteWWC7T11guZuxdrN3Nxctu12odsk8yTSebUnq3XajfP0c7N16oPuzYz5ltv0N5tN2of881zYnLLTZrcfJP2bQZHfoq5MrXjNk3v2qjZfVs0s39zgtmpLZrbD4Az/mCY27dVc7SZ2XmH9u/crH27Nmnvrg3auvlm7HiDNm27U2f95Er95T9+RX/1L6fq4/9+tj7+he/ro587Sx/9PPBvZ+qv//W0VPeR/3m6/ubzZ+tvv3SuPvnFc0jP0ae+/IOU/8QXztLffekH+sxXf6R//coP9c+fP0N/+ZHP6PWve6fe9db366Mf/IQ+9dF/1N9//DP6l3/4rD75kU8n/Ktf+Qa9+Q3v0gff+xG9+x0f0pve+C694XVv15+/4Z0p/5Y3v0fvfPv79Z53/6X+6i//Rh/76N/pU3/73/Qv//x5nXnGubr65zfqHz79z/qT//pnevOb3kl/b9Xr/uzNevvb3qMPfOAjeu97/lLve+9f6VOf+Ed95tP/qk987O/18Y98Sn//t5/Rf/v0v+iz//LvKf3al76tb3/9NP37Z7+ir3zxm/rOt8+gj8/pbz7+af23f/wf+sxn/qc++Yl/0D//0+f0pS9+Q9+A9utfO1Vf/tI39dWvfFvfO+37wDk64/Rzkes80h/o618/VZ/9n1/Sv3/+q/rKl7+lz3/uq/qn//5Z/dtnv6QPffCjCd71zg/oA+//CPmP6S8/9DH99V9/IpX/6kMf14et74f/Vn/1gY/pfX/xIb0PG/z1Bz+mz/zDv+oL//YVffFzXyP9qj77r19IMnzly99O/Xz5S99FxtOBs/W1r/5Q3/rmRfr61y6ifIG+/a2fI9vNyHi7Tjv1VvS4nraGG0lvAm4GboXP7Qm+/JWN+srXtujfv7hRX/zyFn39m7v0jW/tJd2rr359D+k+fe0b+/SNb07ru6f2dMaZQWeeVdOZZzd0zg8Gdfb3B3UOr9O+e1pdhjPPGtaPfrJKZ50zrm99u6kdO5+qq65+gGbbL9L73n+b3vmuG/Xa112u97xvvd70luv06lddpne/a73e884Neu87NuqD796q979rC7BV733XNmA7ttm5ALv13nfv0XvfsxdbzjFf2vrIh3PGraaPfqTSJ/6moQ//tfS3nxxgzozp059eoo9+bFB/+VcN+gt693uD3vPeqHf9RdDb3l7qrW8rSaW3vyPqHe+s6YMfGtMHPjiuz3/hoej7eH331JP17e+cBDxFHx55Me/9T9HdXXcb6E346K99Xpe+7q0qWVG5fB/cZ4H7LHCfBe6zwH0W+M0sUEG2GCiyI1aCxfnFNP286w0u91Pn7w769U4NB9MYZ+jjnTf8puV7ors7/GK+v2n9wXTmYejj7ynt04gYXemWtx6mE/79FUbeLdxjoDf1I//+Y9py/k90xYMf5eJ9cJ8F7rPAfRb4f40F7lPk3raAD6b74L7uLt/HOe3TOF0MrrsnMJ3rnBqcXwzGGfo45w2/Sfme6O4Ob5yhz7efGrcY+viD08U0zru+nzp/MMzXrX9MU3t++ls65mMvMeIe4VcGerc69EmP08OuvFh3/PACXfQ7L9PVhx2jnc1BFfft9G2e++A+C9xngfsscJ8F7tYC3o26YnF6T3nTGfr1zvfBuHsC07jOqaGfd2owzuC8wXmD8wbnDc4bnDf0804NxhnuKe86g+sN/bzTxeC6xbC4bnHeNC47Nczv3PcPldp0rHT7K9Zqz0Uv0hEX/rmWPRaESX8F/NpA32976JMeq8dwnP/AjTdreXtGWVlK/vLEfXCfHe6bA/fNgf/XzwGc7X06/gfmeQ5tG5gCJoFdwJ3ANmAzsAnYANwG3ArcBNwIXA9cC1wN/By4EvgZcDlwGXAJcDFwIXAB8BPgx8APgfOB84AfAN8HzgHOAs4EzgBOB04DTgW+C3wH+BbwTeAbwNeBrwJfAb4MfAn4IvAF4PPA54B/Az4L/I8F+BfSfwb+CfjvwGeA/wb8wwL8PenfAZ8C/hb4JPAJ4G+AjwMfBT4CfBjg5X31V6R/CXwI+CDwAeD9wHsVy/dqdPq9Ouymv9CR//qHmnj0sf3w/GvT3zjQ/1pO9xHcZ4H7LHCfBe6zwH0WuM8C/9dZ4L5A/3/dkNwn0H0WuM8C//9ugfvkv88C/zdZ4P8HAAD//xjUUvEAAAAGSURBVAMAl4QpY+A0riYAAAAASUVORK5CYII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" name="AutoShape 10" descr="data:image/png;base64,iVBORw0KGgoAAAANSUhEUgAAAfoAAAEeCAYAAABiwNfdAAAQAElEQVR4Aez9d5RlyXXeiX5fnGvSZ3nf1dUWaDQAkhApM+LMrFnz/nhr1rw3M+IMNRJIAIT33hOmCUcABGhBB5ISPUBKopHhyIyhJEIUPTzaV3d5X1np85oT77fj3JuZZboBSnoza2kh8nyxTeyI2OGPycpK+Zvhmz3wzR74Zg98swe+2QPf7IH/bHsg6Zvhmz3wzR74Zg98swe+2QPf7IH/bHvgL3fQ/2fbDd9s2Dd74Js98M0e+GYPfLMH/vPsgW/4oL9w7oz+t9/9R/qJjz2gD7/tZfrwG79Xn3jH9+knH3iVfgr8xHtfrk+++2X60Ntfqre+9oV62Uuerxe86Pl64UteqFe/6sV691tfpY+99/X61IfepE9/9C36uY++WT/7kTfpJz/4Bn38Pa/Wu9/4Yr32ZX9Hr33p39brX/q/6O2v+jv60FtepB9+90v1U+97qX7+B16mn38A/j3fp0++4wV63+v+Z73ppf+rXv49z9eLX/B8vf4VL9YDb3mNPvX+t+mXP/xO/cbH3q3f/KF369d/6J36pY+9Sz/5gXfog299g974spfopS/4Hr3ixd+rt77mxfrY216hT7/3tfqVB16nX//A66Gv0c+955X6iXe+Uh9840v15pd9r17+gv9Vr3zh8/UW2vGBt71GP/r+N+vTP/g2/eLH36Zf/cTb9csff6s+/aE36+Pvfr3e8fpX6BUve5Fe/H3fq1e+7IV615teoU++7w36hY+9Vb/+w2/TZ3/4rfrMJ9+mX/n4m/WzP/AaffxtL9Z7XvW39Zbv+x/19pd+l37gdc/Xj9CPP/fBV+s3PvEG/c6PvVX/+Mffrt/60bfqs598q37+Q2/Qx97xMr3z1d+jN9D+t7/mhfrou1+rn/jAm/WrP/xu/dan3qN/8tPv0z/+qffqH/74u/X3P/4Offy9b9A73vQqveLlL9KrX/FCvfsNL9EPv/c1+qUfeqt+56ffq9/7+R/QP/+FD+j3fuGD+qeffkCf+bF36cfe/xq96w0v1Bte8716HXW97x0v14/8wKv1S598k377p96u3/v0Owr+2affqX/0qbfoZ3/wdfrg21+kN7/qu/X6l3+33vKa5+v9b3upfuQDb9Av/ui79Q9/9gP6J3/vI/rdn/+gPvsT79LPf/wt+uh7XqU3vvb79LKXf69e9coX6j2MxY9+4HX6Ffrotz71Dv3Tn36Hfuen3qlf++Sb9ekPv0Efx4d3vep79KYX/219/6tfqE+8+zX6xU9i83Pv07/61R/Qv/nMD+hz4Pd/6f363Z/6fv3cR96iD7zjVXoDdbwB+wfe+nJ9+oOv1+/86Nv1f/zsu/S5v/9u/eGvvEt/+Mvv0b/5e+/TP/nUu/WzH3ijHnjzS/D/BXrHW16mH8P+t3/yPfrcr3xEf/IbH9ef/YMf1p989pP6w1/7mP7Vp9+rz/zQG5ij36f3vPFFes+bXqxPvPfV+vUfeYv+6c+8hTzv0Rf+wYf1ld/8QX35Nz6qP/7lD+mf/cS79ekPvFYPvPmFetvr/q7e/46X6Mc+9Fr9o599H/5j81s/rD/97R/Rn/3Oj+pPwb/9jU/ot37mffrUB19L+cwn1t2H3/0S+vvVjMOb9X/94jv1h7/6bnx6j/79r3+//o9feJt+5yffpJ/88Kv04Xcyt970Qr2Dcfzou17KOnidfu+n3kpb36nP/eK79Afg//y5t+s3f+SN+rkPvor1/CJ96I3PZ028gLn5Sv2Tn3yH/uBXP6i/+Ic/pC/+1g/pL/7Bx/S5X/8wc+Q9+vufeJM+9p6X6vvf+Hf0vjf+Xf3o+16uz/zwW/Qv6JM/pJ1/8esf1ec/81H92Wc+rn/9Kx/VZ3/6AX3iw2/SO97BmnrzC/Ted71YP/6R1+sf/NS79Pu/9AP6s9/4kL78jz6oz//me/VHn3mX/uWn36xf+/hr9NG3v1jves336N2veyFz9lX67Cffrv/95x7QH/3aR/Snn/0I+T6iP/r1D+n/+nvvZW29RT/07pfr7a9/od70uhfoQ9T1ix99g/63T71N//oX3qk//tX36M8/8z59/tffrz/65ffqX/3sO/TrrLFPvOtlejvz9a2vf4F+4L0v0y989I20/T36g1/5mP74s5+gbz9BH39M/9ffZ/x++v36xY+8WR99y4v1/eR5N2P40Xe9iL3gVfrHn3qD/tXPvEm//3Nv1b/+9Fv1+z/1Zv2LH32jPvuhV+tH3/YifeAN36v3vu579QBj8inq+czHX4dvb9bv/yy24F9i/zs/8nr9vQ++Qj/27hexNzxfH379d+njb/lf9Pc+9BL97o+/Uf/qp9+i//NnyAP+5Y+/Xr/zgy/T33vghXrgLd+tN7/4b+kNL/if9PaX/C195K3/q37i/S/Tr3zyrfqtn36f/tnPsbZ/9gH9Q+b+r3/8Tfrx73+F3vPq5+str/i77LXP1wff8D366e9/iT7DvPmtT7xev/ujb9Y//OQb9Ws/+Gr8eaV+jDY+8Jr/WW9+0X+v133vf6e3vey79JE3f58+xd79mU+8Xf+Eef3P2af+5Y+9Wb/3I2/Qb/zga/ST7N3vf+336I3f9916I2v2gdc+Xz/F3P3Mh16pf/KxV+uff+K1+qcfe5V++wdfqc9S76ff9zL2/OfrTa/8Lr3qJf+j3vTq79aH3/Ei/eQPvEK/zr7zj378Lexvbyv47I+8Sb/wkdc0a++1363Xv/h/0Ou+7/+rd73qu/TRN3+3Pv3ev6vPfOSF+s0ffIE++6Hn69c+8D36+w+8iDa+SB978/fo+1/53ewjfwvfvkvvw68fetv36dPvf6V++YOv1q9+8DX6tQ+/Xr/IXvRT3/8qfeRNL9HbX/F8vfx7/5Ze+r3/k974kr+tB5hfP/r2l+nn3v8q/X32xV/+4Ov0S+znP/u+V+qT73yZHmAveM33/R193/O/Wy/53r+jN7zse/T+179IP/rOl+Pbq/TznDc//8Ab9LOcDT/yztfogde/XK978Qv0ouc/H/xdvZKz8+2vfoF+8K0vYaxeqZ98zyv0M+AXWUO//TMf0+f++e/oImfyN3pb8nUP+nOnT+hHPvz9esF3/Xf65A/+gP63f/zb+srn/0Knnvyazp4AT3xN54IPPPFVnXn8Kzp7/Cs6/fiXdeqxL+vUI1/W+Sce0YUTj+nCycd18eQTunjiuC4++bguPPmYzoOzxx8lzyM6+/gjevKhr+nJhx8i78M6g/7CE4/qEnmvnHpMV04d19XTT0Kf0JXTJynvEZ07+VWdP/mgLpx6WJdOP6LLZx7W5bOP6vK5R3QlcBYduHTmIV08/aDOn34I2wfJ+yDyQwWXzz6sq9guBC48pqvnH9elM49S7iM68yR+PP4Qvjykc8cfxpdHtYAvy6cf09rZ4+BxrZx5TEvI1049oisnH9KlJxpcJu+VEw/r2slHFPar2K+A1bOPK+jSmeO6SlkX6J+zjz9M+x+mTx6l/ONaOvukroHFc09o8dzjunbmcS2Ay6cf1cWTj+r8iUfo9wbnn3xIy7R7lTaunX1Ia+ce1vr5R7RKe1Zo2+Lph7Vw4kFdZqwugihn6fwJrVw8obVLJ7Vx5ZTWL5/U+qUTWkFePv+Els4fp94naMuD4Ku6Sh9HOWvnHtXG+UfVo58CG9BV+mv1/GNapp+vPPlVnWPcAxeYC5Fv9cwjxX546bh05Un56in1Lh7XtVMP0V8PFr8uky9sl/A1/A7/16hnhTKXaNsSZVymH88/8aDOPf41nT3+oC6ceIj+e4R6H9Mqdqu0dQUsYb8IFhjrK8zRK8zNy9F+cOXkw7pGHWGzhO0y5Ybt1WL7oC5jfwn7S7T36qkHGQvssVlijBfB0tnHtHQOMD8WY8wZk6uM46XTj+syNHD1zJNavnBSSxdOgCe1SF9eY8wXGPurZ2PuHtflU4/rErjMWC6ee7KMxeqlU4zBKa1dBozDyoUnqOtxRd5m/j+qs49/VeeOfxU/H2ReMe60e42x3gDRZ6v02TJjtBxrgHZcYC1ehi6c/Jqiv5eYI9FHq+QrYI6sYn8t7Jm/l2jTFdq0wJxbiLkXcyH8uPCklpgvy2AJ+RptCZ9i7p574mHW88O6fPIxfH2Ctp9owBxbpm1L9MfiqSd17ckntHD8uBYeP66rYIG1f408i/Rl9OsidS4F6Mdr+HCFuX751KO6HD6NsEA/XsOm2NKvi+eOaxH5Gv1/FVwZ2V0lf/hYgM0qbVmjLUGXsV8mfek0eRmDq+xLV088rqvsM9fYlxbOPKFr2Mc6WGUMY52sxtqgDxapfwF/LzOPLrK+LzEHL7PmF0Csj1gDq8yrQPDXmFfR91eefFDnGbszrIkL7JOXmYsxHuM8S4xHzMUCxuIK+9k59pEz9M9F+u/y2ZNaoD8XL55iHE7r2oVT4LSunjvNXnda586c0OmTx3WC/fKJwIlHtXT+JPvME1qirdGWZcYt1vW1C4/rEnvhxdNfYw/5Mnv1Fwot++W5h3SFPWSB+bSJC4/qEroL7CtnWRNn8O0M7T3POrrIfLoMvUQ7r0S5F5/URfrsAn19jj48y3w/E2BMT9Pfp+jb0/Dn2cuv4PPVMyfLXn7p5JM6S9+fPv64Th5/DDyqU48/xr57XOeeOM6++CR770ldPUk/nAqcYu84yZw7ydx7UheZVxfAWfLHeXKePfUS43OF9XWFMb5M31wE5088obOUF/WcfuIxnWbMA2fp5waP6xz255ED56Bnw4a5eoY5cgYfY0zGOMvcOVfwqCJ/2J+j3tifzrJXNfRrCnoO+Rz773acZS2fO/412vlV/HoQOyhy2Jxnj4u0c9icZS6cOv6QHv7SX+hz//vv6Vc+9XG95u/+D/rYA+/UKdr09Q78pz3o/+2/+G298QX/H/2zf/QZXb26oIWFBS0tLWp1eUn9lSUNoEPocHkRfoSlBfWuXdX6wmWtXb2s1SuXwMUi9xYX1F+6VjBYWdQQ9CljQP7e4lX1Fq9p5eoVcBlc0TrlbCxeUX/xsgaLl0i/rI1rV7SGfjV8uXpR166c1dKV81pZuKDVaxe1jt3G8mX1lq+oD4JuoAv96jVssFu+eqHYr8GvLV7UxtIl9Vcua7h2BSyoXsfP1ataW4q6LmF7UcsLFyn/EnVf1kYp9yr+X1W9uqC8tqAh9lFf1LV6rcmzBu3h+3DlqvLKgihA7f6q2oOVQlNvVcO1Ja3T/hX6JrCxuqRhb03qb8iDdbAG1qXBmjL2g/UVbdBva+RZW76mVfpzDeS1q+KEkKHV+oKqjQWlderFr3rlinq0cY3+Wb56Sav4tI4/w40V1ZSp/hr1gd6KhuvLiMvqUUdveUErtGGVfD36cEg5DKrSxtUG61eo8wr9cJnxv6w+/b5GH6+QZ32J/llfUqL8znBVE7S5219Up7eoVvGNPqO83tLlMmZr9G+P/o52VBvX6B/setcUbUnIIl9/7VoZkyV8WS5tuIq/y4eMHwAAEABJREFUi/iypFZvGSwq8hr7TB8MVq+oTx0b+LVB+3vQPv0xpI8yNt5YlKAZf4Yj297yJY3toz312oJwUMI29ZdU0FuSARNUffxfvnKOOXhW1y6d0dLlc8zd8wzXkvqri/TjtYL1lfB9gf68ouVrlxssXNEi47HCfN6gvwfMhZp2iD6rGYt6Y5VyGAvK2Vi9pjXGI+bWKn0V82ywckl59bIEvHYZ/opq5vEg2sA4rBVcxM2LdN8lxinQ2OfVS9gGLqO/rI1oB+O2zHpbZezW8be3tkj9gHEcbiwrMAi+zJElhc0q9sus9ZVRG4bMzxzziflqEG2JdT5cXFT/6oI2Ll3W2kX6+NJF9dgb+ozlgPU0ZFxiLQ1ZK4F++EDZ6/i0vnCJNlymDVfVX76q4eqCauZCTZ8EhvRL2G+wh6yzP6zTvz1ojzLCfkBbHP1KG4T/GdTRNvL12HOafAtaW7iq9atXNaANQ8aAAZSHa6qGG0pAtCvWS481GutuhTpiLa3Rhh5za8gc8voC87GBmGfjtbeOzQrrqKwN2rRR5uMlDRnDGK8h+fuMW3/5ojbYk8I+9pyVpQWtry2DRa2xZtfpq6hvjbpjD6031jRcX9WQtdxn/mzQ1jXatY5tb/GChovn1b92VmtXTqu3cFYDyl9jz+xRf15fZD6viM5VZp4PGYPQBwaMgzeWhDMy875m/WXmfB/dAMTc7tP/Q/zJrLFM3hiTAf0ae8cG87n00eKCVsBywbXChxw+ht2AtvXozzXGdZlxW2BPv3rlAufNRc6bS1pkbi3GmcDYri0taI09b439bg1+lfmxTD8scc5cu4L95Yusp8taIs8K/b1OG3v416c/eisL6nF2rV27ptWFBS2z9sJuiTFZZu6vgXVse7Sjt7qgDeg67VplXALLlLVMmYEoewX7FdLWyLMWlHVXKGO4yvitXD2vFdbp6mgNrlHPGFu6C1pFv7IQtqDkuVDyrXA2rQbIv1pwkb67rGXavUw7lpaWtMjc/e3f/DX9T//v/1K/+w8/87Rn/VMe9P/is5/WL/3wA+qvb6jf66vX21BvAwTt91hsSXm1pXq1Ur3RUl5vFwzXWypAz96uwarUW+2rv7qBnnyUVfcHHDB9DTd6LKoN9dfWNVjb0MbaWkGPOge9HgcboC4Nehx0G8qDvgag3x/i0xDbIQtgWOjG+hD/apApV5QP7dUagkEv046s3rq0sZ5B3WCj1mAj7MJeyn36KjCwPMhyja7Oan5wwYAe6yerV1WgpX6q1M/IWVof1loj3xr+rQ6GCoSuNxQ2EknaGA61QdraYED6QCskLoHFjaGW8HWZ+lcHUZa1UVu9utJGboGO1usW5Vt0p5Y3apC1TNsizyBXGmobctKw6JL6tGOjTvhXaXXYVtivD015lfpqa0Mdbbir9aDUtU6da0NsBwn7oBW2iXKMP4FEW5CpY4CPA2iPPog61oYtrQw7Wqu76uUJ1QaUO8QmbHuDrD7oDaQe/bwRfkDXCzK6TD0q5deUWSvRjqSNYcaXWkv03xJ9dw0sRz/3syJvD18HYDhM6lHmBuWv0/DVXk0/DRv0hloFayVPLmVGucUW+0iLfl3ZwA6skX8NX9dJ61F/b1AX3/o5k5dxHPapa6AhPvX7AwUG+DWsM/3aUt8d9Wl7D2zkjtZzm3FsaYP+Xad/1/B1hTFdGVRaHbS0Qd/3sOm7rQHjEeOyzvisYbNKv65it06eHmO5AfpgEP3PuA/o35BDH2O7gX6NPl3tG1/NWNAvI/s+af1s2kIaPF1S5tUS5a+SJ/xax78N/NwIn9Qif4AymFPr6Ffpk5V+1lJfDci3Apq82FHXBmUHBtgP6Md+b8Aa7KnPPtJnXQ/ot8EwM9bCl1qDeqiaPDGOPcra6Fnrvaz1jZr9B7te0jDGGNSUWdPmsB8y3v1in7FTQR+/BvjHdkEeaYDfBcynPn24gX/rIPporV/R/9ZKtIm1ukr6+hjUsz4Gukhb6ifanLS4QdvZP1bwMdbUGnWu084N0APBRx+VNRo2I9s16tkIn2lrj/p6tGMDPnTrtCPS1/tZG4Na6zQk9ozesGbd1KyFrMzY5WEWKg2h9WDADBtoImVNtQykroeM2obaqa9OVauTBmqh66SkiWpS85M7Ndvdge2sZid2ahp+oppWt5pRN0E9RR4AbeUudjOa7s5px8xuzUzMa6o9oxbzsuqLm+uh2utDBW/ayGThLBDA1/Wser0GUk1/ZdIzje7F2tGA9QHcVx/fGoQ8ELME3QAM1U+0nTb0qqE2UoB+wX6N/Ct1T8tgKcA5sUq56zXpBVkbrMUefJlnwyH9NdCQPh0y//r9dfV48OqDITdyOfeUw0lqzxwGQ+Rhvc4aX1OPg2yjv6INDrUeN38DEGk19nXeYCw2NIAfUM4QX/o8qPVKHX0N+gMNBlF3rQGDNmDMBvjSZ9wGTNA+/gTfCxp9g32fva1PngFzoI/tYDjA9yhjCwPyR951zs0PvOtN+rWf+xQH2K2vdCv1H/zeb+q3fv6TTKwofIBJVkpJVaulKjXosSg38lA9TsMeRyHzUwNnsQYbaqkvq2/AJB6yYdRqYZmUXXEAwKe25JZCP3BbA2zGdjWbV41dHiPymrzohyxW1o16UT6LpI88xgCbnlTSeqHPVr/IGR36Iid0AL5HGb1CE+mJAy+RJnyp6diBagYiMwA1g5bo2ESHp3qgKkvJFEybh/RDLWwd6Kt2oKehe1s8pQ4BJasOW/hhTCb6j/1GalXK7UqqrJyyasqK8itntZE7TPY2SKrxmMqpWsqqkNulDKtOFXW6YKBEDRb7BbUldEk5xtBkzFk51zJIoML/StGrGZ0ov0GibFFHzRgO0Q5A9GUfGn02dIs6WpRfYYXveCPqzYyByJNogG1FqFlsNROWikNUaG3LBmhMnpxpg8yikXBLUY7RY6LiGJ3uVqavpKgqk1Ara5ijPYlMLdUxh0gc5lRaNMgmnZYg12CIfwNFPeiwq8GQQ2CIfggf8gB5EDy0jvzYD8hbMxeFP3lk26utnjvaqGbV0xR9PameJrTR6qjp3z6W9BbjnPKAJgB6SzQuPDD9nvBSddiQhl7AzC+HLsDGlQMxD4c9WktO+r0GA/wpyFYc3gNqa/ykH1gvg6IXaWKDkdhjGNHE3E7w0S9Gn0mPPhyO/KspJSs5ICigu03OmC/O9DVjGe1L8JwrajHObVvBRz7ThmiHSDceZzbMgTbU84Y2WBMb1UA9MASZOc1dNTXUqrM0oH8HlBWgV5hfCbig6Bhm7kc0ZE0MsR2mpMEIQ9L6pr2MV58yuE9QH3kAP8SXOmqhjiFtq0OmwhoMac8QChErmH6IvhhKtCPFGDF2CUS7zL5XjXQVY5epq3aLVlaqGY+hkuqYO2AIIi2QsRmSFmNCyYr6cQGPuKinZsyH7C0DBikwzOhZz4k9MlVtRdnrKOPGc4VDYJVCcntC1cyMJmfntGd+pw7u36XbDu3VbQf36uCevZrZtUeanFHdmSy0R1mXV9c07FSa2TWnyflJTcx1Nb9nTrO7ZlVNduRJ6uok9VtSzX5Ud1r04UCtyUrdqY52YDcz29XkNG1mPAd5nRvcZQ0Hq+K4Vp8biqADDr9BjDsYMv+z+4pxLuPN2CUlmfVjBm2MihuqFjeYLW5qO9xctOu22nVir01KQSMd2iJfBRJrMmCoSZMqFR45Iw8CQ2sIODNV18yxYa3od2cr9sZ1xq+XK3yvNFRLNeu5dls5wE32gP1kQJ19yupxY7OBb33oAIR9Sccu+MAgtxV266RvUG6P/KV8aB8MsB1Qz6DQNj60FOnrlL8BevheePJugB7oq4t/HdZtJaZKacdwOFTsp3HYBx/49I98VP/77/6GbhXSjcrzfEv7zI//QFGbOA54OziNKhhwh9KnU7JqZQ1igjLx47AboqnBEH09Av0pxkQhZ+wEjGTSBTKoqYc5TJlqUjIKBkCjeovEZmLjB5fsYmdbqWWxvsSaL2CkoRTgBtmUDozsTZqLTZMn+MamptToyUxv1syGTGfmumaiDGl7gMlKe2OhOyYvG2/NZpzNqqMdjjpGVEEpLwOBcVpN/gaUx+YxjLqEhR1W5KpxoS/TGy59NZTZXIIXeY290AtqaCJXBTI5M/Wr8DVxjaZpV4xBRmM0TuiClvwD6hmwPIYFLdJazAjuNSTSox9EvgpdJk8p31L4zDqVGJOAU1LFplSlpBbGHQrpMC6TnZYm2DQm2Fi67VZJq2inqTVhm6qkdtVSBU2UFVSkWRGyqFKhTykcyKQA8idsQ2eo0IoG1nVWzUTDbZko+qWh0bZaSbnAtCfRt6LvAo6+RU6jPGEXN1dVsa8pa0gNtUQ+octwKApXO420Q+R+gZkLibkTB18b2qLsFvOu8kAt0qrY5GgOxkrkr7Bp6qJkGk7zogaqyA0Y0zAPvSNTYZKcKiVuKMzmLUZPWAdSSnBWBI+4ZCslqypQoSklIcILq6auTJ9k5pho1Tgt+iJamag72hUIP+q6lvCdoks5FEdBGVX0xQDaJ30IBrJ7DXgay1Ut9nacsJS4Sn9YGJIHe7Y0cdzm4scANXDom3IV664APXZiDRlaQD+X/sfetMWMqej/TJlFj11Crkr7hjJ8IGFfBZj/bfyJvCn6HT78CNTME5EvygsYPiD6JYf3RDX9kSmVqaiaujNyDTLpdpIDVfRkHuWqZXyOPUThC/VHn7RZL5gFq8luW9OTU5oCrXaXJ0rr2mpfK/1aPcY9t9vqTE5oaqKrOQ7gXTuntJvDeD5uAGZmpU5XQ9ZYe3pGGX5xfV3neW29wmeIzkRSu5N15LYD2nNgDwf/rNrka89Cp6fVmprkgO+W8ufm57Rjfkb79+3Urvkp7ZifULdjxY13PGWvcwM+qLLiBixXklpSqqyYF8lSoh9c+lQyjbNN11nRR3Cko6+lxKFaceBxv6CAB1lVrQZDoSOKUxuY/ZkC4gKmzy1Fr2XLHJiGKjofLZVxUZCHytHnMnKSuLFI1JmwTzheQSvyJfaSCj8qDmyTriH2wOgNTdiN81WkV8W2UqIMkxZVkgOSFU1t2p7VzCtDG+CEws5ZJcR8sTK6BmEf6YlCAiQUu3FkW7ZLeU7Wz3/8AcUZrhtCukHWP/vMp1WziMdTUbK2h4yQVStRaAxkOCXkQMNnctRYBXJxIDZ0p1pms0ubi22oSkPKqVUxMaI8+peSovTMwAVqmgxYtIITqcZj2kX5WUZOUYZrBXXwYJPGJkBes0gN1Rj4EPIYjX4ghR0Hd9hTjRIVmQozVFAnF185x1TRFlOOog78MP7FYEW+6DEzscWKDzrWk10x4JGuEkbWJndRWqasBFpkSqVduejMxiH8j3RTdqFRJyjlkse0veQhnwvIS55E3w8GvDfDX1Mu1VGmZJ4gMvo8WFfipsW8chKvn3K8fmIj6PONOPMKKuQaXdTZYROa6FbkH+fXKkEAABAASURBVNA/Q7WiHhZdRT0VPrQoP14hTlYSDwe8Bhwq3ka0UqbPon2ZiqFOlJEpwyqBfKItDUKDHe3MtNvoE6pEjgIaUKVUyqtofMCkkQMrqQr7kT8VPkV/jvsl5CrS0cf4V/hfwUd6UNOHlYcKRD6T5hhjINJMmshD5yk7qsuqeHqptKZWAtpQh3lUsYYqfE/4EWUm+j4xZ0R54eeQdOOzmSM0QTRJRaZIg+YKDkRio9iMbVNfhZ+JPkzklRL1VfRjUkaukYdK+NygvklnfAn/Ev0sfK7xdcgBm8lj2mjK8ygtbBJyBRhKZepnhTb+wHOJISkwPkQflRtg2mwO+lTaXxf77PCwgjf+hd+SqCfTJ/F2QxzkgRRrMQ5p+t7kd/BB8VEFfYVdIJGWSNsOR76CvlLxg/7gZiMxhom2G2raKtotaKLNlbISqFJSioHBTsCBhJ/QkIVtQzPKWkWm3S42oaN3wiZAHtNpqZK67UrtFuboSn5oxU1xi00l+rDVTuoE0O3aMafDBw5o3+5d2rVjl+bnd3Hozmpidqc603O6sryik+fO6sq1q+rxXTKzdjf4jr4a38k31rXKK90eh+E6bySXOeAXV1a0xpvJigP/wsVzKvtCb0X79u3S4SOHNE89Ji1uDtLEhDjPtEK+GOsJbiRalbRzbkrzM13t3jGtycmWutO8weJAX8H/Pv3FMaoMNZt6ha4NbTkxF2kzcz0zziJED9Wmj6Jfwt6SSTOz1NnYBzI6qaJjWui5l2CtZVCTPiStFkMVl2oLJMVBGQpnYVOrjCdjEGNrxlsaYjfUwFKmnhZFFAylFv6VdRs0Z5n5yHTRGFWxzdQPsAn7FnZV4a1IDz6xRkw9Zo4m5pYDyBVzsdJAY5rQJdW0jHkJP7YrevIk7BO0Ii1owlY0LvowUNoqAv1jWwnU1P1Pf+VndGNI2xUXzpzSH//+P5dtxU9KSbDbTQpv4kSFFY1MFFyNMObHtMIxh5PbYBpaUBZeXyYtOr8BncsIRZ1ULeaHYtMIqigraSRjR90WE4hXIIlXIi211GFYW26haSMBdwqtIoVXKi2Q0KQRrSIffEWOAM+WlFCpokJnlZBlZeqpDQWKhJgwBXWTmqUKLoFIZu7CqQFpSWqywVtq9KO4SEw4BaRil2hbVVBHzVhGPQCd6GtHXyhj2+ii/EQ/VlReUUGMTStZ7BXFpoXfE21aVzrVqlLiSbutyU5bE63EYZzpgQGvyfpqMbnalDVRZU0yc7u0s2uJB3OevmsmaU/1+qIqvlG1+X5V9VbV5ltXB786+BT5u6yMaTarOOynOxV5BqCmHSxsysq0KuOTCGmzLcJXsTgbam0PJi0p1aacMUQpwBIFy3R6zJXgMztqnXiWdqUhGIBmKVWqmR9Dt5VTW6poadiB0NepScdbZmmlyBflBDJ9Ztpn2mkN8aeWkOOiUPyS2llqoRV9Vmzhjc4K2+1ASdr4si37ZozTb6Sm0kTBCVqR2ILGhhN1N5tPrRabVIWvgeIzfKH4ciONcqIt5UmHTTH4Aupw2IMEoqxEOYn6ylTMxswyPtgWl+gm0Y3wNRiSMmScQOSj2c5J5unHPPkkYMowVoJm0sRYZCeRWUpBWzI6U6irbTJjGumGmjFVoZUMLTx5zSHjqoUZPYRNppxmLCsNKW+IbgCGjFrwQ/IOyVeL4CwFNKKFj5SRPNYL3WafwRd90AC2RY55n1VzQx2/qGgNKLtWruhd/Buo4jalUmuCw3NqRjs41O+99xm69667eHqe02BjQ1cvX9KFixd15SqHOjfWcXBfXbiqK1cu69SpEzp37oxWVpb53NrT2vqqri4u6OKli+jP6vgTx3Xu7FnSBpqentXs3JwOHDykqqrUbbU04Cah2+1obn5eUzNzmpnbqQn8yLLOnT+vefyxk3pr61pbWhRLW6vLi1pevkZXt0SkKnWUWE+i/7JRsf8kJyVbSaIrrTJn6gzNqrEpB72zYt7FK/2gUtaNARNhDjJl5UIbu4xpAAmDqJfEoqM21mStxEEZc7bMeXizdqVaUb+rrIo9rqqGipseM45ONfkHYFhgD5XQR3og0hMONahVkRYIuwYZe5whN4xi31CqJFfyCEUWNsbLBGAzcg7ZSRk7QbWZz7LpRfRwGgcbif6uUlKqKiXs0ehP/s/fU/wrjbFd0BTRGJ//o38DS5UUIBCZYnBQ3nzlUGU5yAhjfkwZ0VFKHtExCTkg8gcFkclZtoEkl0v2iFEE0iGYSajj7qVm8Bg2jZHhFIPFxi8MY++okYcMyJBBrsdg44mJVqMvEwxqesN0vCKQN8gWqBAhKxPXoKEMU7iCfP01zt7k2kq7UX7qlCi/Sb0+z0i/OTAhgzrR3Ba+VNeh3Z5Qro2uxau2SbWqjuy2UntK7s6obs9q0J7hm9y0+tWk+qmrYdVVjV1m4XYnZzU1vUNTs3vVnQjs09TkfnVaO9SpZtUm7wRPF1WLPHR2tzulLt8EW1XSRLuFT0M1fZQLjRZlR9wg2NFQkd7otsdGazI4S7RQCb5QxqGyiq5ijiQnpUSKRY5cQMMV37EyT6uZeaKCmrRAliij8U34ychyOIobnZxrBTS23+xrbQaq2eRLORRnWx7Pn0gNXdD/hDBlFVB2wq/G/0y/CNRlc6vwPxB+ZezHl8dMUBKukxFQkRJxQKVPUEODBxLlj+tKUTw92NhG3yfabtSOwXKN9bDA+FmMkUzvQ667inkpJiL6njWcUcYnolx4dIny0MXmHGk5ZRVKPRnUpNXY1mr0IYs8xi6Bpv7wZ0Dd/Qa8OTBvDcSbrAQfqBh/U15jjxnlbfEhPxXC91ulhT6XVrc5WCY7WVN80urGq/jJOaWpnfL0HuWJHdpIE+qxNgeqlOnITrfLU/y8ZmdYn72+Nni6Nvr4Ba51+BlesR88dFgzvKIPeZHDfWnxWpnzq6vLCrk/GOjqlUt68KEv6+LFC4p5fZmbhhYHw/T0tCYmqZMbiXkO+YmJSU10J7S0uKhJnuhj2Hq8AZiamlKsr6ijZo30ez2trq7I+BK/DDYY1pqb26GqYvAl2YyyJY4sVfABy6UbmZpQeD1VyDclFOuiLhH5R/Qmy+2KxibyBranjHnjvxM+b9LRasJnZhtjgEzmzNwSNOBii0A2wQeyR3LMM/QhZ5XW09/QTLooq+iQR7Rmv8wBMd5FV9G2SMeWsksZlF2Tt8bprOYHFi5ikSJClA8pV9hIX/mjf12kcYRbY1Z65KtfRGgylbhEqG64wm9cGVWSoQ3wsvANbTI1RTRxo5HwXRG2tNs4WNtK14HGo5dKRJwVdWQW9pDXIzUbec2mXCOHLjObMl0RfhYa/DhNQzq/RhOAL4OIFTSHjbOoQFE+0dNejTf4whWGIQeCD1BkUwzphQ/lDSj2RFyjlO1cZpPN6DMujaERP6ZZUUmuGREaHBPHuSIfk6cc/lDk+bld2rfngPbu3qdd0M70LlUz+5Sn9qrX2a211k6ttXdqOLVH7V2HtOPwXTr2rOfp/r/yN3X3/d+hA0efrYm5o3JnvzRCd/aIcnsXL62n1N1xQHsO36HdB45qduc+Tc3Ms4lMq9udxF9c3Lya9oXXihSYOAgYYXxGw7hzaRysxA8xbTP2gQRNlhJ5KwkJRAcbSkLcbdMb6LMQCy0yNlF2YpwNIi1JSgq7Bg5+jLCHb/KIcqSILMkusbYHszhty1FwJDiiEeBxdyTcimAwVhfWsiUuXRcoJHSB0Df+Cjv8z0CiH3MDfCdBJYwzFIEo5ABsmOWgwRSEkJuslBl1xBhtR2MxiunE4uuIUrlCDir6Oayux7ji67UqdbMuc60alHXMus6g+IB50Bjf6OKASlE1WcnDIRR5auxRYB1tANh45AdsyRI08peyit9ZFYoAE0IF4Y8lOyIR8tdBTfoQQMvNAhQprkQZUxMdzU51NcfBffjIUc3s2K2ljawT5xf08JNnde7ykq6ubGhheVWXry7o0uXLOser+YWFBV7N9xT0xIkn9OSTT+r8+bM6e/aMFq9d09zcvI4ePabYB+Mp+9riVV26SPqZkxza11Tx1L7BU/6pk4/rwoXzojW6xNP+Km8A4veQooyFK1fU58k+bozOU+75s+d05sxpzXOAJyetrK6U8memZ1QzJ/bs3qNdu3brAJ8W9uzZq7W1dQ34TBCHvght3hR2OpU67aQ4S0V/xOeqIXnr6Mbihf4fDcaHxCGbGGzH/sKhq02aFLoybdCHrfG22JIv0gwt9qP8Qi562tekiYAgQLtzmdPwIQODuAqwLDKC4TevYk40yk/yZtKYyUWZGZe6cKE//tW/CLKJtMnBnDl5gliyR1VRuG4IdqSZpuWCzcWPOoEiU104HRuo8TGy2C7l2pZk2Ya40GBVgpuYTMYzQxOFGmCoAspmBOAzYlZFlrJY0Ud9ZMMvy1JBIwvdSGYgi32UbXS0EZYis8SoxmKJAUH4hi+KIb+uh1TqL2lSw0cVuiHQeEdq0ALJRgO4I1H0Y9OnNTxgsjiAryXNom3BReGWnWSQ1FK7NampqR2and2te+6+Tzv5xjfJwTvDN76pHfvUmjuotPM2cLu0E+wIHFVr9zFNHrhLe+96jvbf9WwduPM5OnD7czW7/xmq5m/XcPKwBhMH1Zs4pP7UYU3te4Z23/Fc7Tn2LM3tv0233flM3XHP/epSd2dilmZUakKWYyxDsCUnRQjvkSQiu0QahyKSkGilGDtlbfZzFBV5x+MetiIUPYMasm3F5h3zKFFfQg7E3BKFUZtQSTBOViDhVgWSrchjKZJlW/EjaCCISkA7Emx4hVdReoMwwW2F+8HfCNtbKliTv1FZahhtD0xZkYIqF4qrUHhsuTb7J2yinbZJN/ajC9YmQhuarAwhZjMuHhcam0atKCxa4/F8K5Q0nnxz3DTTz8UGWkoMZyivqbcpV9sDRlE1ZEtLg0KmCOU4Bag2DzNPpjDIBnFTF0UnfK7IWZGn6KjC0bFQBSULO54C0QyjNxt1zVNnA5K4Ka6H1gDbHmUNKLPGJkMDDLrKU1y0deRYtCfaqSgUvUbAS0rIBS5vEIZyNVDm9XyUES6Jcp2kvXv26K4779Ltt92uTJaHHz2usxcXlKsJ7dhzSBMzO9XmLdv8rr2amd2hbndCJuMK39aXl5fKYd/jafoS39cvc1BfuHBWx48/opMnniiv72N9x4G+wmv1AU/yfJrnhuC0rlw+r05ngtf863r8sRPlkI9/1z7ob2jhykUtLVzRV774eS1cvijzSbVVWWdOnwIntWfvXt4MLPJW4IquXr1SPgescejHIb+b9oSPa2tr7DNT2ugNNaBTLSveGEx0K3X55pfoF3lIn9QMS/RYhtf/48EMTipISvic8KhiHiR0FTDzJPjEA1MDK4UuQI4K24p8QVNuqaorJXSJvIkBTsyRxE1nwKyVZg3VSjycFl2koQ++2Ia9SUdXscfziEbpmZqtx5UhAAAQAElEQVSGStiaMjUKtguXQwe4ijyOLpw8PmYLTSUeRUuLCyOuIbkhJS4FFo6IOmyiYCG2xbUJ1IWPKIbUjvRtCANgsHlhIyZ1raY7Qo8YKhnGHFyFOnJZ4004ueKwD9DRBkrlh5fG5BA8tsTNACQViSdcx4Cgr1TRiUkhi4EK6lrIQDcH36DySL5RP1LfktiWHUib6d7kGuZGudE28XgsbCvFqUQxFd/bh5XUb1m9VlsDXp9rbp9mOKB3HTqm2R07VbXb3PnfrnvuuVvH7rhT3Xjlx8Ls0w9KHfWZ0P2B1JmY0fTsLjabXTx9sOG0O+q0K83t2qGatOH8PvXmb9OFPKu16YNq7b1DS/WkJnce1DPuf57uuffZ2rFzv+bA5NQuTc7sZuq21Wp3S7trvlV2KE/JbHjMMmYpbIiKyHaxs4MmOdroLdtoPym6KURRKNnT2VBYWiw4zojCZyVlJ9WWamzqcZoy6Y0uy6QlNEEBNpw3CgzwUfgg8ttWCkiCKFMuHLxlSQl/yYpeDdApUlByqfaWPmRFIehEsI1oOKmJRchNP8HZocXTQiXbcgJWCXYaURQGRRpFiFzy+If04KM/45WsR2ZjcqPc6JvyxUbUyKK0AD6RlChTBCfLtqLsOLyDIhSdHWlJ0U9wWMeViax62NKwDlSMSwVfKbOSM+vUINa7lJRNZaxjoYu0BuiL3CZvUo1dYCjJjIlt0ZPKPPkzArIIMa4ZOrpsq0r4BrUt2yp+QiVLwE6yg0eqVfYPckjUmNOGhtWGcjspV22t9bI2hpUqPm3t4m1aC7qytq75Hbv17Gd/q+7mW/zM3DzpHXW4CR8y2a4tLGp9vcc39zWt8HTfZv0tXlssT++X+E6/uLishYUF/GxziK/oxIlzioP/5KknNTW9k2/n/XIT02pbwtcea3rh2jLrr4g6e+q0lnkTsHRlQevcRFzlzcFl3hAMeGXfXVqVuZl4ghuIyxz8nVZbJ554XL31dS0uXFI7tXX/fc/RoQOH1am6WllaIa2n8LFVdbRn737tP3BIc/M7tHvXTu2YnyrodlvUb8aF0WDSO8W4hn+SgtiyASNkoG0h5k6+QWfSMZeZZwoBOa4YzqBj5DFzC1puxBKjVmXVCUt4jRBTK8CRUNKGqdYQm7AL3TgtaIOsupRTK2zkaAVwUszVTMFbtNXoIm1Tj62ahtjQSBtj04aySgPxtdDtjQpdI0f2+KNEjdTE0ayGizjjpDI/CI6MNXyNAA8nEIVou0NjvlCcbQyUg+Jv5Cz28IoQlDQbBtjQ0IPGFoar0WZKZQm5kgI0GEYm0Rr9MNA2PINAv8ixSKuQsbSkaCFtKYMKVSxGIEU7aZ8Bx5CKLiYhd57oyklfdJRhy24gKjFI+BNUVGBbCuipQxmXiLKEtaieKjKbBJBkO0qCpgJRh24RwutQ28YO0H5VVsVrQXU7Et/Tep2uNtqT6rUmdG7hmjozc7q6tCxXSbJKq64tLUrIHb4D1jRbzNap7rSmJmf5FjhQi7z9/pCngKss5HU24IGG3BRMz85pY5DLH57pq6344x7nLy1oZm4nm9OQjamvbndGrc6MKr7fqzWj7sweqTVNHuqmngm+T9Z4kbgpCX9U+iWralWyjY9AEYysEeg4KbqNeHQ5aE0UaSNQVoq54Ey+LSTkxLjSVUrwVQAfmupy0RldCh0lRrdu2lFP5LOt8Y+CN4ajy24E24ofQSMpNqkar5tXlllxoIYuk5gtzAygkiwxJ1xoIr9t/ELGGNdIE2mZ0kYKOEXALgONUKOLb9imvdGGUCuhDKYgY5ol0kV7A9HuirSoNzH3EutIIGTbsElO+BIwlLozeWNdyVIKvRSsYFUCdtQSVorXvUP2lwxEY2KMqqSYgiVv6AJhnxnDXMpHogw7UaYFkcnb0JFMGUUuFHtolCMXDxQ0B+8SaRywpAYrzvw6fAoJmwrnE9SR0RIscAMJOkKiokisSQNZVkYe0NoNvvv31NLAHQ6HrmZ37tWe/Yd4Ih/qxMnTusahfeLJE3wzv6Tz587ry1/8kv7iz/9UX/7SF/XYo4+y5q6UV+wLV69qg+/nK8srmp/fqVS1FGGD1/08RHOgL4lqxX2DFhZZqwvrunxlQbNzO8Sneq2sZC2v1JQh8SWAmybzil08eQsflnRtcYlv7au6xh5Rc4Pxta99RY8/8aTWeWJf5EZg4doGN/oz+HhGTxx/SD18yXko23rwwa9qeekadSyx7tdoW08b3AzEN/uNXl+mfzrsRzvnZ7V315xmZ7rqtiuZ/hnwtsG2IhiNTQyqqlL0fYNIBWZ2xnxgoDLjFBiPr+1NextDZdoIsjXkQW4IjRv6MjbUo2ITdsKSGcZcqjnAyxxOkjioA64shcw+EuuoANuwq0MHX3yAZwPHNqvIljRCpi7bsikIKmD4gKBypBl7oAYlRk9pRW+jKRiXEX5rM+ToF6RCSyaE0dXczI4ECCUQj69oQPCFRs4aF4IGalICwQcQxxf+qDjUOJJDjrSiQyiXMQECoY/0p8PIxjZWiYFpqMgvgoOa+mhsdHIMQlCPOj/6sgwWtpnJlUebWtBM+zJy6BV0JAdfQG05wMSihqhJNpVRVsSOwoEVE9eKHxFGJnDXXzEQUU7OGVvS6D5DovOjZYF4LRM6F4uIjcXTX+12W7McvDt37lZqdzW/95DWcltDDtger+1zd0oD2j7BYrvt7jt17/33lafy3oCFWCW+uy2zONcKVpbYNPq1drFJTPFkMWCx7pjfoZSsmdkZXsn11R/0FK8Qd+/eFb2jqelJzc/P6fHjj2l6ekp7eJW3wCa2wE1F1ZnULja31X7Wlx56XH131VNHuZosf8luYoq3BjNTmphoaXIKTFSlDtN+K0ITb3F0GrWGLGyaC50DzEvGsejIluhYgzjkot9RlalQMUA0W5G+edCgo4kqBwh9FXzkizwkbdqGPmSVhOKBVARtBjsSpQQ1WjzjHiaPUKuOuRr6EQ3XE2V4DDIkaywpSQqbptkklnxQ/NQ4YD9mY91lJ9XUXxd9TX5QCqEn0IUNyaISNTQrNt+oN1FRQomZhFbwW5AKLyvUYUvLlCk7YBt/SVOUFwjeipCJwrZmPWVgbBJJzThIuFzKNLqww9OmzxQhK+xJUhkXGNviAqRZKuVYyICyiz1+FRtJRdb1ISMG6jorgKiwT0QBSKgUSpvCRRiR0CEJhxRj1EpV4QcUOODm19zc1mlC6kxrYWVdfTq9Pxjy2vsy38EH2tjolXVrCsFNTXCzfYC1cvS2o9q1a5fisCRJ8dr8/mc/W3fedZeE8f59B8pbgG973rdo374dqjj4OTMVS5ezWrwI0OXLQy0srKjTaUFF25Kq1IaKgzqzTrtaXZPWNoa6cOmylvDv4uXLOs13+YXlNX3ha19mnQ9Yi0PqtM6gj1/+W1rulfL27dvPDcICNxQXdebcKT388JfU6bb1xBOPaX1jvRz4iQFptVraMT+vublZ7dwxo13z0zxEdBW/5NfpdGRHz0UVNEyWkasqKUB2RWBoFN/1Y940GDIv8Eu1ypgyLrGmY7zCXvRzyRMUizjoMyMUELZZkUuUkYt5RDnWlCXbDcItN7LGgUGKHFkkoHOhlsZ5pGBFySMEl0f1RK4AScpEWeSENlfwI6+a1PCn4aKQYtukN/Y3xcX+Ju1NimjWdUq7qbpRhlOlm6gw+FI33dzQYoM5/VpcU+RFtolKokaqLVk3hHyDvF2kf7dVtJVS9KL5MarRUGjs8+FYhm8odbLbhd4jyh6jgshDxeauT7yuNpPBrshWKXN4S+SFw0RCy25ZNDZ6YCTbpAXoQohNhOaprqhyMy0EHDHQmKe+zfSnYUzdcSVWw/yOHfpv/9v/l5773Ofxuvxb1J3ax5PDvdq575jm9hxUbneUO62Ci0sLWqctuw7vV2dmQsvryyzMVe7u11R5KPdJXVvWGt/hJpO1h5uDqckOG8pubfTXtD5cFw8pqjiQh2movYf2Kug0r+Zm5qa1HH9nu95Qmmpp0M5aHmzowuKC1iztOHSburzGn91zm5b7LXlylxI3I7vmd+nIkf36zu98nu5/9l3atXOGkaDxMS4BJLLT3GYkYhxI5Wq0Kn0WaVl2o4OjlYluNdRYGJpUs5HUMnJSZqwzZYdtRo+6lFmjq7NVI9VioZKQ0RWEHTJJzVXqCzbqDdrA22w2TUiKYQ5/c8OgaS47cngkBLFQBQMMnurKkmuFt8ZXlRD2gSJsRRTolGS7IBJseAHaZVukqkJO8A7bAP2kZBWg1xiSrBsCvoTSblKCGEUgLOMwjabX4Tb+Rnqi7pjHdliZ7gFhzBg41uUAr4Yoasmh422QQQKF4nFinrjAKnngBRI2qdDEQ1qS8EU3BZxBl0mj+IjlaC+6W14ZLcg8XdYgfO92W+p0Kg6wSZ7c92vHzts1N3uMA3WvJibndJjv8fOs0w527XbSOQ7H06dOcDAe1zD+jgV7QJsb9uDbnY7u4JPa/fc/W3v27NU1nqqfeOIJDulau3bt5kn/MjcLF3XmzCl0Q63zeh+PqJ8Yv/jkLts8ZdccuAl90qCXNOy3GcKEvbS80pcsXVvOunx1Q/Fav6bxl6+t6cKVq1rhJuQUnwA6+DLgzuVrvGFYWl0qbwR272vr5JmT5cY+DvXllWs6cvsdWiY9xS/fdTu8zeuq1aqgE8q8KmxXSXMzU5qdmsQHKSG32ZOabrYy/toWl1pVpbCvUiXJqrPoo1wO+yFvXWuxJmOeqQnxVs52U65FsGoyZfo0M9nGIIGrGEC3XdnMmWqENKKNnMr8gcdGNXbMJaMz7+0TfIKvgq9bKvqiowzsjd8Fqkmrmdd1tEbsPCPUvAhAh5/iDQkdtWkn/I7v+yaN1mzqi1x02/x/OtbXJ6brRDpNuNRATcgNEZQLEvFIdxMxud1oKSuDOiRUNlHwN4KGFRU0BqbwXyeKkgKJ2sampWMpIzrKUNMpohONx41OdLLIYShwUoVPLWZc0CirZaGTUKuEKLRhNFZaBCJHKZRhW/GjrxuYpPi13QzNpnhT2ylXm6nXM1FfSokJJJ0+fVbrGwOdPb+ghWsD7tZbunBxRQuLG8rcyad2RwvLy2p1u6Ct3rDHk/iE4q9czU1PaA932jMsvL3QCQ81ob5avRV5/ZrS2jXdeXC3/sqz7tbBHVPaMWnNtmvNd6XUW9KuqUp5bUHf8S3PVMWNwHB9SQd2z+nbv/V+3hYsqF/3tLCypGU2jytsJL26oysL+Lje0eT0Ls3tnNchbjzmd8xqgk8PdTyeqAnZDS2NdEYIQEZXSSaKbipP49g0PEoyO0aF/jbjbzYHky8x1gm7FHwxjtIzi0kNNApZ5JYUNpEfxCINayt+SNJTBDd62yNLFYqocaD4MSuRwBWzCZY8FqFE0Ke4KCAsaMpTGOi69hRbWebgdtQUFUoy/WFbMZeavkmkAnR22Itg0LScBdVSoAAAEABJREFUblVAanQi2A1vdBSnMUhqLnyN9ScowwELQ0oiXwAi2yJSBLgwZYtUQfxuxOisL3Lkjj0li5HNYZNVU3AdshK8qEPFtqZATKQoXzeHTGMyBoFSKXYJ2fJ1xqiE6SZcmUO0UpXEG60Z7dy1QxWH9YULCzzhntFDD5/Ro8fP6MSpMxymV1mbpzmw+jzJr6nT7Sj+nfujjz6or33tq7y+v1gO9R7fxf/sT/9If/Bv/3X5ZbmZmRnFb7bP8cYu/jlblSrdcedd5el/dXVZy6zpmZnZ0tYhHRRt4IzjaTwrnoLjJmA3r/szysWV1eJ7/P7N+nqNL1Ic8EMatrSStdHL4iWclvkO1+snLa5RYJrU+prKa/uaQ2xtQzzJ92nbV9TnBqXqtLWbp/uJyUnW7oSc6AwmZH/YJ32o+EyzZ99e7d+/Vwf27QG7dHj/bs1OtpX5tKFkcX6qpq9reAjzUBz2qfRrDECMa5/GDblhyNxYZfb0nLPix9RlmzyWnUSsCJEe+TIDFnwg9NsR+Yts4iRlysnwDYws/MKKOugiaZSuYhN6qeEb28JLo3wibwA7JXgyiX2ygMrwVVEe/ZULn5TlYpexz25sVShpJj92OSh5qOY/6KLmrXwUWQRTsQq0LWQpB4JARyljLvwoWUw6aRkasmMQkeOyQxncCFHemB3Rb5xER0btUCZAPUIOysSIyVFz0A/rAYu/1pCJEjaZ9EzXjrykuqxwy+hMd+cANiU9/MPlJl3YRXdZ5SeUGoXt/Eh1I4miQsfcCVI2Yqos1QR10RJlMdymDunmYq3o10yCW5X2HjigdVbvGgf9kdvu0N69hyVeHe7hFf6RI7crXvXt271bkyzKNQ7ca1cv68qF8+rBV7yG39Fta5L2znWsqTTUrsmk2dZQO7vS7o40775Wz/Dkcfm0drmnucGqJlYXVF27qNbiJaWFC+qsXFVr6ZIm1hc1p54m+iu6+NhD+ra7j+n2vbt0z9HD2seBLsbk7Jlzurq4qHU+C6zw/vDs6TO6cumi9uLjlUuX1O10VVWVouGJSV2lJFqs0kkc1nnciWjiohsUHemkEmzLCE2eWkE3QccX3hJmKmUqy8Iu0kIf8iYv0kgPPQj7QkiPFBGinAaWDdCVyxEToROkoIkiYRsnhesJTWPq4IBA8EFHyA0VwSNAnv6KPBRsW6ZfEnCqZIcMBEZ8pFWkpxS6pIQ+dHbIvqmeGIsAXUYpkm1ZGoGKtRVCqhHL8IXdJiRTp8YhCoCPTwGZNZjJkNHlUgmlwKsgeLQxFgWRiREK+2KLXCh2CT7yhAx740UWtjXKGqXbGHNFPUFKOpnC/yHCgD0lM2cmedt13zPv0d49uzgkr/Gke1pnz17WZV6bX762qidOntUXvvxlPcZnrRMnj+srX/2iUpW0f/8BXmXvVnynPn3qpL7w+c+DP1f8M7W77noG+9Sw3AA8/NBDeuzxR/Xnf/4nevTRR3T23BmdPXNGk5NT2rf3YLk5qNnb5uYmxT2BpqakcD2+1w84wTvtpPiMOc3ntdV1aTCsKVvshY3dxiq6XgM+vbPuxFsA6dKVNS1zM3Dh0jWezEnnBcBwaOoVNyXCrqPpmTnFv7V/4olH9cUv/plOnHyccrMW+YZw5txZPfLYI3rsscf0hS9+sfDnLpxVn7eCu/lWf/S2Q7r33nvUnZygF7NyspSSEvtZgq8qM/dU2pK5Sanp88xcqKPfAYMlbRsr29gCJfRSzT6PucTEKbRoTbwNpImpgZIry0WIEb4RmfS4suLGQuxB0adUKXmsow3kH8eKaiQl4w+GDkq7om1OSSHalmECkrmSBLUdMawVAROl0MEYSOi5CtXTB4ftNpOoYUu0ZEcUNBoiQi6IhsCUJtGLwSr6S5gXYcSENd7JtuIn0mxLAQkCr+tDZjCLpmQu3NeNwp8GYQpHxxMrUBMHhpRbM52GyENozciHnOELIg/uZNKjTQ2lvJFuS0bBJVmODi9tCX4EJdmWBLj0FCHaaWyMXzFhg8YkM/a4EnMnSkJSWMnUZUeqCNBkpaqSW0ldvpsfufNOLbGyF5ZWdPzJk4rXafO8chcL5NrVa7pw5qwunjqtK6Dd72kHT+6HduzQrsmudsLP5IGmPdRMVSue1Ce8ofZwRe3BktLqVSUO9Cme6icWL2snT/m7h2vaz2HeRR/yTg71oDt6y5qHn15b1B5esbWuXlLv9JOaWLqqXdSxu23tY0M6cmi37r33dh08tKs8Ce3dvY9XejM6+fiTiqePlhPf8aZleiF++zjaMeRGJnOTEOPTQNtCVlmAjGfTTZZJNXLYxvzMyMGXzo1ExjryhP0YJX2UR8yRgrADJTuGNpljkEIBG0SlNm2FsEEy+mC9yVtFbiKFYDWBmYNoxU9CVYBdUCNHlQUjHqLSluKvtkIYI221GWF8UZ4TBlAqkqC2gyhBU7KqlNQCyUkJ2SZdUhNrM8SaCIwVhknYJiyDwkpElrUVmhzhG0myDTKQXPo4KwJaSL2li4aTnqDJwldpPHYxZoUXemyinEbOSvRNCr2lkjcyI2+/jFCAL1EWYrnKwUN9LQ7l6I+atdQf1BpC13sbigNpgvVz25HDmp5o82R9lTdoZ7TBN/g1vntv8Lq7mpjU7I5d6k7NaImb6sWlBZ7il3Vt4YrWuMGNw3qKA3s4LFXyOv6CPve5f83hvUff9m3froWFy3rooa/QVpdv+f1+vxysV65c0sK1Bepc4uDsl3Ea8gQ9yQ16tGXvnkrc02t6yuIFA0/gV3hKX8ZOvE2QuMcrsKTYJlp0O/f4Zbq32VfiHF1fF6/+h9wYYOVK62s1Pg+pX9p/oNKuXYf0OIf4GfaWs2c3eBsgzc3vZe/pcQPfw79rij/Ic+78OZ2/eLHgxOmTOsUr//Mc+JcunVfcfMzy/X6FVwalv3GsxaeCHONItTQcD4OB4GNmPMW+UiiHrYqdVX4YP9tCUASGCWuHRYMcM4H0YrBFM5ORYUbLfMkNFB3AfhXUo1IoBBux5PIWSGtKHaKrFf7AKMfeQVrwmzXBmEKM3vheXKXimJLBi4grSCmnsckS+RL5qpIvRKNqoK8bfJNF+LtNmRV30wqH6FgrKhySHqiRkJEylZfGwSuqD08l2S7IdJwiWEUWAZb4qa/IkzdreGq7rZRE2YmFHLSCNrCSzGuSBgk3qZlBVQw41LVpntFHWgMzoQNpMx/ppY0iRJtr2Rkgyvwk2UFDBvASsvU0IZNGj+IDMwK+BlzcgapMEFzC9+wkFUgJvxAUwUSJOkofVZTTaun8lSsaoNt74KB27Nyhmldibb4/JA7vbpXVda090xN6zl1H9SyerI/t3qHZVJfDPQ74SSZ1l1f5FXfb5mnd2lDFd/Y2r+E7w1V1wcRgTZ3+qiYKH7o1TdXrmsxrmuTgn6jXSAusFrmzsaTJwbImNq6pu7GgzvpVdeA76KZbA81PVhrw9L/EzUBbSdOtCQ1We9q/a6/azP4uC94pKaWWWq222q1KHs8n+iAum96IC8qlQER2UUpsHHJSpq9rWXVQkOGjf7NII11jOydGG2Aztq3DdmxHuvBJdlTfYJPfpiPFHsvGHNCmxLw2aShU6IgPIuxtQxpIUG0F21tC4coMEK42QFdjMnTSENvwu4bP6MZrueExTBJJEj7RqYo5ndJQiRu9xDtrGwPaaSUFZFOHVUNrMz9zFjGoG7AmYLgskyfKiIM1JBQqweQgvxR5Yh+hDPIV1UiH5+QmDX0mY1kOxemkBCVWhW+JTOEZRcqOOFHFGKZJSaYkAWNfQSsZvW4ZMtqhxTyBwQ6Oq1YUHXWRpFieccjzQKzEfLzt6O06cttt2GR1JzqamZ3Vvv2HZOrq8+np6sJVbXBTfejIEd19zzN01133coDv55X7JAco64JPaLt4gxVPxbt2zVNGSxMTXerN+rM//WPFof6d3/nf6PZjd+mRh+P1/qOKfy+/traiq/Hnbk8+ofj37OfPXdU6B+XM9Aw3x13Nz+EtN8THDk/q3jtuV9Viv0ZFdZqfkeLgn5qQOklq0XCWs6oB1a5JVV+arNpqMchsD9zwtdSqOtpYH2rIq/z19cxTvGjHMT344MM6eXJJly5LvJjTbUfv4DPAUGvrGxJ90O1OaseO3ZqcmpboyHjY6nQnNDmNnKyFxWv6/Je+oIcfeaj005DBjhk95O1EFWudPAlwMS6k4GsOmzL3hMOJ8bQsElJWmW8WstHTZtQ1YDZpiHYosoAmJiHyMc/E3KN0UijJQSJKMCNwXmT6Q5RRwDwsVBHIU+SwjXyhCz4p8uQaOfwNBsT+VYA+qg4+2oQxPg8BCfhFqfD4SN5SamHxkhuQTGty+EyasKWGp7nyTRbh3WaGKNwuMc2jFsxLHN6NrRoFUthBvoHLbmzt62lkvdml0H59lE7BP9N4Q6/Lgb+lpvB1VGd0bE0nNZSOjRXMIERnB0LflBGZgosSgg+E3CC0wZkeUkHEYRPQTcEjDVWPuIbgYsPc6PtIK8o2m5Vt2dvAk0ZutbRzzx4WykBdngwWFpdY7BOamexqfWlBabChDhNj79y0DuyY0yR9pLVlntR7mm8lTdDuDo8TrUFfiU3J8Vs88GaxJW4dEjcALTaNFrK5ech8axfliTSRltgNjGwP5dAVSlk87SuvyqBKGxrwHX/YX1a3NVBiZxksX1Enr2snT0I72IGm2Tjzek8T3NC0amknrwQzm2VKFRtTR/HP+6KfqsQC0vXB1NxoXEiJMaarlFTJ9J1CiP4lkauItqFWIr0CCTkAkSzhPDmySqC8CpTNJJlkQB6TWBARfLk2eRhswuPI11BTX0CyreZnzKsE2xLgGlErfnRDKOnoghqKUcSbiP0nvA+U9EjB2LaMXwJwkokdxPiWQdAxEsklUTCSrO3lXrdmw4z0sDGUYhU3ECrBioyZyR+br4SsrGIDjf6hZGEkRZKkskahuaAucYxJIMUYVBJNkFJjIcrZQtiPQTpjR6yxP5ZkfkQwaK4xF5YqqWRjS8jlW3PNJjtgLazyfju+dddUfvLkKZ6qV7TB27Quczj+lcpkd4on1RlN8g49XsnHq/cB393nZ+f0bd/yPN115z0c9hMclF8FX+FV+GSpbGN9oIWrG1pe6evcufP6kz/+dzrFK/244b2bm4SD+3eKTtGJ44taWZbWV2tlXs3v3DHB17ChVpYWeeJeY61k7dgxrU7cKNPfu6j3yL6d2suNyNEDu3T34VkdRT66b1a7pxOQdk1Le+elPfNtDvmBTLksbyX11e+ti5cPurY0UHdiXsfueKYeeeQJXVsclv7ftWuSzw1zOnf2nOLt4dLiMmmLtH9G07Pz2rlzt45yE3CMG5aZmXmZNR5vR+bnd6pKLXW4IVhn7Z/mzcDK6qp69FVNP9tWrE3LKiFLNAcw64JhvDGRbRkDExsKUQCr2O3CCmgzYA5PYWjDvpFHZaPLkRmLuMUomYYAABAASURBVEo6jNHFXCC5SEIuyNb1ATlv04QIVCqBibQAJpk2jNiQAD5QQegCRRFREcjLJRFRp4Na31C40SzdlGtUgd0kRQbLmIHiZBjAo3mqq0nN5MrRisasNLphr4sxGcvRCWP+69PMhJBi8VdsAEFtyw6Qu4yQZEWgEhiS1MByySMmnTbLsT1Kl+C05Tzs9gs7mf4xVuAp7Uoel/jGKNqam93v1tnJZny0jS/4z2SINtZIiUPyznvv1czcnHbv3av9Bw+oxfTOvTXFf0bjwTpP5n2+1g/Vyn21OKw7bFhtXvN1WEwTONO11FVSl/LboGWJ6ig9qxxOjHUK/7gpqMmTKb8GQV3Rdq6MT8w/lSdHDn5x6JtDXx5I0FQNoX0NeGOQ8ckgry8r9VY1ww3HnpkZHWBDmGXRr11b1HRnQrOT0+zhVtyH2ZVS1dKQm5KtTsoq/Gh8EWR7hCwLjORihwGpQqWShhwHTNNW0VYUUZahWEQ8JkETbU5RZggFxWIUlUwjfovggcZ1JCq2LSehc2MUxBEhQu2GL/GIJ0Xj6rarRAg7Mz6wmIQUXGDEj0jRZMk2wAFolkNBDI0YnZX4iRjgqNOIkqZtIReeeFR3ESOiKNtKAJZSVaASotebkchobeoqkDAHkWOcPqKUn2Pe0fcxtwJq3BdZG9iK9eAYO8an5OQNlsijkItecuQDimDq4qLSkEAROERguRpJinbEDUePm87A0tqaLvKk3mMePvLIY1paWtbszKwG/aHWVlZ56h3wypzVxA3qjrkdOnb7MbW5GY/v2PHv0ePgj4P7vmfer+/8zv9aRw4fVY8bh/m5nTp8+JDmOWg5V0UVvBZf5pv917ROnWurK7KkZ9z7LP2N/+J+Hdg/zZM2iixduriunXweWFqs1UqJm4iWehyck50prS4va/fcbj3j9nt17OAx3XHwdj37zvv17Lvv11/7lr+uv/Lsb9ff+I7v0D133KVn3H2P7jx6TLvmZ3XowLz27JamuvRgLdrU0KnJHXrwa49qdWUoHshZj+JtwkDnzy5q0MtaX9nQ3j0HdOyOu1XRbuP1kFcgJ06c0Fe/+hUdP/44bwFO6Py5czr++GP62te+pJMnntAGh3u8nbjCm4roj5pFb0fuTAkimNE0dNtVxjUXhU1aXNBQm1yRkqHFYByRHqyNxQgKm6wSmG4a50/oAybFzKPA5gRBJ9IbaDM0tiopIrhwhksASp1FhaTtvJq0fIPOtuyAZG2VEX7ikoRWXyfE3rzdJErZlKOxoQgqXl04U9lWKpxBc5FUmC0NIh3n65Bxs24SiMt1XYai+Y+IRoVFp0Tjg4JbF4hjTJvGzBBjBrgQVKBtAb1NhKqJJRsuoBsC6kazyRTRsuIS4emyYTU2w3LrMto4ZFT8Dv+txDu42V27+Pa3xqJq675n3adh3IYPB5rgtK44bGenOprhtWJm92hxSLc45INWbJ5VLCY2LLMQXZ7Yh2WSi1DSoTGGqdSNwMyq8zAYwUo0JDZC2/DlYow1gjfLCiY26Fx8HyqlgcyTQgJx4yFuSvLGKk/6Q+3dsUNH+Pywd+cuxZ/obbc6EiUO8FPU42TkLFNWQMURZNR2RCTjtB08wBKNbCuR14aiTlAnWpZMmoCJuEJ/I4oN6akShRRby/q6oZSDVVBIXLbJ6WAleG0LobWN2iLS0wbsIr0QIi6RS7QIdXBjII4u28VGxDb8JtAYSEIl2BgyNTxSMJRMatEpAuogOaLAiLH4sYgDMLp1KBsVVuGvbThfZzjeU7Yrb9SRTYmoitzQ7bYNnyAVoOxRurFFcdOVcSigkm5FiNwJ1kR91so6h/3VlRWdvnCRp+5Vxb9tf8Yz79MsN9kzszM6cPCgDh06zOv3Cc6DWvE35M/zfTpewXc63fKUn5hDaxzcKxzANd/y9+3Zq6O33a4kaenaVRXd3q6OHOlyAyEtXpW+8qUndOLEKcUv7X35y1/iBuAhTfPGa//+vZriJD58ZF7x5Hvsjn0csgd1eO9R3Xv7fTqw+6DuOnK37j16L7rDup/DPQ74+++6T3cfvlN3HLpdz+aG4/777te3f/u369nPfraO8Sni2c96tm6HPvPuu8U2ovj9WV4GaufsLp05dZ662uWNAt2haE+nM6k777oDn+/Utz3vr+vgQfqAG/b4wzvLvHpYoc/W+eC/Cl1ZWdK1hct8uz+vjY01DdmrLl48z2F/XAP4a9eu6OSpJ9CzF9EnzXBkVnlWfFpRjGMg0mQFa1Kj/xJCwCVNpBmoCaTZjWwbnUkztLmyKIUJFppAlGd0NrGluIk0by/LwtD1wbbKT1ALvi5m8aIp0EJjW7bpu1Tg1Mg2MnwCNunQeDBALQxlGFMISUIhh4yQUpIByqe9rOZnu1G6XqhF/22qbMMDOiMWREbKFML6wCwxsaUowOiajHXhCj+6u6Yr0ZVc5Ba89Z8qZA6uuAssjlCsTfQNFp437ba4TRXlODyFFh3UdmHHkW2ZAZCsCE1My0vnZLRoykUUBmgKuSmiBzGhOCmigtBVypRfSoImvqEN2jNSZ5/mpm/Xrtk9ehZ340uXLmqCPN12kjVUxQThEUNxiHYZA56H1aKfKm4GKp7uK24EEjBgGUmKGoY8RdeMpRswmczky1VSgm9VlVJFGqhAzOhEelUlhRyq5KSEHwkvqizKsyr4xOFclfprtfGnzU1Hm7rbHPh1b1kV3/qHG4tSf7V8P0zcfCwvXVP8Mk+0v8cNSZen/JnJKfJndSprol1RV5ZtIFmSbVlSIq6pr45xQB4ROMm2qpQKUqqU4AOW1YQMAVx0i2zLaOLKURACV4iRLHssFdVmZLuk2ddTlJs2m8x2G5TkwIwYPeK2Cx2SDQ2MeIhkLqAbwpbKtNWYWZuBMoRGUDtpHCx+0JV+gY71QW0HiSlD+5uN2CN7BaU/I9FqgkNHHiPaEcPQj7Zl6rSDGuXNVxkCbCNlRIS5HD8wtiOpIMYm7ItAZFs2GPEIXMhWQ3XrEOXUzM+JyQleJfc14I1WPM0/9PBDin8OF9+XpzncY8+5fPly+S34J594Ul/64hd0+eJFHdx/QPfEQVklPfnkI/rcH/w7/cmf/IEuXjyrwaAHPV9+ye6JJ44r/vBUfO//jr/6X+i++56j2dkdSvTJgQNzuuvuSTE9dfoUT+6XljQzO6Woc2NjXS0+FczP79LOnXu0n5vj+bkdrIlWmdNrvALPrJddu3Zr3/795SbkwKFDOnL0qA6DI8du196D+3Xo6GHk23Tsrrt0B3vIs577LXrOt3yLnsXhf+TgbTp84LDqNWmwymjWV9TtriijuP1Y0v3379X9z3qmjh29TRXrud9f1wzf3+dmd9AHV7TMK/yVpVXFZ7eV5RWe/NdlVZqZ2alW1dUqPi4vbYiuVWdyUsvcBAzrpAsXruqP//jzwhi7GM2aOUb94zGL8SxQCTYJYYxkW7aluKA2jBSibAPmN7RiXBJzNIAoSi+I2sQ+FTBtcuHR8vAQOjjsxpcLU/KX9OtTJeO3aR/ro0xc0rFzchlfO/JHmm4OmCryFGwlO2Q6zJRcoY4SIH+pix7Yso8CojDjrApEcIM47OGay6UhGtnQDgknwsmEU4Y3m61YNKbTjIxBuWgiZtGiIpaUTJ4xSGwSvsF4M9/I3rZsIwEuiYirsVNxkzi0BdqMLbuBIjiim4GJtifZW1LDbsklN6JNhGBb9i0gk9pcwQUaid7Cvnalfm5JEzt05zOey130MU1WHa1evaoWr+NnOxWLXdyJZ1CrxUHa4vV50JR7HLr9goqDPoGKtCoNVZVfwqqZgLVa3CBUSehckBBSVSm1KlW8jkupUqtqkQbgK/gW+ipsQNAGSRU+l8OeyVll40/iZsNq084CFlMbH7r4MFEN1K34vMC3ew+X1eHJf/+e3doxN69FnoCWV9fZcGt1Oi3tnJuhHT2+jV5T5knAIlCXXTiE5soNUYz5iKVmg7EkRRbbKmFEmYbkiSkyLqGkhoJ5mskzsh+pG5IbMortxqbEI14ItoOMrFR4G90m0LlBqZAadctg2dsRRuHDGCE3yLIythAURZJZrEVlVPDE6BKkKIQAysW8CJoVoeQLRpQZqjyyR9eUZ1IQxlcob8FH1rG6ZPCmdEsmxmQr4esYbxk2HD7Ylu1G3ozHMt5wjdUxX0yFS4tLIpOWOagefexRDq2ebj96V/mncV/+ypf14EMP6goHfZu3azt37tJtR27nKXuK1+kXeOpd0u23H+NJ+Vt19z23Kzb448ef1IMPfklXrlxQvKK+fPGcHnnoq/r8n/+xvvSFv9BlbtZjbcU/m9vBN+w4NO++66Ce9awpzc62FfMh/ob87Oy8os5Zvr932h2ejjcUnxCOHbuD1+6HdJin6gMHDvApYF7xW+ytbketbltVpy2zfhIIvkIfaE101eamJg7cyZkZHeDNxJ133aN7775P991zN28EOqCrfXNJh/aIz4K1Vhcv6snHvqJzZx6nLSvas2ePLl2+pD/8d3/Ajcmp8vsCcVPS7/XV4VPcgQNHtHvPft54TIMZ7Zjfq7m5Wb77T7LWslJqcTOwoXvueRZninTy5HEN+cRnzg12P4mhsq0EA1vihBx8koo8msaNDWmhFcHGChAr8ghrIWsULH6QudBkxQNM9LU4uzIQcyFgoS28MUmyAbpkaTOvtgWKKubQcf5tqTewYRQqY0qLS0ZucqC5oOFJVSAsQ1+XtMY+5O0ImxuRtiuiwwJFR2OC0hZIxAHY0RXrnGqKNKZhUVB8z8WxcK4pEyucUy5ZtjVqpGjU/wnjptxmICi2iPgwdiASAJfs8BqbbZfFzy30Qi9CaRc0LhPZJYbjChYibA30HxDMRDdP6JyVGrirNL1bc/uPyixw83Tufk87pydAV10N1OYVU5vDuk1nV+Zg54k5FQyY5EPF3XeL0Q5qyg0k6kh8S4+3AKnkkxJlVNilKviEHKhUVS0lELQqBzwyizR0DcIGpKQqWS3Qhu+4UqANbTtx2FMu86BFfRMtabJtTbRq/N8gbU3d1gA5a8+unWp3u+rXteIvhIV/c9Nd7QzMTqrdSoout8aBAabcGOGtId5KLVYlg8nnIjbRmPcNesnaCkayjSIA2XZR7TZJssPGIyqCQVwNpekhbMIoAgrH4QsltRQDpWVSk1WhsyxaT0zKpn1WlBHQZjCcZeIEIs3UUSj5mrJIKBYlRbaBxNBRB2UyR8I+rEqCDDsGbLks2yKSBNVThOiovJXmYmsUAcgtr20ZtqdTVmxu16uewnbTaFTPiFDEZkowoU60Y4onzRVuMv/sz/6wHPJHjhzlFTwHOQfapYuXeDqd5dCaYA62NcWbprm5OR3k6XqCg3OBD+0XL5zn8FrjQJvXc5/zPD2LJ+AhT9qnnlzXpQurWlrs88p+qIvn13T29BXoWb5fn9HDDz6uRx95UgtXL6nP9+tWq804mINvoGuvEacDAAAQAElEQVQLVxS+iTA1NaX4zf19e/crnt537typOOAP8hnhAH5E2uz8HOuno9RuKd7M5UTrUpK4cVeVZNZPpAXi8O90JzTNDcRu3gT8led9h/7mX/+v9C3P+qt67jOepzsP3aMJVRquSL24BxpIe7jB6XAD8cjDX9GpUydku9zsdCnHSorfYxgMat5k1LRnAf8XtLa2yhP9ivqDvtrsY/FZomJPSW7xBqWnZz7zbqWq0iT9KA5aPJYo17YsUaoLNXzckEGKXCiDWfRhC+OSErGlorMS7beNaBEVWJYCjrnDocp8z0Csk4wPkGClsBkjyqAselGwihJ0Y8ihBdBS9I3pRY46AZewK6qINjOQP+RtyLQziwxBAzekhVjSg9mGtI3/T8LiwvXloCgVQ69PaKTieDg8QqP9j42jskAzcE1peEEdDX+LOPqUDrYt21sGsDYRmkJ4GhUTISZaosPHIKsaKwyDQyj2iLDEzWVb9vVoUq6Po7zWYIUaqG1qr1qHv0XzB46pxQIxrwF3zrIwO5XaHNqdVlarGlJuX+ZwN7rxAd6uTBpotVSxqNpVW52qo3ZBW+3UVgVayC1oI2ObQJWUqqrAhU8K6tCxYVQgRblsJi34KvSB2KDalAutCsVPNpa4oah4iq9oHCVRb0vtqq2W26BSRb9WvIFoaYNX+uuanZpUt91V5YqvEQNVvNafnWxLPXacuk+HxRjHASXF0IZUOowtQTmRbiDZ0LiCqgk2CllBiOVxHvKFjEIispGARmHMcj9EaihNxNwKQmIQFIINomDKGh4n4OSY1ShY8YNgwBVk1CqRpAhkk22eKCSLwDwMahLs4NA1KTAoiYtY0kiHcikO7QaGD6RCiSTTj0AYcskJFRUYnW3FT5QcUIRg0JMQ0i1he1Mf5ptCMCRxaZsJPBoUxGHxdXFTmU+Tg2Kb8jdtGLdmwmxqCsNkOsN7835vQwd5So5DN+Z2PRxyWK3xyv6srl5Z4JCf1gbfoZeuLZYn/MxdeZf1Ga/Ql65d01VuDE6fPEGnZt33jPv1rd8WNwyijKIqVVGFLl7IHPxNS1hOpPd15vRlvt0P+BxwRLcduaP8Qt5uXskf5qn7tiO3oT+gXTt2FOxBv2/fPu3ctUvTM9PqcIM8Xo8WM4mb5fA9ngLjaXtIOxqwP+Jz2YOxiUXUSpUqnDhw5LD+xn/9X+kYr/YP3Xa7nvPs79DzeMV/+2FuKvbu1sbKqhavXJKGmfWZSl+cO3tajz32kM6cOaXYTyr2k7NnznATc1Yr2Pf7dbkBWOMtXbw1ySyM+I4/GG7w9mRB8ZauS939jZ4Sg5UsJfyntyTmu9gfYu6KMYvf/xHyFqL/aqxzyWMJCixRlMbBcmGbuLC3jEqfkFJjHyXDXncZH8Ta2K4seTJzCijSSUQacQjl2iot0oqK6Dq+5Ed5w7WppohxXTFmmzz2wUNuutKNGrvpgia+MbWRS2FU1khNXHTB3qAP1Q0tbVR4vZmnaIhGutAHmnzRBaCUG3QL5LjhCqMxrk8qWsqPjolyo312xFt2RSIygyvSzFQpvEaBgTWsxY9hbrhCFdhSW7ZFxGWgWwfK1WjSFj8dZiVSnjusQ8/9LzW/77BW+HZdbyxr784p7Z6b0gSnTYdDvXz35u6zTcMCHerspJbaHOwt0G51yuKt2i2501YqaMEH2sgtpXZVwAqV4APm8A6kVlJKIA5xqMGmjK6qyN9qU0eDFou1gHIqyqja5I0y4BO0AhShhL/G7wraThU3IC1Ndztyva48WFbb69oxM6HdPLG0yDDZrXgDkDj8k0w+ix+LWE1gfLlkuyCUsEGEpqEobG/ywgsV2RKXSjAsdbgIJbJDCIi6RzR0hS0RCZLQ2SGDoIUQyQpRhJjbMeSGH0OyIt0OOoIki4COuFy2lQKk2BaXRP8VGoUibV0ubKQluNicykaJXdDQq5hEhIWTbINiDM1AoKHsy/BJktWEXIiRbWIQCttBthCDsik1eRrxBjuUtqM0CaqnCNF/20u52ezpU2+239KEqx0O63hqvvue+8vT9MzMrOJgXFtbU5t5Pjc/r0OHjijmeG9jg6fRDQ76S3ry+GOKw+4Sr+av8QS+trrM6+11nmav6urVy+VpNg7jZzzzoG67jTd0c9b8DvE9PWlu3pqda/EqfKcOHtiv247u4y3CrDqdjnbv3s138BnN8cS9d+8+lmjFkGdNTk6pyxN0rMWp6WnN49fOHTs1zxuGKdIib6vdVqTbbqgiKwc860ex55S5gJI5FDcqmQO/Yk23Ox1NcqN9x1136v7nPEcHDh/Wbp7277z7GVpeXdLZ81fV6/fL0/mF8+f1yMMPKX6HYHJiCp8nONhXdOLE47p48Yra7S7t26lu+Oqk4g/rOfq636vV5+3kGmWur62o7M+SLAmXicrFmhtRRYjxBRQQc6HJg0xSyUdbrK2fBD9GlGl7ZEl12DZxWR3oM8WNysKu7FFob7youuS8UT+WI52Couix6ukpVZY8T2MVXkdytHkTeEFW1Ft+I0j4rm0hbeOlKAnYRJLshmp72OZNVBAVbk/+Rlq2Pc+4jNAFv70sXC99RVtQI4XBtvpR3nwxcW9WloxFHZy2NcvXC0gWUVxQ+MJlRVc0kmU1wXbDu5HDz6je+GhSHOoSBRO4TgjFFiIJxH+DOExWL1XSrjt14Fl/Q8ua5i5/XR30sxOV2qkvD9bU4pBvsVjb1NdVUteVOlVLbRZqi/xVaqlCDqRWJQO1mLoFlfJIVoWOPAqgy0FHMAsykKAaBQeNtoMqJUVaVVEXm0psfhUHfUX+VFVKFemgos4CbjYqbgDanZbIKopQqqw2ugk2F7MBzfLdsOLJvsv3+zj0J9rS3PSEXG+oUl9dyprgqSXyhiuZqMwf+oFZgtRclmFAGBZiNJaQbagkj350XTASwMa2bEtxBXRDiMq3q8IW40JCP2JGhJRQNkihpExBuaTgYxKBsu3cUHYctBqFyBvmkc8JJROvyORtymlWYg4DFEESBg47oEBkizSVAoqkkLfZFT9KmVmOAkjX0wSbzKQ3Mcx1F6OTG4XtpiSo4GyrCdYm2yiuj329eCuJacC+ERUFbmXx1LrM/AsHqqqCWDGXJ5iP164t8NS5xBPzjLqdLvxi+SZ9mif/QKvV1q7dexRhOBzwPX5F588vgiu6dPGCap6cO+Qb8Nr6GjcBvd665ud3aH7HDg74ecV397gpj0MvnrwnOBR37NhVPhMkJ3WZ73GDQcOKX92SvoMbgz3lSX5ychLbGc3MznIDMMl6aqvFemyzFlsjVKzDFGAcHbCUoA2SnPDeKuWLfhgOBsXvGW4cnvu8b9PBI0fKgf/M+79Vz3jWvbr92D26865n6K98+1/Vt4NnP/vbdPc99+nee+/TPfc+Q9/2vL+qv/k3v1O3336n2vRPSpVm53dST6W19aZsU58IbXyNuVnz1i4jN1dwVsJoZCbRjzF1A4oQgw0NSwhXw5FFNITLKj8oLDHtPZKlmNaRPRNltBAFT4owV5n7lgoPheOCwTArsmMBD7t5Rf5NhDbMo6LgA5ExaGDE523pI1Wk3oSwi7IjYdMuGHwY6yMtQLVBNhFDuylYzU9RROuCcURbiHJDikrplWBpcaNt4hDhykXUWGzGjUPb9DhZEkMVKMKtoxtcubXRLbVRMB6P6jLt1Lb22aExOQEXjCK9sEQ2EYNhxU9JUkxKWtoIuj4YMaASSbZBUN0i1OiyWiwEpaQ+C2ydu+qJvYc0/63/vQazt3GUM6H6a7zKW9fUBAe5B7wuGyq+c7cpu1PQUseR1lKraqticQcS1BXDTNk1dnWyAhka9eVIqyopKIetOejH+ao4lCO/yY+XtmnHCLISZQYq8heEXCWlqlKiHAcNOSW5kqqWaWdSm3rioG91WqraSRUHdwtdBSY7HZ7kK81OTEOzOom25nW+2w+1d8eM9uyc00SnUrfTVlVZiXbYVgnQ4OyI0RRK3cHib9ESGV7ANgTo5mA7LCRoICTdEGKzcejGEba2w1wR2VYEO6hlhABk25U1SlaTlkkboVFovM5CK4xtBwFojPnocpmj0liFGfxYUglhI9cqaRGFdmQSZFOFkEiLeU4XKwkFMjUSX3+N81ynvaUSi6YYGC5sQoSEAKTtvP5DwmiNR9Zgm/0mpG8MYR+HcRw88Q15dnZWFy9c4PvzNIfYMxSv6k+cfJJv8Bs8ifbLU/oqT6OnTz+pc+dOa5Wn0l6vr4lJa2razG0p/mjc6VPneR1/RvHX7Hp8f792bYWbgavIq8zjCruW5uZ2aG52B31gnoq7mpmZUYv1F/RQPFHzZL9v334dPXpUh4u8S+Hf5MSkWlXFNMmKsgO2lQIpsUZSKRMR3tQ3lq2Yw0kiPTdgDqkeilcYil+srsjkZPagrP0HD2p6bl5HqP/YHXdy0zOnQX+g8+fOln+V8OUvf0F/9O//vf7wc/9W8Yd/vvD5P9VXvvIFHT/+iC5fPq/LVy7qKjc56/0hfSetrgxKu8c3QXV8UoiDPhtfgAjUnSG2iccXGgbXBbE8GpkOKAbFlIYFtbflg+dSaEgu5tw3QLMye26MfSmAyPRD0y9WhQ+JjHbkjPqk8LmOPBKWRFyUQsyFO0WLf5m25Kgxo7/FVeokrckbDLiF3XZVk4ccGWzWTo0hF2y3bvhoS8NF3LRDtuWQnw7b/Al2XPk4S7gw9iHKio69EaKXm7TMhBtDTDAhNzQctFTkzc7P+suHp81DIs5FPVGwbdpvaUy1FVBp5AxUTxHIW1LGNITgA8Ffj5rvXD1eYWVNaAdP8X/lr/13uv2ev6bcmdH68lXVi+dVDTnsOOBiMaRUKdG5UVpwlSqZn8Sijo2hYtGPaUqkgITjsWjDsgA5dCnywW+lJcpuUFFuAnaSXWl7IEsRbcrfhvAhVZWiXoicJFdWqiolDv9y89BpqeKA7/AqvjPBDUq3pXa7Uhz2LQ7wFjcYrdTSRDWpNj+J4Ul5yGv7lg7u3aPn3P8cVamSRbBlW1GvpcJrM7jhSLdd0uwxVSOLgI5487Ld8BAuFYx1SMHaoWVxYYl7xCJFo+DC21BQlNBctEXajFAXHssyrYqwLWKfUG3qAaEOwlTF1qW0WBNSLRQqwSUuUSaO/LZlByRLIGI1YRsrbCTLBrIibI9DDnUplw2lyCVqrAp7U1R2gpu0tqOokd4jGgSeK7gbYUdC4MYUbZWFTexFAbFGFOE6X0Px1DAlTUxMqOKAneZ1+ASH6NTUNIfr7eWQX11b1Y55DmSecnfzBH/ffc/Wgf2H1apaPOWv6+qVPgeYsM1aWsyKPzCztCjSpEXo6ZMDXb4UPSh1mPfJSX0O/qnJaV7R71X8D3XPfe638mr/qPbu3VsO9P0HDvDqfrrUG7o5DtvwbZLX8xP4OsEbhy602+0q3nQFjRuVFm1IVaVYGwE7qdAUVIqbuEBKRuByklMKhjTHhquXyAAAEABJREFUylckoVH0Z3uiq92sv0n6Y/eePbqDwz7oLJ8UDhw8wtuFAzp48JBSlXgDOdDS0rouXVoC0It9LS9lra4ORW0a1lL8D3o9Dv3spA0+gVSttnjOUROij3KZ1i7jSIYyz4NmTLJiWMOvZj3kUi4J5Yo6HFHkhdoepY+pSMkcQQEXGmVFmVFAWJnGx/jYSAWRomLL0QVV8YG4SSCuqWWMjPwNXxiP696ex27q3q4LPnwt9Ua+UHwdxBhumlCkbG/KNzJN4RQ/8og6bjS5Sc50JznQR/MjxxhbclPuWN9Qup48Yz7Lm+XkTX1TLuItr7HdDYkj36OVdsTj9LAX9aiE65JCU0zDJtAojHX4FROt8WWcNqaSbW2F0Ae2NMF1OhMskKO671nfqmN3P1ud6X3atf8OtUhcvHRW9fqy4rfpO5U44DKLz0qyKsqOyWgnpZiUKWigwi6pVVVqswHFL9i1Wx02rwat4Cv41CZfS8mVTG0NKvhUsOVpKr0vJ42RsQiMJ3zQpmstO8ySHP6w6BO+GaSUlKpKVZXU4tAPtKHtdksVtEIftM2CD7TwvYOvndQSD6EabKzT5qxOZcUvJlWkV4kygalTImoY2fC6IaCzrLhGEcRFJIkhtEpoGoI+yQ6M9CTGxoihYtyDqgx+JqVBlFNsSpas4ENX7Ea2jg2LHi1rA7uSjhy2dBN5KK5cYZFHXCElCvsCWXZAMvmLP4oQeQLBO6KSXrgShSrSA/Cj9sY6jBsDNCLDCJFhZKemhi1JonpFCGob2SE2QC4M5UfZhd8ekW5jH1dgexo82dhIt9cmYSaNYhFCtomBDUV30/VU+psMpcQc7PU2NOAVe4t5eI6n1Yu8eo+/7haH6759B8ohHK/dq6riIF/QBDcDR47crvg39Pfdd7vuvOMgr6sP6557Duuuu3br7rvmuVGY0uHDkzpyW0sHD3U5FHdpz+4DyHdi8wwdOHiYV+5TspMq5vv09Izmec0dv1W/a9cunvbnNTU1pU63o3a7rbgZTvhqSbbJUyn8SVWlVFUNz7qoUipyqhpd2FSpUkqp5LOjBAlpBHgLXjKTkQs7eDH2DMgEnwh27dmt6IsZ/Dm4/4D27d2ndqtVbkYm+KSwf98hHTt2VEeOHNLBg7tp+17aPKu5+ZaoVsN+TWkSy1era5m3GtwErK7ArzKLYyYHwiTLrBVbUCl8SVLh8UYFbAwZG4RymdgmDlAaIvbIwdwAmlMO65rNi6uUkosN9s2lKCYRpZHMhOTK3KjUinx5686k5MwUGmVBil3IJeGG6Kn0281sKlVgu3aLL3WECLNZXtOA0F6H6LdNhd0Ualt2A8mKsFlQCH8ZlIojArHRMTBlgGIQQg56HZgEY32hNanbdEhl0wz6dH6UvNT5dDZfJ820nW7YZtWUZ0eKSM0jNLyeItjelpLhs+wtnZ3KpHnwoYd19dqi9h++TRPTs3rsa1/gdfxQe3fNqcNMq5iKiddqnHNMest2Q0mzLRQFsYhTaik2qhYHZZtvg632hNqdSbW7bBadKbVDBqGvWl1sO0oVSC1F3pQquWwObZVy2FwqNr5Wu6OggcRKDThV1JsU1IbKsq1UgMzqrrBJKYkLVKQBdBVlBBL8GBWbRmxkLWg7fCCtclWmTea7YbtK2jE/RxvwlXQ7ScCmXgGobgxF16QRq4jYGEhmUVqCBh+wIyUgCd42JDPrGDticqBnXsKLOZ2BLCnmHYh0XEKWhHtjfdOIKGOUN/KDOOSxpIhIy8ECaNlIqJfFjKJcxipQBPIGxUKoucZ5Yt3Ao1EJwQcQPELkRRV5Y32PPSq+ktaYZdF0NTqNQi408hSmRGFdGOy3+EZzcxxljq0sNwahDG6zrU09pc9CP0KYRQ6bOIAejvg//qqYT5l11uXp+MrVy6zLWh3WT5v5P+TVcrwyn+ZJf/euXdq9e5fuOHaHjhw+oipVusCr+6tXLmqdp/4+N6W99XUOtT5vwgdqkR7fvHsbA6Wq4qA/oKNH79B+DsrZ2XnNz+3Q/gOHKOuo7rzzLr5zP7OUffDQIe3etbu8op+anlK8pp8YPb2Hj51Oh/XJOkhJtrcQ8ggJuoVKCV/sJAOpyZOKjZUogxTZ6EUIaiGLNIDd3Nyc5ufnS5sH/T6f0To6eOCgdnJjEvmrRAnkGw4HPNUvamFhgRunmsNRUCkOwmSp3UqsO8pOUps+NntBJl+BtgLLSZiXKRg0Umy4WHPMUxWEVps2pMo2kGTdMsT8jcM6ficiplzOpqTG2GSyrdhrqyTRpNJ+EWJWlrw5F/8hULRcJONO6MdC0YjiVAJlFkqEFTHm1NrwEd+Qr1hcH4XVlubppC0rmrAlBGc7yE2wb60fG36d5LHZ/z10cwL8B1THrIrhVjToaZocSQFpK45813e7NoNt2d6StcVLQ4a6p//6v/kv9Df+y29Xrtb14MN/rh2zbU11rP76ilruqar7qrBMfBuyLdsiKrCtxIw0izhVHbk1IbUnlTjUzSKq2LgqaAukTgc9YPNKrbYChrpVFT5VLRlURqa8KrXUqtoszI5a2LXbyK2WqirSk1JK1/EhJ1vxk6TyKSYhJRGjD5ocfCW7wsIqeUo5CV7Uk9SuQKtSB1+ivIp6o3+73Y6mJjqqkiUBs2GIECyAu+kKNVUrzAuI7NCKENSjxRo8Ki7bsgG8HJFkwwQ0DuFRLFZkkohvsmmWruVIZPxG1opibMvo3RjBRSplljlcRHJsS2xU9KREVoW1OJjwHn58uKu0JXKFhgS5/Ih8jdahHAMV11gqNLo2ejXKDdtASYhdrTBbkd2kRmwTc0XqiARbULJSUZgo/IGxsYorqLZCbKQhlTzBjFHsSoai8bZybDe6ES3CXzKqUkWOrKVl3rNTTm+Dg4yn1C7rZ5H38Jf4Xv/k8eP66le+rK9++Yt8k/6cvvLlL5W18cxnPqe8xp+emeYwy7yOXi9YXV3lsFtSzbrduWOH9u07WA7uKHN2ZlYHeDV/5LbbdNuR23TktiOKP8IzNTWpSO+wRlustXbQWAcp4Z+i1QyyCJYNGLBUVUpVA1dJY6RWpUBVsWZpXwImZ1w2HNeYtxEoSyCnJApXhFBXJHE2q0VavC2M3x2IG5Vd3Ii0KDtuOnbs2KkKH1Z5Ql9aWlDkr/A9fAk6PTepiakJ3gi05SinLQ2GUvwG/5D+qUUlAeYJmSV427INC2R+tLmnxLqJb/WZG+IckyXsRDpWhjZXKaxht8VjbdSZsd9MioyBUIyot6VHPYFIjrzaliYCq7dZf+EPcnO5IbeKM0psg8CVK7HqHXiKbFFHmQDbM2FfMt8iYiS3tPbNpYZmrLZD2rK/nnu6tOst//8jRYsDN5ReNsxb6G8YnOty0U4rYRFtMlRFSqG3CDWgTHhUKreRdDJjRd+jVxNIbpiImZExcIlNuXxzTk3qgG/P3dkZDVmM+1jkU2wSS4tX1eLwn5/uqMu+E7901yJfO0ltsrWptALJSQaKssivChnaanfV6k6qxRO8OfAzB7+qrqrWVEGCJr5/J24EWi1uBtoTcrujBNxqCyPZVLyJJBWeFtC8zJ2vIkSbAiRHH4QrVWWllGR+6BL6Q4Qmn8jnmluVuKUPrYm2XVsiXM6yrVQltdstNpekKLVKpA17mmoNNT/ZVQub4TBjmyTSsmq5wBqH7ZxJtYk9Tr2eZmUUNyRij1Ia0VGqIuBmkFsi7GyPs23ZRBVF8ihuaBEiinQQm0nxZ8SL/pMsioRkaNY4bHFjTUOxliwFSj4pWIV9FBflB5qBCq2uC3ZkRlXoiEcM3yDXX8XmelVIUWpjHzWFJBXTEsFrq1x2SI3DOM9YDhqWkc227C0gRLJcYkHHnL6hYHIUz1KlPvMre8ir5BVdW7qmQT3QmbOndHXhsuLJOw7nu+66U3/tr/91fcdf/Wu67eht1DHk2/s5XTh/UvH36+PmfNjf0MpST2srWVPxfXvnfu3jtfbeXft0+OBh3XH7sfLv4ef55j7Hgb93927NQ7vttuLJvcuTe4cb80A73sy1udHutNUagxuAVFWquAmvRnzCf5u14koptQqspIDoLxRChERaJZe1Sjo02woUO1kRMqT0S0z0QHxc57t6paROpxMmBfGUH/8cr6avutyIT0/NaG5uN6/z59XC9yFrfoN8G/0Bh/qgrND1jSF9K3a6BKUWR1E1Ua2MhQpC36C89cLGJsIq4gAs20/G4xwstJBRFLrASNxGxnljngW2JTENmzx2UgKNNLYg58iH0GS8layMbrtdzujUBHKI5EbYHudtObaxYWIZYtkALikMon8QxpfHjErqlnQ9l64XkUqh5IYiSbCjSONgo2wuVMbEUMluqJ4mWH6K1GjEUyTdqC6mtyqnJNxofYMc+Sz7FqA3bPQyeQIQLnuLR2xSUXGFCMb1jqmYeEARXOybYai5EwVM4IQ2kVxxiM3s2qkDx45pD6/sl1bXZRZF/Bv5+Et3FUYt0K6sNkKHBdkGVUplApqFnVjk4pATuoqDumKjCOrUlgom5ASqCaXWpBIHfOImoOJpvx2v8kHQqtMhra3IW1UtiqtkU7lATNqMwyDjXzydjBeHUZuoQTCSt/2MJZUyTFewAJivRhbloUEHI0IhJRJFqJRJ9a0qqeVKFUkdbt7m2WNmWlabAsIfp0ph3Cw6jUIpueEpiEvaplIJNyk2F3kk2y5Z7BEN5dPAdkndHosSQo3rlK1RGFlEgkkJMSjtoTPIMTIjadwm2KIP01Fqkcd8ods3jlBQprEaQ/CKMbWuCzGWgVK3I9Fy2Cko2LQOLzYFGAsT2VAJKkLDw5TWbGt0qECkWw5ulE9Fitob6BbBJgeXsA1iW1wAKhVKpBIcsREdTKG21fwU1WZku/COVNocr8gHHPara8vatXuvNvhm32Kdxr9hj18a2717jyrm4zI3AWvY9AdrvJZe1/yOGR27/Q6e6g/pyJFjOnToqG4/elj33HVMhw/drr1793PQ7yf9AE+006pSpZmZGe3ft4/v9bs1wcHeYi0H7cYB3+6ozU17oAUfB2ar6qgVB3tqqQrKejeHvfC7gRU0OyigTQ2f5NRAtkx+u4KGrgWtyBf6kFPh5WYssqCseY2QefIOdNgvZmdn8burxaXFQqPv4l8WDPo9rfBWJF6LR7ZMXS3aYvaV4OP/EQi/yi/kDTL9J57s481m1MbmwAOQ2CcV8xc/8CjcAZGeZXS41Vy5IWK2GUhNoqGWiHXLULJFQYUJk00mhE3kKHO0rvBs3A1QUmhcrJuaNwqw6LSJm0sLbzaLVSl2m1jYzUzYchUdUbgZDbEtLhA0IHiNQmTejpEaEv0H2bocLBFXcE8JyxI1ckH1jYeSjei6HHQY/hFfp316IcoIPL3VTalksYlIaIhpxhiCDzSyCI0NzLYrOs3bZMtFiph5WfhxVPITlbRI9IC5W6tilFss9Hjt1eUu/q5nPZen+mFuMLAAABAASURBVEl1J2ZIs7pk4GxXlaTEIV6BFghapaRkEig3VZUSiz2xQaSgo4WUc5JcqWp11YkDvTONXRddW251lHiKFxQBT/Ams0QABlyWU1KVWkqpAknJUGCnJt3WOMS4xWQfy1KT5qCUeSMVZViJfqDcQqVkh7XQQi2FTH+Vu3gWfKqsKlWKPpiA7+YN7Z2ZUovvph30A6gsRTllBen6YETbsoFA0AISxtdoMY9F2w07IiKfxjp9A6HkK5GkMW28iz7bKiGTmhHLNgKvAo1CkxKx0BtALUVfKYIjatILRzua8QhdVricSHDkoO/FmBSoZMShpl4GRBEykUtaxE1OUQiXZBHCgmzUg4CqKEfUUBU0kW4ZmrIswdhQfeOhmJco8jR57RFFZVvlxwhctmU7OME00Cg0TWmEYmJVrcRmTZ/QV5cuXeKw7egw3+FjbsU/rzt/9qy+8qUv6vN/8Sc6ceIRPfnkV/T48Qf1+ONf1alTj2qNT219vl3HfN25Y7fi+/XhQ0cUv5F+iCf5o0dv17Hbj3EzcERx0zAzPcMhOalOu0NdbbVZx3HgV6zpVtVi3gcqJVeqDO82tI3cKrCSJJw3a7iAsdEIqIVOCYb2WAkRCC5BQwcVNNa6sStdkiTBE99wMXMxiPllUuLNQ3xqmJ+dQ5Im+MxRsSeFMDu7gwO81gaH/tr6utY3enzKGKCT+oNarU6bflYj81ZuhU8cxWvWfWbNN/OxVrji8JdCGz7DBYp1wzMXyQbPZcm2LAE3xYiAjri5muykN+Kt4mjjuIZIjyw51g5CRsjwWVl1nZUL6sLDojXA8KkukxCA3PIijUvbXS52KENX9kUaXHhqCrmpEcfouwyK/SiKfhuxNxObUhXYSrNHMoSLBGMBRnq74YlJu9XlWynRhYMQSot4C0bjLTE4RK7gngKWfT1QFFuXWIjBuVB7O03X6bBUBEcEbLgRGoLfqEji2mQkWJtIowBfI/Z4JK1TXSZvm4VbDyvddvhOvsvtVfxpyCol8dgv1rISeSonVSkpFmHA8EJvirWJQ25VwkBOlcrB3ppis+iiigM8MwmHytxx2kmpAjLzFx3f/AfDvupeT/XGhjLfI/PGgFU4lFh4OWfsJJs8yTLUDtpAhLCp4w6f8jNUsqQkb7MdyyTItuJHxHim7aHoLdkeIbGhWS3qxm21qkptnmI6VUtdXvhNt7OmO4naMgvMtFFKlcmL39oWKE+WbKv8QJF0qxDtafSpELvkkA11URWeqBEivqG6UI1BtjE7omEMuCLNNkVZ4tJThC2ftgzi808MTixwsajHNLPox1bsQxLlE3FRARcMKhguBaSSo9TBeOMWGi7SbMveguRyhU2x1w0hkkGYiXxSCE35ukWwXSxsKAgTGz4YYJv4xsuyAWobahWZuKHoFAG9ZNnWOGxjRyrSuDAayYJ1mWfT01Pq9dbU4ck6DuZuHGAcvPHfr54/f1ZLfK9vtZIShbZSR5OdjlrJHHTTOrT/iO664x7df99zdOzoMcWr+iMc9Pc/837dfdfd2rNnL0/0cxzu0+ryZi2RP7mlVtVl3U4UmlKLdd9SSpWqinpSBR80yQ6nG19tF9ke0y29RsH2iGuIFWUkSZadZJDYRwzkSjZ6jaHYjpCwZuA5W5TU6DIf14fsHWxp7GFHNDs5pZobnL28BZmZmdPa2orWOeCHHOpxH77B3mLK7/EEj0p9Huc7Lck2dhmKkJHZS8z6FvM6QDJp6IORZDWB6VqYTVpmskq6bdlAICiOs0NoHLavk7EuaJnX+BD8dmzXF566oozgwzwO9xpHijyimJQiTOzSlrBE4Gp0ESPcdBmvUeK34JhW0qiwSDFSXGOqYheabdiqqihjzAqzGW3m3tQUxuJnVKANj6ygJjkQBBnytNfI9CabsV9RhG2KHgPT62T0soRON4aR+lZJYWo5iOwRRbLh4wpa5HGkYhdquxgUWQQrfgpDFJcjKrCD99hCNrxVaPxyS7+VNKTXY5IkFvPGANkTeuTRE5qfndU0351j0zabiu2Sj6VXDrw0kp3Ql0VJuVWSOQDjtVjiEJRTMyUskVKQmYWZlZYHfeXhQENeRQ7jYGdRqh7K5EjkS7GZ2MhoyNMc4IwME7dGjpM0JvJ1lLx25MFOETL5oZQnypPxwg6FBC8CxWETOqYvAhcMCZtXpFl2QEq0t0pJ8R/blCccJXVoa1sDTbes/sqSuu0W9kmx2CRrewjJYx0LPliKxsQjQK67Gr3d0LAfJ4dmzBeK8zGWuQhEyMRPf2Ec5Xh7wSWHSyxlKEYRj8obETQil2UHJFmj0Nij3lIxNpn2lvlEgkmxjX0AEoWyqTb+j2LsSQnLIFCBxj7KaWrRZoiU7UUK6wa6LpR5c50mcoZiTIMfgQLtRu9SXqMPDxuOmHTbUkBbAQ0qq/yM0kyyXWLZQVFoTAUHzyVCkPWNdfV5Cq35Hh2/bPboo4/owoXzGrKGut1uef1+37OerbvuukftdpsDbZn5a+2YO6B9e47qjmP36tCBI5qb26H4TfqjPL3vP3BQM6zviYlJtbl5qFjfgVRxmLN+C0V3HY05D+xmDdmW3SAVffDa1JEkqdGJYAdvuK3LtuyAFGve9kjeoqLsjD5yjaaDHAIIaqREevxNj/iXBLEmY3zj7wvs5SYmPkdMTk7GNkEO0UddVewFrValFm2coP226c9aVbuir+NJWKp4kyGnkkfMXcVh76FCZ431IikXOA5P5nDMi6ifFK6Md5LtiICuC6HOYw15x+x2ur28MNkqe7tVcQEvXdqZBS0IfcZwDMl2QbIUQCPJetoQeTCIPa8peWQfJNKug2RHgp4ybOu9p7RpEm4sB5mLNJdKbMPHNabB/yUQ/fKXML+VaVPz1ylou58j3nIpzrbsLSBwuUkrsYpsowMWP4WO9SoB1Yi60HGUmcR1aikO/CFGw6qt2b2HNTG/VwcO364ZFsf6yqIS06cseGyqqIMCoiTbsl0kM2PMBqGUlNgsWiyeWChD8vbrAYuIBYJls5iZfBzoNQf9sLeuzCZmDnyzcZmNPkpMlJtcKTaQhreaH/Iy22OyD3lir7EPGrLIQxUQb+bDVCi4yO0k45/totMo2DF1WU4Yl3LwGYkFszV2jrzYZ5EXRNsSN0mxUVT0W0oVT/dJHd6O5N6qPBgoUVc8KVhJIo8Itom5IMGOIdLHvE2iIoypNFYFtfiBsUc06ynDOKnQEklk062CUdrECQRFjmsbG+IIo8JG0nZij/JDtusZOUReQdO/MIrkMUIufc5mmQOjsciMb5NPjT3VjouPm4YmDaW2B2MLwnC7epNv7KmiyY7ebuxtI0kjAvV1kLUVophSyJbqJm6zoCbFpoAA4ohQpDXmUW+70DOH4j+0id8an9+xS6dPn1Sbw+lAHNR8Tz906LDipvehh76qz/3B7+vypTOanprRjp17tX//Ud15xzO1e9cBDvUdmpic1t59+3Xo8GG+3+/U7NycJqem1eVbfIcbhlano6rNQc8BGNQV85b6xXww1KmSWeMFITvht2XSt5xG9hhJqaS5UNvaHuztMny5vGlru5QvjeqxmkCfc2ksxiBmFC0O5onuhGJPiLT41wXxzX7njp2aYi87duxOzc3Oqx8PFuw3VdXS2uqa+v11zdMXbCdaWRmqxc16VLRKWs5RUrQjfMhSGso2qMJkG0hjrmbAxsEMz5AsY5GKvZUcZVh28A3VUwby35CWc0YTgNxwNWmizkhwRA0/Mo+swQZKYolCyvhThBLZTd4iRHSTGPYo48LWclgRW3YDySoBOejYt+DHSGPmqWgUMcpfTGw0wFF40EDhJRutJRhthpA3BZF0g0KEDBiqiP9D0ZTaxN9IGbiqsLaJ44LaMGhtywYyRVm2RcRlWQQi27ItogaKgBxElu2Gg9rwICmplTuktdRnEfcnpnT4vueq157U0bvvVfzb8JqDuJIUv3jWZtJXssYTVwTbcgJsABXfuFJVCQN6j8PTSYnFlKoKm7hdyBz4A8UBX3P4ZxZForyK/En88B2/4hxwPK0Dx8qjDmETiyRVWBsgM6VVQhkrJGZyBrZLaoldLBo5kY+0KMe2uEqiHbwLH/m3oyiJmtSGMfVnVxK0051UarWkRNn0X5IUf0hoplNpaeEKkjAjXZVsazPA2y46+3oqWRFcaMQOEVj2NqDZvNAXnr7gojOQ6ItoC9xNF0mNDuOwgTTyZuzClWJLVMTyyrThtuKwtH2dbxolo2040hvm5tg4U7a0bU5kbgKZKcyh4XUZvM0mEoqIsuQPRcARbWF71ZtJJWPYRM5NIRQF9qalErzlhgYPhKyvG7bKtSlhhHE227B+2pKMRWJuVVXFFKs0xaF899336PCRI4p/Wre+tqaHH3pQX/nyX3DAnyvffquU1EotnT5xivW7W7cdPaYJ8qWqo717D2h6elYtbsJnZma5YegoDsdWa0xbqpjPFW8FEod9qpi3VZIpM8MPq5aG0DrkVAmnlJMlm2uMIhZZJTR6yYpgW1zAIRbYwWeZHxXe6A3rEYWI/YQ9IU6vmDMBTnTEXOZ7lRI0q8dbwcy+EW8/ZnljcW1hQdFPmbchJv88B33lpD6fBdeWV2l/Yk8aquaT4dzspObnumrzVD8xkZTwZX11XZ12F76lyYlpVbTb+CKCbWIxTyHhBjDY9At1sSCyIxLlJNmWSdt+xTocy2VWRjkjZLF3Bh8G0O22obo1MLwxgbU2VkX9xovAWPdU1CQU4LfII0LIEIVoI3FpFIoY0UgOEm0KOkYaM09JS4El2jQpEpFtcUmOK6IGxLLdQNZTBfup054qz1Pq/xJl2VEvcIV3bjDS2SFLNtRjapUfSzBcHkFMCcWxItuKYDd0zNsmTQVJ1kRNXE1oODmnLq/31loTSpMzanFnvLq2qsRCryxuCKzKifJdYPImYCOjt9EkNGwQgsYG4FgUqSWbiSox/5vJV6GPzShuHsihKLWKtick0lIBWmQ0bGDkY5Ka7/RlgZvCqI9YtjcRciyCGtvMTURmYYdOMheg3Iwvoq5cdOEXejUhN2QrHiWZPLZlR1sqhX/G605nQq2KNyLUldxh08Fnyu60ksRTQnwfrKiTnIrgiMCYwlJmI1lGtGzI9guF7ev1xiBQiGVoXOPFtEW1uQk16SM5hOuw1fIoq4A6RckGhVpiIGQHo+uCjQ7YVvkJCq4zegqBoaLYqB8g5AC2MYaBIocOoN68Qv//o+0/4C3N0rM+9HnWt9PJoU7l0F2d0/TkGY1mhDQSkkYCgSwhhAARjJF/Jhnb4Av8LmCba5MM5gIiiSAEAlkSCmg0yqM0OfV0T+wwHaqrunI6Oez9rft/17f3OftUVfcMuvLa611vXDmv71R3MCMc9J3BRdyEhaRNyKshXyM0dUFNPZwsBd4FvaaLMt1S3GJPdJKx4lcEEYQw8KtApNXn9pkZY/E/sjl//ryuXr1skIkRAAAQAElEQVTKM/yc4g/K5ubn9da3vVPvetc36F1f87U6dOi4rl+/rgcffFB33XWXutzUe8zl+bkF9XoTarU7qgCnSjkxToGY466SCpT5SwmRC1mu2GBjPMMbkJNiDtXQA9KoE5s/0GceDMADky42LkA6HoFkW40b4YZrQmTobWMnwJIsWOaVGhcMVGnbfV24jymD3IhqNvy52Tm1KdsMrx9rKyvaWFvTEt/s21Ul7hrqs+HXPLtdvrTCBt/SgQMHuOX3tXyz5qZfa4AuUa+ataTPK13VqihTlMuUZM9n8aNgdTmk1pQhA8XL8aPsiTaBlI0EoMXlSALTMRQkEELSDIp0M5YUIXIBzFqKYszbJSU5Ko6FZNkGAbqDK7o7yL+MKKKNm7jklcUkJj/hoEcyXuZk2qKUCYx25NOIeFVMOk31RcLDSpC7ZTXOUBYB3g2g1y3ORgfcIpbtW0WN7A7y2wxfQ1CilwrvGY3q0Uis+AXtCIASp2DLDkgFI5Ks4mzLDlDBWOiOzuNSF1uiia1Lud1Ta/6g5k7dp9Xtmie9eSYHA5qJvHBgSamqxPQGpIpISYYmNAAleAfNgmgWAEEXgDZxTTqyNXJW4udGFIOY03ZmgpiRXDZyZIEzvJisAZln/TiVh51Y9ISzrSYRhhtxNOYyrw+7LGaKHKNcw7LYbtQhC7pAQmaStBLyEZh6JepSgEXDqaWKU35Wkpn4FXVsoKMdFoNMmSd5Aq23t9R0uSUB5EEoQTsAXjjbEmDSkyzbatwIDznktmVYkFQCFRftVYicFfpC3xbEiMtDaeAA2CGCkiLNAKmQisQCFG6fYQhkN8omRLRLQO/6Jh5FQ4IBcQihhz76CpPQF6DfYWOZYMkIqrHLYSdiDkU5N0TgEYSljQ0+6AB7jAlBpFHwXmDfatPoUrJiHNiW3YDUYNuQgMZcU6QiiDI1S31hCYa2INvCI3t1H0lFGl0OlDvbO1pfX9HW1pYm2LDjj/Ba3L4neJJOKWlzc0tnzrykK5cvcmuf0t1336fFxQNlc4+xGRt+m5t8bPSJzdhAinE8HM9BhywgaKHfBSXJBvCByU9Apm1i048DQ+CQOVUYhX0iSgDxJOj9WCMX6QU9wkFrZFsY2Q3PYJD5NdJoHZX5FXPMalzgEezQJpmxNDU5KbHGdNptZQ5NO1ubmp+bU6dtVRUrWy3NzLQUfwuxsnxD3Y7EuYAXlEk2/y6b/YAlpy45x76lW12Mw1KcrMzalOHjkLrb91EgYtuW3bQJlOTwBLrFlbT2y0JUgACviKtbHMkXccEkaxqsAHSUSSggFbA/6u2SRk9O+Ia+JYy0IhoQhwtYRWc0WApau+72RNKu7lWIEqUEjYHtpuBWg9U4w6ESSOFsB5Ld4MJEAG+7kYNDFEBfBdoFQ1kmHPmGthtMm4aXDR8wMhvDaBQwJipkVKeJkpUg7D0re48uxgS2SQcAwzY+6AC4IYIa94bxMB5kQ5X86s6E8vSCdrqzUtWRdgZK/QEn201tM0HMZBAj3ERzxIvBykR3YlKDBb9vsleVUqtdIGNfM/gDiK6mfkExKdi8a/LJbIxiQgZkcIGMDZCHi7ttBEkmLxUZLB4TZaEr+qEA5JAVgAlscMQNCL4AsuItIw9IqcnDDpkVfEU9G0AX9LBuddjAtzq0GatNhh/QXi3qz31B/a0NVZaEHK9wOYKAkQBsxQ+hhwAScgUfNOARU+RGokbSkIWmCI1wzEbhsMEHxUIUqClFE6qJq5ELy6xIYrRQhaRoG+GtpMLYNsja5wqbEdWA5Phl2lCjlCGKZznKAHSuzTBwrMuKYUHnljLnSIb42gUV18gLuS+IvPYJtMd5j9xPjSVGdaQmKMg22AoHCRrSUK/lx5K8g1mTxu0KKosPeU0jLC4uscmvaXZ2kW/IK7RLzbg0T/GHyl/MX758WR//2If14osvapXn6HZ7Wvff/5BmZ+fZ6HvqcRhodzqqGLd2JadKBHLQbsljkIJWpX04ZMU2Ec8a/ZITyRhbICEN3uCUpMCWBNgEkuw9bEMDdHuRB1YRWXYDxNCeMySAhyg+xnuwBbJU+CEWbpoNfpbn+5pLRLfbVjzPx7f6zY1VtLXmF2bV6VTivAS9SFse0oGlg3rooYcLv86z/crKhuKfMMYlo8OhKHOQp3aStevIkmHKekZnEzJeQ7KrxtSyR6BCy9pz4/Se9FUpshEZ3kE/SmiE95ejiZDJGqA8hR+Z3jlBpFGjJrs4LETetkmjxG4C+IYgtPbrNHJ5RBRc2rBQowA9cUccGAHhrd6R/DBDGw4QAIWpAcHuxwjUSFTciN6rWhE3AWk1xm5QI70tjAEbsKuIeLuMbhuMUZv4o6LMRhpKljlQVjSEbTVuiIeoyIZ0mAQQCXGWHQoPMaIxP1QhMRA+KzKq211NLh3V5eUNVSy0i3zTyxtb5TRbM3nryhqkAba0TJIyk5oMlA1NokRR8A45EJtjYlLYSeYnnIMOW0bKoN5Wv7/NgtVvJgUyCcvUUeJ1oYpvYfHv9yenlfiMkHqcyJGbb4k5tVSTTrRQTZyaQgTO0Bk60lGmXApHmixQYqFSwVGeSoZ2hgZEA5h4VqUUcsoZOJHPCByyKimlpKpKBVtSG5sW9azY2JXEQlKrldp0hYFaeXtTqd7BsgZGnsIpAN7YWTLpyhDa7/ZJhswQ7Te8Axd2tknWaAMCNTgPsx8VA82ut/gZgzIeERca/BreRTceFkGk1BAlJM3SzthRLtFeBvAjraIvo2zsbc1Gj31dY18saN8hHqEoGgMIz7iMiKEgGzIO6isCY9wsYBHx9ii29wnt4E2sfeLbmJxHfX7ndG+L8CqCSKfTnVRvco5NfEXdbo8D+EYZZzUH8qe/+AVtbW1rYfEw7SddvV7rre94l6bnF2RelapOWy0gDuKKsieLZpXAinHXqmTGdPDZ6JDnIYQsimUCK35JtiX8LiicYQFLoRZuFwshvHaxbnMZkwYSZQOwzQaTSAZ2Iwxp21h4V3wbEXrUcUjKda0J2qwivemJKU32ejrIK+VEr6sArviamGwxhvpKyYqDerzKra2tFHpjUzzhb6rLQUFifrsiOxInbPz+/s11VsmX8YinnFhhTpEgJDspnMVvJAzBODgY+qIkXQJpiMaIMNoF28ID4KHUhgYk67VdxiJjEgDC71Ewt/ioV6O3bN+ivTPb2O/pmlYY8nlUu0gsIOTECHkmt4AQ2WTW+N2MbRfadB5kmDXgIUI4JFUwfKO5PbSLxZ4CHj/kRzpKRdnUpKbokHjSSAwOukzFHlPbCj70dXbRYlx8or7RAAFhZfQ2UuIICFkxvGNQMi8aTAuOYE8anBRpRLkChIuNk/VC23yLykTc2tjQHO9WNU9cNJ3anY6cKiYCJUaQTT1TVk0h65RUU77a1MOS2fgSkMllwCkaK6XKqjgy2yaNkGT166y48femZtSdnFR7YlIVm3mKvNo9JaDqTiCbUovN3t3Y8GdkJuqg3VXd6im3uhI4gSvAppxulxbMtVX3MxPV8G2J9EhMSt2SdqSfODSYTblqkU+HgwR08K46ctUdAvRQLrdU9NSvzRNoxXdOslGtpl2qDgtA1LXT1oCx6VallMyivEa9ayBjiS11H43bEJi2sh3kbxuYNEtilmzLGjrKNaReA+1aYxNlDoB8LR95DEFDbO+lE/WNrJ0TByAAXTP+ssyvSdoF8SDC+KhLG/aJZCCjKePOtCNmwYvAtL4zPYCNsmljDPEmTbKA2vOYF8YR3qpE1pQxq/xyFiLZxTrIApFNIUKMzvbQZoSLdjcI+4B9gl3mtYkoB41Fnagzdet2ptT8Jf1RIlrnXzmvG9eXdfz4Kb7LH9UOL2M7O9LR40s6fc/9qnimZgCqAUuMzQIpSamSAVXQtqgEkJSQ2WBXMrgAMpU4SZnxLEccQADlMriBCJMccZEpANsMjOJkWeN08Bm7AINl+jCAfLKYK4BEnADkAiK9XDC2CZshLVySIxVC4SxzAG93OkpVpU63o9m5WbWqRKQB68O2trfWeLKf4ha/pAHr1bXrl7W8fI1Xk2Vt8amk3a1o85ZEeSrSyAzOTjvaJkqn2xw9pQGqel+n32bWCNygO4WmBvbtmmaM7sljjIRsTzKMBLIJ9hS7lN3IIzT5jBSGsCOEKD5Sh6A+DELaDL7UqwhKzHFzFwn2X6FPX84usmE23mZ2a0a26Z+AJNsKZ1vlF3gIIVfQEDZaALLUzTakUe8Bgv3eDRttEGXLagQ0i5rFTMzXRmrFD35YgSzajzyyJZAYupQZWlJCaSQKQBk2kabGXMgU+gIqLmOrEW8SGealkUNW8olFEl1WxSSY0ubmjtZWV9TrdbS6dlNVCysW1n5s+KnCkolO2jmJmAC0WAAyk2AgKRsg35yxC6zIWwqzGIxxyq0RxQLU6vTU4dWAU4TIXLndBTrKTMq61VLNpBqQZw0InfkmmdjkKRw2PZlDQcWtv42sMzGNyYRabNaJzTulDpm2ld2SKyZ5yHszSl0gMPbmhuT2hBK69uSM2pOzanWnCh8yk3bqTSshEweBTJq12qrBavUo+4wqyrTNJrOV+cTR39I6t/eBaw1o35q2kBN1rzRgAY6xoaGLtggItpjZ2DnYIdBIGkGIoFFjVuxsg0dy6CB3wVAJMDZJhIynCBGVNOmjUhjSDNEdIcsmToDAd7QZExY7ybbCNWFQ44A09AwS56ZcTAriqAGFXorxUWPDespmLwUuxZWEuIGggWBclBkul/kKUbxNepFm4faCsBTy0Ko4yzZUoyn9UtIkv0aEbuh3ecuICkRcAI/kTn43UlGOc1ZwWRGXoaIgglZxmTmWsWB2Mr+spC5jcmp6tvzzutWVVU1PzerBBx7S8s1lfeapJxX/xTz2Jr317V+jCQ7QqWrTfnVJxxVtDoj56gKVUqulVFWiO6Q4BKQkAXZSsQkMyNYIHLzgA0IeGLCtxC9CF540wNROGuJCEz9wgKADbEvYCD4bGij6kAFB74FUhz5sKWuNOSa0k5Sh8bAuJRGu1W6p0+3Sdl3Nzc1rfn5eU1OTGA/Y5Ndl5uvq+oouXLzAmresAWvdHDYbPO23O0lT01OaW5jXyupNmX5IQIw5k1GAxlwZO6JXM8kPIdS2kQbAWbK9C3B4SwLw+v/LWSQNgGVSsuw9QNDwELYFA+jVHXUQkAkaiHpBDecHKTTtjE3T2yq84UuiIxwM9K48eCABd/S+o3QoHCmjAiEC2wgDxvlCRzCE0AcUFvuC9wehtuI3LqfksPaY3AjCI8sAUYJr0FAXKCo8glBGSjSfMoOuLH40ZAymEhklvpBlJYOJAQVSgMgHL8afzE9AzmYy0ClkUmM1goxhRo9GUq0EMM1ZXCtNzyzyPDVQpPO61z2ky9cuspFFV2RtrK6q4tcuGx6xSGc8TaUk7y4ilQxPBuRMLmyEfTa6AbdrXtBYeKhp1VKHBavPBbc7AgAAEABJREFUQhSfDAZtFiRuyH0Wnn6rUt1ps5m3ubW3dJPXhdWtLSUma590tyl/6k6oxUZddXqKjTxXLQlI7a7abNyhG0GFnZGpxeRmk1cArwODzoS22LTbMwva5sa+yYqxA79ZV9phI99kUw/9Tupp211tqaN+/MuEdqTDAYCDQd3qap2daJUNfp2Nfpv27lsKyCygg5xohgDLtipkwmVgn0dne0yUsReQCQD6yaU1c5GZfBpQ40rU3NAKButhesEl6LAf/YcuGsPQNFSEGXaUgkjDtmxDNmDxg7eGLo9bI0NHuOttR4yGJ/FMW2QkUmKIW4UE5d26iRpS7mIrxqQZK1LcjjIyDd0YiT0pZhSZAC8kcMMwKJVsdCdH3iGmmIHuACVB2UNDLDIpF4j8hHyog5KEAd627AZgX9UbjUkv+qXMe2ghzMRFBRc51aKx1E7WNk9uG3xKu3H9pq5evawDCwf0EN/gP/HRj+ns2ZeZuzuanJrToSMnyrf5LnNEZq6KVjEJM3dUoKFTlRR8yS/0AeQTfANNvKBNwWxCQNB6DWd0BSIImjh42QY0hIbW0GVDAAWLVjFlAzJxcvCoc+gLhgg5KA/5wJC7ntjEUgFhG2tVp9vT7Oys4kYfcGBpSb2Jrro833d7LVVtMeZyaefLly6ov9PnQDCNrGaEDjhE9Zm/pMyhnumncOP5xposUXbGd6awNZDJWziKilRFG7Rw9pAC5ZGGOkOi3fMjsz3JkMp5SOyhfbaku4/fM9ulMLk1u11dEDECxUgMXyCEQyLaIPaoqHHgREoV5Wf1jyELZCQlQgnulFcqmvEgrMb5V6Ox8zB5D20Mb0c4FIAShbWRWWhrQBK84PVqrtQslGFf03EZGEVocEadGxJqvzeJ294vhIv+ahoU5g4+0gxx2GSGXGlY0spkxN4UqtugxEG/XxF5A3gl46P8NSlJfRbhNrfTTT5Gzc/M6MbNa7RQXy1O+TUbmOusPCDVWtinAlLgFoIhsFnadDNpRzVtqyZefydrZzurD51VKbV7xOlos4+MJ/B+qrTCNeQDH/mIdjgJmA1bxN0ZDLS2sa4dTtibW5uKp7CYTCklRboDNtgoUmZwJfJOrZ4qNu+q01OLPFqdrlrwqdWmLpSdA4csibRzbWSUgxv+IDb99pSq3qw2+tKO29qoW6om51V1Z7WyVWtHpMFBoZqYQz4ndaa0WVfaGCQ29RZYWuezx/rWTvP5Q0mmTBSRfJKSW0q0S4uDjIqjPQtugihWQzWhvSfZoyTbMunY1qu56PZ6qLQph8xvKCjIhIkzY2BTPu2OKg255IGqYVyMi8/kmUU85CGgRQOpyCOpwt0paPIgQzz1LhGHEUA2wR2iZezwIsYdtEMRBiN94IjT1KHR23dOO7QeaxXbISoQ6QRR0hqKY9wFhJwCFTQK7DAK0FiKahw6u9E1gjuERW/ZFoHCjZaaDFFz+GcaKl6FNpif165d1lve8lU6ceKkPvyRD7Ex7WhlZVnHjp0sNq9//I2am19Uq9UhuQpISolxQPq2lZxUVfDIMlkK3q7kACEHwsZCBm1ABSwpQF/e+Q52RWTZlvAlCBwgiSmpKE9OLljFDmXBlAtsG7Gl8NDCQRLe2duhJT06s8NlYpI1bobPgLPTM1qYm9Pc7Bw1q6EXgHkdPXhYJ48d4/v9Ic3OzGoK2/jvDsR6A6lOp6OKdmrTdqWNhumX3MmqhshATQEzAFl8Y9ZIKA2ajNxggxMQGIREgA2PD7oBfXkXcUZxi3UkEFCY/UGxFda52ZBpHw1dxLAJA5CFKuZEgcJkKddoAMYnhEhIYV4uElQnRXTMtOsQKGBXUAhMC94NjJFtKUD7nW3EgBoILaJADViyS6BwhQxiBCEIGhMMta98Id8Fo85AYMkKBx/oNaGx3DW5hd2V35EI4xgatO24PjeMjR4vsOUiLJMFKkwC9mKiDyW2ITMLCMs2A71w6rNrLi0d0qEDS3r+uWe1eICb7mAb+Y563Kadk2quqon4tlUGuqKrIl2pZlfr9/s8h21piw16Y31dW5ubfOfa0g7ymCysPsqpxYaetcGJeYUbyvW1dTb9Wvfcd7/OnHlZL585q5dfOqNzL5/V5QsXlXkN4JSg65evarC1LXEAWL1xQ3V/R7FxVmyerXazqKWKQwdHcwNBG96pkihvHYMzFjV4zhza3u7Lra7WdxiwYHE4iI2+4hk/vv+vc0BZBWJDX92qdW1lQzfXt7W82WfzH+jyzVXd3Njm5WFC8ezfm5pXZ2JGA1UcRCold5RzxURqyUpKLBCJvDXmaDm4YWhjB3tHb42UDiJsAeEMFO8MiukI2vVosbOtJBETnlAjF1EK3cjtwFKgoBztFYyCk2L4RJSY71hpz4U+Y1UDeU88Ru2XWrbRBoBGfp9RUpaBUOYICrhkvscXYQSIxmtv35J22IwgVOhtK5U66o7O5O9xzavljZFdgnFrYgdrhSqocRin9/Rh2/RUHCyokqLNBxx2r165Ujb0r3rHu7S+vsEm/0FNs2GdZMOP/+xtp9vRxMSEHn/89Wq3OiQfaVkVc6CqKsrgUtdU0a5kGGlr17mhkNtBA2DbJZ4NVlKEjeGXDyN9mxgjiNjQAiewjQ46QoULHghSyBWu8GFhCdo2aK8csCouMitEE0Sb2Vbk06oqtVKlxOZsWxO9nmKj77JmLMzNs9nPF7tFXkjm4AO3aLNYyzbW13Tz5nW+2d9ULbEW1qpccXHZkazi7IbIwRXSyigDBFY4bGyUjVeQghZEoDCREsiKn0K+C1KR6RaHfldiYaNdZyMYcrZlNzAUqZSQ9QKxdmGkHMOZhox6BKZSRZMjzBEy2wIFDzRpQtzJj9mNq6PGuzxF3KVfk/C4FgYfEsuBSmgHDRQs2ZaFI3BQbhYzJMWjBiOMMFAjgBv5qEFWiO0wGMnBsLaLrgmQ4ZHARlgYgtf2pM6Gsd8mD9kG76U1pCQ39YjFQuHgA2moMJ3MDqTAFJFBnNiQ+4r/hvbq8kqZDNs729rqbzNBrFYrqRs35IoTbUwaWQoA2YayMht9/JemtnhqX19bU8A2G3Ns8tvoBqZbU0uJU/E2s+b8pSta3dzSjZU13SDPqtVRh+fGVT4TXL92XTev39D66ppWwH3srl++ovifVeywyD33xc/p0oVz2uRAsc6BYofNP7HhR5lyDE7KmJmQZsIKWo68rVQluaokJv3W9jZnhoG2uIXHWeLm2oY6LJwzC0vqc6tfY5M3T/4bO9JG31phg1+Gubq8pleuXNNL5y9phbhhU3HDzzzxr29l7QwqNvuWxHN/zm06gvzY8MmUbBN9Sa/hFc6SCxAIB2M3tG10RrjnbReZR6IgAsb53CSe1SgMJppGfW1s7Qgh8LtjJNoNfqSyaavgA9BJoziBA9Q4yNxQWOQCVLpIcgnHA4yxGEmCG9ERh6WjsFGFmsj40l7BF0VZbULacONhiYshflwsjSqkPWfFT7IdgaQG24aywtkNFjjaqEAo7gBDy6KxTZRxCLEj2A/Y7QmG+iIzU5P5RDWj2c1YjY1+bW1VfQ63v/SL79Uzz3xOsSEdP35CXTauKFv8V/IeevgRHTp0SFVKHDZrkVKhE7wTHECytCKtxRoQNJmpZCv0wKhMHhHj+I7CcYNXoy17D6SgCZEJZ8ODw9vQhgITyrZK2W2J8suS7QKl/Nrv7EaHAQpLZSBlLgZ9xf+qNv4pb7fd1tTEpGamZhSb+vrail45+1Jpq00uJ9HOB7n0zHCrX19dKUlcvSbFHzom1rAoT7Rpk4dwlgmTU4S7kIsUdugpmhqRQQEaOktFGciyBFi2JQHhgx5h3dkVkwhQBwqA3OdJghStKKmGLmTlNj6KkFEAeMaK9iAmV0Coh7howxCZS8oQQx4KiQoIZ2Dcj5dBYWUbNARo3eKGGgmdbTUOvEs3klFYJtBQh5XMb6Qb0baLKMJCMjEamjAEI0SlUDW2yApxS1DEBDbBLbpXY2PyFhgaZJqbrMrCVxoXedSjKbpBQAgwwqPFylINZG7vgTFSogyGAClADM6+krIrbcTGzGie5UlrBzzgJt6PXVBsYP1NpapWwq6ASirkA2Yz3eB2vskN125xWx7wjavWJpvkGpvfdp20vL6lF8+9oic/90V95vPP6CY3+TU21wHpJ+JfunZVN9ZXtT7YYWPdVtVpqTc5oavXr3Ghrynbpi5dvKQrly5pZnJKZ194Xs9/8bOKg0Hc6DPlqfl+VrPpW0mdiWll0h1kEX9AmTa5Ca1oa3NDNfWZmJqE3mGdS+pzu2+1ujRFRxcucchY3VSb2/na1kDr2wOldle1eb7nG37wl66t6NL1FW75W7p6c0M3Vrd18Sqyq6u6cn1NV2+sE69Wm6f/OADUqihdAqxOp0PuWeEcEhPeAqHbBUuoZX4KZ8l2ARVnwiyTKgRhUA0EH/2dIGKjp5eVME9Z2GvXwSraJARGk0wMK6jSPrahAXCxtchHxUEWfKdgOBx3VZlU8i53Z6LRN+FuJpiauAUMM+6HpmE7IsfVt9JUQSQFNAnZlg3IutUhHkpzJD+mjpwCxkSQ+1Ow7D1AXbxLuBdEKgEhGeHovcwLVLRfdFgruRxqz7x0TfFydvjwccUcXb55k9vmsm5cv67nn/+S7r3ntPq8wkUe0cf0ohIlj7Tq6GHWgVgLcqGzglYYKzcoCvHbCdQ/krOtxMCzLY+woS2BFG5334CxaYGiI8A+w8tNbUoEN/pCY09NSkgw9MRrvEBK2FfEr5S0zUYem338lwJDFjf8RQ73O1t9nT9/VlHODi+YbdafpaUDUrK6kzNlk+9vtdHTos6qUpJZXBIvnankShs2ROHGA8NQBEJsCIMvBYMOnwkC1BjJkTb52kZktAGS+Qlnm7DxRhagInMjVOAGbMt2kdtmPktW42yoETSisRDdruWYOMhRZ4FpCiXGk4d0w6vEjDE4SiXkARpz+5orlLvGGAUdBoGLjhYqNLpd+ZDe5cdswnZfAaJIJSEihQ+DwCMY8g67Aiphw6txNFZ2Q94aOqzRF7xP6X3cOJOxp8iNiAZsCMJCEy8DsCOPeenAwhcdE6Ewe4FNnICY1FFfVGEaMD0/oxpd/PXuNCfdAd/M5aRsq82teMCGLxae2KTMRp5cKcVgJMlMmeLfjXb5Ht4GNriu97nBbu3U2LRk4p+9eEHnuZFf5za+YyIxia7fWNX5S1d16eoNNvZanakp5XZLy1sb2sh9ffHF53kev65qoqeVzXVNL8zq2Ze+pDPnX1Em7y7ljEPITQ4Cyzeua50bzzovCaGLPAec5Hf4PFBTvi2+8W+sLmuLg0R/Z1MDbkbNyX1AvHUt37ipl158iafRNTbqa7xkDLRBG7x09hX12aRvsPGvs+Hj2cTXdH1lVTuk2+MFYGJ2Qe5MU84FzR+5S4dO3a+5wyeoQ1uXeO5f5tv9Du3VYYOPoRA3CJs2oP0VGIlWP0AAABAASURBVLANOQIUzgQ1EBgI3rfwQr4LmBoYeopWKDuBLdtMRt3BGVlSzoEhw2MrWBPDtmxLAvAKN8LQOYowrkM28kW1y0SkEYyE4BCBwmfyU6TVJKo7uqG9PSTuaLQntB0pClSEHoYWP4R2YMnew3LDq7jC0D6F2RfsL6ZlWwQKZ7uQthWEbZBV3Bgycyrx/iPVKl1AP8em1UCNec1Y3S7/Y6mqqhTTcOngEfW4xfd5zu9zqI1x3GVjiv/c7Wk2+kSf16RL5Ft8ph5DoAylf8BSoQgb3ShSzOsRPcL76zySDnGTzJC5E3JpA8KCJUu3Au2koXPo4G0rAaZeTkjNmAZsaH0ZZwmvuJJnXhWJWdazTqut+F4ffEVaxw4f06Glg9rZ2mKzP6eUKl25ckmLi4uaXzjEa2fF66N0ePGAvvZNb9Tx+TlNJmuOtWmCtagi7RbrTctJpR+135lSGBHdS4iHMbJc7PfW6tKE1CvKldAnTFPBVmBLexhjw48gBR0yIOgCKBN85Bu86UCSxzKEKKEiDBD56A6OKEU6Gg8jLMaYGbdSLntPpFGgRECGvImItDSKkUQpirQE+zjakyI0EcOUaPACsooOwa3y4JsCZBVMFqIAmFIo4iEtlQbvepQ2wa7gDkRRR5p7OrsIIwflIT3SmlIG3ZQnqD0I05G+SENQCIKSBbEoM9OPomfKrSa1bO263FBuNA1TaOKCMzAUDlFWiCwN246mZlDnKmmGWzwV0NryavmvbSXkZoPCgrxrddiEq5SIBwQGSEWxyQ/ij+jga063G1zjB5TRrbYuXrmqM2fPFXyRW8c6rwTi2Sx0x07epfjfZba7PX3wwx/Wx594QgNLE9NT2mQRWzi4pOdffkmXuek/+dnPkM5ZHTx8WDU2l/heGfFS1WbiVlpZ5mZzkwMDnw1SVUlAnbMGTMBo1j75bnOT729vasAniT7P9maSVVVSTdnjIBN/iBj/ffA10tgh3hk2+arTK5v+tZsrEk92K7xAxB8Vzh84qAcffZ3mwCs8519b3dLatrXWT7q8sqkbvGKkqTn1FpeUOZCskH/NQiCZopUW1ch5ROzD0U+AxkGiyDIRAugUjVzhh0zUO2KJPpAsu4E0xHbDCxd2I4AVxnjTxyMba9yF7YineRV8QMyxBkbaO+H9aQVn8aM8YR3pBAQdCceCkoMoAgID2KuAbndFP1YK+JJeSR8mcAAxS9MMcY70UAtdRlYwtIosBLdCKBpZlLGhmjA0doSSDQZi47WhdbuzaoQl11LTLCvKllmZR2n3Ga8Dxs8qY3xpSeoyX25wuI3NfZ3DbUpJE4yxU3fdzQFgQk5Jis4h5VfzUZoCubGIdm6iQEEMxSQz5EMGjLVuE3E8jATHeFMXw5tBOw4pWXZAKBuAU2knQWGvgiWQisM+aNsK3ATQGnMUmmYrgmJGYIzr4fzOYKNttVqqUiI/8Soyq4r8rl+7Bj3H0tRRzWkq/s92Yr5e472+VXV18cINzbalr3vbm/W2xx7TN77znXrdfffp7sNH1Ma+Tdu0ycvEoRilD8lqn49ZvzdnoySoKWPYExWm8QlVQp6G2FQqaEaGEKtgRayskiZ0yCL2uD5kJIE4lzgQ4AizggidIWzDWwWpcViQqmiChhqNxSLEhFGhSF8hYMNHtOtdqIhXCIJGAhHWgXahKf8uS6RiCy4To0YzgqGMxtAddHkoi4nTNDLxiq0UFVO4SPuWHO0QhjLA2A4BtqgMgbdMOPSQURoVA8nllxXfPvYlP9TrNVxJ5zX0I1Wk6yFjW7YL13RMQ2tf82aFNOIJitKpdqUdSct8G19hkz925Ljin/KYCRCXSBO/06rU40ZqBVfLjLyUKslWTKS4WW/y7L/CN/XIYZpvW/1B1io3+CluvO3etDrxVM4z/XXyuMSm/8knn9DnvvhFbXNzvuf0PWpxMHjmmWe1vLKi6dkZxTf3ufkFbW5vqdvr6hzP/hfOX9T8zLwqNnKy5ml/UhXxdti4xYCLTc6pklNSlK/FoUK4uh4oNvMGdhSLZ81mHnnbVvwdQYf6bfMCEN/s19jsj504qUj7pTMv88S/ree+9Lw+8vGPU6c1xX/7/9wrl/TkZ76oM+cuaauuFP80b9Ca0BzPqvNHT2jQmyqb/MSBJc0dOlTKQ1FKPckyyCF4iEVz7tF6NTeMbLlYjIdiwQlhoABhY1sJMJ0O0q6DyUSu6d8YLwGQxMiNPRQmu+Z5l9ojMjaRRjPG8p7itahilolZA7cYNoWmGLlRgEq5CmdFeQIKe0uAKfEoiUdgRdluBSonDW0UidEuGRygkIv4gEIWuEAWKsBCXCSjYK98SIoybBoo7Y7MbnjCURdhTD7J4AAQh+Qau1IO2OKzlBjLyys3y5idnJjiUHtDMc63NreYB61itsmL1RQvYsHYVqoq3VZQ7blYAguEiDwUQBDNX+oDETggTP6LIZsoASAFNmEDCooyChhJcuQNKOIBFp0iKxxsQ2EvwLLCC7qAbnGoS3VCDJ1kJWwbnFSlxBxsqcuBKV5GJicmdP3a5bI+7NCONZeMmamZsvFfPH9Os6w3Ua7/5ru+TV/35jdqiVe8Y9z0Tx85qmuvnNNnPvFRbbF29lhrKvLTmDN5B0v2gTTChRkGtofUEAVL5xQx1/GCy0KcZQFFB0Y32tPCJg4ELnaRTta4LmgTT6qRh49MJBJUuIZzYT0UkEJQe0BHMCwowZ7mtzw+hqmmIX5VtJvVqFR3soxS3UlOUXcrTHybALtIMwDy1X3YYl4anFJCNrYQpplsN3yEkLaRBiPZ0AF6LTe0wS7KkuU7Gud9UmyKPQXaJ5foG+23xYAOzwwIOym7pTpVEgvDjeUVLbEhxcZKTLVbnTBWt91WlVyAbFRbEoRNK5BWzQa7zY3j+vWbuszz/IsvntFHP/pxXbx8Vafuukcrq+s6eepuHTt+SgcPHVFiQx3wOjB38KBWNtb0i7/yi/rC5z/Ls/qaxOb7xc99QZ//zOd14ZULjE9rdmpWYnzO9Ca1vbyhyxcva35mQf34RMAhYcDErJhhGaNWpy3RDFFvV4kDQo+yhkDKnLbjhj/guXOH8sYf8tV1n2e5LW1wa1rnQDGgLq1OR6lq6fNffEa//P5f100+MTzPs36fTxFvf9s7dPTYCZ3l0LG6vqmpmTkNEm3Iy0KfdtzkcPMSh5EvPP+CllmIr66s6/y1ZW1S/kG9qXCTkxxOKFvQBUzZCrEXINpjviIqejmAtBj3WfyGiST6qQDpxGSHhRp6bDGFGcalPzPNJRMM46P8bfSRaIDk+JFfMrRNtzVl0JijFg0XNoWCIF4hx4Ky4ERdxmRB2pa9H0IuGQ8o3AhDY0u460NjRzgUFdKyPRQ0KFi7kQWyXWxMO9oN3VjuD21LAVF7bGGiAxUuWsOyeu2e4gB6k89Ts9OzzMNKaxyotxj7YszVjLng72KO2WYKcahlHMccyDRuAMlEkneGTCvTdvg76qNtoyxFuUsU7ssGsVZEOcIwokZZMmXMlvbAQ9oat484Iwh5oYkn6qRIA8FeGmPpDeXFJuwiDtgx54hbM+ZqDdRqJcW6scmnwqtXuLHTtm95yzt0zz0PKuqcnEiiUse1vv3rv1q/5xt+hzLrxAYveNubfZ0/d57LxzlNTPV05eLLisJPTsxo1w3zbfgsFjPtutBRll1+SFhZoXLJ21Q1ymDZlgTgVWjtOjuEI3acFqb7eY052yo/sAAXXS7heDCSNJgQTzGLSVNeFjc4mnW3ikGPbFDhI/UAyDGfxujXJiPT/Snu2hfViItRHDDkG10TNiJTVzdkCYMOKMxuUCpGo6iocoOKNpdwFNhGBxhJ0ADUrreLYpcfEUU8YsaSDOsixiAGt/bVObQBxWI32IuOrolUdNEJAZkS1q60bRaS3mEtHT+tRb5TrayuqGq3lJgYvU5XKfqxtra4sdfRhmyCO+i2qsx0yZTEqjgULLEBLrGxH7j7Hi3efa9WiPPs+QuaO3VCV+pt/drnntTHXnxWF7fX1J2dUuq2NDkzqUceeUjxb/dbkrbX1kt+169cL//E7hlu/M8+/bQ2+XY2feCAZo7xVDY/z225qzRFGpRvm417kxv9Jhtrhw23SomaZSaJZSflAa1FWTJtF4tizTfzirzQlD9wWllb5rv7FS2v3dT15Ru6fuOGzrx8Vsu8RixwM9/uTmgwNa016v3BTz+ljz35WZ25fF03dwZaVdLciVPqzB/Q1OIhdTmAtCZnNDW/pMTBZO7ocS088Kim7nlML13rq92bVfyTqPgDoKxaLuUwZeyrph5pd/KHJgCDr8CHZUCYRr9GNwWUDBCONviRjWkX5eDIO9M+0DV2xdNOClXDQI4YbBWtNuKLwV4Q8bAWEGRYq7iwb+JFHmQVFhJGtmWNHAVRQMPnMbpI9tkWyWsG9l7Kgh7jvmw8zBubIWETG7BNUkZnMOgWbxsJEB7a9KdtbBtAud+nilpaGChjF7Xv88ScGRuZ2ZUkpWzFZ6qjjKUka2tjXVPTM7rJy9f2dl+d3gRW5gY6q4jX6rREUruAcs9zAGAXw2egBsC72qBLDyHZT0dfhgTF0BsMUDYJPIQMzmSeEWWwGS9CJugCwhU6SW4gF1xJIhKwm4YYlyM+q7RIDt5RmsZWwRdIqkMOKNocUGU1SYOhRXaZhc9VomUznwSv6PkXntPMzLS+/hverYceeVin7znNZeRQeUW8eOmCXnjhgo4fOaSvesvrtL5+jZe/TdW8Dm5vbOnipcu65/5H9dgbvkbtNKnB5kBLs0uabrXVog8TvWFTwpRkByGVnRAyS2gDgoIJH2VDZ1sJcIKRmriyEIkQEM7Afu+hpkjDeMQ7JCUIooEhW9YFShItOjJvDIZli0UEiIPPeP9bjJOxoiv4UcQ74mGGt+jSOG/f2ShsxjMP/k7QFFJU507akGWNsrAjrwDkGRjzuyrkFj9wo94lGnYUOgjLdhDggu4YhIX3lTBjDwxltuWxmHmMTqFzNFljAVu0ubAlgB9hSNJsOKtmo99JXXUWTmpidkkbbJYTkxOq2m1Ns7nFRt9KLfJOMrf/ne2BVrilClksPhIpkbc7xJle0Oxd9+rwI49r6YGHlBYO6Do39Njo3/wNX6ff98f/qN71nm/UsdOn1GeynDt/VjeuX1HNifrG5UvavLlc/m95s3xvvJtn80cffEiPMfkOHVgQw0pH77uH9E+Wg0N7cVFzR49qmleB6cUDlH1evThNb2d1UltVThIbcbu2JuA7uVJVJ1Vs+gMm6er1G7p59Yo21lZ0/eolvfLKGV4ebnCYWaNGNbeivu6+7wE98pa36u3f9B6941t/t972zd+id3/7d+od3/StesM7v06nX/cmLXCwuUEeL129oafPnNcXXzhbbvAXrt3QBfJ4CXj9V79T9z/+Bl1a3dEBnvvinzB2uaXVAxac2NxpQrEAZ8AujEQplIPQmbhOAAAQAElEQVS2ctAFVFxIbh/NuYhymZRSHMgyMZGK7ikLR4yTAJe0TFoBIDzRCEUMFW1KSbaVkuUAg4eQZQnI2nN2Ig8A24RdgNJI71KemheVkk9EJAnbsi0C3dGFXQBKK36FkA0dALvnTdmtspCqcdEWQdmWG0K2CwR7K3ifAA7bPZFVfshsKO9pbqVQy3aBaIdRW95qV3jsRNtlW0QodYi+YwuGzqpCTrvFvyq5+67Tilpm5k6fcRNw/eZN5WzG/pRafHuO/op+j7aPTS1AkUaAwkWDBkCzsRDS6UO+YdS0YS7RgqZ4yKRI28myLWkP8jjvRLmjlKEn6dAFuQsNQerFjulYxsYgU+osXKOnysiJTz4jsRNpl/RinFVyqrBPMmuYbLylRN7Q2aioX6qsTqctwfd5vQv5Zdac9/3iz/KS+LN65+/4Gj3w4IOsacv64tNf0KXLF7WwuKC1tVV94Qsrmp5JWlsHT3V1ffUal4FYIzZ0jW/63d6UUrur3vScDi6d0srVZU2xlh6emtE8a1iLcihJVUqqqkotIFUIKKNt2VboZYoHYCZUCrHgbSuFUBKkJITCweAhbvFD9Ug6Yk28O9pjaNq9ydNw0q5dNDqA18gFHe1HCyPKCtzEgqWtCYsnScZkLnQEkaZt2Q2EbAS0xoj87cWjyb+XahQooJEEFZUJ3EhuD41oBJC3+Ch6aCXHzyrODmIERTQWZCxz6WSGsmxrvBGDC+PAKQe1B9G+DRihmZcjgC3ehJFaTBqVdCOPkg4VHajSwK3yxL3KTX6bp6l2r6MYkFWrYrKx5JAna4syG2Wq2lqcntd8a0oTg7ZaaqvNjaI3t6Rq9ogmjtyl1sFjusBb9SKb/kNvfbMu3ryhT37ik/r1n/0FPf2RT2r53EU29y3dfddx3XX8qO49cVz3HDuqw7NzOjgzqwPcVnq0wQbfJa9zqh5srmp9Z0Of5mZ/dWtH/V5PrYV51Xzz3+CWvd3uqI5Jx0Y/055RZ9DRdHtaM9yep3JLkzvWPBNwqTOt+aqnLk/wOV4OqGvmkDHYWle3yrTdtgaDTb7XXdJ5vr299MpZbVGOrVZb2xNT2pyY1sbktPozi/LsouqJWW21JzVz5KROPvQ63f3I63X8vkd036Ov1ykOCYscRL76W3+XvvTER/TT//TvaPGA9fSzT6nX7WqC9mtrVu2qR79ntZhtlVPpH7lW46LfrBppLHw5hMyixBKZoMtp3BC3+Ix+v8iyrRJH+x3JKebECMoowTasKE6JZzfx7T0c+oCI5yAIYsyYSKUeYSsLFNqSbNhmDjOj8oXODpsGwtB2oF3IMrWh5MiHFBIB0SoqLlOJOoc2ICMLkIiiXQezP+WhBtOIX7iw2QUR37LUAPJYdBP1s3elutW5sSaEws5De7vhG/uSKfUCI6foiOlVbCP9lLCtpMivclKAGeeH+awWm8XM1JxWlpd1jUNk1eqo251QfLtvMw/k0tQS6Y6gSV/FRV13gQNqEd4WkAhecvkVbELSNBLhbEeoYE1gEwKQskd09AflMaAxCB6oh7IoRiljlZR4Saw4sEQ9A2PCGpSZA0DNWgTEp7d+v89hfKBRXNNONKhynUXStJkVfwFfpUrx9ztnX35ZH/jgB/QLv/IL+uwXP6d7H3pQX/sN36Tf/NBvcDM/r8de9xiH/E3FITz+mWL8R3IefHhGW6xjO6wTqarUog9WOQDEYSCxDs4uLJI/YzO1NHvgsNqpozU+Xb75/gd1Mv4Il8MYSybxrE4rqQ20KiulJAKVOktyw+7iasTbshvAClqSdUdnN4pAASMju5GP+NvwmNreY/JthkPBPsWoB0WxiIvPCoMADR1CtA1j2W7IYUhVh9QQhdqOcCgYQ5aH3AgP2S+DYoMsJneKNl7WMIq8scPLjjCErwKhT1YiA4tf8Hpt55F6aGvihci2Cgm2LQ9Hx6h4LgRydBo6gwNAd/ARIfMcGLhioLbKRr+zsyPWSyAzuDfL5Njmdt+KiYJuwM18J27IrQls2szaLmlPqW7Nqe4sqjW9pO78oja4OT/59DO6sbqsDQ4OV9nU185fUf/KDfVIo93fUY/FvsvJYYoJ0ut1tU1y83cf0+w9x9Q7fkAzpw5rAX6Bg8DiqaOaPzwDLGr2yEGZZ7bLm+s6v3xTN3iunzl0UEvHj2uSU/gWT+WXF0/rlcWTunDouJ6b6OkLPG2e4WBw89gxLZ88pXML83ppdlYvsnFfrCd0eTCh1fairgymdT1P68LKQJeW1zUxOaUeG/KRo0c0vTivbrutuEmJzkitlsyi2pue1gKfOtoTE+py6JhbWtTc4pz6eaADLMrveMc7dO7D79czH3y/Fie7msXuwPyCVlZWtRV/9Mc3VtuME6ldJbVaSbCSoves6Opm4tDcGnehF1aBsdN+Fws56x0LZOhJMywj4WABm2A3SuSQVSsr4oU4tLZlWyk1WBaeQHsu7AOEnW1QA3LYRLlyEAUyfZ4ZYDkqhYFtJfKMOVIA2i4R9aoOvY0N/o42OfILaLSFbcgmjLgN1YQYUOtduiEitOxoN+iIA4zawcP2sMMG/Zi3LYUHGmyFKCXSCkJ7rpSSIJoD1Ciwk6UwdZKYeqrAVeSJrtPpME5a2mbjucYL0hrzK/7518b6OmOnpapKMj/dwe3WE12sGQWGNGis7w0bJbKiHBEEhkOONzD0IZfGBBp3IQ9AFq9r9LaKrVnDGipRr3aqOGS3y/xqMa+Sk8IsylvHps56kQd91f2B4g9pY4MPeaoqVdi32y1u7LRLt6Mu892kubG1qY2tLW7fqzp3/hV94KMf1ic+84SWThzTPY8+wue1KfVZf0QFlhYP6qlPP6F7T9+rt73t7fr4xz+qD3/oKd3/wMOanprR5FSlyLPPGhj5bm5saJu0J9odTbGWJNavGNdVt6dpLior169rgYvPN7zra+R4QUhSqiq1AihbVYAqOsAUIUASHWJbyUSQJcC27CHoVudbBfv4oi3BmJhujbKOJLYVv+AdwT7AeMiPxxlfiYoFQcx0Emqs4ZlWmOXdMRUK27IbCH4EUdsRfQv2Pt5ueNskFCpHsAv7C7kr3iUsQweAxjzFZOkZE7wqSc1e1TKLYilSb3AmlQDQa/iwjUi2AykaA5IYwZdm3c0xdKmxKHoC4jR5hLViJUGiAiounmsCRLx+XWma78lTU1NlwmxubrLJTarT7SpSidNzm01um5t0FTdbJtzk4gF1Dx5WWjqkzqGjmjl6ShOLhzR/8Ig4AOthTseDwY62OP22mCB5bUM5vndPTujA3Izm2BSPLC1phoXrrkOHdfrgUXU2+hrcXNPapWu6+colXTt7QTfPX9bm9WXVLGydTluxwS6wgfbYqFeRbZDHz7//l/UPvv8f6z//3M+pTx2nmGzxVL9xgcPFKxd1/qmn9Nlf/1UNrl5UWr6uyf6mDvYqHV+Y1am7T+vxN71F3/Ceb9F3/+Hv1Xd/zx/S4gHKNTvDgpp15oVn9bmnPqULF87p5vINZW4RXUtdGr1XWR0mZ5X7muq01GtV6qVKC9OzmulW2rl5WZ/4pZ/V2rmXtDDZK4vDxtq2Njd2tLa6rps3r0nVtvq8VCRJsRAkbgy56Wgk4U0fADFz6Ax8CKllBgq5P6A8YcoMw+ehzrIBONuEIQ+AHPqYIxFvXGpb5QdOLD5BC7oA8SIOhQu/m5dtNDHHmT2xscOVdAnwxVby8AeFvSVGoQSpXbePaaQmATekaJEhdTvCrAjH61IEBBHfjhAGv2tDpBEd2mICYVsJsC3TBikleKBgSzI/3dE1GkLi2WCsbBNG24CGPvI1qdgukkBEUcEEeGhqjDo2mooNY2d7U3GQazEvn3vuWa1vrCt0dQixi4Qi3eijEUTjBx26ETBcRuQQExkvRRApWKP8Ze06O5gANeLggYghcAExDgBhlgOCDgaAZV/Dmo085lSfubzD5rm1vqb11Zu6ee2Krlw6r0vnmXdsnKsrK1pZBjggLy+vMneWeWK/pAsXL+qVCxd0gc9+Zy+8omdffF5fevml8k9yn33peX3yM0/q/NXLevSNb9S7vu7r1eblY5v1yMyzQ4ePam5uXg9w+37s0Tfogx/4gJ741Cf1q7/8Reaq9JmnPls2+KWlwwVvcHiIw8EWZc3UcRBjho6aYr3J9ENivWxPTMq2VnnWP3X4iKa4YIgjdIsDSVUl5rhVUXnb2EnWnkOkBBvYtmxARjL08IJ3QKF1m3ORNGEhbwtoc2QxDsIqALZ4R7qNuvC3BlRXMYbG5SVOCIgXdJCNEWO8YUoYxd0DF9koiDqPaGlkJRVSr+HCNIzsJkG7wa8ehVK+qpICv4p6N9XbZsteBIsf+r0bS0byqpkVnW0MDG0wHsQ0V4hToZGFhy4oRyi5GSZgKYKwVzlJY5iBEEqEeWgp+iQp/mtvO6q0ubWt2NQ32OirThu51Oa0agZoiYD5FAM5/p35XXw3P/jwAzry2KO66/Wv1wlOv4dP3qWfee979cmPf0znXnpBazeua8CCNNFOWpyd0qED81qYm96FSU7iyxcv6anf/LC+8Jsf09aLF1VdXFHv+pZm1mpNrg3UurHBBs2kfuGczj33ktZurvBE2VOUaX5hTmeY1IuLC/rGb/5Gve3tb1efyfgv/o+/qh/4q39JT/7If1D/45/QA4NtvXmqI33hM1r75Ee18elP6MKv/ZI++EP/Qj/0z/6Bnvvip/Xj//Hf6EeD/4F/pC89/ZTWl6/qwPy0jh8+wGRt6c1veJ3uue8+rdy4oVe+9IzOPP1ZfempJ3TxS89q5dxZ1TeuqM93/lWe+tcunNd8K+vKs0/q5pc+Q/yuFg4c1MzsopJ7aqUJLS4uKdc7OrzQ07HDhyReQbLbCqgVfSLRUSqu9F2hsFMROwurhlY4+KJUEIzZkEHHhA654R0BMrsQSBofNmUSoys0YtvkA1iySyCRY6QukyIR8KoJMos1StkuEHRApFUXXcSiTLHxhz0QeruxTyyWRMQ3fOjGgZiFNeUjCnaSpQLCRT6g4iMnSqcii3wCikaNfSSg/S5sA0ZS27KtUblg8ME3cjMJbQuhXs3ZoZdS2AJh65TGzKkVZSNsZGEPlQIDluEaj1mpT2YTT6QRsLR0lNemxIa0qS0+PRn7uHXWcUttGkFEosXIIRKAQjBMsEG3hZGvQ2pSa3CEGnK6zQ0zskRUhcsQIc3IctDgGkVpX+jQRT9GSyRevfLOFgffNa2tLGvl5g1dvXxR5868qAtnz+g6m3eR83J3/ep1Xb92Q9eA69euK/7vfSts+PEyduXqNT35uc/qY5/8pL7w7LN66dw5XSO9amJCR+++S/c/9piO332Pjp64m6d+aWlhSSd52dvY2NQv/8Iv6If//b9WrGn1oFblSu/4qpO0rbS2Jg4U17XKy2T8cXKsj1HRFpv65PS0OtOTqjgwtDo9TXM5EHRnalrtyclSo2nbTQAAEABJREFUlxb1npudIcxKVVKVTPoAladpBEtyGTAgeIOzop9Cb1sI8C6gr8RFnK/ELmxKVhFomH5Da8wxehhGITfSwKCvwBfLMu5GxhEfKOUDj8RgmoNw6EMV0LANZXtYQKQGxvyIHeEx1TCO5ZGwlGrE3IKLrgR7CvLdY8apsGugGczkULzJy9KrxIsY2nXYQdvg8GCLX8GCEk/uVrgIESsaqiohkhAAxjI2g7C7HSLHmnQku9Lk7LwmgBZPX/Fvyefm51SxCWeL5y3uyJ1Km6nPU9iafunHf1L/8n/72/r3//pf6T/+yA/rwtULev+v/jKT7CN638/+lE4eWdDpmUorz3xBRzodtSwtb66JT+byhNXpWN7e0PNPPqn3/6ef1OWnv6STBw7p5F2ntHTPKR25/26duOcuHTx8WNNHlzS3dIDb/5zuOnxas50JLZ8/r2lmyMLBOb3w7Bc1wcK21G7rJM/hS/Mzmpvr6q5jk/qOP/wt+obv/TYd+po3anD/Se2cPKp08oR65NM5elw7MwsaTM6pHmzpMGntrFzXLLei6VTr7uNHFN9CZ2bnNTkzrR0NdGX5Bm0yrfseelT33H+PTh5c1Akm9cTymnZefFnbzzyv3sVzOrJ9XYf6V9U//7wOz/R04MCCUqo0Nzeviht/q5UkFt11bia/481frbt9QMtn1/UjP/Yb+mt/+yf1fg48fVUa0IeDFNNMjWPSNFxuePQKaDjCoTyoIIHMxlAWWGS2VX6GeRU/sh2po6RuYhGOpJSesuxy0PvjuahCRhHKIlFomHIowD4M4m8LEgPUtkx/2kYcINlDrAZr5G5hR+J9mPSb/GitoFE2PMQdfKOjcOM68rfJDJ/YWG3LBqCDjwNAYBsZMB5V2pNBScED6TY7NY6sU+jhbCvsLAlS4aJ8delHKc5Mg/4AmxQq9Th0r61vsiExBnnejpe4AEUCWGTVogPwGagV7c/Qw5Mp+lt9iYaq5E2AxwRBhCCak3RKknfEioxj0RDlKxcMbCl7TcH7fKaiu5V5gu9zMFm+cU3XL13SNW7jL3zpOZ3jwP48m/QLzzyni6+8orMvn9P1+CepvIBtb/aV3NJEd1LTvRl1qp54yNPl8zf0qY8+qQ/+6od06cxlTXhCs91ZHZg5oGMHjurIAvN4/ojWlrd1+eqyvnjmnJ5m/Xjimc/pQx/7JX3msx/V44+9Ud/1nX9Yb3nTW3Xi2AmdPnm35mfndfTolKI9ov2nZxY0wRP+Kp9HpKSUWkps6pscDAaWqm5X3alZ9aZn1Jqc0hTf7bd4pdtYXyGtadq9r+xatmXGkJ1kWyOXlLXH7VGhHzML9r8I8h2sQxbQqKCiUxqmhKYshdgX7C/TPtUdGFKl4xlzY7qoh+1ST9CYRkr7uNACthvxCDccYcgtuwHJKg6+YIKhBEoq4hLoVVxYU+1Ar2IxEscEoGYjdh+2rPAFpAYh0j5XmmZXEmpyxtaAZINHIKnRaeiybBe6CaXABZAH3pNoz2XxdEapwVv9WoeOnZQZgCLO5PSUKp6aWp2OUrJ6Ken8F57RD/+zf65zZ1/Uo29/XJdXL0utHV27yuZ2aEZH+IZ+GNzfvKmd1euan2hrttdmYnY0yY2el2xVnOBf4Rn73/3wD+llNsW3vftdets3fZ3uecvjuv9Nr9dpXgkOc9JeOHZM80eO6Mj0AR2YW9TMErff+P7F9/eDrZ4ufupJff59v6QOT3kztdTlk8LK+Yva4GTfZnNcPEK8u45q4uiiZk8f1+TxQ5o5fFAzCwuampvXxMyspmbnNTO/qM3tdcUkbHU48HASn+DbWvxh0zQTdzsWmG3rUG9W5kYxuXFN09s3OOZf02J3SvdS1re+6U16w2OP6iCHow1eMC6dO6O1G1e1vbGmzCEkFtcZFoBpFoAWbSk+LgzqbT315Kf0nd/1X+m7/uwf0z/8wR/Ut/2+P6BH3/Qgi9u6pJayDA4A4Wv4kGXoXCZnULUQh5fGpktmUYl881CDsnjbSFzo8SDGbyxoBcYV2I+zjJZdttgSsWBKG1jY47HJuxDyzOIfWDkrs+jXw5s90RSlCYimibh2cCpy3cEZjXfle1SIIo/IOdJV5DWE0I2XXcM8wv52O6F2geQkS7Kt+CXmgQ1FYW0woFd1Lhrbsr1LwxR6VMZginZoI7n8Agtnm6LTblQsyhsHcSGLT2kBDDH04sBaa5OXuPi39JaJqaga2RARjhSG4X4+FgEXe6MH8IInC41c5EtqpEcqwzat6cdMPwYeQTxl1+RYU6iauR5yIqlClnnu7jMnBhym4w9sz515SWeBV7i5X7l8UVfZ9K9cuqjL4Litz0zPKv5bFXdzEz916m5eLbb1Cjf1q/GvZPhGXrPJnr73Hn3je96j7/zuP6B3v+c9uvuhh3WdW/qNzW0NmMebbMYLJ07ozMUL+pv/+9/QR3/tN/Tg8bt134nT+rp3fpN+57u/VXfz6a7T7ir6empiSscOHdE9d92tY0eOa2Eh0aZ9hYu2jpfOLumajX5ru1/WyKrNGsla6SqpMzWt7uy0esAg5vBgoDZyceDKkYhFywJghhB5WnZAyKw7Ow9tGlxsXMIvH9BXNP2uXQ4+uBEeV4Y84A5pR9mzjDXK4gnCdgS3sCNxwbmEewH1FWlpzKUxuqhG6dku/EhvNzxoJFJDe4xvaLvBu4o7EmFDxQKN9LuNsysYEQXfWp/dRkVrjX7BNDRU8UydgvcHmRgBSKO8BSSbuAAtrjs5u9EbZQBIxZaFVtqVKNweZwZsV+2JSU6etaamJ2VGYZQrVZXmkH/+Ix/Xv/g7f798d3rp4hl99LkntbJ1U1/7zrdp/cp55dUbOvPc5zXdlXbWrqtrNqCdTSWezDtsbFNkNsXJ/joT9X0//VN699d/nb7j932H7uJ2vXDwoJ594QX9yx/6If3df/SP9Bf/2l/T3/xH/1B/55/8Y/3Nv/F/6J//23+jX/z4h/Usi0H83+kuv/SSzj/5GS1y0j/gtnqm/BxUttn043awODenyzeva9BK2qmkmkOGe225VZYbIVGLBaD8hXKnq5wqDVjAW2zyXRaXCTb4mel57Fq6cnNNH//0U3rvz7xP//Dv/j197IO/pn/5Az+gP/Vn/gf9v//639af+wv/s/7xP/sn+vgnP6a5uWndc89pzUxP6yyLV+bmUpF2h4VhAL3Mi8A6J3xpm7V1m7Zq6cknPqEWB6SXL5/XRz/yYZ158UU9cv8jatWJ3jJlaCDDCQgcXRl946Zji1S7LqRoI1rIxsassTSyRHsF2JZtJOEzQQCtAxpFCy2sFITGHMIY37tA3xY6TJLlJNkaOgjso7ix8A/YIOphBraLXUIZJfcwRkHotE8g2KEAXaFKoNtck12kKPYZ2mOY322GRbA/keAKUAnb8hDLkm05JXAAtIxQksHa70JkN3LbmAxhaEapqDXlKzw6sG3RfJLxCYDHQ+ALofJprcsBvNfraYKNKepaMbZ3uNFvsIleYSNMFQNf4ciFukffRGaQIWwgGEdsgPwaocjaiqzswICsKGWY05iQ2AcD5Oh3+jMDoQucY5NnvA/Ag35fg202Xb6913zCu3rxvK5fuahL3NivX7lcnrfXV1e1zvf3tdUVbXNQmZ+d1SMPP6LH+Rx46PBhffqpT+t9P/ezquu+Hnn0IZ06dUJLvKYtHVxQp5tk1pp2u9L01IR6tMvrHn1Uzz/3rB5+4CEdYW350f/wH/Ti00/rT/6hP6Lf87W/Q8enpnR89oAWJ5eYg3NqtzqqmKcBXdaDOdaA06fu0hKfA0+z4fd6LQ4Zm+TP2khcctQkc/rgwgFNdyaYy6bqWVHfLnO/g02bftnckWo2+sleV+JAlEtbS9GawhGLULJHEhWXw5a2LQzBLWokt/s8Zn+79hbJyDa68RaV9hdlnzZTkDxmEKZ2hCOzcZoqk0+UixE4NGj0TTgUDVEa4jGEGX4kaMgm3CvDkMdoXzngf3t9JrkA0Ffq71QgGiQm4R2TGFaliWaqSJNk39k0ihKA1rZsQ93ZxyALiFOqGeQnOdXucEJuddpKLBqbLBj97S2ZCfy+//hj+oG/9X9qgrTveeBevee7fq/+wt/4y/qv//j3avWVc6qu3dDFz3xO557+oi688JzqtZvKPNWbid3i5tph0neZ8K8w2Z771Kf1Z7/vv9U73vIWPf3EU/rpf/Xv9f/5s39R//v/9Ff0gV/+Nc0eOKCPfuGzeun6FQ0musrTPS0zmV/3Te/W3L136UvnXtYr3AKun31ZW5evaKrT0SQTa5oJdpBFITaQ9773vbrEzaCDbmtzi+9ra9piAVlhMbl544Y21te0w+2ixSm83e5pq7Y2eH+bnDuo7uS8nn/5gn7jgx/Ve3/257Q52dNjv/Pd+o4/9d/q6MMPa21yVq//1u/Sy2lJ3/xH/5SW7n1Qz/I98X0/+17903/yT/ThD39IB1lcDh88oDO0xRrfCSc4KG3SFjeXr6mqag4ZfZlnvYVuS09++ANa4QnzmSc/poVWX3cfmNW9fK/vMCYqus8yHQhk0JhHUjQ8Xkihi74OGLMZkTHZCl0iRSDFmhOgXYecdMi2SGyTPgAugrEg0sN0V9LwjcRIbQ/jSrY1cjHho38yC9mABXCUV8LEBLaxH6YD3cRzg0ZhsAHB79oEMwYxP+jTkn6T3JjyDmTYK2bDUBfpFpBsAxUE8y4l6KSELMA28vBgNS6XTBt6FNqN3m4wiYxU+zH6YkHHQDb5kGdKVmIwpCSlCMhjls3w7Jnn1O12dfLkMT4zHS0HgJr5epl5kSIB4Ur9S8vDhC+CZswEOwYWv4hnBaVbXabfMnk3fUg6bPLahZon+VqxXphPCzW33bzTV80mv8Nz9+qNZW3ywXsLOjb1q2zy25sbZWO/SnlrbCe7PT380EN6mE1+i4PBb/7mb+hjH/uwjp84qnd9zVdr8cCclvm8ts6L4SD+65Le1mBnTVtrzOnrl3X9zAuq+Jbu69f0nre8VT/89/6+fuB/+1/0VXed1jc+/npNsyb1Npe10M6arFpcEHrquKuWW0qqCrRSizmKrtPTXcdPaLLT0tzsvPocopITeW1oJ14MLl5hndtQi5eDOJxs7+xQlh2ZtbPNfK/4xLC1LdU7A81OTSnRp81GT7tp5GjoIWnv0aL1o8e06yzbu9xvF7E/j68gVfr+y1qNinmr7VBuB2Hqsz+lNM7aloon0NAhww+ZBt3Kh9Qexhlie8iH8v9pICub4A75xMS5g3ifyG7ipiGONoi1ibVMgcO4JmAcipkGNF0YQ8pu4mrXwceg4ykpFg9FYkpKDPwtNuNenD7Rra2tcCvPeurnf00f+79/VvdNL2licVZv/Jav0Rvf+WY9sHhQZz76KV196gvaeO4lVVdvaF5Sf+WG2lWWzaCvdpBsQ/e11d/Q+asX9cf/mz+hmxeu6J/9zf9L7/vRn9I6syTBkYcAABAASURBVOHo3Xdr6egxzS8c1Oc/+0WlyQm99KUXdfbjn9UmN+qDE7M63JnWIpPy8MSMzCZx/sZlrUySz+KkJg/Oq7Uwo622tXDskP7TT/24Di8sqsVzvld5BmeDr/kenrc2tb29obgZ7MQhJkvzM3OK/9hIxaGg1e3qNz/0EX3huec0zWR99PT9esOjj+mB++7TAU7o9ZmL+uCP/6R+9B//LR1KF/Sz//Hv6qvfcK9Oxsbcbuur3v42xb+9/Ymf+DG1eE2Y5qn+8vlXFE+VmZeNzA2n2+uykMT9dYe+6yv3t/QKh6Qf/sf/QK+/76Tmp83nhA512dF2J/qKJvwt+v1jy/QDQFq2CfEjNORpDoRNCCGFfqjT0I3SzMqMkqwRDysYomSVKInIEHj4hg6bzEZUA3RCY4+BbZXfOA4aGGb7FSOblACJMc034gQ4UmfM3zkRKzuWmWK1a+Ih5dAVqORUSdTLsdnawg+t7ozssHGjhA7CthzErYAQL4UeqIAUQNGqlFRRhha3dEhV7Zbipvutv+vb1eVgfmBhQaI34vAUL1Xx1+mljZGGb/po2FclE2jlUO1CZhMvawdyspWKnYoLy7JuQ8QmH/1cANtISYExCLoAaWVu3zXrSWaDjD+O3Vy5qRts7qacoYuNb5VD8A4bZBzQjxw9qlOsA9vYv/fnfkbnXjnLt/NH9djDD8n0XcyfTst8J++oxyfBbq+ldqdinrnc6mteyRLzv5+31J6opNZA3/p73yN1BjrAZ7zPPfc5TRxZUF6a09bcpPqTLfXd1yBz6DY1iPIDdjCSlXTi6AkdWTqswSYvDqyHV69e1YCXw8zm/b6f/DF96Fd+Va8894J2OMD041MCdelzsWi1u+qwucemn+sdzU1NqiWKFIs16ddkASsyCa99jjZWSMNWvzVHc1F6KbB+i84eFfK/LAFH2e8Q5Xa591mlfdxXwNgkANjgkqmVCq3fHsdg+C0nRJHwlIoQP0qn9C2M0YDu6BMT3cbCDMqYWOCRYUYeEBqjc0ymkXIf3ouU2Ihyu6Pe0gl1gcRz9fWby4r/qEScPCe47f7CD/+Ifuz7/7+a7O6o39vUH/6+P6C3v+5htTmdn/nYp3Tl2Wd14fnntHrjCrlsa4Hb9zwwxSSc6CVOwhOa5i1/c+2Gnvn0p3Waw8GP/cAP6jd/5dd033336+3vfKcefPQRveFtb9FpNtPZudnybez1jzymtyB72+/8Wn3Ld3+Hvvs7f5/qyzc1vd7XQyfv0rvf/XX6pt/zrXprnPIPLak3OSG1k3ao9zW+kX/hs+f01W97u8QhouYGoTU2e07hrAPqtCq1ktlss5I2mYTSm9lgf/1nfkp3Hz6q97znW/Q9v/e/0pv41nf8wILOPPGEzj7xSW3wknDq4AHde+Sg5ivp0ERL87w0PPWJj6m/ua6Tx45pfn5OJ08c59PHlD7zmack+qLHQnzz6mWKZ4mNPnPb6bMA2lar09La1oZ6qUXP7+jls1/UXScPaKAN8c2jxCf4ir1JxVgbDGItzoF2wbYUIIG8CxpzESOPjXFTh4iSVagxy4bMoACQYmWJRTmOMYpIjNloZRSSiG8pA9qNoOKMzvRJwwSnkAAiQhgHSJGkhs5g24of5J43ZAAa0cMBhiZ3RdnQUkwrlYKYEdNALqsvlk5KJV2woiYAvJAHOIUNIEvoVbAppwrkki70mDfqgNxUY08z5ENnWzZ5gkcGdsgaSNBFbml7h82MsdPrtvS6hx/UwcV5xTNzh7GWqsSw3yowsg9sWVScMDJtYHdTzrWi8DnwEDKFzdzWM4eyzLgV8gwYCD7kwibGdI0+Y1cOb+CgM4fxPGBGsnHX4B1etNa4bfd5Sev3t9WqrPmFeR1h3hw5dlScZPRJ5tkZPnl9/e/8ej1MvRIzoc13/qNzUzow29P0ZFI39VXV23J/U21wl826zcyfZM3pssFPz3XVm2prYmZCucr63j/2J/TEZ57QCp/MJtlwJ9mAO6x7ZE9xKR9li/pUKSnaOFOnVFW0U9JEb1IP3v+Q7rn7Pol5u7p8HUT+tPOhw8d19fIlXTj3irauL6viUpG3d8ptX/RVi9eJNof6eEmcACcGvZtWLs0mufyErfa5oVyOLtmneVWGMZexp+gRYpbHAPK30duU69b0EJmcbd+qKbzRFWIY3MksDXW7yLvU7YRt2S4dZoOj81IjM7Q9pMHC2fBDTMTwcF+JJ17EBb6sdbR+GFkyv/ABhdbQYROTbsjtIfor7GyrxBnimLCxGQuXUWQxjFgkQg1VpDFK6H+GF+xtntww9sS0Jg6d1M7EnHJ3SlM8B8YonJmZ1tkvPaenud3OdQe697ET+u//+p/TV731Ud145hn92o/8qJ795KekjVVO09bUgSlNL82SV5/nq00mcdb8/LSmp7qKG+sLT39BbSb4C59+UjXf0d/85jfoDW9/sx54/GE2+NM6xtPcd3znt+t7/+Af0Hd82+/SX/pTf1p//s/+aX37H/v9evwdbxKJqlrfUIvNeqLd1gab41Weu1989jmdff5FLV+NJ/GkDovf9MSE3v21r9fhw4d4NttW4kmwxQm8TRvXPAeqLEoD9boVN4OsXntdb7//mA7kbU3RTucvnNeVl17SNt/4J7kxHOm2Nbl8Q/naRX31V79Zv4tPCH/ye/+I/tz3/Rl993d+j77+d3ydvu1bv1W/53d9q46S55ve9Ea9653v0qFDh8p3+gEL3TKHjyi3YxHk84jZVNot6kGbLB45oheeP6PFQ0f04rkbOnnyoHa4lVS0ZoUtSLe53EhM39sRSjYYgIDRbc5u9EZjRwiBt/foGDPj+dkWwworkayVDcgauSgGD7YMmcyQzEXMdFPCzsaOyB6BKvTIFGlAgiMM5GTiJNmhlyAUssDCZfpOTfJwQ+80JG5BIbZl8gtIrqDhHQlkaCnxMyC4kGToOlsCG1lAAgswZRNrRwZEWjIaG1WS0GfiBdQ5Wo+6gUNeoNhhi52NjkrYgcN2CEN7hw15OfKB1tDZRYMEDC30ZKkOt/rYQI4uzevk0UM6yKH06NEjajM/4j/busI8s4lDzJKUJVgCNa60Rw0dwHqQs6JkmY01l8qErOYGG5thX7EZEqjmpj7gNWzA2B2wYQ92dpie29htq+YT3QB5n+f6AfIdPpdts8H32UwrDiC9Xk83b97QJi9rojAHlg5qcemAPvO5z+pn3vuTeuSxR3Tw8EHVHCY6zL345r4Uhxg25zik9zpdUTxdu7aiLz79JX3kE0/o1z78Ef38r/6Gfu79v67f/PDH9fSzL+rqjZsS9d2mfPFP4o7wWnAj5nOPzZ+n9i0uKnW5gW/TCX1RFEX5TPvXHFD6lL2mPWrm6eTkjN76lrfpsUdfp6tXlkn/i9qkDd757nfr2F13q+JCxILEM/6mtlbXtMHL4SbrVJuNvgusrq6q1+lwsBRg5okUQeQpa8/lPXJEhdqUI/BIdieMiWq6MbpNMKZvI/1EgNdePmOZoLCNagjQAoLT0GXGa8w9D/nAthW/kjbUUBWWAIVAgIlEYGMJyMFadsCI1j4Xs2lXQPl36TsRJDNMzEqpApjSgStwySQsVGxUHPxI7hBYzU9g3eKsIiz2DSmcbdl7IFnhooEKjqBAI9dQr9dy0Vn0yShGmDrikQ8jkwaVykDELnQFHGETydjalgISWPtddODsASbZwcO6cvE8A/Smrl67qonpmfIdrTvIPEu9n/P0jr7pe79bf/CP/zEd4zDwoR/5af3if/oJdac6mj99RIfv5an58AFNzEyqiok5N8Pm2VUrqfwPNy7x/f4S39Kn2YB7vUoPvfUxPfZ1b9Lhew4zHjfV5Xu1zemeZ/5W3lS9cVM7vA4kNsZ8lifvZ1/QJk/4W3yv3+yvajmv69KNS1pfXtbEjjRVt3SgM6XZzoRqTtMT7Y4uvPyy/sJ//+clqr3DgjIAMptti3aICUDL0XYDmTLGZlthuNDNqvKaLl48o2Mnj2tiuq0cN4e2NODJvV1Zq9evap3PBX1uBjPdlh657x49dM9pPfLAfTp1/KgmqONEt61Oq1IL+5N3ndQxbivR1tMzM7rOrX5qssdhpKPKbW2sU++JSR3nJeNX3v8Bra9voZMmOKhEnGRKNuDYFl3Kyh4TnoIrBS8pUe4UmIqkoJHDvqY3dnIJQd61tffoyHtXUQgr0XbCjaxibAfQicqsLoUOPQaJkiXSiziBbSt+qGUnKeoVc1IVtMtY1sgZ3g1j6hPQcHthxkby8JdkO1iwpEJaJp9ovxbtXEV5FK6O4I6QsZEsZUAKSnbQAQnBECi3SDtTh2zTHVaWy6tApFGTTg2fwaHPwpEEXw+UXQ+BFg5ZASuHPWmKNE2bmLhCpoLJdxw3CcnYp1ZSG+gx7mameppnjE2ykaWUyj+1i79HiX4hNyXsbcsGhKNhg7IdDICP8lGamoNwzUYWcWkQ1ewgfV6gAnbYwPtlk99RbPKxgcdtvUZfs8mXGzyb+gAIXZ+5s8PrwwBdi4NJq1WVMpTNj1e4TPYf+NAHdP7ihXLzjgP84UOsS7MzvCL2tM13/k899Xn96M/8sv79f/wl/Y2/+e/03/3P36//7q//S/3Ff/gT+iv/5hf1V/7vD+j/+Okn9P3/+bP6tz/1lP7tv/uw/tW/+DH9ux/8Af3KL/+Snvni05qjbS5deEWbmxva2dlUh0N+HCKmJrpq016mBysmVrtKwlPnPnlvqubAkaoWr5Izetub36ZHH7pf5185oxfOnVWPA8g9jz0qtZK2WGO2N9bLf87bHM6pVjSdpientcZG3221VTFPUk40dPRIDVZpC9uy1EAeYmTadRld2OddyYiI5b+mEUMbZc2UN1KnexU5BVQknpAbYDVBXpNelm2ZhJysAgbDh9B2UAWCinimjWL9DDo+u0TaacwuKpzjFMY4CjpsbSulgCTbDcA7SQnQmNvH2qagANi2JICKFhw0rG2ZWJFQQKEJXBirMbfCuUGQQThS2A8ZVQAobMPCQWNlIAGG/636iBudEvEjmyhb4OAVvViIYYCxyU9hgC5sG01WlC1OibIUDdzQWa/uai3MzRWoqkprnHLnFg5owCBt0Vbrl67oyU9/Sr/3T/xhve3xN+hf/l//SP/mn/1LfeCDH9Ljb36zHnvLmzR/7KB6bOzTC/M8lU1qhvRmmKCLi4s6zu10YWJK69eWdeXCZS0eOapH3/FVmjx8SJqc0iCeqrsTStDV9Ixyb0Lt6Tm1J2e0TlniP1yxvrVevqGZb211vckp/qLOvvKSbq4t68ip43K3q2m+rx/ic8Bcb0oz7Z56rtTqZx3jppBZfFKdNeBJbbA9EOsV3/Q6alVWi0ld0TgxATKHgEx5TvAkf+XMFzSRV3Tw0KJmDyxqnReA+IOhmgVuhxuASLNiwmwxeePb+wUOMVcuXND1K1cUC+sqt6gcfcNgnpid1oMsBAt1milNAAAQAElEQVQHDuj61Ssy+Q12as1MzPIqnzhcbWhA+c5zwDr3yiW9/PJZnTy+qBadaZvyZpU5U0dMIg99pD+S2C7pFhV0YBtZABqKEqIh1EIUXhqF2CmASazRQBQuA3IECnXS+EgvyqILqqY96t2MrJhmiUi25WBkycbHEmGFi3iBYyxHfQodwW46wdwJiE/kLHAA6UpRtoQxAE+oCmxWbDs4YG+yYMcydGs+LmKCDOx527ItRToOLBxYQKY+pJuHUIMLoMvYm3IpAFrFuYSowU0+ERItmgGZUVHWiEPaAnsEpOFdqKQoSyY2bR9kt91Wj/kQzR2b2YBxevbsWTXOcgLcgKzwKjIi2JYNKACdgWKvaCigLjf1Pht8zIUtbqux4ceNvWYjrnkxi3khnrbzEFhIlJlwmfUkoOaWvMNB3LYmJyc1P7+gig30N37j12VbDz30kC5duqRp1oN51gPzAvfRD39Uf/V/+V/1v/7df6Ef/ZVf149+9KO6OD2hVyjz2Y1trddJnb50/4707kPT+v3veED/3R/8Bv3pP/1f6du/85t134OPam5ugfymtMHcXVuV4sDeZlzEvF/m4L587Yo2WE92+PQ2oH6Jq02burctDtSZzX5L0T8brEk71PMNr3+DJli3XuCT5cr6mg7yEnnqwftVE2eHNSLSreM1ANsBuE2frPH9vt1q0R4DGjQg06aG/sp8dHNYWsQrEFwDI0nY1DABIw3NStvCRVYB43FRFhEYi11vFyk8iWHvWBcicSQjTZiMQ5L3LR2YquiFPIh9YxgZBkU8vt4gS8DtPspRpCYE6A3bshtI4ESHxmAudLJQAlLgLJdqiHhykh36UIElmZ+yivNYWEiCkO2BS0U9lIPwwXG2opFsk1qAZHtUbVm4YR5Qxd/CYhvikbTEaOIhHkkhiy/a0nihGULhi3pfQDH03DNfVPxHKmpO8AcOH9GBg2zCTM7LL76sv/jn/wd92+/5Nk3Pz+ov/Y//o66wkW1i9/v+6B/R6YcfUnd6SvOLC4qnuMnJCU1OTSramxorNrsneNb/8G9+UFM81b3lLW/R0sElDhMbrAXMzJj0axviaK3EgtTn+3nN4rF67Zpu8M3LTJBpvmmxuugm3/TOX7qgc5zGBwy6u++5V29661s0R94n7j6pxYX5sjG2qF2LlvnSF57R29/4Zu2scRpnYWEnVR4uNnGISVQ8JSsmc4oOZmb0WZwGqc2NaEpH57q6ef4ZxWGpouwLh3l5YJJuxE1ge4PXjpu6ee2yam4p00ziOeo9za2g12lrGnqGdulAV62KElkbTP6jJ07Stoe1yrPeMk+GOywa7aqrdqvLzaKnf/2D/45NPWmHRfMe6henZTNuaspFlWV+UdTYEDMLOwkXb6Mp0IxfO/iiIrAUY1vRI7BDH/WK5DAdSgQbY0W3OOKjMSDAtNl4HIUr0Zr0M+UNNmwojTCXgiH/QJaYIxFGscJSxY3iBRZ9IdIpirGgVGOXH85b+EglUrQJnaQAgeXmRyEcYKMDkEY+Adp1IYeJxEIPOfJ2oysoyBERtkAUNROnpoB1FsWPspF/BpBnwA5aGkVVpCMc8zKDit9Vhm0YBAZIVyUCdKnXCFu21ThSoSBtbpXxvb7Ni1av21P8M7unn/5iMdk1LdwwQGiTRnjaqEk+GMuJfEizz3jfWL3JU/QNbfOK1Y+D99aGBjzFZw7HNXN3wDN9g/vMiYCdgjPrSIzhgNKnpBd/VzBgDYkSxGHkczzXd5lDS0tL6rMxHgTPTE3rEt+8f/Tf/pB+6sd/RrnV0/d83x/Xd/7JP617Hn+TrvIsPuC7/NGlGb3u/pP6vu/5dv2//th367/9zt+jP/pt36hvfucbdeLwrJYOzOuhhx/V29/+VXrd616ng6w/R470tMU8vskGv8mun3l1qCwFjjptDzd7xx/nMc/araLkzLKjTrsF7rPxb+uuU6e1xGUmbvHXWJ8mlxa1dPyEEoetDTb1uNn3mfeS1WcOb8Uf56VKNReQWqx/dJlL30rSfiBHibZi2hB7pMvMHTWgW13GfAREJVZEN31qEjNdmSAgUZIOCccoNUbZmcQCQHf0ocuR4q52N0puRLZlAwkgM9soRkpIufkNdTZ8AQmRxh1FHWdfmyYZJbsBSTaSFBC0cFSzlMPQkTRAo+OLLcJdHPSrgxs7j1mQF8LwNGc0/pgOMsm7nWX40mjgfZ4OGPEOe5gSDzqKTapI9vw+nvwjDqZ7BjC2x/g9sl2xGTHx1jbW1Jmc0jaDskUmv/aT79W9PCc/+PDD+rX3/pweeOAhvfVrv0bv/N3frIkjB5U7LcUE7aWWKuwrBrHptTipz83O6SAT9vTp03rs8dexwR9kgA1kJmfFibnNBtliwcg3r2nj/DmtnT2j1TMv6uozX1D8t+D71y7p5rkXdf5Lz+jmxYsyN+BDR47rDW9+u17/prdrCbrPxbTLN69JnsnnpifVozwxgc+zQDxw732anZoup3FhGN/aova2Fe0YC0qKzo6VmQNHBrc6k/RXW13aY36iUnv7Jk98azp+6pTiL2cPnjqphcNLancrPkfc1LUr53X9ygWt8DlhwOLQY5GdmuioSzlarBwtxlsB8pyiXSdmZnT3gw9qhteHdTb7SxcuanNjS9Nz82VzYC3VBs/2j9NeXerUZwFKxM2Uj1mMzxIljA2qpryBEch2gZQChyTABAB1bMYGNJLigwSIVti9INLf4/Yol/TDniyg9zQUiiKRA1FrFsUASJl8E2Y2cQVYhBl5YOHyEEB4UoiakdyIimQbm6hnAexEehJzV+hJMywg8chGPNiMQ9vC7wNi4Y09iBwLUYLItxCUAUz5R3k2eRASzS6BItGoY0zTiDmAoEuIy7GxpuY15Yk0NLKPKNDwtiOUbUkAOAMNXUkhY5Qqoys0eHhocOCAIg9LywYkXqfMRmRN9Fqa6HR16tRdfAZa04svPqdtNpyUUmMb9oDCmSBooGSXgqdtkMdmvLa+qiuXOWCfeV4vv/gsm++LunHpPJ+vrmj1xlWtLV/X+soy82FdO2yeA+b1gO/hAw4AOZ79eao344KGUYydVispLgWBB+h3OMxf5fLwhje+UVXV4sDbUaoqXeFW/4vvex+vcrVOHF/S4296i173lrfqrocf0fG5JT26cFB/7vd/h/7+X/oz+ut/5nv1u77hrTr1+vt05IG7Nc0rwcbNDa1e3dTcxKKOHjymAweWNMPL2tTkhCY4ALVYqxJ17jBXu+2WKurNlKV9sgb9LQ7bm8BWodmZy4XArJE19ZvmJaJL+8bGHZ9Ijhw6pAF1XGWeGt0Cl6Wq1dGANs8cdFrtNuvIFo0q0qkU5wYyauYC44YWv807S5YagBZuJIN8Fc9IxDbGbRjYJj5QsMTIhM+7kHJY1drb6IsghHTXHm0kJhao8VFmwHBRJlDRRnvaibZMSim0pGEWaUiKIBsijEdQIqOPW8xIBk7Ano8EREKKyECQu1ojHQKJR54BNpMPUECxHUUaYaFyBA2WBFdAt7iYFAEjsYdWtkciMPQwaRsaiYZ4iEKikNlDvRpnN3yS+YVsiC3ZVvyEy1A1ALnfW0hdQDgDd/Z0CgOxZpRvc8rcGmyxcV3Vv/qn/1w/94Hf1Le85z26cf6i3vjwY/re7/0jOnX6tBaWDqrXnZDN0InVrRYbKqkzqLuczCe40UYfZg4MU72JsuF2mMQthlo7tdkou4qXgGlOwAd48lo6dUyzx5Y0fWxB0zxZTx5f0PzpQ7rrDQ/q4a96kx576xs5lT+iI0eOqN3pkJHU6XQ1zcY5PT3NwjahLZ7W449trvMa0KY+i/Pz5IYpZTKImch8HZRbRixCQp6Qe5CZkDuU35qamEZSK1H4XpdydhIb+Ss6cmhe99x1WNq+rJmprJMnD+ruu4/p1InDmuxhc/2inn36s/rkRz+oT3z0A3rikx/Wk5/6mJ564uP6/FOf1hc+8xk9/bnP6enPfl6XL1xSq2rrwOIBLfJJYImDw4FDS5rnINDmcePkMenY0WnlOBCxGDFilRjnsVgGiPaOlwlRfkFTVPRSJauiP8ygjHpp3GUY5AqANLYBkI23xJDSyFlmUQpoUrKhh8pIIpJr2KDofAUGGl9UxY7oZp4mD5ChJAw/WohYK6inmea5wEgeyWWCiJHRhEVAxC1AcSJu5FyHHQyeMhft/oCyO1kglZVV4SJl8AgRGY+g8VGOTNuydpMmRuNKTAyEDzvJyqWygUWXRIlrHn5FyUIb1qUhZLuAho6Ui40soSKQGkK3OAxukYxYe0wHnYBOu1K7Jd1z3z1qseGsra7r3Msvy6NIUDWvWwPGUJQhVZXaHeZVSpyJB4oNeHXlZvlL8ksXzuvihXO6ztP2DebW+Vde0ctnXtKFVxrZ6vLN8j+d2eBGG/+9jW2+Ue8AfQ7zzS1/R/XYZt9UOIPIiwP41avXdOTocebvttrM2wOLi9rgs9dTn3yiNOAs/IDDwKmFGQ3OPq304qf1umPWt7/n9XrD605oarZSv5U16LU1d/wQnwYPaHn5hi5y2O9OWAuLs5qenC5zrkrt0h5z8wc1MTGhinpXibqTbxzEY0OOMrRa7ZL3DuvXNuNgh7bqU4eaw0vNZk6Ha3Kip/jMcOTEcaVOS/GqucnBZaveUavTVkoGkgjU6nYVnww6yNutSvHylzkMRiuI+aHfgrtjFDqzpDlU2hbFUKK1GZ2yrdd0mdjUN8b1CIhaokTMiG7mo8rEaGZflJ9aKpkQgwpIKZFXKvH2gkhhj9ujKHSkuSfQvpgOPUrSjXAIIEWCAVLoLEOouMJHUDiCmKCBqCAIn7HGHir8KI99NOoSbZQOvE2AkT3EQWeCXR9MgEgfKHZWQdpz3iP3UZabyhMhaN3BZWwCQoUZnIMUBH5I63ZntFs8vdWMiOn5abW31vSL//Y/6MpTz+ree+5STGxmvhIdGf/GfD7+TXqrxeTNZTIkMovmi4WxtFdhJIPj1BzfC3ucoOMUHf8RjJnuhDqqVLH215s7TOo1rfGMvc0TfktJMxNTmmfznuK5vKoSWfe1zk0hvtObUddhBQt5m8nVjonT6YistM2TX/wPLTa3ttmE71aVkrZ5WtzYWCcWg5LCxeCta2ggESlR9ypVinLGi0QvWT0GsXli6w6SZtXVfXwnfObDv6HL576kuameap4xtzdWlZigvW7S0oFZ3XP6uB55+F499tj9euC+k7r39DHdh+y+e07p/ntO68F779Uj99ynB0/drRN8FlmcmuHVoMXholbNhl5zc+9x03nbm2b0xscf4Mbhkr4pj3C2CfGULeqQKX+AqBlSamHZI5AsFdBtjj6jHYo4jIKIeLdah01A6PeBZQeEkHYkf1IkpCS0Z5StdEaoHQFQcFZBsCOPOSQ9SnpZsRQF7Fk5YhiTwIECCh9EA5FfpBMg7HKZmMOyRKmCz8E3EDYKN5ZOpCHikrH/gAAAEABJREFUChd0AeLWBSTWPapEIujHfSQR0mIPEbjOWXQN9qEVKVC/SJs6CsiAUNkWnuSIaNDIh3CMt41dAxAjq30Yk/28XG6MndaOTh4/qkUOlDWH2aeffloDNi4X6yhnTVkByhy3/fh+vLG+Xj63XbtyVZfOn9eLX3qOT3rPcpM/o7Mvn+Wz3XXdXFnTjZsrWubp/Cb4Cpv/jRs3tMyGv8wGG//Dl5h3AzbGPjf7PpvjADwA19yII6/L3OCvEW+HOdtqtXWC5+7JyUnZ1tVLl/XsZz/HS8GKDh46oht8KsiktXPjpi5+7gvaev6MTh08rKm5ObVZK5aOnNSpu07rEAeCLhvt2XgB5JVwjhfHhaUDarFedNhoU2op88oiXkPie330a7c3UfqoljWgHVLFnMQucDbjMdN/dFH0ac1mj3GzVlDODoeDJS48gu5jsE0ZRePiyafW+saGdhDMUK7Eennj5k1N88LYJo/pqdlIqvTEVxZkUsqYBtRDLNZYDR3lVFIdVtQjhBUFYflUYg2hiAoQstDtQaQnxdjdAy5DuS4yAsrZ2ER8kipRI5kmR8k2EFhKQcuyG1BxEb+GCgDt+pDnkn6Eu2KIBOx6Q1kmxEcckIZ8SG3DAcQiFNURAo1ctEdEG1UwJmnwYWO7mEU4DkVIkMMIHN5D2nawBZwL2h8gS8UEguqNzG2TQqaRMLdkuwBjDBz8CIwNuqiPpaaXIy0Vl4UwSzZYAF5ficO+clKPDfN3f8s36z1f+y79b3/hL+pnf+TH9S/+2T/X4sKC3vCGN+pNb36TDh87qh4TsqraGrB4RD2Tq7JgjNoxZGYWGX1FOdoM8h6TIp4SJzs9TbHRLzLQZ3kmn8gtxYY6kStNqq2JulJrh4G2uqmdlXVts6jsrG+KKnODb6ti5FJcxeSd4EQ94ICysrqqq9eva3N7h1P6lN7w+OuL/TaHgz43gQ71cophudcYUcbkpCoFtNSCTvRJh8QXqF/HFQeRpE5uSzeva4bNOK8vyyyUk+2OprsdtSRVxGlXVgfodSpN9ipNTbQ1yQGg2zbPdBJILRaCFgtF/LO+KSb67MSEFmdmtDg7o3ZVKz5nJF5T3vT4G3TyyCHaqEUdBopyasw1bVyX9q5p4wwYvW2ZuiQ7ONngADU4I424wZZJVcQlQMPMgBT2xa6RUDMI5FkEkEKvIAOjNctKiEOfg6CwkXaZVwgcxkYBTbjroxx5uJBQfNaSrJrBnsN+aGUTMfwuWDagEVBmyjDKq8F1SSvokkyO0MiwDSF5ECWEQFGCww9t6oztCESZcgN1Q0dbZ9IJGKWTIVAXu5CjRoKU5DP5gSIDUfQGR7jLhDagCFWM0NmWZNmW5OYHbVsiTY3cLo18JAPTDeUA6bytY0eW2ESPKz55XTh/gc9EGyW9qMuAm2lgUYQ+G+4OB+Q1btI3rlzTFV6dLoU935lvcOO+zOa7vr6tNT4zMQXU6U0pu60Wc3hyelZVC7pqqWacx8a+w/f6AYfXRNEy37m3OHDHYL569Yo++clP6Mrly0rMuRa32xKHsvSYEx3SiY3+xvUbOn78uNqdTnmGf5xv8g/e/4Be98hjeuzBx/TIg49zkH5Yp4/erYX2hDYp3ytf+IKeeeITXBqua25hXr25GW0x/zc2N9UnfVHzqmrLrtQt5a/U4wUvw9e0JdNTSlWBuszsVEZ46OosDVjPMjhJiq6Idraka6w9a1wmJlg3RIya5/o1DkEzfD44cOIkeU3oCp8eb/CJY3pqShWRYy0kqhQJ6BZHHiNx4AAJIWCgoYkTIlDoc0lopEVC4ciGNnYB21gECBzWWZGOCRn0hBkUwBwijxgXzXiO0Z2JowaIgNe+tGXZSQbCyskKZ4MpR+SzB6EZQtE1+ZH5UNig1KD9oWWFYhQKXiNHYrvVj4xH8sBusg8yE9DXytgEDSvbBQotBxqDkdWeKCzIrhHA2AQNNwwzqWTKCg7DETA4HLSGcvjMbTEgJkeAqWDig0rg4AMi+QbyMP3XQFEUwCa4zcyaTV39yd/3PTo6PaPcrhX/lbmrvVrzPC2/7e1vLzEqnrn6nMh32FwHzIoAUSPhMhM8JmwZHNCJmRE3+gD2Mb7fm40xselVatMCcXvupErTnKjnJqc0y8Sb5il+gok+2epqFtni7JyWeD2IfxEw0e0plcpLiQ3NEt+8NjUgr6rV0uz8nOIZ/ASLQ58n/Db6KowobwYwQxIC0NAHlyh/RZsEjlt9l5O/WVxYAXSDhWq9Y212yau/qYlsVTt1AW/11a7FQSAV3K7NZp5LPTtOmmBBmeBAMNXuarLVUdQr0k/oyFLRf/EiwNLImwHxBtvggaY5LEy0kqYne5hlQPtchqtp29LOsVkyZkJmu7EN7GZch5wiq2Z1yuRbo6uJH7KAcToij+yLLtIICHuUmbg5eLAAPJrbfUljTBzDmmi7kih3Uzom+Lhi12KPKOpIYE8kIcSDIhR1A2iPmg6uwcJFHiOIBSSSoKkgyZO2EG2mqEzYBlDoYi8IUpYStijwIScWPIsgvHbjwZMWvugizbBFCh+Ge5BprEy6tmUDeU+HoDCIFbSNHoAhySRTFgEFZ0vQe+BioyIzuqGnwrksti4HzpMnjmpp6bDW1ze0trauNofumDej+ZuIH/QWm/jm2ibf3pe1Da7Z/JdvLpf6HD56TA8/9ri++mu+Dvh6Pf7mt+uBx16vA4ePqcUcbsX8ZO7G7bzmJLDDHBywya7zfX+N7/cvv/Sinnjik+S/ovgvRr7ljW/SqZMnGedTmmbN2eSZv9VqKQ4IfQ7sj7/jbTp+913aoLyPP/x6veXt79CB06eUTh5S/66DSlWl+txFLT/5aV36zV/W5lOfVPvSRc2xuR88cUoVG/iAjTnWBrGRD8rYSIo8WpSz152kHSZVdSaUmKMDbPq0Q61KQeeUwImVuFKmFzLx67KOxGiQ4nbf5wYffT4xOaH4Q7sB+la70iZtFn+IN3/suBao4+b6us4+8zR5Wz3WF8VY5SAUuDSu9hxdR26K5eGOIFzYgG7zMfZCGGUKbFv2EARmTKSmNnD1LohaNkAKDOhMXTMTJgdNQkhlE38fZNFEcpKqSNdWCgxo6DJpiPyG7G0oR/pAsbmlUiR7m/2ewHvkiLIsUQjd4mLO5KEsMhySwnpE7uGh4UgX9qV8exb/ZdRYeUZpRgJ2w9lDPCxNtF2FzGZKglNghJCyrfhF/DsC+jvKx4QR//DhQ3r4gfvV5uTb2e6z8bc1zdYcG9jS3IJOsoG2OLG32bRiUG8xkUftUDNwgxYDhJ1XgUMWIBo6saGn1FLF5peYzKlVMcHaBVKnrdRpSWxuuUpSVSm1sQVEHWNa1aQbg62qrHgdiI1rk1Nzi3QmuAXM8Mw/C0xOTSq6qmaA9Xe2+CbGiwB2A74DWklFqcaFXcYuhCbf1G5LLADmsJEpb04JtqUq1ZrodZQYiDVPjx1sW7RpQMUgqEgjDi0tEm+RaAeIW3sLXVtUJ+SWOqTXa7c0QX0jDSPvc5DY6W9JfNMzT459Ppkszk5zeBhohroIG93qSDfKHXWsofeZUC6y2osBk8MmJJSroBFPfWyXsWMbVQAovOsI0QWKkjaRrYQsEWZw1p4LOqCR7FHB52IbqQTXQOSVSvWifKMiNTrJdgGCYEANb1uJsW9bjSNVIteMv4BIK3C0SWbcNTYxcqSaMTQCuoz1FXnGAruI10DwwC1+pGsWwCZeRI2xGSWhJiJBsg1daAKaRCwr9FFk29rnyJtIQ5GxbMg9Cp44toOQTX33IiDb720XG0Ubyepw0Kw5QC4uTOvkyaOM50ov850+DrMUuKREDG1x493kEDBgY99mXseT+jKbM/ukTt51t7723d+gb/rG9/AZ7149+9xz+g8/8h/1gz/0b/UTP/WT+qX3/5J+4qd/Qv/gH/59/dW/+nf0kY98RBukEa9s8ZkvDgqf+9znFLfdd7zrq3Xvffcq/kAwMR9efOElfQbdJz718fJfjry5vKwu8/nRN75Bd99/n+YOLuld3/D1OsALV1wuVq5c1/UXzurspz+rzz/1hJ58+jM6t3pdfZ7GJ+69T9OkPbV0RGaNqmNMcBlJaqnLK2KbzTy5UlV1ZNahTm9SvV5Ponc6bPY2s9UVW14SBrRNzOgET5vTTwyf4Rii10l7wCAa9XKXi8GATb/N+jFg7VxmY5/iNl9VLQ5N1zXgpcT0yVE+T7RY/zIHofhrfEaLfqvORAwA7flRgUICHfpYtyoIAyEWhN0wtmFdxBn7Ms6peZRrxMe4RlRsJJdfspQiLlxFvVJAsqJPEzIDGjrMhlQz4siG5CLcFYeCbPbL0pi6kC7hVxCEIWATjJlH8gFjorFiljIUfn+ssG5iuWg1DFWcCQNAr+lHNrZlA1g3oQovN9hOst00LhPENKqdJMAOI/0XOMrNIl+OizR51DCSOHb0sHpsOHOrN/XK+39Bn/9P/0HdSy9KO9eV+yvqsIuZwT05Mak4cceiF5nG4BhwOIiJNeCmXzO5KFHpuDpmRyTuSonNs2JCtHm2b7GZOgZ8VXFqlmrq1Op2NMGz1vTsjCbYtDvcEFqtjirilXyYXH3SjwmfUtLU5CTP5ADxMhvwOs/3O0wykV9899tickX2Si1VTPTMBK/bU6q7s8A0eba1w0qWsZcrmUlasRjUhW5pmzTjhF5VibInnu36ypzY21XFmSSpknkezTKHiIpZwVFFsbk3IG72YokxdlI7JbUiXmWRnEgI3ycFphRtmlkkTP1iAWgpacItXTp3VjXy5CQi0FNZTZ+pcbAi34ZpQtsQASD8HtWkgKj4kBcoQRGJwuxCiBVulwgGKHwEJXMEI9/wmbrUQOTWaBp58KYGgRv5eBjpocU0qpNLHdQUJ2jA9hiPLnhAOFqQZiAk8u6YRB7ZZWRBjiD4EMW4oOsVOGQjvSECSjkbAsnIhyAg+GF5IUcSyBKt4BJQoShEmWsq5Rdun32RuoSoJOpkwwO6xe2KqMCozLYlfGTsyIf8KJlsy4y5gLghHzt2WMeOHmSjPq1z515WOCwYX3WxLd/MeUqPfza7w236BM/N99x3vx56+BHNcsh//sWX9PPv+3k99elP6/Rdd+kP/qHv0fd933+jP/K9f0j/9R/7o/rLf/mv6B99/z/VP/6nf0cLiwf0sY99TC+eOaNV5uS18y/rrlPH9ZaveqsmJ7uKz1iffeLTunltWfff/6AevPcePYi+vn5GHdeamplW1W3r6tWrWmXDvM6B4/KN64r/NHSMjTZrx9zcvE6cOqlTD9yrw/fdo/bBg9rigLCJLldd6tRSXErK3wVNTKobaw6be6wndkX1K8XGX7E2JPiU2krQdgsd8y07mhSwjIRmhYZAnlnfBkDIoodr2r070dU6T/ebHHCEzTwHlKrXVbTr5uqKtvhWPzc/r0NHj2rQrrSeB1rmU8YgMW5LBqQ99FuwS8wAABAASURBVEQfUq+NyPa1DdDabsqvrGQBRqois5McP2yqlIZClXqW8VUyiBoiG3lLmJOOgKQqJVkCW4kMEvmE3rZsi0ASWCRbxi1E+FuSDdGtkG4VRDKlTLcqbuMj9SFEpNBHYcA0twQdFbRRAlb8VFzEgpWQa9y5YUKc5OZnFSyENoxew91BTXsp4kaelkWLyrYi/cpJKWiwLClpiKxwTRhUQC46mrjgosshD6gJRpAVi0SXATjNRr/x2U+p/5Gf1vn//E/089//17R87TlduQRcfEnddlKv01Gs5ROciElENRtUbKx9NuHRhm+x3JSO5fSLUWb0ZsqcmGwVm7eBxKba6nbVYUPvgBMbfzyv7fA0nlUppQ4DqKMWuEW8lJLanU5ZeBY5LU8Rb+3GDb3ywgs686UvaX11jVzJt5bsSrGI95mQsYH3q7baMwvqLp3Q9In7NXXsXk0sHFFrYlZVe1KuukQiTzb7PvXZ5uDiqlKVKuUsVVFe0og61ug6rRblsiqZLshgbLBrw3VSC95qOREfGOJWpFdZFZCZ6Cafym4OC7Hr9LM8wL5O2lpe00vPfE41h5WwyQzwHIsCEwmrUqas6NmAoGCGniQplWUbSQBo6GN8D0lhoHCWAxF6F4rgDkGxcKOwLRto2FKyqFemXpnGj7xy3Ics7ACFi7IGBN1AcGErxojUGBtsExoJWIBtJXgaTIawg6H+dBCeNvEQkKlxttX8Gj6TB0VTnyDG2oCy1pkS4IuFCQGikdeQaESE4UeGe3mEdBeI0tBhl2X6LdIKsRW/RjsKo96G8T6dJSLZYIXLEexCwzVhCC1LbJAirz2I8pnDaq1t5sAcn7USNksHFtTnyfgym3q706a9smJMxw3etuKP4Y4cOapT3OIv8s37k59iQ765qvg2/g3vfre+5qu5kZ++SwcW5jQ/PamDczOa59m6WyVtb25LlOWr3vHV+o7v+C61mTPXr91QixeF+06f0PMvPasnPvUR9dkMH3noEd1334OaYR4fWlrU8itf0sz6Df36L/0s8zZreYXNcW1T6zzbt5nnM3xvn6XsU9h2Dy6qDV23KX+qtBV9qaSU4GszPJK65B3rU7vdFV0sY0egDjf4siY4KfRBVxU391qq3KL5SCcnamEpmng4NqKfhDOaWPtyBIZLSUxXxWeHAZeAbV4RO92O4u+Yumz+m5vryqyL21sbandampyd0lan0sXNNa2QQd2qJNKwhnmqcZF1Q+2FGfsRZ1sC8KCggwVrv8uUPyAqE7ZUEIMsl/kj4koJutVqqaIdUkoIsaZ+eQgRx3aRExLHxEmK9SwhxytZamjLyRJeuEABkCSKj84Yq8cemYvJeEBJ9ljWPmLv8V+eyjI5RyV2I+ZXiYVdMR6qrfgp6r0bVeG8GwRRrCKPIkZijyiYMW+HHCi4Udgu8QlkW8IrHNh0QjSinWRbqeCGRk256gKKTYQFNtGKI2AJLDojFx2owOgRSq6BrGt83xpw8txYXea72bSOsjjM0DF9nvW6TJTB5gaTeV0tBmc1hNjkFekUIHUmXZaVKV+mfFkJNaWDt1oSfMjN5m0mZvBloYVudSbU4uRdBbR7ctUB2qpaXW76M5pfPMh3+EV12ez7PDOusljt3Lyu7es3NIX93PwBtdmoB9xI4vmMQqjqtJV6E/LEjDQ1rzS9oGp2Sa0Dx9Q5fp8mD57iBnFIvclFyR1tsrFubW5RrJa63SlV7a6cKrXbPU30pjVgM47FJya1GdCJ6kV7QNKsA2XaPrHgxgIv2jjav8KGFlHQKdqGBSFooydB5CIeXA0GrKpZnHhGnUiU35YTOtKtDY40hGMSEzEEAK1uy7YI8GBZwQqXgVu9EdiE4QPDCzpQwBgZrGwkeKkECmfoAJFBZqxk+j/KFDiKF3ITBIjyRzs5Ig7BLKoiLtUmGsRIOcSO9MnX2NuWaQjT6CkAGnG0ogZkVgOxGNaRYCiwz5bCPiCRueGjbDXljL6kyBoEXeJYthV2CVwBSfBDDFKAZI1cJs8R3eCs0vdhUiACNE1EiDE/ipuRRUHl5mepMadVYm5G2QLTfpnaZsZYHs7hxk64SKQmXpaTChbp7PBEvLGxrarVQW612y3Ff6zq2WefVpWqwi/zXF7TELHJHz9xQvFHZb/wi7+gqekpfcs3f7Pe8Mijmuv0NMenpGk29ymgokxbyys6/6UX9eSHPqZf+un36ed/+r361V/+Vb3//e/Xhz78YT3C9/xnOICvqKMvPftFvfzUR/QAh4TJI3dpdeaANhZmVHNQmD56Um/72t+te0+/Tqsra7pw/rxO8G07/gD42LFjmpub08zsrCbila/XZYNpMd4ZUQPLO1KX80Vvq1Zns6/W2raqjR1lLgt2pTZzf4rDRHdyMhpFWxwyoq7xh4eHjxwRU1GZSZVr1CJNxkKmX2KMZIQZWjiDC40sIjV0VqqamdxnMx8MBrpy+ZJWlm/q5o0b3OI3FWNomrwDot3USuq3rLNXLqlP3LpNnski6wI2tPZcDIuatg7IiANsbMIXSLKt5ifZ1u0uK1PuzNhpdJFKxlal/Cb/VFltNvuUKplfLvUd5SpFspgpbG03AsZjzOkA27Ik27IkO0I1rtDUEy5Tl8ZnOKmxgo60tN+lcdbGFL8rI05TyJEEAYnYjVETho4sqcyQoiGCD27PIrgoFNGHBVLBjUXYk7YaV2TkYVs2IEtgjRzsiAx8C6vgXUK0Bm7xRmcTOqk0ODSixgoarwBK1ciGdQuZi2RYVjpc0eGlUjWaAHTwz3MzXtvakbmpp8kFzRw8rdnFI1o4cFCHj5/SwqGjPHVLG2yErVZbo+crU6aKAdJi8x9mS7qWDWgElDu1ZCafVOHbSiw+qc2G3uoJRhry7d6UWkDVnVRigUndCbWgeyFjY9hmYVq/dlUbMZlWVtXmO2Sn0yn/l6gdylbz3N3U0RJlEy5FvePf9a7EweCyBsvXpI1VmcmZmdw7HGY21la1GbC+qi2eDAc7A8ZwpZS6tHlbXcrSYePfxHZ9bU3bHApIWik6BCKlBJ1Uk1ekmcGxqLRomyqhq5IqgFLJZuCzYO9wA4jyxiIRthHHSepNdNRtt3k94aChxDCMngWIR1ZiwCIDweS9RoeTHD/s8Np1+2zo711FECawbBdM0PjCN+ReGDYNZ1mNB2tUFqmmPaNwJcsSKMxoSzBZm/qoSNQ4ZCp8k46GzoYHjM4mHEKigRLtadrddrGmZWgSEiI/Yy8gVA47iCrR9kDoor1i7A7Y3AITReFsKwF4sFRwIgaEHViS8cwVkHZdSSDLIUeB342/KxvTlXiZMFZxcEQHIbDilyIvKARD32gVjTqUjCPbsNiQh2JuBwQNtNotbe/soJcOHjykVqetozwfx42+H/OE6T89NaP453fnzr6iT3zik9pkDv3O3/lNOsJ8bw69VocNts1t+Mbyqj70sU/q+3/wh/Q//a2/pT//9/6u/sFP/KR+7pNP6LmzF3Tp/CVduXRFL585qyeQfet7frf+9Q/9Z20wnxKbbMWmX3entc183monnrFb8sSkTtzzoA6ffEin73lIX/j853WTw3uiDWanZxSf6NqsN5UrxbzaYd5tbWxqnTTX1zaYxlxANrZkNuxuu6OJmWnNcPOf5Lt9m8NB6QzSijVr1IRrzPMDCwdKejFeA6IfhEGMj4BGlrGpVYcSKHJwHCwHtHMd9mBanxxqLV+/VtaOFT43xFN+6F1ZFWDmRebgtb3V1+WrNyS3ZNaIAqSjMRdDI9iSHwTdVHKhNHAiLzdgaPrfhtDIDelAAZF2wSWQbaVksAoEnVKijC3kqRGKlohKge2wbYBopTmTjCZ83qWCC7CNLECyLYm1bgj1sGIqLuIOIRfBviDt42BMIqDiRw1BMQsfgT1u4RDdAUI+BOzHDUJa2ioKExDKEYa2sQAItVsUGLzsCPfEuoMrFqRX8Lh+V7BLKCqfnOTd3yiCG4J0GmIUIh+WYSRp2iYMm+EjhlDA1dUbOs9A7U5y+40bNzfa1sycUqvDE9uSjp44rVP33Ae9qN7klJpbrZTo/VQlhcsxcA1d8rQctBrsqsIkdElm06/YONsT0+pMzarFJq6qI7d7wIRSh80dWYebeOjbbLAxSWpu8ts3bmqH20RiAZuamNICE7rb6aidklo2A7ZS1WrJ8PHXv32e/7Zv3NDgJpv78hXV117RNp8h1s+/oPVrl7XKwWH5xjWtrdzUJpt8wAbf1WJx6rPZZxaQATf5OP232u3y1Hnz5k1t8PrR5yRfs2GIAdJiUW2jT+TbJv+mn6TgLVzN6ARqnlJj6LOC4AcoiJ1r1WQQ7VdVpsUG5e8PetTLZqNn0S7P99iRCrkRjQVHQA6AlSMYgg3rEQMmR+wgIkogKWwCdAeHfL800rLKD52TBSMRZCBwFCorHHkha2hBAREnQBry1CkokhHyRko7aL8LtQhsy24g2jM57fLjMUqeu7qksK2qShXlbVVWAoTL9MMAqANKuxCTNnYS6QLYk50sCZFS4S07ydCywiscJAu2Cm+Yog6ckIENbpTkIdwQxbQjSyqNAI+mMSO0LdshaqCUEXKIYwzAjflIIOZz4D3IGminv61UJU3Pzqgz0Ss4bu2vvHK+HF6ffPLT+vEf/3HFfxvjgQcfKjj+Mr9VsfAz9qfaE+q4rSee+Kz+9//zH+gv/42/q5/59Q/q0GNv0OS9D6vHJj1/+iGt9sVngb52treVmRNnX35Zz3Oj/yN/4vfrS8+/pM9/7rNSNS0x72v6oc88KCVOldLkpA6evl9m/sxxe//gb35AbfKf4Nm+PBHTCxV8p9VRfHef5Ht8/BHu5PS05pj/C4cOcRE5pHnwxNyMUjfWkrbMOmMn2VaLORlzNP7qPf5AsEqpXFZqyppjXtG2TctlhnJQ0TVBgwWgjw1/QMfV2NfwA+ZsHJhSq1KiHhX59DgQHVg6oJmZGU2yPjlJ5um5ph+q7QFtVOvixcskmNRi+ifGoMJFlqQZqGHJ25gB9bBEI13oqRQIJWGh3dBNWIQyv/Aq6e6LLRvtEBJtUVWVAjuiDmGcJoKCbyAPx7yReWg9hnZFQQRQj6IOOqAwBBm4s093Ft8egbo1pqjKhGq4O4fjJw1ujaL4GnPjRRsT7ycxMvHsEkpg/Rc4Yzsqp226dtQ4KPBJLj/IPe89ckTlYcVvVY3kI7uSemRopht4s6r1meef1sHZBU2wsfU6bXXnptTl+avDRjs9M8ukOqjZhYPgJdmJyUipKKtwfU6rkXXIrUpmchobFVxJBmQJPqWWcqpUM8DU7iix4bd600ps8GYy58QkJc/gKw4ANS8N61euauPKZe1cu6Y6vsezUFQVNxZO85kNmZMHm2VWm8Wh6nalijbk9N9nI9++eln9q5fUv3YR/Ir6V15mwz+v7RtXuBGwwW+slY07nva2udFsb2+WBWuHzwDlDw/5hj6IP7pRq7uzAAAQAElEQVRLLbVabe1wyIg/tNnilWDAq0DNZA1c2pjx1mJRic2+ov6Gj86ssYu0ag4Hwj7kLq0hGaLOfcxq0k/qb2+pR7u3yEu4uBmKBWYXWGgQYy8gMpAcPxKyoazGQQt5A9rnRibCxm64IdpnN2IsQwY0ecYfIZVpE5FCnJBTqZCxPyiACGVBKAtN2IRtSQcNfJQ8IwtoxAjDI7MLISVL0KYtE+NlHGzLtsJlBl9DBaciT+jC/v/H2p9Aa5Zdd53gf597v+HNL6bMyHmSUqlMzZIty5aNBgsbj4CxsbFZFGDoxg1mLFjd1VVdPazqgrWqi2roAqpY1dVQ4MIYsMDlAQ/Ig2TLkqxZmRpyzozImN/8vune07//ud/34kVkZEq2Oe/ss/fZZ5999pmH+15EVSdVPJOSvfARVekzCOcTDlFClfSImGPi1MuVgAVPc4fl1NWRiCgmWqwcX0KdHOkkFToUKo5sbotwufScbSj8RTAXW4gv2AWTF08jl7CwjoJgDgswNqBbjrPR7412CVsFC/kyt90pZT/2xjfp4x/7hP7BP/zvucEf6nu+97u1tLqmKRtXhVzN+PV4XmEe7j13Uf/8//3/1d//e/9Yvc2zWrn3ft3+8Bv06cef1kc/8Xl99Lc/reeev6wxm9h0NuJ5/FBbHJwn05Hcbtv7u3r9W96pp1461GGsq+7VHBwa9Vv6pEUkQiPsnZ1c19u+7p1a5kWxZfP92Mc/Vm7tPdYH2+J2q3s9LfECsMYmunHihNZObKi/saq8OtRkqdKolnKVVKdKFXO2mklibZhx+Jix0fZI+8qTX9E999xd5nBmHmXaA6nigzBofAOkIqAKSN7YF7KYTZtm+WafWIOWVli76koT5vYul4UUEsuPBlUPNY1ytJpNx2pYt3zQuHDxopJ6GrSVXC/rjaNuzfKPyzC/QKhz4Ax0ka8xRC+ecjp566ZiJRIRSsyriFBgdAT4CKRgwsCRFCouQnggK7AyClOK6KiIDqu443Rh/K6C9NWlXcDXIDZXlOf494NcYsg/IpQchDoXsaC6+NccYhge8Wx1YBUchEcqszrHYPVACWIJXkeHEoKOG5y2AN3Cra9v6hNPPKH6tQ/psB2orgeU1Gi8tyd/ux9xiz7g+1NbT7R5YqCVYVJuZ6qYPBULQ8vmJUZhMDiUKICyOzswiKg9yRJ8JQa4KvKHAuEUtRIbfEWZqUCtCIbSdKLJ9hXNdre0f/mC9tmwWyZtM5uq3++Tp1bLopAoP1gEemzynhgz0ifepHmenLHBBpPwYDbWNs/u25OZtliULvMt7wpP8Je56e+ODrU/nWmXhWE797WfVnWQhzqcVUzeYEJL1uMFp0ZXSkkTNuN9ng8bDhyYqoaDzoyJ7vKFS1Q2wF7UK0HRPhlbRHP4xiPiNAB6p2ppx+Apn1JK06QqtMpillKQVqa8NajozEl0N2pQRGhfGJRlb1sC6Yhw9JXB6cBCKsKU4RWykBQRwl8XiI40Mj8Cik4viCCii3vBV9l4VPJHwBcAjggF9XSbRghXAkXEESToAimpyBVckV4pRxls5LPv8hQZ8gRyVUqq2bx6VWKshoSXrredKS2c8wDHooUsWbqMJS7T9K+KyypZEApswcs3OIrtcOHnIrkI3H/FBDNI8hih2YSoogQwnXYMCoeMBR/jR4SSgh+VZu70eMw0appJ+UWxHrfMtROnderUPTpz+mE9/eyOPvTh39Cf+jN/XA/dd5suv/g8Y3zG5jdjcz3kZetQNRV58sI5/cBf/3H94uVn9Q0/8gN68O1v1UP3v0Z3rJ7QGW7hp4eVpmzq/fFVvfl1D+hbvuWb9Uf/6Pfpz/7on9OP/YUf07d92x/UO9/1Lj314nk9+Pp3qM5TVc1Y/sejkisCNMxf9ltlNua15Q099shjes1Dr9FL5Pn85z6v3e1d9VkbDK5byxxqmXNi/qSoSlfWHMLrSauaC0oL3YBpFqV+Vn95qOWVFT6F9XWVi8J999yroHMmHOZb1gdRvtAlu6AdATdmRJijCONAxBt22SYZyRgOv+px0eAAMWETn9E3/ZUlvXT+GW3tXtQBr4K9aWj5YCIWC13gxfRimmnl3ju1R5lVWlKeVgoOPJ6/LY3gtQM1jlKvrqxMOZSmFjOMi1El6GKwVQC5iFCibgWgdYPr5G9gOWI5ICIUESLAB5BUXAhaxUEW7CDieEzIdPGIDmuO9Ht089JfKTfaM3A82aOjzKpXqijCN2WB87vwZHbljJwLOkotCaELi3gxg8jCioB+pcq4w0nGd50NgQaHHZTBAGldnWyhkPEEX9CZOOCCgDhqg4UMCo58LpvIxa0dTW87q6Uz92l3byyxcXmQzg4P1LAZDutQnxvC+S98SvXhtipuSkqhxKm22EE5HmQRSUcum6Ie3BYK6TYhPaVaMQeVCes8FcJJwaRv+A434WAxvnZNe5cvary3o8noQAd8W59RTubWHjzhDdkQW2yIKilThnzDv7qn7aee1wf/6U/ov/1//tf6b4Cf+5c/rYvPn1f5rscLwS6fAfZ4ft+lbrtM+kPyjnKlSzuNfuOjX9LP/vuP6qMff1xjJqtP6v7nd0fc4P3NMyJoFhZR8k84jLg/IjCKNi4hExmTVCmwqe2ABarhJaDlQJABkSmczmLTtlMFAyQ4+de9pPFon3ZYLCy5pCXkvTgmUgKgKFRkKIOQKVxJYNsCEm6OoLx2WNZQorKYKLeLOXSawbQhKOZ4XEXcOg3CWYfBdiX6tUpJQeUjOomIKOWEZdFWMCotm0pakgJQKGIBjpud4AFF53Vc0dcpVUrwkdKtXKRQYlwFMlVKKhu9eUlymuYu5rhDjNOMcV3kKOw4ToPVRaiJ5LwGWlYBEbSlIRExRMBE0q1oynJ0I/0mk+DrOrt0+HjTzmpwgyMFl3GELqmFxgiXRV2cXuRhsRuRjBxjLTMGK+blIQfaVgOdf2lHH/zgL+m//L/+V/rZf/ezetPr36IrL11VzcvZydvO6GC8z9w6KDZt8HzuP2/7+//t39VpbtB31Ks6OU060VQ63esrmIuP3HlGP/6nf0j/6L/5z/TX/sKf1B/6g9+sBx68T5ubG1pbXSkH8UPmx9Lysna4yZ6+/awC24PxHuVQa4Ol7B1MiWokVVFpabCkO1iDHnnd6/XFLzyhz3zq0/JhOkWSoQJTdeRpBjboBCrzAnVMHxRWNEOlmbgEVH3l/kAVNmc2/yG6KbDcrr2x6qgzUIJ3O4Kws6MiFhgupPvB28sCMEg1l4sWPVPqVfUq7e3v6PEvfUEXL13QNp9C91nHLm5t6dlLF/W6t79Fs2FPLW2uqCXak6cBzMB4dHgNPQKKhFt6/Kg8eEeeRExSRChSKAEVB9pUJVV1VeJupIyGTHvn3NIuDe3TSvSDAkSaAJMBNm09bueUEjqSIpIUoRCp2Ag68gE3wmGGUgHhIoIQD44IBTo6CAm9IX7murpykb3JU+pNnONRt8jx+IL2yFjQ/5Ex9cBsARhPJHSjc3wBJcWRQny1IHcCc9RFutDVdAfS9IWxoAvuRrvcyXKHlg5056KIzlaJQ+u4axVsrmMmwzbfyU89+AgTn4HBIPU3pH5Vif1HFafX0XNP6cJnfkfPf/4z6rPZKhIaQ77RRoRSlRRB97kjAdvUsuhkNtIgHpGkOUSqFQz4IJ6gk8jH4WLGAuFNfspG3/IUNuH5b8ZmPAaaJK2ePq0Vf487eUpNv8ekzvKfsBzsXNP2M8/p6d/4bf2Pf/O/0G9+8EM6vHhZzcFIuy9d1uc/8Sk99+Qz5cYy4Yl+5HJ43vfN/ID4L//yh/SP/vuf0C996NP61Cef0W986LN64gtfVIpQXVXqbh+tUlVRB6mlXvv73QLp277Bt43sGwd5IqgPdMvC27hevBq04AyParCwBTUW+gEzGKcVh6f9nUtqWDhUeNHJ0Hbe7Gls2eU5kR2ZQ0QUqgtV8ulVnXMbFkLQ2KC5busJtISTSTKKRdwRA2VGhFIkVanDpmEpbtYVgmcIJX6CPBGhACfyRpiWQEopiZgiwHOw3sInniwkJApW50KKKIHC+VOlLk+oqoAUSkBEFDmQIHTk5nXMtLV582hpjsIiyEy+fJQgJQQjoqgBgTs6ETGA4GUxEpCc+xYMBLqg8AFc985TCo0Ms4PsucvcNjaU9Pn8tpg3O3aMMu3LPMPIPq9eL52/qH/xv/4r/a2/+X/Sv/7XP62dq+d1cqWWf3flxMm7tHb6Ts16lTJKEhvEgDk9Y4z++q//up554pLaCwfSF19Q+8Xn1L94Ve9+42P6i3/uT+lP/sB36z3vfKMeve+07jy9pGayqxGH8NW1ldLGIy4G/g+mam69okJf+MLnqYvkmrrNuqoH8Q6c4nJr+mydw/ttp07rbW99my5duKDf+s3f5BPDqKuypFQlVcjVKalGd1VVqqpaVYG+Uj1UVEtKvTWl/jKfEvbkP79NqdLh/l75E7+WOdkyfw2ZthLOLQ3S9bk150SYXVq7darjgJ/uMzjVtVr6Z8pL4vLqqg79cri7refPv6DPnDuvn/zZn9W/+bc/p8377tKLL52XqiSRj4B8VIsDS4sNtsPgfjTOLmvOFy4HsvO4LTNYT0RSMqSkiraoaYcE7fmXyyaPJuwTNciGOV0Gi/W6HECAzYoU6vKHStwFUW4ICdNmQgsGHpRRBUCZbYhgxJNYbIYfgPmWMia15EEj0Qzc6GmhY4w4Rh8nX57veOrvm840SFFyrJyIuTHGkEaaV043OxLjWBrRmyXc1wWOJ7g4DwA3TkdD0QHHZW6k44ao89zAOBbpR6LhQy9ub+vU6x5W44HCBukOSXWvbEpTvnNPn39G61XS5avXJPL0eRZ0c2QOCo5Hqgtf9HCLbXjZZW6tmUHnai94VVTySM8cAlqevxpu7C3fy9uDfb5n7Wq6fQ3Y0mhvh4m6ozEbc7W8rMHmScVghdv2TEtrGxSbtHvxks5/9tN64eOf0LXHv6Q/8p5v19/6C39ef+PH/4b+PM+IH+Dp8es/8B7def+98mcJf+trOcgMxlOt8B3vpcef0grPft/xzY/pu7/xdXr/1z2gP/CO+9VHRtd2NaQ+UxZAf8d0O1a0Sc0EHzOpy2/h+5MCC4fr2jKRmqOFBGl8RCjCrZmpcqZvAeo945NCw9O9gWcVRR1SasFJOSFPHi/iYR2A9WuBS4QAGcLOR4e6sIuU9s6pY90URgR23cRUdAwjQ4ljS1HUJTmMwhdhsNAYkgKbDSmgI3TkbiCJkBYRigglj7VIRQfRwovo0gK+AONgvKSoVeTJkygrSYoIBwp+hIsIQhV9tiMRL7JVV4bpiCCdOHkiQqJ9Mn1M10HTN5lGxsu8AvDkJJjzNMvKeeFLoQgDVEhMJvRneJAyA5w7EM4qRJx1l9jChyIAygMtmNdxyXQ9KoUoxKH8W90GBpc6aDRhLu1ceUFPffEj+hM/bA5l6wAAEABJREFU9H79w3/wX+gf/e2/pf/LX/tzet1bH9XaQ/crsTGdPnlat526Q5trm1rmBn/+/Hn94r//Rb31XQ/rx//vf0M/9rf/M733j32HvvED79bbv/Ht6p0Yqlrrq7/cU8uc2GPN6KWkU5snxGmYG/NUY+aqn/97vb7uvusevfjCc+pDN37NCnqNOrrNDQEdSvIhOahNTR+vr67p9jNn9M3f9M26evmy/v3P/bwunH+JdahSrx7IehNlxlxXSrXqPnZVPSX0JZ790mGra89e1jZP9vvjLe3sXuXAsK8Jh5BmPOYw3ahlznpNNbg/jHPZeFs5Ljv6KSLked3SBx5Phc2BPTPPKU5Vr1f+fYY06GmfwwRV0Ic+8WH9zf/h3+ljj18qfwr44Z/+X/ST/+wfa2N1SVXidp0mrAONXF62HZSbGVS5FDwPwyXNATtMZWyQgUhECK+gLVKqZKjZ7BNxKaQyrqUW3a3tdT7rAWd4na5AHbKyC5U5k8DoiICP1zEX1ltAcjIhPmQX0eF5AiiuAzojQsLrq7j0VdIx2LW4lRT8AG6VdAtevMyaLm9pmBvk4ygW0dFxc94uK3IhMSoIZZGIAIVESII6AOELl86gQrDpdAaAWBV88j5Sp46yGFk637E62ko6Csku4QbZeZqRRRs2umeefV69++/ju9a6wn+XyulYSvLf00/ZcKVK1XBJ9zz0oGpO6xFhq9TjJqBI+Ap10ZnNQDIR2J7Z1IQVHbSlxuaLm2v2TZeb9ZjvWiO+mU8PtrlxbGu6c1Xjrcts8ts65CAwPLGpjbvuVn9jXQOeB3vLK1o5cUorp25Xn9v9jPh0dVkbD96rkw/fr5Xbb1dvZU29pRX1V5ZZCPrY3Jd/wTACO1PWwXSXffyaNk+t6U1v4/vg6+/TG972Gt332ju1eXpVK+vL8r/KtcdT/4xFylWaMSmDSRWplsBEecqfslC5n8SkAjj4UG25yt2YCUVEidNA+ECuJQ8TfSEI15PMbSYOEZkJ6yywlQgwl5B+DABv3TCEVqMCcTwWhUVgYdAxH3GUCLejI0IRAJzOR4e0wPMoY1iGEs2KID1SwaHFT0mkvgGRlKlBnsspBVLOJ5FNSVKEoUiJZCKSWGgy/WQQWJEURz9Ssghxt4tposSkiFACFJKcAJRoSJEIJAXINx5jYrLz3MgQOZNYMOabgfWCl6HpYYEKIPIyHxHoBuYpMccLVMaCFb1MQ5BvIWUcDm4Al3sDg4h5SSEPiSBexk4rpSbUa2u1k1qba7frHW95u/pJGi9taLp5ly5tjzXbPVCP79+zqqchB/Y1buNunwM2wrd93dv0I3/mT+l1b3uj1h88q9W7Tmrt1LqWB32dGqxqbUyfXjzQ+MK+UttX1VvWEnNtxsbvzdy32qhqJfrNf7O+wsZds160TKCWzRFTsFoF3BwLkB0Rt5N/u9553vu+9+mB1zykj33iY/pf/uk/0Ud+/Vd17ukva/v88xpdOcc6cUmHV8/pwpOf14uf/5jOffYjuvDZ39Clz31Y+09+UoeXXtAer4Pe2FJVSQnb6afMvGuZvN6887xMY3pdlm1J9629pa/ofrVzmYgodjuMSJpNpur1+uqxBmbV6vWhe43e8KYHNKKiq+vSQ3dJV3gNXecgMCgmoJUD/fHxZHpefZtg8ga4ng4V15NsQ0QIL6oGBO2u4hgKPnsBuazTrl92fUqqA+xw3ILCWIWUKkUkBT8COqwbXRClwEy6fQcZ5nEgeuQDkXQUWxBH43bBmOOXS84TvjpaGHALSSfdgt2xjid2tBurSxPGSw4iQnZdaMowl6chHVMnKIEt1wEyHQEbWriCcjd5M/GSnw5BrkRLHArv1ONwnIX48SRocwyQ9ggzdtVBVgXvxSeflng2Wzl1pw4PE8/zbJA+nrIZp2aqmqf9pfUT5c9ZPJn971oHk2fEhi1weKShp2Vjz0yU7Fs8WEA2r50xiBsJ3LB5t3zjDp68YjZROz7Q5ICb++41jfe3eArcZYM/YDMeqa17Wjl1RgNmzZgN15utXxPaVEuc5FfP3KlH3vnNes2736N89z26tNTX07wQvMjN4vLBWPujhs8RM3nDvsYNZMKhpuZgMJbgjzVVI//CXrU0UO6F0rDSKE90GI0u8s18n0YKJnMCxEQoQH3reXzGaXkBU14IWM/UEOA1tb1Ac2xRES5b53zcuEsjGN7ER7RFQxktNF7JAX0lhLw5kbX4MmHR4aSIUBTuf5zAujpw6JIprZRVSqOsju8UIvhQRJTCw3ZChYLQHlzq5gWWOLM7KikSYy6FEjgiinRiOUolv7WYcptUygEWgJzI43ID2cAms0o8JCsJZUWEQhKIAA+BV8cLmVZxuYRHwTzqvrHOBd/swqM81C/YXxN23k5QCnWu6OpIwgUXEr9IiyNpmF/FB+k0K2tGLsCupGn51+rq8vs2X/nKs9yQz+qFS3v6+/+/n9S/+oVf1t7F8+LqrQnjtd+vtbQ01JQ56d9F+b7v/36dvv02zZgXY16dDicH6Nkqt+Nr587r4jMvau/yjuq0pMrP5KlfXvn8GWyL+bXLd/mWRu4xb6uUNBgMlcCZdaBlLtB1CiaHbXZ7RgS1zTR5VkSSYy3pfmFY4yn/gfvv1/vZ8L/1/e9VjzXlk7/5Yf3az/+Mfumn/7V+8af/lT78739OT37uU9o696wOr13UiM9f+1svaVA3OnPqhDY3NqnfMrb2VNmmqqegnEx/tj6ccPhomZ8lDk8hCZsY9TYVE2EQF3kKeOe3HJA51CNQ9K5vnpLXyBlr5X333iWWEbm6/p28Q9a2yhVmHbSaNgndlIAO2WUHHRwjO4YY1TBpPhcFEIcXEcIXqKqkKiXVNZi1KSikxc5Zm2UTW8rByy4iQJlh0kowWwRAEnyKAUtinhGVsDnQBaGQHRIlAZo0ipCYw+USShyFJORONqvDkqLo0NfkaJqvSe4VhOIGvjvVlcs02w0JjhRRUmyoKwW2rJMs3uWFiVxEKKIDKbRwpC7IDjsJOSkVqWRFbpjomqYLu4afs7t8hG5MrJGCdOczkE9OKNrUZQctfF7wC8PCJowpmXwZ6PIniU4d9mpd/PJXeAa/qDsefYe2mzVNeNquotaYZ/xmzIbLgPATWX9phQHcMlDQyeBK5K17AwWneFvYMhkzw9hGNWzqxpnDQDMZq52OlKeHZWNv2NynPHVN+KbVsqFm4iNu8vsGZC7nsfLyks7e94DWT54hX1YdlWYcPBpsGY1ZinKtNg01qtaUbr9fd73rW3TnN36zbv+6t+u2N71RJx54UKunzmrMzGqpS7GxqrTF5v/S1khT+P21E0rDVfQMWNqWOFBsavPsHTr1wP069ZqHtcTrwHBjQ8OV1XJzGfDE2QMGHBZqFjFR78xAbmnTNou2yZoZKzPJsmYsIphLLGgwWoYZ68NQRKhtGjUcFPocWJRqafmkJok6MggCa0BCTJ5MUuiV3auldbkwCRvE3DbV8V4WWo0LBEcQLAQyefAqNnT8iGDoJEWAZR4CRhgdtIUKrwszMo7STIoqZFzzqaKuJLpD3vBThBI/EZWCNjAIvACnKsJeSRKtB2TBktvHOEhIIdLND/lHuAWGfGUfL2+bTL0z/ZfpWC+WLX2XHaclF5sDuYjlV2zXtkst6UgxbwitF7AxtlvF0lBHq3MlHVnHMqUQ72JE0Gk23A4RdlyHrSK1mnFYbWncX/3wR/X/+Yf/o/7u3/7bet973qu73vCodi4/px6H4Y3+siryHh4e6PKVSzpxclPrG2sc9A90uLPHjfiKtnjOv/j8c7rw4nMa7e9qmpl3g57GHBBG06m2tnd0wGeunb0DjcYT5smaKubFbDKjH5LO8Aw/aSbyjZ/Kq0pJKUKiHQlVs35UzCHRxj68VVHJ1Zuh2/Ge09iQA7h9c1NvfuQRvenhx/TGhx7TI/c8pNfd+5DuOnMH5ZzV5pmzWr/jHq3d95B6d96tWF1XrzdEXQCJuZaBVqXvKL9hJ7ZdJe6+dfNhWyTLZ5UDOnbNmMBT5mkoqeawQFeoYR2qqkpj6sw0Vp91sTdk3Wx66vU39LYHTurKtvQkXzr32rFaUVvrBlpIRYJjkCIKAwytG53LymTIsk2JxFCQV0DCTqaTqghVKSkR79OeiXgraYbNDbaX/DkYgzDnPrtepf4N/Eyb5IIzeYODg0LUVrRbdDkwJJtytACxcCnGBikiFBLQAiouIrArHcX1VVz6KumvnowdmhflyaviCrNQ14M8lzrOySXifDRFoR3EXDIiHFVBHVnii4D2gXRCIAMoiItGjILdlB0solmRhVTuALF4xdpHGUClWRFqpRIvOYlnSjGtQqOI7zaCZ8g55AFwyARquEnWPJ9/6Dd+TSde+1rFidvEjNCACdsyIIINe9jrYVcw+EMZfTWbe4uFqa4V/ZpypUz5yoQGTq9iURD5xaRiZqidsMkDeeYNf6wM3Yz21Bzuabq3rcnONTXcIvbGh5qyMd9+74NaP32bvKFWdU9LfKf35Arq0DKASxHBxuiZRqMdcIsPbtrD1U2pGqg3XGGjv11rJ28juiReNbXHAebkQw/rLd/1h/Xot323bn/0zbrj9W/Q0m13qre2oXppXWt8t6yX11SxEEY9UGIjjrqncBsYoCvq7z/rczvMsGXiSUV7zKgvXi3t26hrE1pEJMkucxBqaQ+PJ0xWbqVe9FQnYOO0Rm2UvOHEkilJCSgtbA2AFQIBGUGIh3x1j7zcL4ZbSEYEpUVJCSgTEWHU9asp6iTSIuAX+6xUnYO0lXFMPyzlSEAUEPkiQq5OYjOquQ0kFgv2fOovBfFASSAQFePKkMCpkgwKfjLQKhEaQoICIhQREHiw2w+k4Kd4R/TKLkgKOiPRPxVtnaA5iallkDWAD2WOi3SYNGUGtQVym5XJ3/V2IUpQuE4A8EWmpX2aObRwWgp2s3ZAJLKyWHyxIRuwowU8XgQWPENCBmk0ZHVplIDeQvMa1ZIyw4rtw7GusWl/x3veopXxl/TDf+gxvbR9yGvZqjQaUp0s/4tuzjfgVWubz3Qur05kpt4zDucV/ZLbqVrmc92r1AOYqJow3/zde8oh3v+6pPvo5JnbNVhaVURoMhrrzjvu1Mx6ACxUikrh9iIuxlCqKtW9HllrJfodj00zTfmMcMgl4OAqh41z57Rz/kXtXYG+ck0XL12iTtu6ur2l8WSipaUl1UPm6aCDug9m7GTKaYCMLZECm6RMuS0bXGYOup553mYgKkxbErZEGtLd7xisChthy79oGBC23zr62D3o93kNmahKtaq6r0MOOHvjsR573UPaO5S2tkS5Nb1RAQm6UhtJUshhAltnkuYUmIYKbBBAE4FateTOCHq8ICiqg6BkmurJ7eb2NEQEfRWs1ZLHWmbcZHShQgbUo9MhUSs1kEcARSgWP8R13KHDuSwuZArN2HCZHbSwzdXcmW7nknPWEYSPivYAABAASURBVOpqfBSdE+bOyRtR6Rq3xo3sY7GAnkOxMFFJV9BAboxHoHhLFYPdGkWnDUWO1JIVfNwXkS7TMXZh3BSHd0xBBPEiscBdGYVF4E4puqG7lCwvXB1dmDcEmViWdc0B/RmejvMWdLEjiLlJkwZsZnVdqz/IevbLn9LO6IoefvfbGCi0DYM32DhnPEc1nNo9uIVuBW1oUKhmcFd1r5NnQClCnkQNh4OWSZVZHDy5xAIZQMvtvvXGXOipphNu1gf7mu3tyf8q3QUms2+1Z+97kA33NvWXV5XYVKvBkAUjFKnH4JUglCOgs4JJPWOjrZh4S8gPOF1X5MmqyvP5ytq6pmzGu/uH2rzjbp198GENT5xRwwY+w/4dFsNlNvmN227XKgeL1ZOnNVzZVMusqiovQhVl0V4JLDB1V1UpkWY8YzGZtq38N7XGU9rBi2wbbqfAVsl92jLWMrItssayrlaq0ZOilj9T7LNw+YAQEWQCZMhFh+Yuq/uZR4vEgu6w5YEuUkJrIRs64dsDJeEVAhd/PcnlYegRw5mzIgJQgRRgqdCyI95FAnQdEoI0C80WqpIKpCoU8FN0OEgI2jdSpUgIRUJHB8IFFTFQGWL24aBABCkAGeQnxcKcBxHX5easgswtZTPpUgqFufShx+kR0GdtGc+ZVNqDuPu0gODRtyTc6AubwFyUWoScaq17Dk4qQHoEgXUVBrVDpuhHhfMVsBLs7NYDBLPzIGuStOwtoeRr1Xis0XaH01Y96nXly0/o4m9/TPu7DZ+rsl68+KKubl2T/1nZ5dUVBTI1zyxTNu79/X0+oR2yn8+4Gc40GC6pxwaa0T1ivo64GGTWBbpOEza2erCkM2fvVB+5hnait+RfzLvzrrtKjTBNKarStpk1QOix5Ym+Tqw/db+vxDymGmq5fMw4JBzu7OqQw4RH3sAvausbGq6taWVzUxO0NuS9srOlly6+pK1rVzh4HEisLQ2vARPbCIyBKTomgO2ZULcGmUzbCKM8FxfQ0KemZxwECk36DFnbVFcVa11PFWOyrJf9jl5eWtYya9OANdB/njhD7xj7z57e0HIl8SipmnaNSGpZT1imXKwi4uXgguAbFcj0KzaASpQMCuoNFywgJELNXZpjwXOejC6yU17ugLzZjJZjAxgvt4OxcM4j8kBKVq1jjvhCTiaIH6Uep4+YJorGThUkwxama5CwZF6LfGPm63VAtHjnMsyzdBt0SbkpsCKDFZNEgYQv9+jq6miBDmzDEZDDXFDxnUZRiVCXr6N13JUMcZxTZM0J+eeGpC5S8nTkrcLSUbdKmPMCHOgG3eSDuJsR8M2+QMXJecbcaDRNYw3yjj7z+G/q/m/ihruxrtzra4lNMqXEJDqUn9H6DGox2P1kJVXqsaEmT1AawaYHpWQm8dECyYaeC7QMdMBpPgSwSEy5LYzHBywI+zrgCdB/3z5Nte5+zeuY0JtKLB5N1Vc1XFbDRJvSGTMxe5hUfh4fTaaqsdGnVi8WnmQtdnhj94Iz4KSfKcsDczAc6t4HHtLJ2+/QEk96rRILWKNTt53VxonTmjC5o7+k/soaT/1STrVmTIjG/EgK6pwqJnevr0T5BNypxLLKoMW2jIztmMGZUceGdmjphxZ+Nibu9Ja0jN7syZID04KFoKcp5RywQB1Qp6bws8rQJl+EWxXia/bkLZnBx7JSGpagxGWDSuRYulkFSnnzBNtLnYoxgb4icFNgvsUBvEp2FUodrYLDC16SaC5V0FUVKgCNRyYAKUUCAxVQ6CAekkIRYQTkjpauY5GmztGEHUEYEYoIqFv7RJpTI0WRS2CvJy395E2hYXU23bKI02FFSUsbtqS7H7P55mYHKjp0zBUZ5AtG1vLO25qGb9GIkPCauyKLvlIOfdDCN6/0Q+lbc2BqDnM9jlnO4LwNOiYE17YPVLcDfefb36P/6e//E735bW/R2m0ndJUb8xJzo2Fzsl1TxqDrP+j11PMGDPY/fd1nDkYkNYzTZso2yyvgjEPpiA20Yj54Hi2vbiixFngjrGjDEZ/87r3vPmXqVvrUxgEt7RkK+jlklyjDIOQwV5l2bTkMhEKeyyduP6uTPMWv8Rlg5eQp5vBZDdZWNVxfU4+ddMJrw872NW2z2e9SnxGvEjPKzrMph4apGm/u2IxiRYSLVCkHyv07Q25K/Tu6Ww8bDitCtKoqpZTkdnGbzpBrsW/K0/2E+k+B8jkRHf1+T0sry9zkD3Rmc00by9JDD5yVD1mBspb+bskb9FVQdkQoYg6OCxq88LlYSQz5hb0RYYYyKMIBUZCUya0Cwjk9H8OQVB+N1uWhgy0yTT6niZwRQajrjrgjRQ8EuZ3lKIdIjwhSvrpfSFmX8+WjfIuUTkfq0CIslhIp2cD2mMEzoCvs2KsB9cNglr1FdjNsPvGUQ/GyzOguMjcmJIxlmYeJPc5kINZ5R+Zmo3ehlFJFNsnJhVBxmXI9kIr9mfIKV4oI+UfHXCfXMRClLi6AnEQ6qksjY0egoxCUIdkmQ5Cc5EmaoVRJdRzquWc/oyc+91uqNtfL/7RUMdk9OFOKsjGO+Dbe3UArsf4oMbFtT5QCRCtmeYFxHk8WT57Wt3qDmERsvFMWiYlv8jzbT/1sD91Wqdyw3/D179IGz+j10pomOTGRV9l4Q030lNloa24MszaUen0FZY+ZcL3BQBMmZm9pqD6b+4jJt88C5Grt8fx37tzz6vO0p7qvF55+hlvCAfqyvH9Z13BtU32e6hObe5NDqxsnVCNf9wfqDYa00YCyekAtKlwgR8KuVmM3Qq+v3KvVJGmKHbMQNaUdkGmBBmgxJhvoI9m1DhJtFQoWykNuMAfTsWbUuW3DiQWuUyX6uwucGZsiBSU7azgodORC0l/g6PhQxTspm+X5ZFy4BCTgIYSO4wkqjqJkEMqtMhyBTkQKEE8GslaMt4o+79VJKYUiQgSSNURSpIpoSPbhABKcbZhBnYsgDTICjFfJoM6Z11E3hGZHhCUFAkKJ8rpbW83ho5JdS996/C4g50XtpUxakWlb2jATB8yYgyXNyeS5Di393XLTbpRZaLN1IBgRQkzmOXt2pCMIM/pdHoLEOp9FC0Ga53RjovijvNBHnj7YTdJBf8iz95Y++D//Hf3kP/8neus3fSu30WX5b81nbPCWnzJ3Rtzm/SSfqZuCjLSNX0dmbJZuowrelI10wgbaYz5u8go24GbrdnKWmnmWRR2BJTbi0l3hOmY2Xo7AKZQSeoUDew1RiLZpjOQ1Jxgg1j1YWeGgP1TNvDY9JN7jE8PGiROyzO1336U77rlXG6dOa8A89L+g2WJboKmqe4pUKZeLBropNyivpUVbJn9L+7u9uoNcQ7/A5QZf6sFhxGuYN3Zv8j68mD/jAGLbHXf9/UvJYzZ581v69JCXz73dXW2uDXVyXXr9w69VRDeeXJYhUX73ItP1WyikMOhlzvKWchsWbIkiS3uSJRdaKjqpU5R0KfiRHWPJOjCNdoBBB3V0VulflDqdFHJ4XMHAPsePA2rQTikm5glhTPkRQV5Hfv8wHxVfi6JbG7rI6dRCF4O7WBfCLQubYzeBoyTf0ocUQVAa55ggZClCOJLxXWeYKKw5AW2PuJGcZ0EXhoMbRc2ZAwnZ4OYBC3AcHJRm0ALP+cVMXXeMfQX1Tk5vpaqa6guf/7D2Ll3QZHdHMzblUZN1wFg95Pv2tfOXtcKC0UdvQj5UK0WFjqTgx4MmM4FKCVSk9cBi81tMKm8CLQvAZHqo0XhfE2712wd7mg76ev07vkErp86K3V3RY4PlFiHwJGom+op6y6uq4Y2ZhIcsSBN0H7LY+KksM6E3Oe3PKOvwcF8VG0iDEf4uv7LBUx+j2xuqF4sDDgGDqlaeNnrhK18RRsi/aOib/pRnztmsVaSeUtVXXQ+lXKmPHXDZyLNS3WMjl9pIbMwqtFiYmpQ0oQMb2mFGQ88iU9NQS9yQjbNbKUnQGVnv6T4IXN7d1/64YbHTTS6IG0C/G+8sKRQR9E9SYFuEvmaXkVwAZPGZOnmAYjaUUwu7lDGnRETBj71wEcQWQDxBVykp0Xa1cQqlCvvg4xVBvICUKIVkFccByO0leCQX1q0Cp4X4MXELgYiAG4oIEeApGzuqlFRXtXpVpYpCK4WHqjJjrWXxF2Mtuop3fGiP7dIKBJ1tuu5Ix9QSd1oHWD/nZ+aIydZBJ1XCRZDhu70LNr2AojSKWBcWsgSYUfDLAsZcmtGa00Z74x1tjy/rYLStn/6pn9ID9z3AUz7zkM9XrW/rE0Yv8rYr00ZBu3izm7kNaJtc16p5Pl+97Q6duOseDuW3q8cm31Joi20Nm95kf08D5ljm2Tx6wRzwuJ5xK54oc/uuUlIC5DaOpIiAT22pIxEl+qHmpbDmoO1x0iM+4Gl/dXlFmxsbPIcvq0/cc6e/vKy1U2e0duZ24DYtMdcDO6d8TphgQ4s9QcMYMnVoqWPLrbyhX12ccJmGzLYB+1tgcUHpNnbb3tnmvqhSJefr93rgrEQ+/4niFOaMMTLlIHA4OtBgUOmOTemuU301UauhHPtEQHEqQN4EleClgoNQBeT1qthNoLmLOV6gkl9FPh9LM5mwhx4X1QHgoCajE088q4XAk0yCbuGOsekdUdTLhWCiueNDd8TvL0xfe/ZjFurIDCqHBrcGDYCngo7DJlIqQrSTdn4DDLw7F3SjL3nMui53Pa/56C0lXE83t2uL6KwKc26EruFv5L1qDB0ZpbmU1dWii89pl1TS0QLGQyCN/UeWMQPKAsZIbDMKo1GeHejFJ7+sNBsrSF/mtJz4PrZ51506c+edOtzeldgko2WgKyFjCEUKV7wDSooI+YfilJkElKxIUqpCM57uZ+j3xBig+85HHlXvxClVK+vKTHL1l1QNljViQg5W15S4WTep1lPPv6gJ5Xpz3BsdauPkSWUWgpOnz6iqK42YZGM2/xkTvKGMKa8F5g9YEFJ/oNvvvkfLLBiH/k2ZqFRFaOfaVtnIZ2zyQw4SPQ4yhoReiqd1Q1M2f9NefEa8IkyIeJFZ4tNGsOj404J6fRkm1LVNiQNAVltVsq0+iLi1RIuIchVJXkhE+iG6z126qu29sdqcFBEF9Ht15EeBDOE+iUISDflHX9V5dGTq3QkG0ejIG0LYJX40R44JBSVRE0VEkXGYoA0RoZQWUKQkWSIIAzKECBCS4uhHc7col4SOg3A34h0lNYx1LDkU0YFwkEdx21GlRDck1RXAAbFHnyTsE86tUMYuY66lXxnIHZe4613SMmXCtY8IowLmWqYhnzfOVvwga9qfcaxbiBc5crRHLd5xSoh85lAgY2TsAz0Bz/ktY94RwMjIugzjXOyUkuc2h+A2jXTx6nP6o3/42/XBn/znunTxogbMi2AezzynJbWMbZuSeKWq2NB6PO33uVEvscF7vA8Z88ONTQ3W15V4+fJLlqpwVTTs1xqkrN/5zY9ohTTrHLI0AAAQAElEQVS/3mVsddu1vOa12ICJjHPCkCKSA0WqlKqeFi4RFyIz5lrD56zZeKLJaKQpuMe8JKtcpRxJU+SGfI7rs070uPFXzOHEgcS6XJfGGzuQ6Ycgo/sj00YFEIqACbZ3u3XQyjZPeMXwPJ1xSLB8i/2pSqppGx8Mp7yEhEI92tCfCut+D7tajfkk+e53vU1rS0kzVcrIaB4mqcRCKtihaeESHEOJYyOs4nMJ0eAE2wt4bfaps8OdgJNNpXlZpq0ml3GQqVOWaZKdhMIOOYxY5Hasg4hQBECGAAoXhRFRSBLtO5rQ3FAo0S8JmRSS55JxREikya5UyHFHrkO6Tn6NlEdBUWplmHhDnFIw9rgmL2aLelznI0ekCyHmPhW9cMlUtJucpxmZZ3wr6Oq6kMhF05Fcl3gUVYlfj9JF1yNzKoOPg1Dtqt4I1B+5iA57wIr6RyA8r3SQoXXUckzMi+efU272Ja7tKzzNneH79tnXv04rd5xm2IaYy1IrXFZEdKCQoAVSwRBgfCnFA2zKxPGTlzfj0YibBJPvtvsfVI8yEpN1WvdUsRE3TOY0XFJig59Iqpi82wcj8JIOfSqPpIqNdefgQIdM/l1eBfYPdrV99ZIytwZv+Fcuv6QrF8/p2rXLyPbUQ69P3j3yTSczLW+c4KBwGttC4/0DbjZ7CsrtU1akSl7kghFasWhUTGzz/CdEUy+EFZMXqFjM1OOGH6EYDhX9IRt7MLmTxIGlMb/HAaBiEUvkiUqKpEx7RwQLRh/5pEtbexpPKpqtBgIZ4cCEv1vvXo4IpQWkKDoJFRLgUEcuH1HHiLjORQ155DVFR87JmREJ0IAd23RHdfJz+mUI3V6cil5MiQgFbSIOOVJCPApkdZjIkc9QBhCems5FUKEjnQpFREknuMFHREmLCHkBikiKZAhVVVIPqGmvKiUJ7LLoKqqYVTYAxquADIdOlJ3nk0HmmXEElspqmU8NeVrapzHNxDFdANlOP7lJz9YRDtlooDOypBQqE5oO5JIa5wRe7ostyBiXPNCWyuRpYqTZdEtPfv5j+kd/97/Wc888o1O8hK2wQSbqPGVTbdnMbGekpGrQV49PYj02+tQfSMyDjJzTvfnNeBZvsTeq0GDYl/+S4sXnntQe8/HEiU1NDg+UyyaDvdTdm2fLrbelDEVI6IoI1f2+eswfKcoTunDZbcZGOiu385EmzPPFv0jpzburHyrqSsEcDeZhhY5BOYisq0+drLeqe6pIF+U0lB3zMhd9S1HX+4gyFZJlhHMZLXbDKq8INWX00OUmnaHrkPXHMlPsbGG6HYesCSMOJY9weZlyeBIrpqxUImyBrAjJQUQYyQ7KSApdd+jMxMoYgX+cthwsUh2GIkIECn50k7ONBg8hV9F0pl9uEjsWLSUVTQE3IsSqJVkBNIQiQmGC0DiCECBUBU4QVRK0FGBCCVkVF4QG0DFfxI7Ffx8kyt1qaCiTAKyjwnXMuaKlWpqLX09DhbNECUJGisBHobucKs4NWgiCCNLB9qb8vNKVYM4rQcg/r5T6cn4csSJCEQYVrCN3veZHrBuIVvuHl/XSpeeY6EmjVjpgEfafvA1WVzXcWNWEp/MoeYL2CSZKV5OgZ1uFGJ+ESSmqgoPQpTbctCfcunPj7btF1ymltRNql9d0+eCwbJYNE8knc2/oExr/gOfEcSvtMXkmbLLrG5ssf6HEBB7zOcElT/nGfe3SRW7nl7V15ZImHCI8CVfWN7W3u4cdAkJeNPosWGMOHIc7O/Kp3AM+WHhGfKrgmq2ZFzsOAsEniymvAyP/uR83gmDk+pd2DvkGWLHgYRJ2ZNWDvqLf42ZBDbG9rWo1yHpB9GsDu7lYaWS6pT1EW3hAV/RNShU6krZ4YWirJZJqRSRF+dHvwTH6ossWEQrrCimiBJKM9TJHrpfxzEDaOeRNVI7A9JimpnKeDtzf5pB4C1+yUX4sFByTiei4aDjimhPYLdLyAiitK+tIDCKA+fIDmUWgBO+r+VCEIRWcoBPlpYp4koxTSjI/Iooyj2cTrrs3Kw/wDMNxYRukWUYvA28AlivA4urx5jyZDcTCea7cco4fKSoFwCEP4bwUU68O1mddxqUs8vsQP6EuU8afeXl8VZ/66C/o3d/4Lj3++OM6yctYj03Mda+ZHz0OrJ5fLjQz5wy3KrWYThM1JLZ5pv29Hb3w/HN69M1v0s72Vc32dyVuw4m5FOgRtpRNmt0mxE+QEbsSm3WifFVmlNaR27khz4yDvaFBT8Pr13g80/bOnlZ5/RM63FctMm7OYD5ZVz0Yqr+6ouH6hvorq0ocupXoXPRbXoly7CnbYwyzygEjU6GIUEQgnsBJVVXJz/OwRApr31Suw5CLiH8HIaHLhy+vJUu8HG5ubqrhEHDl6hXV1Et2rJ/KYYoDc0ZPIY8C676ZiSlH6QsiAh0AYccyfRTpWCWEr2MKXWJL+W1W5xa4i+mYKMPPiQELiKwI40AmOloSlOyCIHkFQ8695nhEgitFlJg6Z7qjXi3scr6iRH7FlEXjvrKAU8iPocUuRwvAK/jWQSiOEuImOiKO0kwc77CIEN5s4NXLQOCYrGNfHeJVRbrU4/ZIHU83OLawPNJnPvvbiqrldspcrQZS1KpVqe73NWPjy56sKckThxw0dShShRxd3zGUrT+ud9+Mk6/z+Uktk7p521k1vaH2magzJtQBer1JtugdszjUTKbB0jK39rGYcRpwu5gg4w23YlPd8m/bAltbV7gRj9VQuZaBN2NRqFk4PBlXmPBXr1zW4f6OLp57QS8+9RWNt7a4xe/LMlnSFQ4HdZUU1KnlMDLlIOPDw77/xGd/X44fcHqfsPFHMKQJXFbV62tMnUbI7/JtcsYNR57cpE+xoaKtgrqkqlIK2kaJiUSB9kw8AROeJ/0v90XUEu1HVqdKJkK/J+eN2dlF/oikiKBkgQGpYNdbc1doZObRghw1UNsSPwrQadr9R3OTXHKb1cE8vRRiTokXaceQN8MAWRTAph0yhV3XFIrOYglKJHSi0UWRNTscyA4B5rBLmcckyygkA6i0CXQEkYJJgYwIRQpVkZTcVykKjnC7AQrZeRMonYchlGbjCxCFXTgWuw6wFnmMvXFldqNMhpYVl+QiG3P9ESVKcESUlOsxkshLCD8UERJ+HhRbhLN+z7GCabgWaFJWg2ybK4ldv9ccqBpd1vkXX9QD992rx7/wefV6tfqDgSrmVW/QV0TIG6jnbMvGFdiOGtHMUkYZZckoSbM81eHhjj79Ox/VPWdP6+IzT+nC889rfW0D0UoNB+mGeSWw0ONs7ivbGLSzKKu0h+cJdoh+cNzpQjiT55BPddd2tvU8c9hrgOcuSRwu9th8x0KFKvJHhBrWk4ZDQnZfMgcrbtm+8edI2CO1yipVID0oKxmX+lijAZmci90RoUSbjHhZ2Nvb05RLwh5z3bd2lzHmktGybnjsjLmMWCYU8mcHrz865sw3lLrBb2VKoihiN/uMndd5UWQzmuFhk/VAwQ2jlwEiyJLLyrOgDddlC4VQRJAWupUzNyJIFxAqjjgRRQQgIGQX4gfegi44pIgQzStIFVcafhFb4JIihlJHvDykBlSVpiIJ+sZ88OwXzAU27ziQzzqOkrMi5hFQRtQAepknufAWWDcTN2V0chwJRcnbBTcJwjyeSvTlvmQpwfW0ud0R13PHUXnXxV6NYmiw6E10+eILeumlF1Ux8SZs3A0bb2YCudN8q820WSmGwFY0LidYSFKtDGYtYwAHRYUSE8yd2LJJBx094Xv44USqhquql4DBkvbYLION8+q1bV3b3tE2G+wsJA16mjDkhytL6KUkFPkf9mj45udvgBO+h+2xAGxvXVNV1eUQUtWVBkxuL1LD/kDBQrV76YI0G2n74gU1LBrNbKLt7S0tcXjoU8cqVZoyUfuJAliQWmytWTi8yDXINmzyLZN8AG//cJ9XjwMFefwb857ows0ox4ulJzDVVCa9qnuKqIpsRIgaIBlq3EDE/cuB/iQAU4l4BJU2mPH7AatRyKriJj2dDZrbIt2crmPO+R2NuVSHw6wCrobXEjq7xB1ERJGOCKIuzUB5COKLaIbAd3SRs+wCyNZpID0rH6WbfyuY6w/LLtKP63J67trXyU5CfwRE55WIVympon+9aKcUKslgZzHYZgwy6cpAUp6su2MdD0vKPMn5boBjeSIoJyWyRgfE3S6OMezn5ZD0Cr7IkeaibijDSuDbZxT5N+ezQr2oVXMgnexd0UsvPE29W73u4dfo3IvPU3c2QmxbHOQpnLUgCvgFMtAZ6DDkjM3Ma2GvuM1fvXRer3/oPl18+kldfe5ZZV7Ghisbit6wjHXPRc8l2+g8qKKkkOk2ixt8VqRaUde2VjPmoG/GtsWb6he/9EX99sc/pi1e3nr9vho2cqcNegPZWf+EzdiXCDoGn8ta4MN30Kf1YKAeF4cZm3JjsAFkTCmUqqqAoAMwNngs+ECROWis+5MAa4XjLtv5zJ9xoPf8d74a2+u6J9fJl4IlPnlkamk9AguXqbIUaik/A8aauy6tkyRpnkNIG7IWLpyCHnMM1/lSRCg0dxBRYkjhA7bzGifkXIeCoSPMlSI6rOLmtHlzsrBvFTidMpIxEEEggwgD0NzdSM+ZBaUSHg9Q6AYUQ0JUOpjgBh2pI9WjR6S6xcBy2qIltXAoIv8i1tlmHvkCmCc4GxrnMVkTgAAZ8DC65nPOIkuSioMwEzoiyCPZzojQwkWEnPt6aYuUV8dztUdCEegBFowI4mhexF8RhxQRWvx4qve5yff5Pv+VL36eSTpTf9hTy8QbHR6qQjbVwVP1rEzG7JxVrRxJqeqrP1hWxYbtTS6iUl33mTMVe+xEfsJreH5T6ms0WdGsXtYBEzYjd+/9D2jMQWJvf6yDvbGN0ouXL+jabF/jutFhPlRbgcf76vcr7XNDr6rQPs+Fs8mBghsDZtGMreqqGzJ97BjQIUOe4pdYBNb7tYbDWsurQ03Y9LeuXS1/x99wK/cmP6F+uxwYWmSDcdNHTw9V21cva0J5y5SXOQys8kR3+fJlXbz0ksaTQ82aiYIxWKVEO2X1vPhEUp+Fxb/glxKLa9XDtsQCFBJyDYtHot18mzcmI+kZlAtGUAsXJgiCWZQiCdKcAkgX3DFDdI8Uxc8DFRcwDSVC4EUGpMyPyBREIhiJ1HuRBkslDb7TS8kmaFPEmH3OjQUl7gS9qmtJLTmchUimDUocvn2mnEz9pOSogh+pgiZOGsQxH3JyYZdAOOwnzCUpuH3S3o67juAouuBLzioRhiRnD7ct/ZKAqqqUkiGpZvF2eoIfgX5X3PaDM+B+KlhCj7XNMTJ0pI67wrItznc8YU63pGXqnhXYLqhABTBPF+XjJVgRoYgoNARyWXa2xRtPZjMzbW5mYxebMYNL0UicR1UzN5b6I40PrpbXrodf85B6HJAnHLhnHHJF3yTapBSByu+QSgAAEABJREFUkoTyRCRYVzNztpklzWYVRdcaH+5q//JFvfD5L2htEuozn/ps8GmwqsxcD2pSBfKTabnpTmcN60ou4Nu57W3Q6U14TN4Jc3mfZ/894Nlnn9bP/fz/pueee04bPItvbJ5QMG9E/3iehYJeTbRXKHMZSawl3RgiLrHOTAo02K2UeKFs1QbNRVtHJCQk93Hd72mZeV33+128rlln+jQZ8uS1jS02tmzsw+FQEaGqqqjPFDrJrqVfrauqkhJlVdiZgjTKC3AEBG0R5FvI07RqscXxjrbdSdmDuEAqdXO6wSqsxXQHzuX6dFB4CEVYCgBHgJ2Qs4p24gnofh9FqpKUgrSwELDAkMWTD4MK+dWDmzN/9RwLCcxYkB1uGYSZjccDueOEwg1JxAtHyyBfQGcj1YOw/HFYNE2Qj3qq4BLCuMnnm+K0U/mltEA+SItwCOHOgQdF29yUC5Egzdxc5MNidLOxoURfNbD9jDvyHBfz8tCqUqOKSe1/yjNoo9J5SFL748JHtE0I7CmMUKES8jVDrx+tzr/wjC5dOgdnrF4vGPSNPNCrXo+Ssqbcqr1hMUpU1X2pGijVQwk6V5WUkiIqZQz2b8+O+A7v07k3wMHGmvb9BHawr5l/0Wb3UOeefl6J2/7WxUvav3pNiWexnRfO6eDcS5qcv6h90qcvnNfs+XM6fPIZNc+9qOHWjtrLVzXjFSCzQetgpKvnzmuK3nEz1j7vAXtpqmvTA+3sXNPk6lVNXryg6uquTvGU2T+caphDbMOqaLPgKT1T7sy/oMfrwt61HVUsIBVjKrNQHe7t6+qlS8rNTAd8K9y5eEUjvrFP+HaYoqcedW/Rl6q+ZiwKmVkU/Vot7ZF5OdBgqDZ1conFtseikSvaNjzdGb2MU+EyQMM7VC4dFXJ7uq2NzZvnIN0jOeS0iASi3VOQd6EvFMRTgBXwQzkbJzIamzXHkJ3PQlwLbip9GcSjS56HGUwpMm6zQxj2zmx8AyCJTEs7t/BpVrXcDDMjV0pFd0RIBoEBkxGhRDTCQaUIy6rwpOBH6gLd5GIet12tEjGrkAMAr0JLoKQohWTorFRJiThdoypCnkuJeUHLSe6rPK+LaEJo0JHPUG5esz1faWyRVYKZ5yCEAqZ1VjkrsjMlgmMenueOOaGEXVWBFKYBeFh5pNfjrp23JzUQzVzSMFephcPa0NlDrpwV00PlyT7jfqrxaB/dmeHZJ0+WXRBk6j5LSf4dnTZqpTqpX7fqt7s6U4/11Id/WZ/9335G6eqOTiyf0CSTv+qrYh0I1gPlKHUL5fLEPvVBgtexGa9j0/FI08mo8MfG40P5d3impO/zonfhwkt69tlndfbsWd11zz1a21jXcHlJfeZMzVyiCmWOtdStZX5WzLEZB4UpMEK3DwyeIzP2ihE6/XoWyFBRZeqVONgYV2zqHt/JuEpKqVJlOerfMIelLB9+rGd7Z0fXuCD488CiHFSpTuSBGHJQ6FV1OQAIm1aWliXsC4wN9LmfjTOBQWDYt/SlF26RTjFFviQVIQL0y0BK4aM4KMzjS9gfSTKUsQOdgJrxbUgRCicWDC0AWsUxzsGUgHrCeRmwrNVVM3kMkCElM7Z1HDwI4QvcpXVyxzKW0XwU90C1YFsKtLBkmwyFkIpBLaO8yCJiDPtlvqhQwK8ABIthkF+Ddy4DpV2X7hjX4zdRx5Ozy4WRiwwEOLshwK/kSz26DEh66ixKz9Y2B9NMajqZhoCXr6uDPNLRFSkEFBEF3OH0P33RqM8HuZZb77lzbL40T6ZtMgPXE0kpuM235A01NGKrpJoncp/IJ9zKRVxlFFdqGOSGYCD5mXvK7brhZOynxMPDA41293X5xXN6/JOf1v6Va7p07pxm3Kz3uTFffeY5Xfnykxq/+JJmL11Sc+ES+KKm4HxtS8Gk6x2ONZw2OskG2gf32KgH2JB395TR3e7sS2zEvtX3+F7Qbu2pz6a8zIJYjSbKpOlgrGafRc9xZGYcOmb7I4lDR8Xxn3WNBbFRS77Ei8T4cMRiV2vr8hXtXt0CX1VL2TscNlxH35aCie+22eHbvnjOa6j/TKEWfsssq+oBbdZXD7stG8oS4P4xEBHiKi6kIE9EyFi0v9O6HM4lmRcRwkuhubNERwbMRCK+YxCXIfQKrssbyCTApVAFiXF1pKOIEOCdrmMuoCNCEQFFKuMEX2iqyQKRPTxNwrOMIRU6a04bOb8xKWZ3aaFIIUXoCEsqbYh9lCYRI1U3uwi4N4PbFn2wFdGlJ3CVQlVKqqBtWQK7DCyXy8glJJj7mGMPffeh5SxjdonTAHhHZdmikxhq6T5ziJDifKbcQNe5QUp0ciGcg+MACwkp0bZYZyOIl/JLIHcdCS1cgbMGtRTtVOODXXGCV4+Nr8/hs2FjvMqB+JB5GJZmDtfjqVoO1bsvvKgrX/qSvvJbH9bP/bN/ognz9LHXPqrbz9zJMF9Sf2lFPV6yUt3ThAO8sCNzQ5/yucxrR8MGPzOwsc+AKRvylA3eMOEz3IQXszGyBxzUr1y5Ujb59fUN+Rl8eWVFQzb5wRJzp6rL5ls2W+RHHM5HHPRtt7+VU7OSPuNw7uq7/cekGyuF6rpWRX19YHA80wneM2RhAssl+t5yjder+X7ieK/Xs3o53eB22uf7vcH2hMT60NMu69OJEydpV+TR2w1N2p+yAhsiLBluYXLgSxw892SZUwEORQT45b7NHpUdlFTE8EoKOQtFKUiICFElxrMY16G6CrAKr8iQHpJ8QNDclfHqwADPNrltOoAhyoXpuGOdGAzaUAUK1wFgPsiFlLR5HJZ9cnADOB2N+DnbOQ2ohulCc8t0KXTbyThPR3n+IDiPgIImYcRLbGYEX9VHdGVRRx2B7OZ8yqJoM46gSyHEHzFvJsh3M+vmuEUMpRImFgWhF6+IUOk0vbKjZUgs0gr/kMdYNH4CMhu63/f8FO6B0etzIy0DvVVLuybkZ7OZBE5MOKWeclRqQ2pl7eF1g2R3XVJVMdCR6/Etnjmjckp2ErZvMZkvsXj4v8HMTPrR7rYuvvC89i5e1M6LL2qDQVxv72py7qKC2/X0Crd3nusbFodtTtYXz5/XNovN5fMv6crFq9pFZrS1q53zl7RUDXXHqbPqN7W2z11Ru32ofk7yTdKfDPZYiPbZ4Cds6r7BH3KLPyDe7I55qh9zY9/XProOOCwc7E2YuPAPZxxExpSzpYPdXe1ubzOp+3zjPM/C0tA+rUbo9YEnK1TxjD+jDm1KmuWkNiplwAthxaJasSBGuDEYp7SHx65wNKXCP7RxBFTALD7MLdTxIIhElLCkB2GGZ292BJw5mEeynG4o8aPgGCdgAniRVYLosGVCmNsBmszR1+Bcv2x5MpuGtFpFhLxoSm6LkPCZwBBgkW5mCFdoY0PhQFiSNlSr8E/AmnuXZzLMX0DRASecIuU5NkopVKWkFKnginia59M8X1bnWll7VlnEO9YRnedxFeVde3WsLsVldfFj4Q1MdNNOKuJB0UnCpgA0dzHH0nXKtNvW4A5y9k6NKR252ZTxPNort/nM5j7jJuy5P2Sj9jP21vaWnnjicf3mr/6qfuODH9Snf+kX9fRHP6aLj39Jyxx63/jgw3ro/teqXt7UNNU6ZE2Yoafi0N/r93S4t6uGTd2vaxNu6BM24wlzfMLG3MGBJqMDjTnwjw/3NQIbDpEdwV9fX8d82oAG8HrTsi41c/Av5Pow4M31kMPBAXm3mYszXtosY3m/DPhz3IxXhBa7GuyzDkPQp26Nipt72eBpldaLE9htBVLiMJCqpCkHlZRoe5hDvtO7bSbodPuOmev+jHeOC8qIC0DNOpeqSgMO8BcunNe9996niCjrgssJ6kIUXgICEA5cQimkAq41lZddkYdwGtmhVGSEsw2uB8vyIgluqOQJgUsg1zdRZ0NVMa6rkG/zdUqMc8tp7tCGn0dAxZJjumHhS7nsCS2N5RknUY6k6JB+Ly7dnMlF2xbjm9Mc74wgFSNsYYlDlOhi0lnwGESEgrgBdORLOWQs2Nwyo4khL3QWBP/mfE6DXbxlEvncyYUxD9CCWAnpU+zFggzMk0GhiABf907HnI4xr0sX0THZG/PoFVxRXUSDvBIhNVJxvnEHgyEYCGLwekC33JQHvZ4Gg4Ea6IYbb2KC12xWTZaCDV+pUgFv7tDZWqF9IFjyiXx1Raor9YYDVb1Ks2aqinL6VZJP/f5Wnvie+PxTT+ppFplnH39cH/+VD+kzH/5N/erP/jyfE57Ttb1tvbS7pbe971v0Dd/1bdLyis48+Dq998/8BX3dH/njOnnf63T6/tfpDX/qh/XQD/6g3vF/+Iv6xh//Kzr72Bt0jfq8/tu/TW/8439Cr/nO79Fr3vd+TddWdYFPBav336XN196rK+cuKA978p/oPPfM83ruhYv6iQ/+sv7BP/8Z/dQvfES/8jO/qM/99idKO5y9526trK+VP1GacHvwhPPA7/Nkl+qe/Hf33vTbSKLC8nN9m5KCumfwiMWnoY1Ey1skIpTgB2BsUHGhCKDQtwhIQ8Ae6EZaRsxQdIepgBMl/bpeWEe+hbIc6CYfQb4Fr4iUgHEbcp09ejuO0G/KoK/qAonIoUrBj0Qxuu7MCymSJEOAJYcRoYiQXTZegODhzb8lkGZRp0UE0gA4lTKkiJAUcryCToBKPGQLeOgilgG9ovMLUEVTRtZNcrQSfGWXIVygs4MbBRfpKJBdRZAQOQ4LGSkiFFq4RHc7FvQN5bFYLLQIAl/4BMiRzgb4wvPPcjg9lM3KibxAlZI2Nzf1wP336+u/7m36xrc9rDc/cr/uvOusbrv/Aa3ddY+qk6c1W1pSi3kti34zm2jK5wCRtz/oazw50HS8p8nBHp/nDsuBYgw9YVM39gY/Ij463NOIG/whn/IOiB+QPmLzHnMD9/+u57XGa84St3nfpgfggdcP1qVUVUpVpYrnid5yX2sn1okH69NE4lBQ0WGz6YiLx0xLbNK+ZMx49Zs1jSYcQhrs9sbvBszK8rxwOzS0m4oLVSmpoqw+a5/t8l/gOI9FGg4WwvmvAty2Q2xDDb5VRNLJEyd01113STRrEI+AkOQwIuh/qWKg0FsSXOMQDmXGBmJFDrEjbLr0IYm2w7ZDFu88BQgiQsmQQhSvVFUSdanAvSQl+KJcz2GMxi8sQKMV6+XO+6nLxkTQQq7ESvzlOb42DubcQvAVjMDSIkzxpVDjOaOgo8B2LYSPmKLKOnJFJI6iNxEltfCKSJSwxEvg0TLXFnMsZIJEN6Uo21XIImYCvm2dk8QkxHWzy4WBJESnS+UG4Y53PCn4gSd1GDkaQp1zpKMWoaVLOQ7CXOxRkoIBAfZTWBnUPG8Px40GJPV6tSISk4daNNflPQB8W82k1f2+PHhaBZtdIz9dp0FPqyc2VDNJiyWU58nXY1PtMVFrRt4dd5zRXWdv08MP3S//W/X/4t/8C8Mnq7EAABAASURBVH34qc9pjYXm1Hveqvu/+z36hj/9x/XId71fD7z/3br3m9+pN//R79Q7f+j7tHL/nTrx6Gt1+s1v0O1veZNiuKpJhGZsqmt33qZH3/ce3f31by5w9g2P6O53vEmn3/p6PfZd79PZ96Hnh75b933bu/XAt79bd/2Br9N973uXHv329+qeb3i7rmiqZ6/u6ckXntGd99+v933rB3QPm/zm5roOWKBmbPK7W9s69/yLOn36Np4wlzTkYDNmIzdMeNpvJdXcdnwIqFJfMxpo7+CQF4ZGCu6GpfNLyyiEc4D90cVgHPPmHwdkoiR3IVEZIkIpJQUTOhZJ4LSI6CZHmi0w3JRyLEqfI9CZy1icj2VQGWqFj7THg8yE7jyZOuJ6aDsSUsaRMNmAEVBHQp5Li6wkOSrkIwJkOJIshEUNJXJTgLTIhIcKCQLv+lAP4m0xvssdtFvCpsrlwEqSEFFAG4SzLe5XY6JH3umdfNyQJ5AIOAF2eoIooAQX5q08yiMQBCJCEYGUIYEB0iXiOdHaUd40GFpuVPrDfEHbY/i8fhmpmW/0vIzt7+/qKq9iSCHfqm39WpflYlIVirpW77Z71L/zbq0x5vubGxIH2RZ+Q4kTDuszkacO+U/5xnVSLPU0GvlGz6tYO9b57cu6ePGctrevaGvrsrZ3rmpn9xp4S1euXtYOh/eta8R5Rdja2pLXnQsXX+KwMJHH7xKvDBEhb/6HvLyN+CQ25nXAa1OTG42oyzYvfds7W/Iv6F69fFFXL17QNV4Md9F3SB0PD3fFUsA9I5TQlSWs7wBSmUZrOPhMucGPOWQ0HAZm0ME4cDkzNnXf2Gvq3SLrQ4g3fkPLoSIFungVaHgZoXm1NBiyNhzokdc9oszFKFFmRChcGFC6Agtsh8x3AhgtRKOAFHqZ6zLCDpkMAo+3br4VtpSMQwGOBI6Q2zGIV/RpBa8GR4REGahAVwvkYpHjOuYiQhEx5wTVAxj4ni8udyEfsZCZi/4uEKYdly7NcqxQp2EcJZUCbSY0yAmd4Y6XWBdYzo15xHYryQYaOpnrYVfe9fiCQha/iN2InRCl7AU/IkoJjpMyp69TnU1OfQU4ZkZHdnW2dBDQb/RtRm/bYSrnAVD0ZgRe1Qf5EMDGDAhoWDQa8l28dFFPc7vuM7D9Dbzh2a1hYnvyt7nSlAE85YQsBQsEGVIlVTVQie1LZNOY9BkTyPoYG8o2ljJGfAPMnKgbJlBVh8aTQ+3ubWnj5Jpe99gj+oEf+UF95x/7o7rEraBZX9LJRx5Uj1t3/4G7tPb6h3RtWGm0vKzhA/fpYGWgAxabg5R14rUP6I43PiqMoC0SoNIXDSf6VW4kDQvRvqba9i/r1VnV7Se0dM9ZXSb+4uGOdtZ62l6ptdVHxakNbfPCMM5jnTqV9MM//P36hnd/k1Z5Vpz5+Y7FoGViNywILW3hye/vdMsrqxrDF3VtqKOqpAG3n4Z26vMJw7f98WTGYrerKTqwUDQJdlKmPZGIgBcSXjhalwlGOI+LdENQRgHHkbMPBUUHxSZVVQWdJHhlXqBCr+bi1RPzPH+GwNv0YveCVo4St5Y8p53FtHkLiKCgAkkRAXQYApEoUPKJsU7MtAS/yIK1cJQHSVFysl7FdTajLx+HlnHayIt8y6bhClGEjgB9NDHsLM+pRckJHb69L+KIXfeRoVslwuvpUJGK3oTy5Og8PYG/mieLYv5j2et0EO0gky5DtrmLOkLThsJl0jC71IP9C04rP6e/xDOzNyvPReOW+WqNCaGq5nbeW9Fhb0kzDqr+R60ajG/Q6U12wrf2fd/EucE3VVaPF7LN0ye1tr6k1ZWBbrv7rM7ee7cOeY7/4pce13PPPaPz51/U5SuXdO3aFe1zUL62dY35MtHW9o6eeeYZ+SneugfDfhm/vk33ex09HY81Ho25tc/kNWTEmuQB577Z29nWztYVjfhscOXiJV29tMUnhJF2t3bk3wnwJtxw+G6ZczlnZRYo1zEilOpKda+nHuX0Cq4pu6acRjQbrxUz9fo9Dgq1/GnAh4ExLw8NujzH+m4b1jJ/ArE9CZ3Xrl7Vg7yAVIl5SN/TZE4CMiSQ6RsDBbhfdJML4mUoGQNkIoRLnkJ70JPRdSEB1jyBsiNCeLlYipehSkGdOkgRssMK7GkZ/1kt7WGwFqdJIcslRBPyoFKGN/gCbWe/bnDz3Dbc4DQyphRCBfoEhr5p0N8UzQp1znhRwY5DmIG5f1nanG90XQwqplgrRVS60WUqRU0Ib+RLLjsII0I3upvjpN6CBXfuKX+h3+Sceyt0c3LmFtiSN5fGzIpoaETbC5hHeqnYrZSZh+0RQb4QgUKpgHJSwwCacDrd53vZf/iVX9T5c88ptxMmzBXSpqq4sTe51oQNzgukJ4xv8lihVPWUacuKydJy0o1AP5r9LW3CJPOzfVRJY07kwdaFYk0nY62sDHXi9AmtntnUMpvv8MxJvf87v0N/6X//l9Rc2dWzn3xcO3yH32eSzzhVH+SsQ0ltVbMwjIv1VaqVlpc0xT5RZpIUNEdLF0+xqcnSLE/k07k35Ak38RabYpeb9eUdNdv7spuw0E3YuFs+Tzzz+BM6weHgT3/fH9ObH3qN1jipN2zSpSwmxukTJ3XH7Wd17wP36/WPPSbXraXtZtziLZOxrBoMNFxaUZq3TaTQPgednd09NchGaQfGG3Uq49YYQ+gGQtGeQoJ0Yq3T3KToUKKGYMvlgGkPDnipqlTRTgWgYdPUjBj6xDpQ9bvyFKsOsIN6O2JbzRPtuqAdR4JkM+UkWVz0R4nougt4QfsEfYPJijAnaeGsqyViQBuUfTjoZC3fRQvPbZCPxQvzWFB0WCmAxzgshWhYoAtwm23p++zDGS0u6wpkoAPjDYIWtJ/nhzOJZB13Lj9bJmbUTIogV4FFvaxUEgi2EoFBX9WFEJW1eFMLyujgekbXj+rAyNhFq2VIbHVoBAfTA4DDOAiYg0FPzz73dJmP2R2FArwy6S2H9CkH2pnn+awVQ5W+zMoWKOULm4gzwVoOxOpXHGiH2jyxyXzmYMDheUbb+tv2Y298o97whjdyq9/Spz/9ST3//HNs9NeIbwNbunDhEjf8Xc0od0qemvUjpaqUNWZzP+Q7vDdWryPerGvmPYnibK9V5uSptTWd3tjQxiqHf/JGk/TE557Uz33w53Tt8jU1fFqgaxWqFJFUoTtSyHrcTAbRNFWVlFJSWRuwxfEJ5ffQ6Wf7nd0duT3cLg2bvG2zDt/0HZ/By7SPdVy9ekWrq6ta4kJSMQdF75FEGzIPIbweuVzLi75QcaEIQAYRAgh5nIVwDDD3v+tuIAkmHn1HKog6Y0SAADBVpc4CMvUL+B5JlEqfz+jYmTHQkpKB4kOKCFVA0CZEZJctR9t4HWlhdPYjDM3AIyzcDrMAB8ajQkGRBquyPQgceZKO6I6Y68tdzHUFGGxUlHDO7ZANKHBDC3Rp/9HC6Azqwhu1eiIlyg7FjQnzGCZjO41tArk5+2XIdSiCx1IyHX6rLBFBaXFM8hiZaTV742PsQs6zMARRi+Xo94C+dP68/rt/9Pf0n/5X/2d98N//jP7lv/lJrfF8NyZ9RGdneqwhR1ZiMjWoCkVU6g2W1ShU9waqucU22JV49vcE7rPxLa+uasoCEiyqPZ7vz9x5uzZvP6Vq0NMet/s08MtA6E1veIPe/83v0Rvve0h7TzyrjcNWJ3NP/VnWiFv8YGVJPTY0931Qesamg9GBRiw+h5S5jZpLvUYXellXWHj2WDD2ef7bZZP1xJ2y2Vdry9rlGZOzklZnlc4sbaran+qTv/Ibun24ph//s39Br3/wQS3zKjDg5O4bh/ukotw+h4olnjL7vQHfAVck2sX6G2YxpvAtf0kNi2RNvoS823fKYmA7drmNzOgL297SDi0rkQ9HrXlzoEroLCFDgM7rSFo2FBHEouCIDkuhRPt7YfHi06tqVambRi1lNJTtMoRcB5q7ABtAxzzVuV4uNjnJ9toSt4Ghbc3BTNJdPxCR4snrHDdCRCgiJLzAERAG3exKKUWRyynEzSLzeAQ65vQro7mdRWBOY6zbxJuHD2gNneYU2BSXWbcAdbo7G0rmry3osiki5J8MNhBRRNBPAmfJu5Vu5QKmISmUpAIVdEDf6NEiz8GWVNtuWztwNUqN5hk6ycJhPMw46Gbq/MQTT5BfmjE+ZhxyG/rU43RGetNM1LJRZuhut6eXSSdU1evLv2lfMb6ruq8lPll5XrjsqqrkDc90zY3Z36vf975v1bvf/S268NJ5fexjH9YTT3xee3t7zJOB1nkpO3v2Dtnt7fLsv7cvj+GqSuAeMkNtIFO+hbPuLG+saf3MKYlLQrW6xJrTV7Au7F4Z6bd+7ZP69d/+sp559kBf+MKXGIdJrlumzpkGcv1bY5qyof6F56ah/YQbc/nwJr7gR4RSJFXUybwB3+NNJ/pxwHqWyJeZ88pBWVYU2tne1db2NoeeVaVjc5Di1DSdHCbQQaZVHOrmOFOeGH96FUctUGB7XCKKimxEYI0AcFpAEkawaVMH0mWQ6M4WMM4q89jGwQ8F5QfyItsch4pzeQ3lMgTmdZWsLryhY8hcTDc4mKGABeDlDMQWHusW5Ktj511IRHSxUCxYL8Nzket8DJRhznFO7J7HjMyRIuZYuGPyxF7ZO8s8n4WcLR8vDKZ5i44iWvzNMoW5CLoMZIm5TQmNhkACCDcdmBhCpBFiQ5Z5Bimiw2JwGhhayqpIcF46nwk/ZjMe87T+4u5VffqLn1XD8+YMqcQp1fZ1i2RTJpEnjG/KHjCGms0v1T0lFoPV9Q15s/Pk6vV7WltbZWDNNGSTX1oeaJnNdrA00HB5WRV2+Wl8mW9z3sQHy0M99MCDuoNN98v/4bf0iX/1s7r8ic9pmZv4ytahdO6yhtzGB2zaK610suppGR01dgY3jxl1YH6rxo6KjbnHx7qKW7rxMk/qh5eu6cpnv6wrvBp86uf/g5775d/S3uee0jc9/Jje/ppHtEKeoA3GvGps7W0pqlTaQSnJg90LVcsEGfGUJ9yUW1DFBKPFWRgS3ysP1SDYKopFo+lIB2zyo/FEiq4PMu3astFn7M3oYgaRnd4qfZOJZsEAQqGkRL4kgZMiOiCqSJUIKLdSzaJUV0lVolxPTGywHQ0Hj6yQgACMpYT6VGJJKli4Urwx+TMYQ5CzPkcgCxOadEKSsZValnDOQ6p4p98IQTkhAhUHWfA8iOgY1jVngbLMjiDNACcCGvzVvBeoW0HLBtbQ5t4IWtrIMl5hy8JlpQyeDLxCJSzxCmC7FiDFDT/EsTv06lqPmhA5kV84WkAib6bP/EudrWmgdZyxkAsEI0lzF/SIS3JZGV5WzTjxTZQOY3wkPf7451X3Knn+Thi//iTXcKNv+AQ1o31m3LJbxqfBeQy5aRj/rWxL1esxh9l4N09QlhjzI7ktK8ZgphI1CwIxAAAQAElEQVTWNyO/+/LM7bfrD/6h79QHvv279Za3v0MnTp6UnWV76FniQL2xualTp89wuF5Wn3XEm7v/s5y19TXWjrXyi24rVV/9y3savHhNoy88p4uf+ZI+9Wsf1s//25/RxQuX9d3vf7P+xI98q+69/04+ERywuc7KOjWlPhPqZTyjDg12zaif1zLXdTKd0CYV1QrNWANTlcqLx4ib/RiYMG895/cP9rmxr8jriNslM4ZCQf2jtP2MMfPiC8+rJn9EiCTWgUYt7UGrgZGjO4jqZoe0xZXoS9PH0zMp+TjjFnQ4HyBF90P54TgQEdgoutC9IewQdhkTxxj3l4KcBtaOYJ0jiyJCIc3zGmMFHhY+KyIUUDf7iFDEy+G4XDoeiYijqI0xmFEwaRFdesSN2DIvh05G6rDDI6CyC7pL72IOZVfSs6mbwDwaq3BNF6IER3kdc5LB9ALQuSA1t99x180ajR03HBeVrDnR+DQVnVji4Gy+k0gRLh8Ds0LIa+EsmBTOB3TcrJZJMGFSjBmwiZtz268Y+NPyn1fUAyaCgnijMRvpDNlU8ZzP4uAJNCHfYLgssekqVeoPhvLE73PyN254JnU1Z2x6NXoHw4EqTv1VVUksts1oooZJVfdq+Xbfp/zbTp/WUiPdu7yhwyef12//y3+nD/79/0F/72/95/on/4+/o4/81E/rd37mF/QT/6+/J/HMv44t66OZ1g6mWtod6dwXvqIXH39SV59+TjvPPqdLX34K3pf1+V/5iL74Sx/W5u5M737sLXqwv6q7qqFWaSP/XkKvX6vl++Nhw+KVWg359ri+uaY+hwTfevwJw98gl/hsMOaThJjwNfVYIn3EC0KVkvbY2Kt6oClph82hxrTPjMVFNEI2yC6L2QdhLO81xEMSQKdncMYm5SAtQdFnhKFKEUkSfHBKVVmoqqSyyCT0W68XmMZty1NdRodykshfoNCBBimFwFlZLABA52FCmJcdWMI6zOsYFFESSj7YR97JnbYj1g1EoMuMBTZ9A3Rq0X8Dd57rRt6rxYodBJ5LR0B7tLQHaz3dFvJNRbRXoAgkGppoVnjpjlZ2TjP+qhC5EymIoGTM6FK5xHsRF4VEJ9WF2GfC7WUbTS8gAkkgw2jd9vS16OuspDaSclTKwtIcYOLmEzfPoJYwy1VSps6J9H5/qIo5usd3baFjzJzx/PVhdcrBeUa8YZw2NFDDOtCqRTdKJDQHujp6yKvWGW7jwatVjiAxlMAt64IPD34FO+BzledLYk4vr63ojnvu1u133qGl1WVVvaSKw7Rxf9iXyLuxsamzZ+/UvXfdq1Prm1rD1j52X33hRX3x45/Ulz/2aX3hP3xUn/q3v6aP/uQv6l/9Tz+rj//qk7r/nrv0Q3/qD+sPfOCdesNbX6M3vvVRDTg8BIf7qLAtBU1BPaiP61Zs9OGGdczz158JWupru70ukaMcXCbc8n2Yn3AQuHz5kg7Z6FkkJea00DVjTrvP3B9NJhdrwMULL6nncmk1//VVi9wU3Q15spCR56BucBHmBzkkk4thpLlzvvkwmXMk59DLXCgiJLyMKWtxMKTjZGc9M2xpiXS2M/IyEZVMhKHEuEisYanoUHGWtYEFwylZjmHIG3xEKGIO6vBxgZe1AiLH07Uo6Ig5V1bioZelu2IlbRHQIeGC53E3atfEC9ODFE8aMKxAgU/6aFamLJW8mbA9guwFAUWZSSFckALqfO7Q8dB1MNs4opOOiOsilOmI040Nlhd6cwGaic6QwMSFC7BVRHkWbOHYmozNWD7XF+SJCClRY7LmQAxvlN35QCZu70EvNoM+ctuXntdGv6V2FRuXNOJ03KQaMSBqxCqg1pgFwgPb3/oPeC6PNuR/Sa72oEH67O1ntLyyzGFhilFSxYLjcvp1H5NC/scz9vf3VDbEpVrTU8tauu+MBrdvqOIV4PbVdT32mtfoez7wrXrrvfdJX3leVz/8O9q8uKuf/Qf/WD/3d/+h/sN/94/1G3/vf9aH/+E/1eoz13Tplz+hq7/4W9r6+Y9o/0Of0OHvfFHf8NpH9c7H3qxlnuPalVrNctJsJWmyWilR5oxn/1me8t1uzOeGiTIfJVpu4BUTeIknwyUOIYYhLw8DnvHqui4LgzeQ8XgqpYo8oRGLyYSFb6QZbTNRr99jfLaisVRFpRq5KiVFBPKZNBqJvgp3gjvHIKelLi0SAqEARwrRaEClVPX4XNrXMgeNng9PCrV8Q/UNxN84vdCglrzokSGUKTMiKfixKowSSfRvo4YNIgOyHV1AXikilBA2aO4yijPjpgUyi1rRM89zPXuhSKKO87R59jmKojsi5nGLOo+hY0WQBkSACysUBSM7x7dERUVWS30KYC8RbnvB9+EodW3gtfRvSz+XucxIz4AbvfRFUbwojQjyR9Uo+s2jTZ0fEHlLfrAWgtgdtB2SL/MZfbeCCMrEu4gCQd8h27aJ/aaiDtwWafcW3oRXmzZq5WCMCcwwq+DXZOzRsbUqqQm+aZ/Q3Xfcq4df/0ZFPdTGyTM69AbfZM24zfrzmjf7gpspTdVSCwBdgZ7IiWYJ1bx6NZlCUpTf3ZmwJpCgXlWrbBR1XX4v5erWNe15g/S4HPQ1XF3RybNntHl6RcvrtdZPLOt+5vRb3vI23X//Azq5uanJzp6ufOU5Pf3hj+tJDuTjzz2h2RNP6akPf0I/++u/pZ/4xGf0sRcO9Zrb36zvf8/36A98w7fqzNnb1OfA3h9uUKfbtX7yVPms0GPO9blYeO56s2vp54ZLx3Q20YTPd+6nukqMA+pCW1+9crV8WqiZm+77hvm7v79P1Vqd4PVihQNORZtWubQGbROkVcq0ueifZnKgjRVaPI8prmGMNRrPpmDrR455L+s2lhSRFEHBCQx4vEREx1PILpe2J4VyzcmURqkw0ImA7TRfyGOWBDaYztBZOASsx3TB6DQO0ikOAck4Ag5Q0Y+BPRHERVFzeShieCsCiTFge0wuIKLLo5AiQsEYiQgdd+l4JIJEvHmujCjMtCEpVIACjS0W4VDH3M1xJwU5DSr5wyzA+g1dGTQjrRRFUsipUBEBEYqYg46qDXXMxzG6kBgJdsOCOn+sLh1DDAyhsJOFwpvOlGcyE1ixgRpjHww5MQt7gwmomx18rM/IBlhHLsiRiEWBLszQmZuHccep2aj7nEYPr7yk6c5lqb+iPRaUg+lMIxaGtmXgeoDXAyaK5AOAn6/6dU+HezydTRsNueV74tds5ko9nebEfurMWU3QccgEapHJLMI98vQtk7NmLDwNp+WWsqmWBnyTWzm5pqXNVfU3VjQ8vanhbad14u67deree7V59nbdefasTm6s647bzuheTvj333e3HrjvPt1++nYm3ppO8Vx44sSJshAN2JyH3MZXN1bl20SrRm20mBdiDjKNZmpZCDILXWKQ9vp9tZJctwl2ra6v68Sp01IkjTj1jycjNUxm3w6GK6uqB8voyJqQNkNPg/6sznmMtbS+Yz6Uod5k4fhQmQtlVnYApG5c0EZOF+kR9E9UUIloB5GSzPYtIlw67WgNLqt1XzEGssgnu6TEppCobJWSasApHp9evGcsbg1t33JYyLlokEdXhVBFIVUiPyBoHwq4dAmx60BZmgNms1l0wxqTIFRcLpFCfs0BxR/JUvQRfUviSDhTflbGQNepwdgZY3jGt92poRVjN8ubpWVaNgJiqGyV6TfR8wHldq3QaRzwhJxoo2yMbucxbSg64BdMXpQVH4qCHSQ6PjF+Km6Bqapk2vzWutxoRJrSD618kOxzyOynmeo8UdUeqC4wVo8DaY+x2+d27HEd/WXVa6c1OHGv2vX7NFq+R9P1hxSnXqcTD71DZx5+p86+/l16xzd/l567sKXB+qbYIUtNZxwa3J8zxrjLnnFwn1HHBsAcak2LYN8ym/X6xqZqNlHf2Msc4Na7z2uW4XB0qJKPwe7bvF++WtrdN+mqqrWxeUr3PPImvfYd36RHvv7deuPbuIk/8pg2VOvi576kZz76cV390pd19flzurJ1oE+eu6p/yWe2n3rynPbzmt7/jvfp+7/3u/VN3/p2nbxvTcubA77n91X3+qpYR+p+Xz1eEm0bDSslRi/jzfXyZwrXrUpJLTxfNFy3xnXmoCNlxkrm0DMrnzWcNmNu+5C45IN0lURTqwop6ENC2iWUo9aUOmYOEWdPbmhjKSliBggXyKA3grgh4EnhnwAXvjGAXZEqRQRga9S5Eo9iW2Z82PZ5grp57fKkFJVUgPrJ8ujIWgQQJs0o5A0B0uRoOwgpgkBzR1tlA9EudxbdS0wFm74BFMIiQEBH65hLx+hCBhnCFIUYLcA2mB8RigilSIIC1BUsFVpzF0EqUJghRYRCuDk2bYBDYzqcA+kCSp/OWTegYlfuWCDrCPlHxQ7hLOJGgqRTaGgIRAmvezeSCw6EDdelLGmAQ5pzRIREfcWgyJRlumBoUrRwGYIxQbjgBhJESxgoDChLXQf/GZE73FKJ03uPya+DHV18/ss8uS1JdV+Thqxs8jPSTe8ejLgJtgz0Rg2q+oOBgsHm26QnuP8d65oJuMKNvMcmOFhaweRKK8urTJhKVRnYSVWvpz6TFe3y385OeRZvKf+QJ0BP0lxh1aBSWhmo3lzXChv85j13auOO28vpfcnPdUlaWVkqLwdVXcvQG/S0sr7G7WFTm2z4g+FAg2EPG6RUZSVeQVIFzQz25ptZ4DKLbFJo6MnNopHZuGxbIDjDpqpXa8yBxPb1oP0PYRzyGjHo91X1ejzzHSijpy2LJI3injeSXQjVcj07MAnPTMohdp1NJJPPwMoEnwUDniwLRCTIUAhnIWQRYighB11YxpaIUCCfopLrUaVadaqUGNwRQn1bFmgv8A22Z+rZjduswP6UpIqFrkpJKYhQpBeclkHWAC0Hw2z7gZIjIwBk527V2YQeuL8HH7+rPEGZsciRs9q2VcNC3NCvxl6UpwxWwwzbm7lMzg12Al6a2dQE9ote2eCZpG6HDD/Tr5alk6kRlUNO8C1vyIs4em2GbYlw6JgUbj+iEWhEpsU+Q4YWLiJUMX4T7d0qmF9iM07K9FlijlSMs8ScWuWF7LUPPqBHX/c6vf51r9V3fe8f0Vu/8X2689F3anDXG7WzdLdemK3r+cmKPvXCjj7+5Hl94fmL+uhnH9dnv/ykXrx0SS06J0I/ZU7Y7PwCNHM7YdOMejbUyy0yI95i32B5Wf3loTLy23wCOOCT2z6b+yE4o2fKpum5D8k8XFFQV4+WYdXXymBFp0/crvvve63uu/tB3XniNq1x4Dp4+lk9+1sf04XPPa7dcxe1s32gK3yC+8inn9DPffrLmmpD3/uB79UP/+CP6Ovf+kbddmZZwxOhtTtXldhU3U45JENLwRnbbLftdZ/DwucyDiCUqoqxXNFlbdnUx9jeUFe3f8t4mNEOM+bAjLqYN+j1ZfD6WDFfqpSUvvXc/wAAEABJREFUFPI8yGBFUpuj6FpmbXnXO96q205xGIoWGeEwjrB45BL5q7kNxo4vIFKFugrR63kC0qAstfSDbTJNdxS5bBvmELEQDo9CiyEjdbKFJALOgD04LIWAMblJz0WbkxeQkSnlwjDOjIsMXTx5C54HnQ6hIwBj3eDS8VjEjUJBogVgd5kh8DoOiMhyC8BiOd18g/nGC+jihPgFz3lMu2LGTvJkjwh0hQhEqIVb1NG8oOYFk7hoNMeJypnoYxp/oVnFBQlRKAIroEGdl9iRR+0RfTPhvJbHPJIcA829y5uTlKIjUHGZw0gLD+wyqYj1lPpnCwS3h1Z9np4vn39KTbOj/qCP/FDRVGoYrC1PcjWLTot8VDV1C6RD9QA5BuwBp/zNjQ35+csDuMe3+wHPX3Xd50LksiVvKC2DpnX5VaU+G6snVVBSXdVK4LH/sRkmIhFNkeVRkdP9RNMek/30CflPfLwpr66ysFShaTmFzxRMyj4Tb7A00PLqqtY3N6nHhDJnTJgphU/lRTxbN20gXOuJRIUqym5mrddyzaYth4+xVtbWqKPQ36CnUYW9tt/t1lLm6GBP3vD974rPuNFXlF+6FL0L73rR8IqAA0QEdGALYBuIyyTJok3wpElun0xkARELITmXpW8Aj7IiC7cF6CLUhlKqVLO412wkNf2XsFE4y/oWNONWUhY92qHTTE4q4eIsW6VEm7nGqdjUIMceKrqlAw+6uZ222VBsoYxOXyF+V4HLVgnm2VyGSUyz3R2YcQzm8qVs+tP9OsPQGRu8YTqnQaUe9DTt6JYyoBhVufR2LkUHbaAStyRAhUu6sQ8IpGXTashJOnHLl2xwhPaCSpBLNNNOAjJpHU1iiD5KZWxV7qPhsqpl5lAsay9W+dR0m/LKbbrtvkf03j/4HfoeNvfv+kPfoff+gW9S3as1Vq0nzu3omtb15HbWMwe1Hr94oJ1qRc9evqZDxvqDj75Ob/66t6ri+/jO4Ug7hxONMWlKPaZscO7/GZv9TG2ZbzP4DXUL9KtXacwYGfPiVQ16qvo9ccbTBJ6xu2bIYToUzJEZFZKWmPdrwxVtDte1Vi9pdPGKLnz2C3r2w7+lJ3/5V/T8r/26Zi+8oApbrm7t69c/+Xn99Ec+ritNXz/0ge/Xf/rDP6bvf8s36w7mcdautDxWfyOk1Z56HPz72ODxLPo8qqREu7ntqrqS52dDXUT96qoqY3fGBu6buuV7/b6EKtEPZaxST1kYef+J3/bWllY43NTWTZqni0e/s8g8hSIABRt9ll8kh3XoLY88rNtOrKsuAyBklaJxIlLXtynJB+0KmwzJioWcLBq0KaAsosVjHgkYBeE6eczY5jJuBL9I3Rggisit04I8iaRAKKhXV3KX32lR+PJSNS9XBZeymU9k7+LIkVLoBe5sKrFbBukGLqehUgoNdX2SZSVKoF3ldmFNl8G0eZSmkgcZqS10Jn9O0NYObbkIqoUX2EaFAlmqtzBaMqcDZGRQ55DU8bh+D86dhEUlZ6cPEtsIb+HpDdel1KlLdh6Lu96inSrYjssJ0LfyEYtE6zN0UoFug1BgLognfDla1CUmeS+P9OIXP65BSopqmWdpBjQrpCfGDBw1G7cqJrt0aWdXvdU1tWyUExbVjTN3Kqda3uDbqLSyQhoFTTk1+ynN7V958KNb1DHVlYZrq+ozuUajMYZI5k3Z7A/RPdrb1nj3sqY7F3W4dV7bV1/U4eGWUtUqsfEPlvqUMdSQW4fpGn2ZxXc2G2s03tcYaHgCnU4PNJuONBkfaDza5+AxVWYAlyGQkkS+hk8L+zv7qqKWXyMaNvz93X1NxxOVQ09EeeLzq0PDwjflGT/zXA9bOTA9VbQuvV2UqjjYSm5ZiOyZJtJJsTxITsooyE6XWyRz027FfsqLSS76zCVpntMxhM2YAy0hF9kBMyYLtaGIpJRCdZ1Yr5NqFsWaeKCppe4z+mvGotgCbgt5AUBJpaANOnB+YZ9LtU1kK7YVTDktujKvPaKWohJkV1v4pITt90aol7mMoOHGhLgxSizED3rFrhJ8rw7T8myiENJf5mF7nGbqUuqIMVPGrOvaUGY75+dCuyWoGXkchxLFqTjXGUBMmTwdZPnHciWOHQUzZ7KBuKJFBQqRVImbhkJHw6bbWiES3qiWeEHyL6WdOX2b7rzjLt1959266/7X6MR9j+rut31Ad7/re7X66Ht18k3fquF9b1H/zP06d2VHZ87cruXeUEsh3bY+1ImlrDS5qhODmU4OW60PsXK6q2/5lnfq69/1NtX90IUrl/XFp57R3mSiZ8+fY7M/VGaDDENKZZwENmKpME/VYKDh+qqiX+uAQ+yYA8EOr1iXt65qxJgf851+zGHXz/Ut9ZxRtxmf6Ibl4D7UmdUNVds7uvyJT+j8r/+qLnz4N3ThYx/T1Wee1+409OWDiX7p2Wf1b/gm/zxz7v3f/D795T/zo3ofB5L1/oQD9AvYsa1qOOMz3rLEYWLmtmOORTWfZ7RxNg+cGNvCpaoilII6ueVbD1rhiNSkOd7v9RXBPCHN+Sv4CXlfVOpeT2tcEtwWQb0SWUNRQgaCjqDwUBqhqqp1Ym1FZ09uqh8N62lbUiNCESHrrqrUzcM6wFF4EaHiXAcDkUxdTM5TiFEk/OOeUpXDll3nuh5dXofksRLAesIZEDXqUkl3nPSSD0x07pHCa942JjPjogWKGEEGLLzApl8NbrQUSde7GFboUKgUIwh1afBCEoAXa5Y6k6+HzgGTnFkRoXCEWMypEr0puNngID3CIQS+s2NRBgx8xPV0orf2bhDA+hcNbDOc05U3NpTMpTcyJEAeiCPv8hdyHWYgQQTKfLBZCMaciFhQZrhkdJplKCzilOEUswxwjlqp4nttYmNNbJb1YEljbGvhzZjs3tBHLJzlP44ZT5U4IY/YxGfYMlxbl//Rm3q4pMRk6gGj0YQSg6fvGZv/Ct/XllQxMSoGakpMWAZU9+0s1F8ayht+f3lJMegrp1CqQoejPbbuhg1+V1cundOFiy/q4uWXtLVzTVevXdGVa5d1Af7Va5fkf47zGnhn54q2t65oxoY8no6x60AHbPL7owO5zVJKmrGBH+7sKdjwqqqnpaUVTaHr/lBVr68pz4wrK+vqE59xCNjl4DFxnVNPvd6Aw4Jr3Si3Ey0v9dhIdeMgIRqA6I9QQBmuI7PMMWRHSPKG27I5tbRLC2Z+KdNXC8WWy8gtfJfU9WRGByNjnhSKAGjDKiVsM1SqUir8lowN/diwybdsUga5MDYql0VWVVVSIj9edpk8nU2UZ9uyud3oJEkGwcM7gThygbbocGESWA+o+OO0yyxMArIp2NRDQUxHoctwHgMF6NaO8op9rRrasYHu6tp6/RLRAtZhOttoIFBucH2T4wVaKtBB0D5BW4kNQKRdh86KTHrTTstCHknywUJ1TwwW0QFqWeRjuVZvc1kn77lD9zz8kB55y1v12Nd9g+5+/Zu1ds9j2k4b2qnX9cT5K/ry+Ut6itvwM5euaK8N7XDQqU6c1PnDfU14KXt+a0+f+8qzeu6lS3ruxfMaTWa6cPGy+rwKPPzom7QzIn5tX1sHM+VqqByV9g7H8Ed6lmf8fVp1QgMw5KlRVtDUNX1e1UmVP5v1e2rhzajXjLbpD4dqaM/RaKTtnW29cO5FXeIAsetfwEuNBv2kPuOnHe3qyS9+Xo9/7rN65tnn9dLFbV3aHuv83kxPXNzRL/3OF/Sh3/yMRldD3/nuD+iv/sW/qu/+tj+ou0+uaWmyq/H2ee3tvaT+etLa6TWpl7hUtNjUl9u0lahLaMZNfcIzfFKoTztPOWiYl1JSxt4WW6u6luMRUXi2PSJElsLPkiznfNZ1+uQpDQf9srcUMQ8GxBmKcrmeN9YtMkYk8mb5gtCjzIfuvU/3cVgb1BVdjg7WOSGTnVmhirWsSq0MiRUt0GhdnU4V+wjwGfVZduFgDoWbCUlq6becuzzWUUScZgJMiqkOjiuBU+Tp06CUDmDizS9Z4Xc0ZdGGCxrDUEvhFgIC8gjI72JKHPq4T8cjR7QzLyIRigCIO4wgpOEiwPCKR57SC3mroKtIlKQuLORRgL1H9M0ExVC+ZB06cqXAo1hEKCKO4jcTN0p3qRGh7od4ADRsqYNbaRE1ngPiMsyjYgVUkSdfZ9v1Uoo6Uo971/H4YLI0XUhuKLyL9VjM6rRVDILe/pZ2LrygqGaaVeJWO1ZmcB2ymHhj9/d69kFx6VVLn/RYeAyeIfVgyK1UOuRWHjm0srSmjfUTGvCcFwx+T5gZNwAPINtpnCkzKoYEEyuYNBsnTuj0mTPyRB2urGhpfU07+7tiDmnCxr27t8Om/hJwTtu7W9o/ZMPGzmtbl7XDAWCfxXCfb4kH3GAOuX1UwyUlFsD+2qoGqytKKGrgNywWtoHxrJwqnbztNp04c5uYqSwkLbf/KXXJ3OQbJdKXl1d4GWhJHrDRt5pODnmum2nYz1I7ogVVQHMXkRT8KBwmGQtHVCQB8ENz9rxXaIuyoGGU20V0oA8nosdKD1EUXo6LvIUmQAyJwiWt84lCEm1aVYkFJimlpHAe+tKbX0sZLX0hteRtVfSzWJNFHSCMF5kyBRg8lgxEMa3kKIVhAjoEz1FnMoe4uQFtlpMA6zFAWgD1XWKEMYC4FPOfIoJemBTqfAV0a9el5bIIu34zDjQz19d1Jb9tN6ANywIl1AG+aAMo2YQC8EocTOEqQA7RP0KWjMVbTyFot5ynEnjG7plTX2011KhJqlc3Ndw8o9Xb7tLmPQ/otoce1h2v4bn3gQe1dOasxoM1XZj2daUZsMFfUcNB8pAb8wEH0xmHiwll7jFe96jLPh1zfn+k87uHaodrurI3ZmyvKfrLWt08pcNJqwuXrnJQDV26uq3xNOvKlS1xptP5CxeVq1qf/9JXlJEXLwNYrMy4SMyJfq+nHht8qpOYuoUf8CfY4m/biYaZTqaa8Pq2u7Ojg8NDXs4mZU4c7o30/FPP67O//Ul9/Dc/rsefeEpffOaCfvuzT+tXP/64fvojn9MvfP5pNcNT+jN/7i/rv/zP/2/6we/5Pr2JdliqEq91F3V1iw1+tdLdr71HWq7V1OKbfUsbTjioj5SwpawTpduizEHb5Ghvvqn3qIM37intFRHyeHB/T5nrVVXRv0FbNKqRF84vdN2fIIb6HPAjq4z9hWxpB+QWerKs02AKzNgS0Eu17mWjX+oPNOESkSoOdfRjBT9Fku3rY/+wV5V1LBhDWZrb14KhiTt0WYaIUESQlgFSGIvmQxEnD/ILHcYw8QtZEvEB3OzRiFyLGoBEchASZZxRBGlwIHKJoxkapgXmIBW98I3dZgbhokuB6nzq0PXQgnE92lGUEWS0cHScVwwzhdqYgl9Rqkt4JV20KZ2cKVFzyPo9ObLZjgVYByxFuOQAS4SAuXPAfg/IDFdZxUVEwQ4ioPGmDSZLm4UDu9oAABAASURBVDmYZzDPaYZAT0lyBNoD1mRmUBa7GGj0Gix3e1JmMEpJzrM0nWjv/FdUNzvq8a2s8a5OWmKQZnRVVU8p9Rnfof2DkTKDuYXXkjbmW3fNAO8B/iW2fn9J/XpZG6ub8p+kzVhwMxMbUUVK8iSIrHKznrGAtGzOY27Ply+8pN29XYnJN2ZzX15ZZtNlc2UCD7ApyJR5RuwNag15+n/2xRc4+Tc6xPZZJK3ffodO3HmPlk6cVr2yruHJM+qtrqtJSaL8AfqWOUCkfh8bKvmR2a8RExpq9dQZDeqBog216PLit8Mtxn8WOOEFI0dN3aWG5/ulQVIdLEIxVmFSlxyiPUPZlVQiTCJQ2bCxu6MRMrsK2SSZr4yKzM2lBbcSbRVAlh0htCkDMaRNzQF1pgLlLl8pBEkbB2SoJp4oKMwkp8dAyybvzTAzJlx8MAYTEGrJI+wKRQTSmJIB2kNWvsCm4ecjnEsyoSTyArILwac+YEcNpfz5QmJaRTYIQ4kfUzruMlpvguPJx2nrwyyxL4o9F8iiiiwPGUCSRMtAESdi4hZgmQJyvg5uFsvUoTXw3TolywSt11Nv5aRWTt0lDU9rVp9W079Du80p4IQOtKm8dIrb/Rm1S6uqeOoe0zdtr9aAsby3vy//96jD4VD+p1ndRwf7B6oqxh0D9eqVbfqm1pe/8pQYjlpeXtN4NJVvl6vDoZrDA+3zsrUcra6df15DdL/Erb+hMT75qc9wYz7QJz/xaSUO34fMbR6seBFoNGHulvlJfV2nTHsn+r9lk5x4XnKD9n8h+9K5c3ryS1/SZ37nU/r073xen/rYE/rQz39UP/3PfkE//U9/Sb/+C5/R5z51Xs+fHzH/7tNjb32PfvRP/O/0d/+Pf0d/7Uf/ih597I3a59vDQUywdV8xHjE/V9V/7R2a3LmpSzHVJFXa51CxT9qEl5JxM1auk2bYNuXUYtsi0dZ07Az7ajbxPnPZsEQb9Hs9dS7L7Wc6ImivmckCLQMkIuS6OV/D/MrMiV7FCAwmZxmNUcZIplyPFJdrsIJc5FtlbMiMgUQ7P8jhreH1c3trmwMFucpcqRjRtWpVbPg9pnoUzWTDtlyg00EJtHmgy+tbUIjnJWjus1xOS8aMHEit555TiRdE4DSsFolYDUOSCtVStnV05ZQUl1Xytl0U2vmd96gc17PwESl4roOoPTGjW0I6zrXiBZjvyrmShSaICBpGNJYKlh22BrgDItA3+lcrnmpj8HF5ikD3XI+VHk+c00dZINyQCXHbWtrQ9Fyua7LktqJjkCzyXaLLESXZ68ghUxjG5EZpsFwE20/pcOJyvOi5tXEdN8u/cMb4V1En0bEG+NgnXKZjy6Bqicy9x0omQ1ZCHoDfO7ymrac+qyFPZ/6f4vaYXBMWhWBT91NeQ4HTlhxMLjHJEhMzU7nx4UgzFoVDbuCJ+B6L1urmhlTXqpDpAX3AdGai+RdlXMe6rtRSxownOE/klsEVrGKHTJgJrwM1E9eb9Ok779LKydMa8oy5dtvtWjt9RsGLQuLGvnrqdp285yGtnLlbm7ffzU1A6q+uSwMWP8rc2t2VFzJP6tI51GGJb6VeyJpJg92Ntq5c0z4L6SbfTld5ylvmkJCqHi0ibfGNMvWSpqyMLXUP8vf7NX08UcUS5PGQ3Uc5aMlEW4pWlRZBRILuIEWlFDWQ1LFRhi9jqZXopmIi67qstwwB3dpRnBTOTL6COzoCDERKcl+kFIiF7Dw7bGuBeaHmIV5kImKOE+JRJJze0i9UkXjAX/hMwaaRK8akklfHRJCQDzoFUOByZaazARYNMiQaIwIKgF28ZS3q8k0XJoFp8ywaESK7Fo4i2OBDLf3k8W5ssKHOU7CFFhlsDBsjOeTxaBBzTvAKNj2HLr97pkV/y4LeKDECKvW1PNzQ+7/1u/WOr3uv1jbuVfTOaOtwoCsHA201y9rXmpo+86G3qkNufv7rj9F4V/1eqOXm7I6nJnLdfNtcZmwfHBxoMBgoMWauXdsmrdXly5fVIN9wCH7yqa+oN+hphRerAF/hxcuf3C4zB9dOn9KXn31awRx98YVzGvaXOERM9eRTT+uly1fURE+jNmlcQBoz56bMy4a52LCBivYzlEM4n64abH72qSf1sY98Xr/wM1/Qv/nJD+sn/tdf1oc+9DuaHYQ+8N7v0l/6sb+qv/ZX/rr++l/+6/rzf/pH9f3f9/36lve/R/e8/n5NV2bMn22tT0fq81luMt5jTk7VHIw1uryrg70D7fHJbcQE2OFVbp/6RV1reW29tL7HgW0rmzSRCHHQWaZNJG/2wtWW90sgczsxnnwQ8JzPjF1v6mSReUUP8r79D+qeaFCJF5SatcjtLwuSftybb0AVzZILOB4Rigg28lqve/h1pW/PX76q3XEgM1A7rejfWpH7ClWMNvi0bcvBIqPMOmBSfqYuVExSSkkRAWV2Ro8A8pHc5ihyzlcAKdiCiZpsBIe8yElgibKFY3EpEhZ1DoC2doaihyjJRDsiO41cnTevo24ZkpxvmFNSuqUgTC9oAXZhRgbHA2MXYF4BFFvesi6AaGEvgoCYtxPUq/lA+y3SrdBAkvXTNBRlRtZxvUH6zb7I08g0ubOV5ND8J0pU1pEKnWF04ChdKGM3kmUiQqmAbnRuVGcrXBOGEiFY0GDkAtB8QBWbkKAyDgvK6Eey0N7Eq9GWxi98SZe/8nnNqtCkqqVImrAAeKMfcbNWqrlNryr1Bnz/GymqnmrofW4fXA74vj3o9FHuwcGhNjZPaImFqzPFC6VKvUajEU/9Byx2PQ36PXmieRKKVqiC1miz+sMlrWxs8F3+mnpM4IFv46srGmF0xUa+cfqMgs3+1J33svnfrl1uOMO1DR1iSMMmn/jWPlha0S6vBdY7YRHrk2+Pg4iHviinQq5X91VHrS994Qk2fm4cnM6Dup86dVq204urnzEzNg0HPbK1SmzyOU9lFw7mkB0xKPgxMyTaUCnhQ1UCVwA4ItFWpBOW25QxUPqKBnOKcLSGFjRRPLEAoDxGVFK7uI65iBt5gVxXDrVHfymH8pwlCBYAKVERRESVlclngCBpLkW6zM8qsoQqLBNzsCSJ81iHSvlW7HywgjZIgHFElwN28Z5PnSiWQjheEl4lKDLoRvxI6la8zi4EdQwWC4tzFgVOI1LMos2iVQZaxnZd99hs1vWOt3+j/vgP/Ektr5zWpcuHPJkzfrSiqZa03yQdtJWCG/yEETNik070/XQ80lKvJ3Ye1YwDZTH+a/nP1ho2gVRVqoBlbvre+Lc4+HrMbm1vcQvnFalOWmIeTJFFvWbYNM0zjaaHCj69+RCxurqkQHeFne5DIkrQTz79nNrUA/plw2+i0oyOa5gzLbd/H7obNv4qVXyCW+aQMNAK8/C1D75G73/v1+sHf+Bd+tE/+536Kz/2J/TX/tKf03/yn/yI3vXOt+vU5poG0ari09aYz2nT3SvaufSCrl58Vsr76g1byhvp6s4lXdq6oEs7l7XNYWeflprWoT0OAfu8lrVVIDuU5/uQjZtWd/MAWQ3zsmEOR4RSSqp7NcDaQVu19NfM65OkiniVkjL9ZL7zuM8a1rEJr387vNRN6YsIykIukScAOciYa/omyLaAhqSYkpLZDE0HmWboNbzhjW+UotJvffwz+tVPPaFJb13L/VU2/IxUJRE6X0u/ZQADKYwaoshrte2okOnmtIpzToplHuYCiBb+UQAjY5s9ymDnDjkTaQIyUJjYLI5OGVzyHMlIOZMVJbnIOt6Sda7LScfgSAZ5JI+ldKTr0VGEC+GANoBu8FEq3LECZADd0i90lcR4Ncki8apBaYBjKqjqTXUpnE7HolFKhTsx57c9xhayqg5C5cZwlJ0OLvmMJVKVAoz94VhAS1ALyNBZ151pgzl5npaJGEDFt+jMXVq2faGMfgF0IwOHkHIyMAOWq0bL020dPP+4ylGQCTNj0k+YFLlK5eQ/5vYd9VCpHgBD5dQvJ+8ZA3z91G2Cyca+on1O6RNuAg2DKTgMVL0+aUkJPV4kKzZSRpI8OT3wI0INE7Pu92S+J3liMSyfAnp1OQy0KWnl9OnyTT1H0tXtHfVX13iar8WML8/4NYtD4lDQX1lVDV5Z31CFjbvXdmW6N+DbPfb0loYMeak36Gud14eW8m/jULLDremQ7/3e2CNV8sFgwsLcsIiEsgaDWplnxfJky9OtcAHY08TKseh5OOiMCJoboHMxWVQBe0IV7ZDME9UF6Ak13Cwyk5AC4FgbSFkuNzqSmOUdC/jqgDIKoZe7CORCJGc5Z2cfNHbi4cOmJaKA5nHNHRnhZANjPRduxzPZxU0BZiMHdcwXZolbNqPDFTBetJIlCjhAMiIsYlMBcs3zkPQ1+5KlZEWXBzewKG+hxDao2IuMFkWRyTxsgIUPtYxJodBzt+ggrY2kwfKqvuW9H9Bb3v4NGjF5ru4e6mAqtTHUhau7OmTTjOFALX084rY6Zay0bMb+FMSOpdnhWDW3vOloooROb0JTXsV6dU8Gb/IRIW/0a4zxrWvX1DAXPR/4BK9tH1ZTaGt3W9Y9WOrrYH9bgzrr3PNPamN9RS+8yBM+c8Cb3crqqpQqBfr9b2PMlNh4axXMEtRgbwYaNtKGDbWqKj4NjOS6izm8trKmzY113XP3nXrDY4/q9W94WGfvPqXhamjcbGt3/wIH6vO6cuFpjbbPa7p3QcN8oMn2Be1cOacvPfO4Pv3CE3oW/vPwLu5f1UXWmpemO7oy2dM1XiIO2ez7zMvVzXUNsHuKLaINQlLw01D/GZuq6fForBRJU576e/2B1tbWJGT8+aPhdaKq63JwinAfZpnndhhzwfA/eZvp00zf9llbauaicBFBdT0GDDCOe1il/8nnAUqUVMIA4a0rmLtvfMNjets7vl6/9tkn9VO//CGt8Dp4YuOkvOZl7HO5FCKVuT4Ftyy1WYm01IoREQWEa7PtQYQybXuGZyj5oe0dJ9lkYZs2zwzPb2NDKVctpgMIOe76FBninYxDl4chyHaxRdhp7UJ4zgPgidzo0/FoVwBKKbrjdyoioosWHDSAaAIVFxGKCBHgwfqP41pFaWxry5ToBjYt+BnQDS4fxcKUa0qHtLDdGQY3oqsFSyhGQwbEc2yomC+ZTeVpdAtq4UiHTAhVxiXNeVti7hYDNAMq4Cx8YANDAsvNyQQGyTL1XFeVaH4mRmZ5ieiRRtl0gjW6GOMRAz/XocO9S2p3XtRqNdVw2FOv3y+/bOLJoqqvKQvCIU96B0y2yUxKvYHCt2Ju17OouFm0Wl7dkBfDXPfkv+H1LTyjZ8iiVVW1ltlwl4dDbM7yCG2ZxHecvVOp2Ch5Ug95CVhn811jI75y6ZIC+5QqHfKs6Zv2jAm9RvpLFy6o5iDRUNd6ZVX18oqWT5zg2/1UQ25T/RioGlEMhlTR0+aJU9pg8p2lPB9kztx2mzZPn9DG2VMntl5mAAAQAElEQVSKfq0RLxEjFuBLFy9rCTuXeAVI0cq/PVuDQ43sInHAMHETMBykCIUSAA4VB0tRhRI3spRCFZCSJPqB3nAzyEHQv2VDhq+Fo49JJDkvOFKEMqDiXIiVlchRUMYiMSTVgcAAapxjASqOsaVc0h3NJHYx9EZSABJMIKJS0BdyBcwSAV5ztyjXUY8t19G8BVCMnEVBJoPABVRckUPIeXPhdEGROpLveCr5nAKFPUG7RoQSEBFaxEMLlxVEgjqYU8qizU0bEkutlCBDLWPdG11mgmd4Ta60fvKsXvPoW7ix/f9p+7MY3ZItvw/7r4i99/d9OZ+xTs115x5JNtWkKFEtwRZF2JZl2IIBGTZs+dWAH+wHvxrwowHDL4KHFz/ZhiGB0EAZlClS7JZENqXbHO7Q3ff2vbfmqlNnzJNzftPe4d8/9pd58lTVbdKCvHOvHStWrFixYsWwYsiTZ6IFu+4LFqfN3p7mWbqcFm3du6U07XSBU5mxG54wNpKCkZeUS1JZF2QnLRa9Um5wkKcaoLWp1eX5pXoW02uulc5OznR5dqmHHL9/wX37gvGWEuOT/r+9va0J42eHctc4xBn9tF/SQ5YTTbvbOP2VPD7O6Mu3Ofm6c++e7j94oOOzc13Cn8m7ZFdJsRqww4Id/ZIxeME1nO2R0HCfo/NdFgh7lNE2jVrau2sbTvRazfYnmux1Ktuh4XajcqcFGm2/s6vV7qCL6UqfzZ/o04sn+vzymR4yp3yMw3//xRd6mpb6fH2mT4+fy/+Ez/V1V590U01tL8KGciICq4XEtxSHiW6U5AVJw9hzk624Ujtmwb9kPppxetfh9C0jlOX0Nem2tnhOT07kI/sFC/ecs7pJq7ZFpjaPGSkmIijRtPCnAiSMC4MRkws4rxMjQhHoRXwYFvrVX7ml/8X/5L+lI47xf3L4WG9+8z39yq/+ira2pswcdaTLJzfFzt59HFlB/+oUahGYkUcgt4PnXLcjU12NowQ5nPoqmNdpFZDn+DWQI6DZxkxfY0bikKvMcYyhvAlj6stvGOXjZFAw8gyiIeSn5rUsRzaQNuEYuBVEhk1YHFYtCtUF0Mqr6FpnpDsc42OaCzJNzgOvDFXRMsr/Jd+CUrwoW1XccIUKwpyzpm+oY7yabkP5amBZV9SRH7kQLYdCalJEUKeKbkJzOl5QG8AOQRQ2JT421FWcKCka8yHX2jhHRTU+EaGIGCN8XbY7kXkrwMyrIjqjQolBkiHYnoWyCzaseeAI1vhtf6p/+Ht/QyzNmYwuJXhSTpowOURKWuDd/Qt5ewd3cOq9prt7mrFzDgbZskgtjtZ/qKNl4KWGnXPulNkB7d57TQ20Xe7aExPcUHUI9ewgJm3LYmKhu5wK3Lp9V00mzq5nf/9AHYuD2Z3b2rlzRzu7O/CvmMRWzL8DtZGWl5c6OnzOwmJLLRPFG+9+g9299PTwSM+PTrW1f0dDO0P/XbWTbUWeKFKrbjJVTlmPP/tMa47zPHn6z9927UQDdezaTk+ePlHDpNO1oUkzKMVSESsV97eUsM1X3zCJT9kAhQmjK3JSyqFMaEgpJN4i/3gCMBgvEjRD1NDYNQkK6RbuzJARATZyFqHTK2nmBeDzGxGKMIiw6CqXS3AfcJ91WEWQGoHOgMMrSCnLkB1GVkRCmG48peKuSUX43MSJfuVFpS/RyEH/4EUltERkwJFgTCCJMAJEIQcVSMe8clpK0FErATWNT0TUtIiQ/ALyQyG8lEMhNYFMDpX4JuiE9JehNEqTXR08eE+rdluzg7s4qgudXpyzi3+mJRO3/w16M5swoUtN09bF/ZqTrWDBsKQ/03gukb4rDZTvHXtQypw+3DSNvMAdmNWNe5Fgx/Tzn/9CdvIv2NU7bW9vV3a8hTkzkDbgpBfzJdpmJdojKWt+udQe11gXLAqePX2mjOxEP969fQs9BxbfvQbupS8Ye5fskueAiDctOiPDJ20JG066VnZQW9sztSxeUtcodVmlCfVdaJhmxVarZn+m2JtquZU17E911vQ6wuk9X13oeL3QCbDK8JPv5OJMaxbt21tb2mM+2Gd832fM3+eqbJd5osnIpCkS7ZRTkuiMEaHJZKKGegw4xbrwotFa6tQwl1ywoDnBkS85FVl5ocRixgsgx3NKXMFd6vLyguuVJ9qizC1ODKZdh71CESE/EbGJJ0H0C0QFCLzgkuoXXt14ilAYSLQJqwn9c7/5Hf1P/4d/VY+fPtcuJxT7bFZ++7f/gl5/8y0l5peSGtq/HftBrc8gTynNIBaELiHod0UDduqBQl0rwEsCJbm8UYEgMEAkacxXeSE4FHkcVoDmuAPHybp5LSFVHYyNRJQxoxUbCTe+pOE3KPAGbUTTGGy+ZA6AVoRgpV8F1MWgku1pEKXfDEe8WA1gzFtp+uXPWLGR96tcFOBCXkkwLwSMzJc6beI1guY36JZ9DRvDmi02MiPAANPIWYORf1A1TEgRARSlMK6vfQrUa6B8WG9QQOu74aDTjWVgJ3hNlRJl8A3J5dxs2ZrOZJWHuU4ef6pHn32shoGUmQC22UFkBuDl/FJrVv6RGs1ZRd9mpxBNKwEzjs8OcNT+zdkJOwE1nc4Wa+3euqu7b7ytvpkoTbc0297TDnfvHQsDy5wQDkw0Xdtpzq5ltRrUIG+PxcOALbdZSLzHHeH9117T2dFRPaa7ffuOfuM3frNOgN/81jfrZHt6eqb/6G/8TT158lR37t7XG2+9U//+/jY7mte/8z0m56lO5mu9/s431KDHITuBHvk22VNODB4/eqQJg19MymJwDUCLTs+fHyqYuts8KGkF+5pBWoAAf/mWK5R2rCj9O2xk4okwUlIiHAGciY8kMY+JzqXiH7dZDZFGm1mO2xCSX4AySTI9IhQxguOSRw3fSPIz5jOzwRTBMfLzVX3QkcJB4aG8mqfGigI5I8Bd8VBKSXwVtR6uQ5agCar8VBlIJERZqlVM/Qp8PXXDRl7rUbDFUGFTL8pIkZQixFuZxzDAo9JSSLCMEKGAUHUO44nEkJ8IhwZ0hVAoUyJOY4TgY+ctIOdWbTvDOeIAt+5q++67WnV7itm+htxJkVh87ukAB7qDA97nePsZi87Ts7MquNCHCn1sOV/K4QVH7kuugRbLhfzYEa3p+z1gRzXDAc05CbCze/jwoU5PT+U8TdNomzHYtK0KC4Gd7S0N5PHCINAhRdY+p1sRoW3G3jFOb4HTa7sO/XZwcpf1n8Zt7e5wR/5COwcsoJH3lMVDxoGusPMKeZn6WheXgyilHPI83Xatbt+7rQdvvq7pzrYUkhc0k71tbLPW6epSl4yRo+WlXiwvdMY1RexMtW5DQ5O0psELAjvGU8fYvsX4f/ONN/TG66/r1v4BzneGnTuglR13C0+zgZySMnPPBD076mPD9thVPOZxGqiCthaKnZ2dynaNQElJi8WCuqPT+ZkuSNvd2dXWdCbr4j4aMfIF5QjcsYj6JffVW1Qpphu5It8ITTa02JDdh/653/pNCVv8+Mc/lk9L3n7nXf35f+YvaP/eA2m6q2WaaIm8ARsX607miFCSmJZLHTtF1JaP+ycB6vLlDQNpZOGrqptK1DwDfbnyY6NCu0IchYiHtKs4JUAY31GOv4aRRiahiFBJfiJIM4jCNUByeAVEN6/136BjEChG1jHCt+qAENMi+AIRQUE3AD4pdPWQXNFKuYpUyqsfy36V8vUxq32dQqT8EzPCdJUB3mLjUgcb8TqlKnfFdBU6tdSaODnAEvlqe1MPXhmuuYuxwPYGRwaBAQ4dN4j4CNY7TEIn5hmaxZ3AOcb0gNPlQaXUIL2oD6kXD50j49w9kXin0bM69iDyDsS7+o6dfTeZKTEQS8rcERZ2zXv1r28tmIQyaRlHuqJ9tzkijwmTErxLunBJnVgnaDLblieURP6Cgv16JTvXHEm7O3u6zeq+yW3dERVW6MePnujk0VNtNxOkJE0owwsOqqHde3f07V//Vd3mSP7b7OYff/KQBcGpLtlJTVl8tHt7Gpj8vvkX/5K+/Wd/S89OTtWyiNiF3wuSxOT6+re/qy0mvmePvtAeR2wZvXJK6pjgfD/fM5FFWaLPivKHarOCrgLDYuOLrUdk/EYESCgRGiJCgcxkYHArhSpgpwIIu4uWCMJC2xVomEZuy1Jp9KoCSCJJsICB83XctgB95S3mr6AxOTQ+VyExowEPBSEM+cah+40IRYQS9ojIAlPESAvqASaD/JCPFzHIQPGCziP5SlNiYQjyEJpMhgJ4cqJwiC9f0ytQU1vcdYwgL1D7bpg3RLSCP9YpRVIF7JtIjAhl9L/CI8ij0FceFwA9AMnTVSjTB+fsmNfNgdL+OzrLt3Wet7XOU11yvB6p0en5hezYj4+P5GPkyWRanXLKuTpqDCLXLSIUKcn9NuemOl9Rlvu/66kIxsRQHbV45jiozzhtGrCjx4qhbZrqDFcsFjw+u7ZVmJfFwZRyLefo6AUUMY52KeOC3f1cDflm3H8/ZDG7tbtTj/C3GGcTrsdeoPf2zi56DWxGcdr+65CWz1zmMhrmgimnFE3byCaybY0MtLFy0nRvR3k6UZ9DayadJfpeco9wenmugbadsIPdxrEeMObvcZr3ztvvsAh/S/tcrzWTTs2kVUv+gYrY4QV287xSXDNskinX+tt2iXbM1CUy7ZPI4Jdwxhi2A59MJqp6VQsI0xd5IeXF0qMvPtPe/i0lZLaU0aJvBg/KCSW+AkL1QW9ygxYC+jOY4K2BP38KuPyeyhROMf6Nf+2v6Ec/+pF2KffjTz/T5w8f6xvf+w29+Z3flHbu6YSN1TKL/hTYL7F4pPwkBfOARLkUT1DrMWBX49qEmBo+eNErIkiC2S/pg9uOOrg/QFINN3HL1VeeuJalimnzDIRIQL4KilGKAlpAQ8diMArX1WuuK1wRIfGKx3msCNrIOKSqixskIhQxAghvokkkKLp+AnZ43AlBiVyn3EBe1aZY4Rup1+jGGOY2j8OB0iDzVdWvlqHxMd26V0Cm+Y2DoodjIp9zGPTKU/OakUpH9PLKmWpINU5AJGLM57pVaXx4q+zAyNo8YTlXgOAxF4kjM51/sHlHsEwYapKiSumZHHtlDdFqrUYNuxjE6PLiVBfnp6yK55oyiFoGbc8ATznr8PBF3YEfMzEs2YWfnVzomDu+7bt3Fds74qJepZtqQac75gixwZGuU+g5E8uSSeyCFfZqyeW5Bq4D5rRr4Q6zaM2pgdDL/9zt7utvaTLdk+/aWibJFvqUyXdrMtUOznuP3b6P7i+OTzXJjd55/Q2ZJ/WD3nnrbSV2Pp6MHr7/oRbWYWtLr733TU33bmmP04i+6TTD4c9ZTOxyGnH/7Xd1zknF7u62To5f6DZHbts4/vnlqfrVXIGNB40P4wkkgJuvOYijqyJLhB4fbr+IENVXJCkiNIaSPHDkJqVFMDov7TRQEj3QEdJ8yECVhOmJBK3MXgAAEABJREFUSeTmgyDkR4SunoiX+BUNYfDTv1A4aqFJwU/9Ij9grH3WJRInWt+IUIQhE8INPiaIeFAXp1Ff1B7I58mlUEYBR3OK5Quu+oy8fK/zmVx5nYeKjTh5SDCOAFUnuEkTsiKQcAXwgVZdgnoZz4ydHKIM6SpM2EghBcaPCEUApulLD3lphUosCsKklBpNpzua7L+uw1WrR+eFU6EkNVPNtnfrPfwlTjYzHtq22xwGDdUZvzg8ZKHYMUbmqF6QlbRil50z4WopO6+OHarDJfQOp52brAm0p0+fynHv6H1sv2axvc34mVOWeI6Ojqq8S478PQ6ctrU10woH7cWGT6cKfM731ltvVWfXY79djpHbyURTxgUXUGoYD+vU6PHzF5psUZ/lSkecIpxylz8HPzm70HJV1E2o7xYOnXrOF5eUjQmoR46krmm1v7enGXpPm06Jjhrcjc+ZFxJtl7D19u6O9u7e0e0H97W9v6spi44J0OHgG+od8HiMuNdbz5STrGfLQiCTntuGvj9ISegyUc7MVZTj/pFTVkTI/U88dvoRIdfd9lpjk8ePH9Y8M+q7xeJmgg0iQikhUFI4jFB9CCL4OGIj3gwVjBITXoUI+HlNtR4RoZ42voO9f/V739MZc92axHOuWI4vlrpYJzYnf17f+pVfZVdflLdnnHhSpwYhnBxGrJXwCWXoNTA+BkolkDBSAYQeL0HXj8eNbVKYc1/Cmv7Xw2MYCF2pQbW7E/MbQblABKEJG4gY4xGhCEAAYU2uAiyrxq4/o0Wvoxuk8pWx0MIgt4KETg0+EUGFQwRA6OueYiJJEXzAxy/I5kXqBhsDG0M10xj3d6R9mYhd0eWaClJlQyOFF4Izb2AkUxpIqa2ySajBwHfk97fAA4EXibypQtS6JgzoqkCSQX7gdx7npWBTaLwajDw1oX4qccxX6CRFdsyFzuHUQsUTwiOilqX6RO3wEQH/UOUmnKY4fhPOrawWyqR5R1EIU9dqzg48MQBfHB1LTBRPnh5qgTfqOJZnFKvZ2aMzFx1xFM+MqBWTgBhcAxPZJTosGOCT+/el3V0tXBYLgjU1WXJnqEhwhBYM0AWTzQEr/+l0pl0mmp67c3Ek8PiTz3T2+JmOPvlC54fHusuK+dmjx3XSeePBG/rg/Y90dnap0+Nz3bp1Xwf3H+iMiWeJvGccxa9w7CcXc02ZrCfTbcId9UwYiQnt9OwMJ3+kna2JEmccax+z2hbgtqFKqHjFjr5XbWK7qj7B1+CA0G+EgjpFhJRCNWA0BCxuyyqjjHZ3O5lsecNmLNSQCXMoUDfgAWM5gVzzh4LAQMBrbJSLxsgWAVrrmo0+di3DiUCBjxJUKEN+xgIUEQriEaGIAJNCVICvNvGCfs53U0fHDa6jc0WEotY/5HyoVPvbQN5hU1fzj0AuGKzKYLsbEc+YVc7PhyBtQEoRyikp5aQMJPCcwA05KyVDgj8qrxSSkhRJJUJ+HNASwpuo376ji9l9zffe1fP1VM/O12roh3aSdtDnTN52WFs4jyX9yb98Z7rrcoiT32Yh6t2kKCfQwU7YTkg8E07FUs5a4OB76n5NZ5yYds4R/0cffSQf59tZ2SYJGQ1jbkpel+F4RoZlm+4+fXR8rPOLc+3s7uj5s2fa54j8csEiOidlxl6hLIfnLBhaFgbiZGyPsfH+Z1/o6fGZWsZtoo5z2mTBeXuvVE/GFjhu34OvGH/JNO7EV5yYCXmW6d8dyCnLm4E9xvSD+6/pm+99Q6+z8N7a3pKvNu7cu8vOdl+37tzWFvpNsNsO+m3t7bLImNWTjI45omkaiYYY6I8DekTQNkCkJEMmPVPvosIiZCk79FJ5aTn6SUM9ndfzlRdCH3/8oc5pq7ff/gZjeptpqFOyLCVJoQiHxhyGpECy5A9dEGTz1kj9kDaGm2FEDgHOR37kud2tRyvpnbs7nOCfqOkmusU14jHz0tH5Qn/8s4/YVOzoV3/zX1Yze0PT/TtaxEqlHTT+qx5w5h3/axz3Eds6ihi26On5h7omihsBhLQCrbbHpl0KiyGUpSqDxhAmCyFGDkUEVghd/ejmU/mKguIi4Agpgo/82PrFyFcA9q/QKgHdZOUMJliEQ4uM4AuE+CE0vQKZCp3AFavxTRpcglWvPDf0IdurSaRdyQBVxc0EXOkBsYqMmrNUHMv5JalU6vghh/MBgutlClg1msanpo+dspaH7gn+RGoFCmLqgVJoVBG+BDeWC7YIUilfrz5OgGK5RjGRDF4lOyRpI49CKFcGGCNC7qYDDjyYWCuOg5sYXy+14hhODKZu0klNo8SENOSkBRPcAuc5Y2edOZpb50araLRU1udPnrNS3dMc2vTOPQ2505IOussd1ZodwPY77+nON7+nu+9+W6+9/W2pnarFmc8Y/NE2TNZZiQHZ01nvcud+eblgoO5wv7alWTtRi6zFixOtcNgff/ihbrMgmLHreYsJ5ju/8utqux29ducNrUrWXcqa7exji6g7rCWT34zrBdvSE2nTTdFtUMckN2EiveQko81Fq8V5PdFoGE0JKIEF6xY9yXmJIdPtbmwETCnxiQilSKCGIAzxEcQaKKQKCCrYttAOIyDaAxWaJ6xrqLRSsyQJMaEIg2OECqjjW8ZAlmc0KGOEUARAnFIUYyLfTQ50ML0mOxFeXYEg8MohEEEEfmqPDYYR0LHqW0NSnL4RHRHonBQRgMZi6JSDeTdQ9a385GVuwgTIBUcOORR8rhfCRHgVEYDl4oJSVk5phEwIJOJXEDHySiEBoaSILJEvaF9qoQL/jIXj7pvf0unsNf3sReion2jGKdCdu3dwLJfo3mtGP/EOvWe3vcRhb+/s1h31OU7a5Xkn6fvhFTs7X4GtuQMXj+trB+S8CX0KdbdDt1Nu21bnLDTdJ7/44gsWq9z1k8eLiZSzGuCCk6nbt2+jx1oux07W5a8Yuz0Gc/9NOde03d3d6gzblnGLXVeM6ZaxdXx64pHNgn1QtDPt339dHz78Qs/Zye9wbbbGJqfsPi843ZpXJ79AlwsdsvNfMA7rb70zLgvtZyfkNo8IRQTXFjus9Wfy7tnO/a2339Z9HL912WZ8mj6ZzdRc/XIf+kxYdNjBR4QaxyfTKsuyaf3aj13XlDPWKMqEnetEzPauJx+M6TmngQsWILbtGXb84ovPWfQ/0TvvfFM7LLy8ECGLEAiE6ngO1bIiQARUIsbSzadqcZNgzmtIG6zUkBj6uZ2zit67u6vCKcizwyMdcvKo3KpE1pJ56exyS58+oi/tv6u7b31Lb33327rFqUfLaYcXSEVDPR2KplVOUf0BJBmIKuVQQu9IIanwFrlNBp8E0K/cLgNt5HG1GULw+TW/FDGGySFoiJ+QxoKQh8yIMBVaVCCqevpMmiDpS0/6UrxGRwXK9WAeUK6gGBqTHnKml0qI8ouchw+4rp9aXtXApBoz8goUtDJcEY0bruJXYQExEFAM5YFcxUG/8lqfa6DyNmitwg3O9MsEoKrVNiuoPIklOppx0wzOarBNLBulQEeK0w0RIduK4muyrp9X+UYyNPhdhvMEmWxjd8rM8M/cGyVWksvzE02iVxoW6ufnCu7dBiA3WalplN35WKVeLrjXO59rwQ7Azv7sfKmHnz9W64mPwVgm21r1jVbLlvtCBmrsqABtexs5B6zuH2hr/4HS7JZ2772hdvdAA7KnLB4Ch94xORTkHNx7TUFo/MG3vqnJa3f01p/7Vc32d+tuoETSZGtHl730xje+qzfe+672kXfntTe5PiiasyDZf/Cm9rgOiHaiF8+f0yNCa04iVsCEnb13ZS+447STn3Whi5PnGlYX2BabYbxSsZCIxgDhl7yYVxFmEqGunyC/QfUhvTaoxRm3wBGYr2nHQQMD1pPdQIca+5gzBjKTUko1jEgQA+BFDF8LJD99F/lXpFGnDV9levVT5b9CSoqqrxRBPqAQF/1TPIjmKw0g3nWshzW9p1fxGIZWrnTWqEFEKNC56i1kI8f17HGAA/UcNvlGoSFZBgxDTw+F12ISM1zo5U+KkCGQK+wQiTRwxyMoA0g5Kzm8gkQ8NXL7wC0QwSApWOhtaWvvQHcfvK2L1aD1kBDb0H8HHMUuJz3H2plt0ZcXzD+DGsqyQ5+wE7WzXnEKdXBwoIioMGPh2LatXLeQOF0blHLWQJ1t744Fs+1hx+5wXBis5FOlzz//vOZ7/fXXtWQh4Tz1/4Mgv8txmYhUzymYF7mWZ5rL90LCZWJCecfbdi1l98rkXSAr54bxsNCbXFUdsZMvLMyfn5zq5x99rKPzS60jqaduA3YqkZVxTm0zxUwN13hLebHh8sYyCvSkwPYgikzfBDIO2ycV24zfrZ1t2ZlPcGAtp3nmwUAyGE/MKWEgX6Cj8wa4Fy4LbLr0YsqwwV1uQr+u7dRSDoK0YtNxwVWGbeV/ofD555/qiy8e6a239nSH68ScshrmlQi6ljuTxiciUCPGSP0WM8BBSNz1HDHINigRXlJevhFX+QNZGTNgA8pzv3ObLNF7Z3dfHf1ECm1tbVf5T46e62w91+HlhU5XWfNhV+98+8/pz/yFv6y33v2m7rIAi2aiaLcU2EXkEuMq0IOSZBtQmCJCfqxXYcwUeIYaDpALQ6mmkN2h4DcEYVQZESOu0CtPRCjiJjgZGZ7brEsF015CeomOWEFZYw4LSrnxHKKWyS+Bgl5GRqyQd4RA+ZEGNiK/5EuWX5LyNWQzG5x0FYJTxY3RiHzNW5iQiuJrqh9QVUHXz7CRFRJ15FX4J4gSJkJmE94BwCqlSEylBVsVcCiqefhUVvHdNADJ6BDCf9Ev4ITgPBRoLiVSK0IWGa/piHcRBO5IC+6lo58rrRejs/d/JONVM4OpYbDO9nYVTCAeXIe+r+dYbwk8f3GsBqc5RKOITlMmszx0SsFEMduTZjsaoKfJrtbqNKSpxGJgi11/s3+gye1bmnLHv0avjrurBTuVZjJRaRp1rMobZE8YKIcvXihS0i736K+9/abuvvlAedKSq+gYZ+3dz2xnX3t3H+DwH2CLojX1fPc731WzdyD/E5859fFEKGz69NFDFSaT1994XYWFztnRocryUlPuzQK7Yxap7uazwg7AuGxAQ03dfBIhNN4RC0WENEZI43WcwO9Vu6A48nkLQKTSYfCg7YehtqNTFFJEUkJGRmZ1WNDEQ0uje/3WGB+yIBAkKfgpFYh+5Q3KDOzDCwYf8iPIswGRU9dPVKyWRIaC/SpUPYdrHQppRCpvRFSdI0IRIT9lk29gYirwXgEKoLdqnQcYTVclElGlVBmhkJAVEUoplIm+Akm1zJQb0pMCnoggS0jBKAB6xixrVGiNmm5Lr7P7S/Sx23WBGBpyo62dnep87UC9W5zSH+3scs6azmb1l+62OIqOiNEpYwc7bzth7yytf0RUXXwCMOE0gAJrjc44Abh95w7R0Pn5RXWijx89kp9AXzvLiMGXWfQAABAASURBVGCnvM3p0rlczoTyTe9ZMFgH63XIdcFAuR9x5O+0iJDHgHf8e5ygdV2nKeVGEadiUy0uFuqaVk3b6oyj+BOgZ5f5xz97H4dT9JQx/fzoSKfQ5yzm12taG9MvWTDP54tN20Bzu4VUKC9SUmCT1DRVbiY07jDjyI1XHvjIKfdr92/r7X7SoksirY7JCHWTTs5nW0zAJ8w7GEouox96Tucuq4yGciJCOWUWInO9eHGoP/rDz7W/t6333vtWreeUTUkUyZCoh8MoQXwDIpRqvQgkeN1uBOB8qafp1tt0418PAX9SRK49NWHjQK8lC6wTrg9PWFB98cVDsiKpkU6XZzphnnkxXytNb6mZ3ta3vv0b+hf/pX9F/8Lv/Df07e/8qvZu31XDVVKe7St3W4rUKSUyKxQRyDIQoGMZ6LM1LLUudAn0kcxhcL109VSCFDEioZAfslcsYoybZqjRSsIerwhy6ghpDF792mBXMJCxjOIrUxVasfHjwq1xqXybLw1WaCxIN3KWMcNXvqYbbiY4fgUberFsl7SJbwJzjWi4OPolfAGYiA5kgx61cUlEQLWIUzfwatyxIIcTjTuslQC5jtf0lyWT9Mprvgp8Xk74o07MnVUNh4ZqZ3JHhHgVxusXVSnHpVRwArVYc9ykfqFGKzVlpWF5oWF+IeaeOrjWDLQpK3U7z9V60Aonf8zR1CWTwPHpmZrJTJ5EuQ7UfNFrlbMKu+/Pzk7Z/bO76FpNmEBbVvyJlf4Ok12zu8MstKUhpbqLcjjb5eiLvJ5wfUqwe/uOVlTo3usPpEnLbr2vbnhNfRYck5Yy1H+T3+O0O+tAHVsWBlPuCs859jy/nOv2a+RlADbdRKlp5MnGu7OLsxO9OHqm1+/f5X7/UOIEY6DewvELGwlZI6Q6QVSSxpSySQvCa7Chr9ML2Ne9AdFAUAUWFTpTBY/SilMG2U0zV0TQDgkIgYpUcsIAhmI1/+B8UE1KMKGxErQAzB9Oo/8ar0B2SgYtCjLVdHhMK46bSFgTHRpIsE4W6fIGbD/GyQWRZHNViAhFMiSNMkaegbYsX85H3peymBmIF0A8ERrrDW45EQE2QgJPoDchM8mmSIoEOAwYnMMhNJEeuZF/6e6Nt97VW9/4libbe/rJLz7UqiS1XPFsczrl4nfprzlnHPuZ/Ngp2cnu0kftdF1fw0C7mbZyH8Q5pZyVUtaCyX5AkPN4V+5dOo2lhnSswe58VXeoRzhYO7sZpweW1+IArb9pdmou2/Yw3WW9YNFrR+5FxR5OfQd99w8OtMti3L+Mt8Q5H7CI9olBS39//uy5aFr5j8h0baclu+G73NUnxsPurTt6gpNfR2JcBTNBMH5XWnCUP2ds99RtwRUArSJhwx5BTH8SRrcDTjj0uiMnjEwfBcxX4HUe198yrD8k51ZBpmkRISu2YnHvepGIPVoc1qDFYinrapv1nGLYLmEd170G5qKeRY/t9tFHH+qnP/mZHjxo9d43viO3Q8b2KaXKx8dDRC4p+F6DBVK6y7RurwJa1fQAgQmcZgT50ov+BZmuaw3B19TNdd6lXWac8Nw6uKUdTitPuFowPTgt2drdl5qJlmwgjs/mOjw60zlXkrv7t/WNb39H3/zO93Tw+jua3Xqg6cF9zbiS9Pwa1L+woBDlSugm1EMx627ZBkGHRIJGIBA0Q2xC8VQ8QCqNsMqkFtCCtq1jiLQaRlIECbB9+U1fJtyM46+xbwCpgkUEXUwVGALF3HAxMRVoQwVprMDIfZPf3AanwGUUsJBSFbSOQUmBHFUg+cZbyGi4IpUrhNB/LMVpg3nE5wqYFAbwAugadP2YbjCBanyVw0qRGGGZIF/z1gak4zg0V1CHetwPr+MEN96CfQzUEEMNTKiwS8jnJRibJCJkOa4X/QyWIjHxrlfs5BnqTSoMDDv8JX7/VCuOmc6Pjzl+XMtHcdOtWc1zAq1n0M2ZEJY4/dx1ii7pGfR1Q8iq9ZmWms8aJtItiQVpnmTFJEld1jqjRduq3d7VJUddc2DRDyoMhAsmqpZJryGtwWHnrSn3ivd17913lChHdLyu6TRpp+ga2jIv8YvjI6qyFk0jV5+SdPjsmXoib777Xl1wtJNp/YWjFv75xbm0vtThky+UOIrumpCGuXyVIa40RE3FAxWsAESEVDrE2PZJJUIRYapCPOClIuCvvM5fEEn4JYaIEE0GFPQeNNDmBre7ISIUHnxALSSQI8NAHoA+PVCWZZjs5CCeYA4TaV/BIycSUooUzjHmRYgqn9PIXPsGvC6hIMPqFo0PyYghhtwBuw7oWgDLGDmuvqGIpBRRCa6HwXw1tPwqAx0ITUOqk5Ffs4wf8o8SpOBHPBFgsWEjxHqU49yhCIBJPpgQI8Cv+F0ekHB8ibbfZ1J9571v6/nRqTK7ppI7be8d0Me39ezZobqu08npKQ5nwa56ppyz/O/Vc8IhUt8ep+66O/R9/Nn5mezwRJ0xS/231JlyikIoxxuys99moTthh75aLriC2mJXf6ZH7Oh973zr4KA6Ou/iXX5EsBjoK815Fywc7OC8ANjd3ZXv+S3LC4DpdIqeW4oI5ZRqH4qIGkKU07/44gs94wprhaPPOHmPt33u6PfvPFBigeN7+pRbJXaPR8cn8l/O80LZd8g9tlNCnqRAPkwqxFUhKeVM75GWOOW1AftYZ+sbEcqkp5TpZ5IwkPuM09c47FDI8cEOnDmlB+acvl0w97huPgq3rXdYeDmecyPX27K/4F7+7r0Dfe9XfkMzbJAoKyii9ifaKYKY3wp8KMtVgeWVtzhGPxzT4KudfhMqOfVV2MjtYTHYFgXafMHJCe17gv0ydT49O+fE8VQXnKhEtOi9rYvLJcWEpvSFg9u3ldtWPWWvqL/bRPQbzXaV9+9q3u2oefCe1u2U2Rk7RaeIJLBqy6o30uzkhxK0gSkGCXWAAEbciGm68USM6SaBmgU0gCRRjkADEJ8II3rlgetlPGq5ViJQycyJtgZ3RqIRYTmkedB7AurJXDNJGMCVsCGcUqhMMiDUu1qnB9w3YWCSThB4Sbl6Sy2DbBgIvJSaUL98iuMA6EiHsdTJ0FF0rY1ticZFw4g6SIUVwFCSnL9YQYOzAGE9DZjfE2kg3BJI0lVo/OsA1lEmiRZp+RGhCIDKBfQreU4rQ8F+kgfEYLxYgmQ+fyNCEaH6eMdK5kJDDtTL1l7gaKmGIvXKWimVC1iPNetPddAOmlKH5dmFmsja2d5RitDTR4/hlXZ2mGByqn8Zau4BTvmwa3FyqbQq8r/59dzgeqwVKkwmeTpTj6zUTrS9f0u9EjuNQc9enLDSpWg6eybtAr3Mc3F2qcyF/NvcZfnf0DekLzli3Nu7xaQ8RaqAYEHSa8VCIVE3H7cu2ZXUeNNqm5X1lB2XeBIKXT4/VPP8mc6fPqJehX4xaJJDOWEnK0s9ogh6UWERIgxEVIW6GydFMkH/dTyUQZv56LVOgNhxYKKy5AbnFNQnoXPQJ6/BRrYC6FAqL4gzYMsEGk6rPIOC0FAYGwVrD4CVD/J55+8qi4lGyHe/780XBQm9yEyIQPmBhl2s5wC/dRzQ233QqYaIUAQwRvylL1Oa+SyJcECG8wyUfx1WfDBHzfOnfUpI40IV/TibTVS4oRK5yUq5UaQGK2RlhRokBvQVAhfEtw7u6tf/zG/rrbe/wZWOlDuumXJHHvgjCcnssM7VMAHTGTTn5OiEk6ncIimkFTtQO76eAV8i1KP3hP5MVGucqOOuE5aSd8UZfTyJz3FeDXpM2kY2iP/88h98//vq10vt7e1oa3umS06hEjxrbFuoT+SsyOgE7l8OtC47+3v6nOPgQ04Ctnd3tcVJWzfp1GPXhGwvyOc+WuvFInhbOSGDet27+5pePD+yNZgniqYskPuS1M129Dq2OOck7tT/WdT2HrrsakWfP8fZuhy3imV3jB/bwVBCGpBb0FEGynEvGYKeNkhkpyxRVSxBQqIOPbbqqZuh9nPsJZ6G8ZlzoyULoH2u5/YYq+c4yaOjYw7aes3P55xInCEs2LXva0U+2zMi9Pab72hvZ5e0op5Fhui3CZO12CIilIgkdAthB3oFZqKrWyeY6A+CphKSQ+JOR10ZiPqVk6nSGEZSQeZAKMD0Hmbbf87cY7s+59RlvlhpjREyddtjF+/6Hh0fci3Exonx5WuXR4+f6M7de/rGt76td7/5Td25/xo27fT0+FKn0Wr25nu6zBMNt97Tn/+X/3VN9++o29qhbXpFTlpTviLk8Tpg3wI+hKqeQVrKWYm6SyZSZ41pI0aENyKJVF19EnUzRISS04AxlCIqp66edIU4dNJL44U8MUihItgQovpgKQ1gVsH4CANc11AsaYSwQNLcqKYYvYI6yBh1DhFIzeSShB006jmW4RLohbzE6YDWqxDWPP6Y+SYInT1BoaZl04YyDNCcrRBaLQJkWsBNcGmAE6/JoYgQHwU/+poHzZBFPl5Kr3XAajWMG/zmgxEKjBjCcesI4cZbKAXlSQeRzVlINd+aChR04VUwaYqO6J1tf3Gk4exI67NjLU5PdImzH1Y9u+lOO0wuCb5jJhzX24N4wqp6/KtbjW7RuW/tHmgIay4NUnUvK0If/9tZ94yQLZx1X6L+4tOEyaftZujWyLQVei25KpjNdvXRLz7SZ+9/rExHj5aJGViw+r9kcBU6Z6DPJbse/+Kdj0s7dmU5J52fnMi6zTiNGJCX6fzeRd2+daBz7vdX3o1Rj8Kuvm27OqHk5ElBmKlU0PUTGim2fhpxdC8Cpy8X6mrWkUcvm4T02EBCIimqQD9VBVqMCdA6jNBD7iuPRSJd7r8+0akauPhqUfIRDnAOhZQiFmmGJOcJ0gxXZQUaCxrscrsbD+IG1TTLG8FxRMrqIlb1MUJjBxHnvwbiv+yNKiA0VpNwIxQxGgbKQqbTBF8dgyTwyk9sPhEwAQ5tjwjkAGSRnTzNLNsn07YpZXCcqcYws7AUzjxwaNt3H+jWg3d1+/47uliwgKUvPXryTNs7e8qpoe2PlZHR0xZt26Ifsw/KTGczRaANYPk9O1HX3ZO3VXT/cr9Xwu7kLwqc1lqC306pYbHWsYv2fX/XtfW66YJ+t6K/2uyW09FfE/m3trZl2Ts7OzUs4kGOd+MD/bfBIQZ8du5edJi3Y9w5r+HCv1dDedZxiXyXTxX06aefyvpcnl8wbYaapqv1nmztaufgtr7xvV/RGc7pghO6XY70t3G2dqbPuQO/ZKd6Mb+kpxQNmCHjRBUhrKOgvq67bZCwmfVdu0Ejqv58mE4GDYzVJQuQNfK9cPZ8OWBHn1CsWTw5vLi4rL8E6fiKBVaP4/ZYdppPWNw/nnNK98knH+sffP/39fbb79XfZ7ANcspUL2i/pJSzhJ4FPXrKsN20eayf5YxRmEBsn8KH192erKaHIrJKJDhCoj4V3NFSGukOxQNLUeiMhVqB75s47oZ29h2IGFk5AAAQAElEQVT9QB8/Zoe/xclk1zXaP9hV4WfG4rBrO/3Jz36mH/34x/oh8JDN0/nlQvdef0NqJzj8E82x2/791/X45Fx/8Xf+Jf2r/4P/vv7cb/+27r/xuiYs8hILw5wT7dmooKbqE0ro1mCHDAQ6u3760hMRaC15XCVJnl+omSrU8WaartNpUd18nOdm/AZeKl4ooMjZRlb0kCtfE/mMShUphkp3fGyEkb/mtCKkavM4v6F2LJgLjVwIE2XxinrDicz6NecG4HHDm7dYp6CtAdhUCCsQuUo3b0/juQEN184eOeYhySrIssjGa8yAXKjmgSjrVEN/vgbMZ3Aug+uMOkp8Kk44ppNaDNSHsIrahFfplcaHLHzh5VsUDFRw9B6wlfWGpIhQkN6I5l5daomj75mU2iJNMlQMsmbAZnLPz091csQq9fhYgYFdnnd7nmDa3KrrJqw6xRmBtETmCsE9oERu5AWV8UCK1GjpBQRHiGsM6njAs8du35PHOkJzBuynDx9qhWNvmQxNO2MC8n/ccc5OoOWYX3TqCWUKfreRjzgv0d2TQ3Yax2qJMgfqjDp68MYb7MJWaklzo3UMrnWPHRVEB38l9zNA9bHyL6GMHBLlSWPfxDy0svNDFo8JCsSEEnwG1adg/KFCwbGAqDCRF9oChChp2BhJ5C6AMw2EI8Ag81pb16c4mVSrmggT8au8lRdZxYB85zNtABcQ2MO8KKliAeFUC6hUkPEN6hLIdqzQYQr5ZDDh6wD+MkRNKc5HnALIglzoVBdcONQxbnkDRIc1E1lJASV3FFk/MSdIpdoyp0yYaPZEGErQMbFSSgr6n5qJhjzVQiweZwea3X5d3d4d3X79bT1n8vVfVEy5UTvp6m5whz60pE+5bnaYayZZO0qD9YoIdmlcD1HnY/r8GkeUm8zOfU7Jqsf7aAnPoEvGSIF/BY93+lv+BT708qTfs6j89LNPdcri+Zz+ueYEp6ffz2YzxsFSDY7aY8jt43J6+r4dvPns8FacdOWcK9+EPl2wmePmW1Bu13XUp+eE4FL73BcHtt/hqHhF3aY4mCY1dbdfSqgHjs8vdefBG9rlKP+UUzD/Auw+zr5hPKzQzXWas2iIlJXQbZDUUIbDQI8V+vVlkPWN7FaAoRTa1jlVx5gd9pK7997y0FeA67Ng7F5ezus1ydnZKXpXqXK5TkdSvUZZUX5DWZnyH37+ud58613ZXgmdKEhO69qWmoYct02K+yjgBYXLtawMv3nhcnQDo55jJJx9lOMv/CL0W2hPOpcMtZ5BUdB6ss9pkwLT4PKom/9p4ppNSinBic1ePSVqu4Zq91pgY+vkX6rcYi5LOaujHRts2peiF5xkTNn0eAHnfvSEK5c5dnvGpuU58Nv/3D+r//G/+T/Tt37tV9TOtqVoNcc+JRJ4VkRsINXQO3KPqaKveUKixkAvO3o7fUOSlBlzI6imbVqWlPE1z4jd+AaiZAh/+UiO6csP9dyQvqQWx0ybBEWQ3yDCDdHcI4wdzBWro+8q3YngNRuhX/MUd1AapifsKZzXSVXyS+mVRAewbDFdhmjPOkjcyAbnK3zgqMUaF5iN44nU+EgbZfkbQQkVHPsqmB+RYwJ8vBoVI5/GZ+QZqm5jGaa7sgbjXwfOHxvtSL/BGhFKCYClzWjP/f3AEV5iMIvOtuRuO3F09pTjw8Kqe35xJh9JreC7IM2r9knTMdFd6oJB/IRTgI9fnOspK9Uj7vTP6JA98inE6uqUCXNnf1/bd+5oOpnpk08+0xcPv6A+wWDvNWVns33nlvYe3FO3xy6nSfrZL36uJbvwvXt31OzMpEmrc45GA+NsTbe1d+sWE9GU+mV5wnRjXbCTefHiSC2TwcX5OYPphRZMfDMGWqEBs5IisraYkAv9wSpGWKIUSV//XDfOVXJcITWsyQx0KqOIkH9qAp+x3QpJXwI61kD5A5l5qQPM1y8NFZ4ICTc08wguy6sklwNYfw9cMVhrOuGggfKEOcYyyVazoJgiQp4QEmEEmgLiiQi+4+syxvLGuL/XmpDAi3xTLJ98oGAjDVzYogCoQVanh8qwCUm3fBI2LwQZNtGKO16UwDsaJadOKbmdO9V69kulYQFtUExarSdbumj2tGzvKbYe6HyYaOfe6/rphz9j4bjS3sEdVAm1TUNfmNc7c5VCfkooAzaRckrKjIMUSW6XnBucUa/dnV2Gw1p+nO6+1CDHC90e5z6ZoBftaAfdsAO20wpFLeOYifz46KiOEed/4803WMAuNcXR94wxy0mUO+km1Zn5F+8G9DFN1N3OvW1b8qy0pizL9h2+7XdwcEBdbIOknHM91vYYO2Vhs2T8dU2nxpA7rdcFGdSBOi0Z3/cevK7v/+Af66NPPxPrDt2+dVff/Ma3GCteyGcxTKTISrlViaQJC/M5C+/ctNhRyFsrp6xMuQN2tE0u2OX637yv7Qipg+NXjt1j0zxL5oklc0mkpKPjI7m+5rO9XaeOurZdV+vl/6vCtn/rjbe0w9id4SD9W/YzTjVyylgYC6E83V1NSsopyeN5oH4+VTDdfZyKyLLdo4xr86D2BnMQ/kiWoUSYkZ9lG4iySoSi2qLRAqfetFssSs5q/7Ac9wG3mdu1a7tanuuWUrD4WbPQO9VHH33Icf4ppzxLrZhXM33Ic5AXeCHp9r279NN9KUI+8ZzR7xbU7yEnG9/6le/q27/2W7r12jtc4dxSUUM7JHgT7IGKSS4/wpJcU4O+5hngL9TwJUSVVBRIDfAgxJKv5E2vxGCtccpyeWMiAojUlQN0GYeJgG8BhFEMI26CCzGr8QpOeoVQqWSSmCu/kt+yI5zBINKZgmgNi6kNbtywESOzwR9h5Iq4Cc1HRiQgCBq4yxxAsYcKWQyOXkFYIHwuS+ARIT/j91XMsSq7ImRyWCGcE6iRl58NC2pBI+cmTuRPfeGs6REhGRTjD3gyqCiHNPQLrc6Ptb4ALk+1uDzR3jYDb36qYT1XYYLN8J6eHOs5997eDfV0m1Vk/QLHfeojQQbCOR2Ug0OdcefmGwKKUPKEyKA5Oz2TUiiDL1jh+7eEVxzzDRi22iySumaicxYOW9s7WiNzBWxv76rpJso5szBYa8XEVzIdHlmWN2MycjmnZ2f66JNP9IwBcu/ePV1yGnF69KjqXvx7C3Tmtf95IczefQzMajajd7iQ9HXPgLUMRfRq9PPk58FmUMn4HuhVCCG8AlIFiQ7IOwC0AhMgCBYc8VpfGrNs6HCTPDh4CciFhb7uPJsIhIAjoYvLCcoiWt9CGi9yKLralLB20g1nwBZFZFWARwRhmEieAOCHZnsUqMTqt34gkBUSCIWMZaEXNaov5Vh7A0wmIY/0DS8R3jGv4JVcrsbHgg0inTZSXegMyqRm+KLCWIcBx0rVJNp/3e3qcnJbJ+1tnWpPT0+D487v6NHTFzr1rpcF3SeffybvpHocjeg3ifohDpsOihjrPNAGdrxoW/tYjyP2jnoNf6bP2Vn19Os19ECnuhPFqVQ6+qzswBSyY7Zd/FvzL7gy8r8KWbLQtAw7QbKqJ99d7mxNM7/jnvRTSnLdIkIRUR2q4xPuzJ0WEcopyflcRoBb55Dq0fY5C1tQLFiUU67lODTMsENOjZp2Il+BPXn6VAecpP3gH/0j+AcWyivKTLKMGQsRQc1NllJIKVms1ui9wpEnZLvehUYo1N07eMft2OuYgu64eW0vhysWCqZdsiDY4dQhY9MLNgyB5CVpkZNy28plPn78uP5zui34WhxihLmkTB7YUa1UOw2ckNl2tlFBj0K5A21kZ+/2Mw5zzeLPRoxRoABXb5G7oykOB8gOI0IBnqh/AIhXpEYTNirO8OiLR6RKXuR59+65bXtnW0GmlrpY3hanR9/+zrd1/8GDeuR/Shsl7OoFm7CtFweX9MtH1PmUU5+Wtu52ttRsTZQmnabIe3Fypm5nTw/e/Za2b91TQ/kdc2HbdpQVCnRLyMqebOnHUbV6+XE8GIMOzZJIuoKsUIoNGJfkNILr99V4XNM3SBH5K36VVMMrYk25+SmbSBFDj8KCUIqI2lah0NVTQNzRawjul3oowZLg98LCMiqdTyGv091QAx/jKiTceC2P7DcotdhX4q9EYL4S4dBgBRxa1iu8lP9q/L9ajO5YJ0rLr3VAzFUI+rWv9aHKNZ+wjZkcuGMk6lDtxK6ZDbTaKErrS+V+ri5WCsLCsX6XC/hSl8fPtb480/nxiyrKv+F7zn3bZw8f6Wy+0pBa9dHoxdmlntA5h8hiIQxNyrMtBceJ/g38R0+fVePuc7/v/6P7o48/1ZRVe0PHnV8u1RGuWTBMyXPy4kQf/MkvKL9AnyhSVsuiYcoksGJQ9wq94JjrkhOEOQuVaL0UCXQ91nD6Qs3qHJ8xV6I+SeYemLcGBceqC04pFpwQ2K76mgFiW11BoZwKEZAS3WcMVQgNpJNQ3wQPL3jNUcPCRCQaq9TGqCRsUDagMTdRGfTysW5XpNrum6RISZ4cUwrxkh895GcMB8oaqNNAWPNVIaT5jRCvgowR4M6mqF/YVfM4Vkn14xhgIUWeNKqeZgYZ5aNp2VSnhvSsGpoGUvksAj4Cv5YcEeJ1FHCaYSAToEFBm6msNLbdWkEfLUy2fZ6pTG9r0d7SWezr+XLCjn5f23de13wt+bRnyZH8E/qa/5fESdfhzBZqmiw7aQTRHIXgZfl2RnYcCxzzgO1IIc+y8qGcbOvidnQEsBNq2kY5J03YaRpPKcnObZ/TK/+ynP8+fk8/tSM/OLilIP3gYF8LJndE1OuAtsPB4cRsR89PmErDphyHduY2dURoAJmwu7WedmiO3717t97NLxkDllnoYxFRTwkycpuc1FCu2y0p6Sd//FMtWbC89a1v6Z1vf1vf//5/qSdPHmuG3EdffKGnLAIUSVKoZWFgR912Xa3XnGP5Afk+al6zCBrQ02HBXgOOd4HtjFvniJA3A7aD7+MTOixZKPj3AZzv2bNntf7Pnj2toX8p0DtcL5J8YphTkvlc10K9HfbY0nhOCd1a2RZN24J3mtIGs62ZOpxgvrFAEE8A43uFjSFiMTc4Y7jAUKizDMgX+gd2MC3lLP+y5dHpqS4lFfrRLk7Y9esmnQJ+6+c+YR077HXOpmNnd7f2twkO/P5r95XI9/jJExXGnv+Y1xmLnQbe23fvsFvf0Rz7HHHVs8LGSu5Lvd548209eOs97dC3D974tm69+T2lvbd0kfa15CRLDadKVCGiV4oB5QBqhZrXL8mq4A9pYQAPg3EDOGpRLMh1TindwOVO5Ew3aVd4UEREEDUQfM1rg1+RzRV1kEtfl83pRdSHzuVG99RgPtOrojUNqpkUroLoH7Lt2MBpMALVbwX4w7wG8KvX8q7wq6QEoyXepNNHVAHiyDd+idbXuhkJdHH4XxVqXauhkH8V/hOFBfUVjZd1pYezVDuFmKRCbQ7lNCjTUTJHolqdKXCQWbzD2wAAEABJREFUdvYLdvdsq6XVXFqc6dnnH6uBrzDIL+mkH37wQf3PcN555xuazra1HkLPXpzqmN36SmIBIJ2DpCkTRTvRGbTPHz/V6em5Tk9OtU2ehhXqKYuDxWJddyZNblnRH4Ozi29apZL06JOH+vzDTzkK65UZ2D2VOb281DnlBPxL5H726HN2ckxY3VTDyQsdf/IzTdanSjj5Jq1rHcdf6ipqc9GE1c3Z6bFCRYhTqf0CQV96bfcvkcZo2QQO3QEUSkBI9VtlIrvmt2zAdq9jRYIHIG+NO4S36qLxicox4m5uT+pVlkkIj4AjRJmqnOEvcq54fUU1MBE7j0E85iGbIsBChGQAlx/QGliAcdPhMU2mgViOk2ocpMYJSeIFwQ5Fwej1+AzYihGAZOrn71UAW40KxEWNTJ6kBlg2kAcFbVf6C6WyBI+6q7nFhHf73d/USb+reTrQ+w9PdDQv2r19R8+OnldndfjsUN61nnKKNDBXbLM4dFkdjsCTcUvfyjnLjpkCncQ4SYqISnMe269jIh48gZje93WnXLBrDziv5XiREBGyvAWLxwt2rovq9AqLhUV1uhEh/6LemgWInYIdc4qxPDtXO8KecbVaM2A0Gj5iE0o4sE49DtoLFes10CY5JU1wcM8PD+uRt2VYh4xDaRkngmfGDj3T8dqUteTeGFPUsbrISfuvv6ZvffNb+v5/8ff1n/ztv6Vjrhs+4ph5WXfZzWgW8q3QuaMcRaPj4xPG4arqYic+ZwzOkWubZuzp0E7X5bsVewpcoXeP7eacsrw4OtKCE5ALxu+nn36qtuv0kAXGc+6ovXlYs2DZxmEHpbuOtrX7GSaQzZFAmIaZr4xJ44JnUG6aaqOGxVfAk7BNhDEivBFB/hAfv/JT+BT6LEMTOcTAiwPBB+BFJPK1XaegbgsYD7m+zLOpyWw+Wp2w0cgp1UWH9YwINehiOXss+PyHwFz3Gbv7Doe/f+uABdCF5iz2HLcgL7y2Oa5vu646/ET+oG+sVvS31aDPHj3Rj372oU6GiWavfUcH3/gtHXzzt5Rvv61255a8WGiapIRhKkgKflQfKlRHpCNFXiwrRlzwGzdtBOimEVy9o5U3MTeK81agYWtIhSPAeM32Eg1kh0lfD5skF3yl9CuMCEJd92G6ggjJAC1SIBfOkCICUH1sfLjgo9mwfoFaFHxVv0Hj6eueKgM+wpHRTAEaRipExCtxEwsfSuL78o2Il5H/ipjrcQ3UnKogyaU5GEOXEuEvNL+QrYsnhqtJJZE3wRMRVXfbLdOaDc6+zUt28xfq0oWaYGLluDuxq5p2ScGOecWRfpdDKUtiBT9pG50wcHfpxKtlz/3TUH/Lt80TOvK6/kUu/wlO+qtO2A18wuSbJjMds9r9+NNP5GOrxosAJk2xSGhw0v160Jyje+/m33jnXd1+8Jq6yVRfvA//ybncXH1IS/I85QohmNS29/ekywudPXuura7R8ugzDcsXtPlCEQEURRIDQQoN7AByjW+j9xOOdgsTERXSn/rEq6mFqNuDAIsWxowZQhFQDAQiRZRXWGkXQhGPOpAGUpkGoVsvMmsE050Z4BWPy6gTnoLcECggkdYAyUhKinBaIVHYh5IQwzBUTydx3prg3OSJ4KNQxAhj2vh1WSP21e+YVrApeiPX8RFcJkCWUQOQL7/wu3iTKdbB18Iobyxj0FornPuqv8QxtfSBVq+99a7uv/Mrmt3/ln7wwaGa3df15Gipew/e0Vtvv6MvHj1SkxttcZVzQR/zIuo77FwXON8eJ+pxYB0b+sya+Jp279pOyQMAjXqckWkLnLQdlfWx3oWPnXnC1k3bypAiYYtS7dh2rSbsiP2LV87fgZt/idNqu67+nXhfJVlmsgGwhxcDe+63lHv71m3Gzko++iYqO7ecs9HqwAcac4vjd+tXdULGgK4uc4Hz7KiD086os8swb0e51jeQ0rGoWeO8V+jzIY58Z3ePnWbPYvtM91+7q3/j3/gfaYtTtT/88Y/005/+VP4/19fcJRfyrhlnOSd23Yu6kNnBIfUsfHzMv8aGEVFtcM7R84IxvmahYoduB4jZ6qIpkOPd+ik74oQNP/74Y+RdMg5bHb14Uf9C4CGO3mkzFiYIdFZyvXxHLDb9u5fb0jZwvQ3GbRvTvQhzOObhi45SyAFfSSE/rp9tW7BvoU0KpQ5MMAUwfc0CR2R6dvhcvhY8PDySryhs71DoKVeErpPLc1u7/VYsYlbszP07C8+Zn+6/9poy/eOYus+x/yOfmGCDyImNyqVOOVmcs3j47OHn+pwFz5/8yZ/UE5rn2OWcxdDp+YXuIOPX/9yfY0QUPefq9JxFgn9R+e1vfEPvvPdN+Q9D7XIVs7W9p0j0mwihnvwYdfhliAhF3ABFZYkYwxrhk4CvfSNgNGxSAwEBbhB0XmJffYsqR02IGPG4okUl86EpaJABMD/tQdNA5g14I+qX2PgWGtBY4TOAl5qPSH0LOSryyic2sYhQBEDck7MrHOB+Q+Hga6BIlPE1Cf81kVx/RFEM3/reQPVVtUhFn4Hj+bZtZOdQNefjicqTDlVUotMxF2jS9uryUi1OPmvBpFkQuYZWlHD0Dc7qnA7bdROdHh/VAfoOzrhI8iTj0LufoCP3NE4h9zGd1X9nfMlxyhLa1u3b3KWe6pLJ4mM69gm7n0NWxe68Qwrh75WZpOZMGCecGgw5qWGFPwFeHL7g3v1CbdMptxOJSf0jJo0lg2vWbKvrVf8FwXTWaeDIN7MjTKkINVQfJq2g3IEJvjBR+t60aVudHB+rZ9IyT4HZYHyE2DRpoq8FJIBTBvOMAKmIXACh2BWIB65Ko8VkAY6DkHL1mnnEg3q7HUaekXb1veKiGa9IyA0lMkSEeBUSYD3h9msYKA0YyFgA3Xjcn+Emj2QcTlU9JdlcBMTNYcyAQA3QHJoTwZbpqJMV9Ws5rusm8kpwxVGJKB0RijCYEv6MgEyXUBivA31AkTSkTrff+qbuv/erynv3dLIKtbu39P4nn2sN/5tvva3zs3OhoJ4zKR/TNyf00Vu3bmmFg9vGeXjnOdD+1i/Tb4xXoBwXnOizhTr19Iur0PQ5iwSn2fm7gJxzdV7GLWvJpG6HO9C3d3a2TZL/5K136XZ25m+bpo6PgbLMv6YM53FaQ5rptUwci+NnOM2IqOWYbr41fbZjAeG42958b7z5JuUVpYT94LfuAe66r5HV0rddB+fZ3dmRFxcffvAhd8ZvaDFf1sWJf59lb29Pv/M7/5J++7f/ovZ29vQP/+Af6Ec//JFWixVzwoR8lxYjl2lH7kjKWbb3Aqdj+Wv0M91wgjNyfEmafyl2zmJkgZO7nF9WO1ivc8Z9T3s84ejeznKLNmosk6pYhgOviWsIoYa0dSiUaT/rYntMuRKcshGwTJEmnojgi3rwyzTGZERSRFbEmCY/tPcY0OPgHZijBnTqPUeA99jQ/4GRFOpp3wk6Zvqi0y/YWHhR4msalz1jl98wiS7pb14MuM26tqN9Bg3Oi44zriN3tneUrD+g+oTct7xY9H9u9Mbrb8oLP8vK8KCWnuL0P2BjlDgRuMDO5/S5W/df05J5qNne1a/+mT+v+2++pzsP3lTkVgrX9UY9JfYRA7UwFCUaLq5hIE46xqbrgBfdfNLNyBV+U7RxZ0S6gsgo2JxEHGzAYq+gMm7ogbKCdcwLkUbhBRnfgYiBJjJbJUaQoWL+UKIFGyWEHaODUEEZjF7nNBNgpo0IcsviXAcDlpKcZiIhr6ocvn7d2R3+00NV4J+a3fLHHOPXZVtdKvWKjDGV5qFzXyW0THqTSafsiqB/YFvrT9sqEc85lNvAsQ8sBtYVEkemXZuo9loxLJXZ3feLS5x+aIED7jgq8iB2J62rzjv78qCICPkXarxbXjGhLVDyiLv8U474PFhOl3PdZoU6YWdwcjHXQ+6sDnG0czrwCYuCp0dHLALW2r7FERcdOjGAYjbRAmX/5P1fcFVwyNH+kXLXcry/w2TY65j8x89YBLw4ZFf/hUqWlAYVrhmoqiJCAUk2DvrEGCPvWl59T5hAL6mTWBAlHFrAIzJ6QDsslZ9c0FRxbR73EqNwFIfBZwM1TtTvhmT0GjbpQZrbICIUKa6TbyJue7fzVei0iFAEoHBUbm6LNI93JLa1Jxh8C1kZJU6snHw2+cacxG+8UfnGFKMGJ1c6dikILDVEpkgFd180j5BboUZefiKQx3vFF+In6FvQwWBEFnKQhkS+vG6DFr623dKtB+/p7e/9eW2/9p52770lcfJzSnslnOQWO93Dw2f1iHyLxaAdvh3L7t4uu8Y5k+yAlJD5UkqUpdrmOeeKO3QfTuhjR5mZXCOi8gxM+ld5ItAUcN29exRSxWPnRIpIIiYtWXTev3+//sJqzY/crutIhwt8hcNr21Y7OF7LMrj8iFDmpMHxOUfhzmtcPD6lOMcxblNX62id3G/ffecddpiXVbZ1ytRpC2eCNclVKGNbpuWccFSDluy4P/30C73FwuiMhVFR6ISrDTthO/DXcTK/8eu/qb+Aw//hD36gjz76SG4H57MTPOPEIOWstu10iT7nODvrjOpqaIvC+PHC6Oz8nDF6iA2ey/+Zj8fnJQumJXV3viPG+Geff6qnz5/Wf5Z2wFi3TQKt3Ueu6l3jReiwAUmJMZJSUkTUucvlNm0jP8HHaTlnwaCrJxSgwdcw5oVAX6M02tjljSDmhAHotcbZr3D0Sxy322PczS+0z855wHE7v202o02sg69Q5pwELZdr+t0SPdEBXd1O1slzydbWtm7fucOmoteL4yPK6OU/8OUFS8MiwW18xPXJyckZ/W+tBfayjf07J4ZtrgIevPWWbjF/Hrr92qnW0WrB4P+tf/af11/9V/97nHxtU88MJKsIRB3/MWLYspA2QsICqFjjNYSJF86X75WUl5QvYc5AEQhRBdEw+spTsDRwRWewS6EIizeAS6pybuS/ahT0JL944CM9wiHRL71ulwFjDEiqGSgyNjwRV1ip4vwxyWXaEMblfLAhoqLi8U7IPKBf+26kkUZGvjVe60eE9wpFFWL/lO+G2bJsg1qX66xQUbAIuxV3fLSnEGd5ghNscPYZZw4LOaC6YsDYwEUZJOVQylLgJP1vKzscPVMEx+BzdVSDqKJf6vL4UNtMqjs7W2LMyf+GnbGvzCTgIy4fYVmNJeVf4uwfshM/Y/Ly5HbOqr5jcHRMSBkH29H5/W+d/c/i5pzxZ+jPPfkwAINV8HwoWjH5drdYSDCRfMgO3r+luuTqIDE4MmnnTEBdDCoXx5ofPWYgXaqdZmUWIwkFDREhXhU+NS5aD92YAZWp9872TNvTRvf2t7XNwmLttEgS5V85uUQe4ehEWcGCQMKOhsqA3UiPGMvRjQcKsTCnbrZbQNV1njCmq8d8L+GK6jD8EcwA5RPli5q0PyXYyWP2Gkd1YcZaZk11gnjIcIUS+8obo1KeYcsAABAASURBVHBRlU1aEF4BqMshqPqBj3aAcP2aVwp+dCUEmwk7UTSkRPeIDUghqbKhlJ1FwbawKpg0Z1v7TGzvaXLwti5iW0+5vjk+OVVwpXTrwDvopSbTVk3X6Aznb53sGLfpV+5vDQ5oxcnAikVj0Mddvp3zkknU/cB9tcXxmicilFPCkbUyfcB4QUnenYon54YJeEW/ajTUfhBymuXUcinLp0QffPBB5XN5LU6oo5/P2dUior4T4i1lWr71WuFMLKNjEJmvweH39D/zWD4qiEZUzpkbs17m9U4yImo5zmPB5p1tTdV2GR4p0a+pDjvGpY5wruc44JSlW7dv1Z31jB2qf2HRx/QTxpp/hyBho729Hf3ZP/tn9OGH7+unP/lDNgCpOp0F7fHi6ETnOPmU80jDgc/ZAJycHnGa8lRPnj6CPpdpKxY929vbtaxjyvd99cMvHsq//HeL6wqDdYjwXDXI/UN+3A/ovMU2dvwaihIVcJumSDK4LTO6RMTIhf5BfNAYjyAEIgjN4QCI4EM5A+W4C4Ni4qJCmxciPY5+DfRcJV6yUfFiYoq9Lqj7kr4zwHfM6eYZfa5HQKLthU5LFgcT+Hb2mK9YWC3pd14QdF0n/xLjCXOV56BIWQMqLEjPbatEm8+YF32H3046rZjfhkwdwZ8fv9AZNl5w6vj89ERz9Nq9fUe7d+5q7859qZ3p+fGpnjFv3nvtTSW1si58JGKFnb9DlVzjfLBOOBjhBkrCSNt80yb8U4MIJBjIDcbXw8wgTCMNVgLqSyGhyk5qRHlJ3mARscE08hFN0BL8Al7NMcbcaHVQigdSUOnYlOtK1KrTsKUgDIBFYIqIL0GqcT4aIRG6VByMCOF3XoPqB6Lf8Id0aHSjMfLKN1TI+wrpRoRUGQqdCBEvU6p91sqxVuuda9lIr/Wj47ALL+VYl/FCH50+0Qrn1SNDCWsNqmPKxUaEbOviiTg3Sg2TJp22watPOMedAbuTRh3Of3eSFYtzrc9faBdH2vnP6Q4rpfVCTz97zq6/sGuYa43DHkJaSrpgsC6ZyOYMELdFZkJ59OQZdU4qtMPgC/fU6BPuV1d07BOO+5ZU9JDJ/MmLZzphYXDGgPGfyl26oz96opPPD5V1W8t5UsMRW3t5Rtmn6toLzSYrleUFBl8rkOcyQugdiXomNYQpkYzenRFkZsprI7RNPd+5t6O/9N039C9853XtcIpRLpZKHBWX5YDNBhYRSybbhaQF8lYKHA6RzVuISxFRQTymuP0MchtVEHUn8frd8MdIgGVE+NpmhZFC4cR44TFNApHktjNYovONUFyUhqFANg5vATQ+5hkxf003SOEfdCdQREjCUHwDQBBfyyLwW4Ug/5WaFPKNIPpNAaxbBfJYZKE/RAR8WSkaNUx4Th+StMqhtZKCzhOpVbl9T7vvvqdFG9q7NdPq8pjj5Ev5iPPtt97RU+5IJ9OJfB+6uFzo808f6oR+453YARPhmkn6gkk606cH0QLVBkleKDS5xT6CmmjTIpGGatVuHScGgR7exaacoBXVkMm9UO8IUoHZdKbMWMk5S0hacyplpxsR9Z94mndwHsAOzU7EvN7BO77FxJ7ogz4G9q45M9l71+z0gcm8IW0bp7GyY2GRe3F5jp4DJRW9/eYb+ozj3BOcwAuuKwr9eNI22Gch/2XLaTeR8y3Jm7HrFgvZjz7+kAWMlOG799p9XcwX9fcezrgqaJuEPXpRgChWk66pZXz6ycf6L37/72lnNiWJsqmbHfbR8Qm8UjuZ4OCf6fmLpyy0TvWc05Wz81PNWQCc4wQfPX6oX7z/J/rJH/9IT598ga17NU2jHEkUqEI9F5zk9TjIwfcwjGd390JIlTXQhkHbGJKycmQFc5zDnJBjEDTCEkllCMQWiVdYagRdP26ToG2DPEMto1eiTpO2o84TBTIG2th8LXoeHR0pcqvnLHDUdOopf/fgjh4/fyGy6+79e1pje9/jv8Am3XSmfRYx3XSqe/fuK+CfseiUQjkluV224CnUu1C3HFnnLF4vzi5qXd2Pa53RUdS7DKIuSbPplpZcpQg5A/T5stfhEXZGxhrexLy6s3+g//n/6n+pf/N/87/W5PW3dJonWsx2NW+nGqLVAJ91HpDRY0ODZZleSLsC3XjSDfwraES8SiNqUoVNCrbUl2GTtAmKKj+fCARsqA4iHA8lQk8StLyCHwu0TPG4obCQhsIXouNMU06BbTC3IgIZ4olrcIcSecKgIN0gQinDnxNxIAzEEyFs8oP9nVVmJjt4AJQfpAKmmdd8UEgQ+qEV+jkeEYr4GnDi10CiF7Q4+k4rMV3JqiBAhUovlHQWE/3Rw+c6pBP5f03yvz0vwWBQIM2gEaOyiRYNPg2duWlbdTmrY6KecbHf4vA6Rl0zLDRLK+3kXml5pt1GOP4z5dWFzo6eaWmHK2nWTVjVFy2Y+HriA47+hIFxwrHUKbuK1954Q/6PbvzP4jwR15Uz6hxzHBWUnRkkbqHPP/tETdNK6GInf8TRvHdH3Wxbi9UAOWuSQ/4TvpllRQrbYYnTRz8s7zbXl+yZqCNJcpgxWM9uL6eEXxrUUMeuLHVvK+nX372rv/Sb39Jbd/egFzGWsWsDBI02KOGSAhDDRxYoiRQgFGGoBpVkPOSn8Kk6bfiJ/hPfmqdyvcQcpQhFjHKvyje9KGqfupqsxnBMcbFj+Y4byF/Ivel/ppDd7wYNRbgeNbr5XPVXMkK5UsGhQWGiochxg6BZjLBVsCglFVIeoThGCn2QJZp6ZWyc2NE0Om32dLjotcNd+3J5ySTZcGfc6vjFkX7+8/flyc+LyhyZxeVaDf1kjvNy/1+xU0o5Izy0xokk2rhQovtaxGgj2yOgw6QxhO6xgwzHbRbL6tldN0z6PQ7bvI7POab1/fRIdy8v7FzPtVqt9fz5c22zk3WZe+zspvRnO++UsyzDaV4ARIQsyw4/4+Tt7Nw+ppGkAWfQ0P8TkRbn3LWtdnd3dOvgQDMcr6/OIkLbnK71dFCfFEzYAR5w+rW/vwfPTI530O7cuV3/SJWru8cR8AXOdbq9y7XI23rMwnvCjjNsECpYmFeMG24jqzBGfu8/+Y+lfqWd7S0VDNN2ndZDX68qZjtb2trd1pw2WqwWOj0/0VOO5R9+8bnOWURssaC5e/eeDg5uax97TCZTNdjTxWVs4rJzypSsWmfb/ArozBITpm2R6EQGFdGSocSPcdTR+ISjZDED/bZy0fnGxPGLLEHX5nFd6HqVMmdRaAED9V9zGtGzwWhzor7Swd3XtM6tVmxMHj1+rh45B7dv65gddjftlKhPRzsvaX9DoV28ezd9TTv29KHe/cfKAj5xcnvbebfkbXIjx12+wVpfQabe/kNItoHQ9JIrz7PzSyUWJ9F08qno1u4+uhX9tb/21/Sf/N7v6df+mb+od37tz0s7d1WmByrNVH00WpVg1ooaug49pqLLY7Pw6JT9g248tuKNqAT/K3FRUROulDX+VSjkC8ApX5Gg8E847atg8U4awd9RhwEjmtuBwZVwaJoL8gCrnBCdK1wGiXENBYpGoBBeJRIrUOsMkgkTCZFARk6Lrh2iRsVDHmw60iEWSC/jVQP4qT968JIquPRP/yAsaJqyXtJBFghEljsiO6FFCh3Hlv74yVo//PBSf/kv/RW9xhFPMJgC5SNC6RoEDqBpCoGH2jr4Gk3bhCMtmsQA9JoxSW+x/d1uirp+Ljt8h7PU6/jpF2I7oWBS2O5aic69xMH37Cjmp+cq4J6gL9h5be3uaaDzDpSzWvU6v5xrXeh8TMi5nahhEvGgSBp0fnbC0SPLFngXTMAF/S/pqvPVuS7Oj3X64kldaASDqOpPmHHYjaSg8UMBEnwB6iweBzklJewxMKi7piG9KKeihjJbFgxb7Vpv3ZnoW2/f1sHuRC9YpPzHf+t3dXS8ZlDMsPfY9lh9bEfsh2ghSBEuC3QT6uqhoT2xEFxRfmk48rnXmGUTXgcjEiSFgu+rb03lYxnDRq9a5pdYYdmkvsxfWdBbBtXYmHgDNaFgJ4xgdAMjg7NdA9JHnJKYTcOAjUea+UOe0IVyAxPhQNiz01hy9XQ5dHpymXX/rW+RHGpgn0666uhnOIqDg1va3z9Aw5D7xQUnRkfHx1UXT6odfajQF2CoNI/7AcdkyJlWpn/aPqhY0xP9wYjzGjypppy0oP+abj7ndZ4ltJxzFe3Fhfm9E1/6NAoHcXR0xOJiXfWa4YRTyvS1xCJgKfN2bVdFOo+RjCzrN2cX7HSXkawPhnJYKBzTKOV0/bsG/r8cXrx4oUIdJ+yqnc+LGy8yPv74I/3kJ3+sH/zwH+uP/ugP9fOf/Vwfcp2wjZOOpLoAWODEzuZLbR/c08effaHUtIoIuWw+EuMikF1YrO/jxBPxn/74B/q7/9nv6cJ/xpZ6Thjnz5491vvv/4LFzTN5MZI5GTi/ONOwWXjs7uyyONnT9vaOdlj87O7uyr8kaYffkX+g3SXGPvpcnl/IC6Ja15Sw16oed4unbVvmpqQEPTHQI0K84iuHsNS38C2iHhWIXL3FSPgjzCmXEfBEwEs9l5RvG6aUSWPU0FeePvqCeS8z9o/UcqV4vi5a9w0LmSUO/ry2RUSow8Fb/BwZTdOy+Fkz/RXmiUL/WbAIXdX+4Lq6nQfmJS92Ukrw9VpjA+M5Z0XEtY4MFxmsbyiwac83qp1RUmvmy7qogOp/YZOarG+8+462OTG4uFyxiHtHf/F3/hXdffObGnKHo281RJalVEDpoQQ6IBsZZQOjAuM3jcH4HWAYsZff2KCBllf4hrQJynVoo4+RYv0rGkEu3k2kBjc/QSbLfklz3oJxAyhVzqBRTWKVzaF1LcSi6mVMaF8Apwz68hOkRETtYJkwhzRCqdIhyU/hU+AtDv0h9BsRitiAQgIXgb7miQhFvISEjvRpJdMYaNb5KlvFWaHFZFfrZlfnsaMni4l+djjo+4+O9Td+/FD/5c8vaMS7+tf+yr8uNuLIGZQVhGMZKaRg4nV9PJGOgBMnYUanmzFoDVs4/G1gd9JqC6ZpM8iQy1wTBGf/YR12/ees4jM7nW651umTZ9rjCPTy5ExtJBYPrZYcPbXs9s9YOQcDt6VDis7pnb/vsvwLVg07l9q2OGsPgJOjQy3YIfQsaG5xt+hdw9BfanH4uS4PP9Pq9JkuOU2IYa2GusVQlIBWqYZXA4UkXT2m5ZSVMgONiSwianKClnNWB8zQy3Xe6ZJ2t1o9uHdbf/kv/47++v/nH+jf+5sf6IPPTnV4suS4csnA7lVwHEJKBLKCslMiJp4AvvyaZvgy/avxOvFCLsDNt1COS7gpxbwV6DdjeJWjbHS5ikuFjEXlJeEKQ25EVH4CRRiPq9RfEiIHo9qRIxmeAeCt2QoyrsAadwr6l39RkilOS3g88SUWfBOOI5mFdF5aPe/ZgXR3NZve0q2dA12cnGhgQrTj9b3c4li5AAAQAElEQVRowr52cp6cj46OdM5JkXHTp+x2mR7o+wN50CVCPe1jmwxM6ubpmcgHjynKR1MV+ozpC5y1HabTUjACEeR8c+7YB3iM29Gb14uLgfSGhWJOuZZxwvGtfxmvIHTGTralnwf1dR4f9e/s7GAPKdPHYJFlOAwFJwJnyOhl2Y57EVHQ13jLuHA5p9wLP3z4sP7Cq/nOOAV7+PALeYfuKwzLe3H4Qs+eP5N/+9//KsX/ZOvHP/5D3bnLXPDf/au1jEhJ5yyObIc7b7xTd3jbHO8XbCzKdDj4VISKMEVoazKRd/SF07vHn72vD37yA/34H/59Pf70I604ql9wTH/IFYLbwKcYrrv1ddx1d9u5nh322Mf5u25d02nFommFbYUdp20nL+K6plHXNNVhTbtObcpqc6OckiICGMNUcUuFpjDyCkSlBbS0gVBEoqig54dsv0w7uE1r/1ASTSwRFpAFG5BgoMy2djVfFV1wp7iibx5yjH/3zh3NZjNtsXhx/1szj1xySrIivKAvur+43lU29hz7TlTZgfyIUEQw/WUcd1txyzC/vvSklKtTX3OKeYlOc294kOlN0JxF1Rzbixr1LK4u0fO1t7+hNf39lIXv+x9+qP079/Q6bTyZbCmwYb2mpQxGhryjLwoNBuo6yLYicfO+Gouo5FK/Lz8RIV4p9MpjvgKRtsXohTSmHIKyKSTiZoaAE5ave+NVouW5wi+pCHVkE0SVtIlAdzEG1Q8E3gCu3sB4ToqACkQKWEdIGExBadCxD/UAh98N5fi1DHhgUUSMcJWwCc3vnGMUnhH5yvdVgztHaB2NzvpOn180+uPn0t//ZK6/+ZMj/d4nST8/3Nai39f33v2GDvZ3kTdgXeRf6RFCH1VaUhCKI++iJkQ4sCDocdDSNIdmTdJ21zDYkybezePoc9Mz8FbwryQc73YjZY7uWo7uCiv+i8NDBSvOHXZfGfk5kjAPk8wg/wbuGYPijEmVEa2EUxU8a3b9a08uOenk+EgpJSbqtR49/EyefBOTxGQ6YQLIOn/6kdrVqRrKHuanrHxXSjEoBvSiI7jMJEErosoK/4DwQlWV3TDIq1zCiIA3KYM3TasJk87U5VH3nWnW1izUbr+hv/Of/5Gevig4+x/rJx8eaTVM2YX01ItyrsswfhMGufLF3wCjLNB/+rdm9GfMEoGQEUXYFXIjvGLFDra50EubPBFj3oAn5B9dP04KYgFdgfUiiPEShGmgfhmtDhA91ksWRsxEZ4mA27QK8NSwKJCZNVHAW9JaaxaJK+MMGFA1dKWB3fypZjpJW7r3+nscNz8TazillFkDWIbUNi3x0VENtHdEyI4kEe7iSDvarsFRmObJtsd5RYT8eDLNtPHAREnRJqGPaL9eltUzUS9YrKZIjGlqWgZZVs8kauZEn8wpKack413bsoBdMrGuZdlL+vQnn3yiFnpOST62r30a3PnnOLWl+zhx8xhW9PtIUfP36Oo5IeVkdllX42uOhO3kz87O6qLGCxvv6EUlrF+ifnY0rq9poy6rUSY28k7f9nB5f+tv/a26qNjZ3pFS1pvvfkvPDo+Vm9ZZVXByA3e/Va+qhRQR1Q4r9F9jn7PjIy0Zw2scdcFGEVEXu7bfKcfZK3b81muKM/SpxoRd79huWdbRpzALTjBcVkRSh0PfYmE0g998Dbrsc8XgnX9mfoiIaoucklIKwPYJSQZ95YFdTooIBxqfIDBQzWI0I4ddrjmSaDMW/lxPIJ42XaDThAXUvNrlydPn2P1ST54eqqFtvemgd6gwxmxXL7IODg7kNrCzd/9yW0eM5TkwVN1zyHhEILuR5yET1syX+prHNrVNIkI55VqmF6S2VWD7y8tzXbAAvGTh1rF5yt1MGac+27utlkVKcEp697U39ODNd5QYF9XRczpbyIv6yAsV/5KMGgyTdPN5NWbum6lfwV2xqFTb1+wOkaqXuDTQaaWRTzeeatBNvDgDeAR8TBCgvOA13yg1wnFVinhMHYEvby0Guucfgms+418HESFXOOCMAE/ECGWQEDdqaN1qHdCRl5SrN66Qf2Jo9Sw2p4T4kHcMlYbrLRxr9miyJm2BAzphQvzsvNX7L5J+cVj0weGgT4+lRxedLladVotBb967p9lWK/pH7VARoy6WKRkPRYRSpNqJciJ0nAo0tEgX0oRJZwKdTb0yHSQBhft6h4k77dQvdGur0w7H+rtp0A6G7VnlP/vsU93CMRcGtGU1OOIFi4CWkXR5caaz0yN0CsqWpl3Wzmwi/295md38px99qGPuOoOJc0I8mFQO2FX0HNdfspu/ePaJnnzyJ5ofP1XWGl/TK0ngIhyAokQ9ICmuPy+RCFNDDR3ffBGhSECEEvXNOcuT4lbXqo2kd9/+tv7dv/67Op5n/cGPf6aPnif9ne9/qB9/8ELnqwYNGhyRJPIrxiBbHr3DPUSbpxBeAWh9Ax6yVPzrPpWf9nAvCwuHKSL4vnzd917GKLHyQ4HtijWCiEkYyqjL3YiD6pd0XpEY2vxscKJmAAqoNSkVL/QRWMB5A6jvmCbSRN2uIMiZIktkKPSRgYlmsBfv4S8Z+3VacGS/yFu6UKee8X1wcEf4Pi05Jcq0lXh6nO4WO6kJfWvOcamvedYwGWp70lcD2yOV8cOIHIpsH0+kDg0DO56h0kPDoLqQdLoUlNdDgyiRTyzkFprj3BJye8rxUbllRFAjaCknJcIXLw6rYz3nXtrxbtKRv9CPOtkJXOnnfuX+1bWdcm40wQkucfY+zi1WBsVzypQuRYTO2bWfcKJxyUmYHb6d6JoFycXlhSzT5VuvBufYta0zqUFu2zZVryU2GpB7zA6vAtdQP/zhD/QHf/B97LrSnfuvcb87oMeWtnd31GLnjP0oWkGYNtA2raYegyxUQiG6Ed8Rm7QTpUis21t4ptVJtl2njjaaUL8OfII9BvQ+Pz+vx9neMacIWc+QtGRxcKUrhqs2t+NMKbHQnlGWgFDiKx6y8h1fWnhE/LUweALQDcCs171xqOMjiCcpNQpgQHJPn1zjcC+4A59MtxjXSbmd6px78aEvbECOtcfV4xE2XLH48gIq217YOyJ06+BArt8KG+Wc5PqlFLoCelTFnd7SVi1519hkoD82LGj0NY/b2O3rBZPb0X1vygYK5Wu/bXPG3q0iqA9j5snzQ9nRJxz+/u37Knmmo0VwDfYdvf72d9Q6L9et7MRUWASGEvNnvgbdeNINvKLYrYb/v3zGPIW600xj5CvZSSEd8o10VxSbX08jg0Kiknz08imi2jVqTMTkBzlWPgoRYAxBHCWtYvXjYq8kSAGji4igLPE4uMLht05fBiEPzusXths4NXM6xOt8bjlgYFCq1k5VBPORcuoYCNJFHzpR0jPg44usnzxL+uik1ZOz0LMXl+xsijLH3Gl9Ia0AJqbLxbmaNsmdKqesgt4USwmhISXiWCQapchAoiMC8CT0IxXniUwBDIIsdKJjBhO0IeGEG47t+4tTteu5Oo7xZ1rJ9/iX3J+X4xfapeyyvNBWI23HoNs7U+1NG6XFpY4eP9L68lQrYH15ovMXT3WJ8y6LMxYOoeXhM12wo3/ykz/U4S9+qtXjT3Tx6APF/Ejd+kzD/ASHsBI1Ua4DKlEHKYIGquAagGvzgLruEcHq+0J7ewd1Yo8IeZKttq8Mwg5iZ9/oYOe2vuC05N//D/9zdfCfRdajM+kXh1n/6Y8f6Y8+OdYhx3qXSlqjQ8+gzTnJAzdh36TgB6H0IX3pKdhYFXBIDr+U/kujMaag9oj8qd+gLqGIDUjgkj9X/Vr1QUfaOcAjgmQAXOHPBirLQMRAQLzWgXZ9yQaROKnXL9aVoCFWkegI9KpqjuWcPruWui1d5h198vxSp/PCxLWlCU7Fpz+DFSDP6nIBVmpdDo9e6AjnR0m6nF8qIuSdkeOeFBN2r5Np04oeK//zuUL/JaKe3eoayCnLbWWzjzCOSbfb0fGRBvgTciNCOWd5YrbMpm1IK1W/QkbTl+xsnWaYsqvquk4zQusREYoU2mbH6qP7ru2Uqc8S5x70mSVXWtbFf7bXf6Z2l0VM17ZymXbw/g9TFhzZrs0fUoNzcLmgOnrxQt4dn7EYODw8lP+L24uLC11wnHvOnbf18e7vjMXHgK4+rl+w8Hbezz77TH/v939fX3AXrZTV4Kx3dne1j7Pa29vV7vaWZlyDtF1D3RvapNX+/gHH1TtyvXrmAcvvcYw9Vy9d7mjVrBmO0XONQvJ4cnvUEL4UtFMkNSlpxgKgR0ZPveoYEA95IkIRIcs4OLilGffj1j1Tb+cnVe47bmvRX20LAjKPFKcriFJOYF+VBBs9sIQGgB4kQS8wDZEVqdUAFCCj+8X5grlhzfzYKtgZf/TZIx3cvgftksXHheYcnadoZP39+wZHR0dqaS/xeNHpNnZ9ck7IliIkf6ynISKwdQtLYU5fqaFekFRK0dc9XUdfaLJOT04lZEVEzUtvpdwGfGBTt6AvFzWt+3SvBbZ+9OSJLuYrqdnW9hvf1U8/fqH9u+/qu7/xZ7R7e0uZU9kolE+rJewR2ClYcOvGk27gN9CvV/QGwzXqCmP96/gvRRDpCrmCYx5y0WH5iiQqSc3BIkK8qFsUCDMeYYzIjTciaGzRiOFc4EgfJMb0yzj87hByOYUIb1SpFZF72Zi7kF9VFiLAB9UOjbABaZUmqe5ewqE0ELrTFo2Cr0LYZJI7csOkgq/Qmg+vltxdXlwsGNCh08upni/v6cPz+/r8cNDJs2c1qwfcklWkIbMKYmONvNAlecWgSnS6FElUv4KEIilLthidtqRGIgwDtHCjwy+rWe0wyHd1cKktEif4almQtNS11aAZu/ntNrQ3yzrYyuzHLrWVlurPnmt18Ywj9jOtfZ/+/HMdPfxQy6PH2tJCd6bSbixx6A91/Pkv1MwPdfrFhwry7QwMrMcfqzl/prOHv9DZ5z/XBY4+WFQU7u1jvaAp1koxyKpGCikH4xqroqzjEUnZdU9ZyXaIBH/I+DmT32sPXsfOaymi0mofC10/DRNdtLv6a//27+rB3mtqmHTOWgYWNllwH/bifNBPPzvTH75/pI+frmiTpS4ZWz0DZs4EbqdSqhFHkQXZFYjWshySjknBftmLBMob+QuqhvwjviPoT32unDlVVCQpApCEpfS1D+m6ZgrVn5BGOUVXT7xEK8n93FAj9WMGw0BsUKhX/WURYgn7JBatjZJ6HMRlu6PH64n6rdtYo9Wb7DLn7FijCS2HlVKT1QJ2DJGS2raVJ0g7sMlkWsedd449C1unLdnFRoT8mObj1UQfsGP3GDXd+Z1WBtsX/UZ2eae2vbWtS3bQ5zjMiFAClpwuOW+4Jjio27fRlXaxbDttUAm+Cxzt0o5/TUcQT6hO0msmX4YL/bGpsEDHFWOWHqk1Jxbe1eXUyAsFsuj89KxO4MYLGREtP4WCXI+maZWwxdbWTAY7KjA7wQAAEABJREFUGDvmDtu0XSc7CNvC8QOct68QrOsa3b0TddkffPC+/i//p/+znj97oYvLpXIzUeSs1DTKbaOuaVjsdrIMH0k7b06Z8nbQc1uTbkqVo9q/UD8xYRXmhYJNtYFgPjLu+rn97OSLeeD1PzVrWfgkZOaM0yJPRKhjkeee4/Yx2AYZva7qbxsUeDEFJNqPXnOFQ5D5Hf5SSKESSZEy0IqPemx8eTnXc47pd/cOtEDvAXusmAv9B3NOn79Qm5MS893e7rZOOS43WD/bZW9vTylCGT0zdrO9bCunD1wJ9MB6AwOnUpUvJfrbSrVfkVdf89R6YQwvKhrk5pThKhroXwWdJXADsp8+faZnzw61pi2++e3vacEctWScrUunv/Q7f0UTjvO/+Su/ptfefkt7d29psj1lVK4kHMYQvYYAR/rVm66QV0KUcaGv0P6USIG/+POn8NSkyodkeAcal3f0wcRJIkG1YUM89UN44/WEFJWjsmISQjJWh0vIW+VVufBVOlyIvyFFigiRs4KxEeeLAPM6/4DhByKuV7EMwPQav6aPeRDES4fTKI2IIkKJzoRIMfVwlJlw7K1+ejrRHzwa9IdPBj06ltbzUJcn0uWltre30b/UzpIsigLT0CiGiR4/OdNkckAH7EbZkQiBTGcJgIlFhBGN7OwLoQAP9pEOD3nIJHLh4EMtnmoyhCYoOaFOrY9/mIzFcf7AScJ6fa6M8xZhLM84+l6yaz/W8vQ5eRZanR0qlueKxamOHn6sxx/9nEXAC4kd/cNf/LGeffILdf2Fjh9/quXJU82PHmmqSx1sJW21RZMk6h5MNBNN2SXNuGtM2AwFpRQq6FsSTEAiHoFNKySllJQZLCllFlAr7Wzv1kGRSG+aVjnnyhPyjxTNnp5cJP31P/iBnvjkoklKTABUG5uH+iFpsU7sQkOPXyz04cNT/dFHp3r/i4WOLlqdnq8ZbBLzuNbwDtiuAFKSrspQUZSir3sCHgFfSQ2ogMirr3kiQhFXIHApheRS0w26ftkTUtQfff2zUShq+ZtI5QSPgm1qhA9xvn6DKaXNA/2Bno1DHrDjWq3S7j2tpge65IhxlVqds3Of2HkzWbk9hL4DjsH3oHaic+6JfaRrvKEt7dyS25W2m7JLrHkosMehrXCkoIhIGhib5rMsO8AV6UEi2qqh7efs1Brk+YRgTZqom51+h9Osu0p06K03cpzfsMKhI4LJekkZoR6dPR69G3UeH7G6TNOs12Qy0YS6eSHg0Dx2+OdnF2rRIUUibDRnkeE+sbO1LbcXwrFpkXU3FHRYsDMXzxn39nZQXrhekM/pEa6Z0Gcty7eTt+6FfpZyZlc6l4/3c2T5T67+5Cd/oj/5+fvqOIVomgn26NS2E026iaaGyUzbsy1NCZumgz7T/v4tHewfaG9nj93tTE3KGmwfjrTzUNQMGoEu4I1BpmzR5pZ3sLuvHerWUWdr2jaNuqZB/kTGLUfIyNSjoW0TYcH+rluh7qJtCvIKeCHEOHrlgf+V+CsRl5gwKYDsoNzAJk3XMkZ7+Z8iSqHpzr7m0WqOzufnF8op6eBgj/RbXCVMsetCn336qfyvCd544w3mkbX29veZki8VEahU5BMU69xTF0PF+0HHxye6YEHovuE+lynf9YiwbnrlMWnNwsAnNhGhlJP8UADvgJmKBuQbvNj4tV//dVGEPv7kUxX4L1i8PGWR8icffKJ1THR4vND3fvW39C/+N//bHOe/p61bB1q3Sf0ktGCXX2VvPpuSxhjtCDJ+Qf6Jb9GrvK6g2+rrM5r7Jf8AI3WigtDBQWTTJL4B1JDKWVZEOACc31C7B1nGvKYU8hRzIGvUg7QalwY6kb6ka8BvgAU5/hoswQ0r8pCffM57JU9VhnmcRrgpayC8qstV2NOZl2tGSO600EQfPr3Q7//ssf7ff/hIv/94qU/7Lb1YFBzgKc7zwoVXQFQNPXgpXkmNcsz0i188VN93NHxWigSgPWGkLIMIlRpJWQpC47lVgKfcVJ6IdB1m8KYEDjsDIe/qGw2im2CPpfoyx6mdM/FdqM29utSrjbVu7810/9audieNJuzAO2hs9ZkIlpriGDqcaMsx0u4kaQtnECwY0nCp1fxYy8tjzSZFXjywWZFwGJnOnlJShhCtFzFJESEW3xoIDYUQol6CpJByzsopY5eBQbqrYuPr5ZNJb72bQe7Wrbf0f/i//b/0OW14uuVB37NIWY8TGvls92EIJojQJfdgZ4tGHzxa6Pd//Fg/+MWxDnH2J+z6Hz090tHxueaLnglB2AlAGfcRFFCh0YqFFUHV+IBXpEQNbn6icgWkKwC9ek0Cd2AArdyJb8ImQehXxgGnG66KM155KhISr155vkwYc1b9K5/jBiJVvvFSxTCfaJLWbCAW8sS0brZ1EdtatbtKk22d4PD2Dm5xz3mpFvv3zFiWa8c7DAMCJU+M59zzRkRthzXO1W02mUzUdZ0a2s735R5LzhApVfv2OO+myYqIa7DMbRaLYUagH/rqtM447bnAaUZEXRCmnJWQAwtvaJcjbuu2QuYa52YdJpMO3qUm6OGFiBcBBe6ccl2MWzfXZc5Cxc53gsPPqVHXdlrMlwp+dnd25N8wL9S1cZmUbzyQY12vnHWE9VrW+pqezZsSXMJ25zrmDtk2cnld11ZaRMhH89bLCw/XdaC+EYnj+8f64vFTXXBq0eHgu6ZDr1Yddem4Z/cCantrp9pmf29fB7TRHnfVO9s72t/bq2CbTKlTk7JaZHYbMG6YUNftbipaoLYbjSL3x63ZlsZ5ayAkL443kzenJLd1Rl5hrPUsILwAcJ0G4i9DWRRga6s+Ub/QQTx8DCMJggAmioishOzISQ02arpOwUI+xE9qlbjj/pyTjtRM6KuijebUc0enZyf1P555wV34m2++qYNbt9hFP9PVKcndu3frL/NFhDyPFPHwQSqSExDaZ0HgEyHXb00fGmjvrutg/Orr38tIKdU8A+PBvOYybYSslLMC8P/W+P7779PeF1quloTnWrJIUA6tmF8u5mu13Z6a9kC3mNv++d/5q3rzG9/VQF21tatha9uiryFdY1+LFKbFlwkRVHEDL6kvsULVC+ki1CtPSNBDIZrslYZ0I0N8+cKXDPBSZRmcK4hb9ghmDwm+gUqvmVwHA51G9UHvQkmkWb7zDJX+pQ8iXlLIQ8T8BKOOyDB+BYV77BEGdm5QLd9B2IyBrUaARKNIh6dzvf/whX7vx5/q3/8vP9Bf/4cf6UfPjvXxMU5vb1vP+4Uu1nMNDErRuIsFkyaZiywn0SnRiaPRokan5yv9vb//j9R1NCDlRYQi4Ctk8AsepiMn0ekVWA5IiY4ejVICcqsgDNLJrRxJ1jwrlCXRh8T8qeQlPI5dduKxwpArJRx44kgo4ZzbKJrAPOGIfzbJ8i/gTcHbPCBjrYa8HQJbH7tTxyb3ms0asejHkS6VclHXJSUWCg3E5PIjlBMYYQmKFEA4bEJBv4ZEQpAf/gQ8ePCGvHsL6AX+NQPCgyiRp20bTgym+vf+zt/V3/7Hv1DLpOYTjxWC1zj2nj6zZtDhY9QTLxTOWNUZ9j4+6/VzTl9+94eH+r0fPtdDFmtorvmy1+nFUmfsHOc4hz6FelQq9ICxY0hEK4qpJCUgVInFGurlA/ll5JdjQeaIpIh4hSnkn1dINUI1JHhDPJswFESu3hBkKfTqc0O9q7Eg6lV5zQnCq8DG4pQnOP2Z4mB3H7yn6e23OLlq5aS2najByVxwrN2Tf8XxpLO7vSzXMGGHOcEBefIXQs9xyhGhOQ7U7edje5vLvA1Oo6eR+n5Qpo873WGP/QsN5nQ760IhEVQKxBPkbDbTwNywNdvW2em5Vtwjt21Hf5zKDrht29p3Enl8xJ8is0O7RIeFlhzfJMaP69EwdihGoaSgHSzXd7veefnO9cWLI426pSpvZ2e3Ts7WfU3d5/MLJdRyf7Du5h3rJmXqtqZu4ukx3ro6jF6ZerZdW8Oewn2qsaa+PTY4Z/fvfF7EWF5Cp558c8D/ydQPf/onYrrSJGV1TahhHDTUtelajuu3NMUuOyxG/BvyE05Puq7TBOfuxdIu9H0WQDs4izYzbpHRbKBNxE1DN/G43Lbt1AHWPeeE/O2qs+vXUm7btu5CLIzX2KivcyvNQwgZJtsIjHilInV8I6Ii11RHAcc3STU9xA/1D3RqJhM9ffaUscesSZtNpixAcYq5ner54ZFOjk9159ZtebFxi1OMyXQi/+a9nfUWNtnmVPXevbtqaBOX4Z19RCgxz6SrEDzCZQZ9q8j9zm3gPG6jcxavrlNEyE9EKCIYBYWF0VBPChTijSpX9YEARUAAHe1heSm7v4VWqyVJ1DwjJ9OeLLRSYrEVeyxcJjp6Mei9b/1Z/cW//N/R6+/+pg5e+55uPulm5AovVqk2AJQaFkUEkfGNeImPFJFjpAX8jl3RTXUh7uDGgwl2jCPTvEy012kg16JBIoLBkZQU/Eg5ZeWcMU5WobI9pa7ozStWs2sGgAe0J7hCPmcoQpMQO0MQExw4LBArJCjg0EqNBw0XYhyJcSVOeoR6GwicFJZBaNKADr2EIzSeOcrVuqEjT3Wy6PTpZac/Omv0B0dJv/v5hX6XnfyPPzvWyemgYdFIl0Vv3ron+RcsXC7lC50vmRQRSq2CASEV5Pq+qY+i26wu/+1/52/Q4FMSOuXISuSJCGdVSIqoX0mhnLBbJEWEisOUpcjghlRDCIpEHuSLOoV6BshaCdxOOOOQmzQop15NWmuK6l1TKHullnhD/Rucf0ejZvK25iXskOff8s+0TWKSK8u5ynpBvkETVhIdE8WMSX57tqUtTy4MsCYSpwYNZaEzGkQ0GgZJxW/SQH1IlNA3wIP6JAZyX4oOuGM9OuEeRAnmhO36Wu+gHN/Nnedd/Tt/4+8pb91RZueZopUiqwADeQbawAPVEDQ61aauGVsUrWiTR09P9bvf/1B/+/tH+uRRq/Wwq3Pa7oxF2mVZ6oy6zVkIUUuJhUtuslCU/EkN9cAc0hAKyroCRag+xV/jV5CkAoh4TXO6FBEVEvVPiCcq4wrx1A/h+DoWEUqGlNSgT8YWkUixTIIxnwjoH9iwiJ+rcIPrxhNhnaQgbPKEdpyqw24HHIu+8+63dO/1dxkvjS7mvc4uFxLl+u+Er3BgC47d8bVKm5+u6UQR1SFGBKzoQGN7J9kx8RoEfYXTs6OLCPnxb3oHOjpWGKSeTE23YzR+wRGqj+h70hrawWXaQbe5wwaNEpNmgx3KetCknQITJsk5J01zmR7oV8jUky6eC67T9rgTb+mj/YB9KHhJXdqN4xK6eOEQ2HUy6epdr39hbn9/TwPj4Oz8VGvqYEe/xAH3yBYpcjislYLGYIw05DdOICxRIRMxnjAUqAbG0ZrJ3vHGTUHZrKPVNQ1pPdpKBTsldPuAo94V89EPP/iA08SiVuTCvhFJOUbuC1MAABAASURBVDWiGuRrNWEMui4ttppNt0YbFEpl3LVNV0/JDm7d0WxrRzm3SpGVsJ9tlWjftuKMI+beBYszt4kdaI+NIkI5J0WEErxFRZ6fB/SmCOjo5Opfg7WibBJhEeqOsIlHZCV0CuufshymlNTStxsMUtsNm678z4Jp/57F+ISd7TySXmC3c051/AuRu9zJZxY+exzdn7Cj9+793v37yk2DhlJDGORZUYc1fbegTE65LvocT+BOM72GzBdRdQzm5h6di1Jq3Bg1DCXCXEFyHQXPoB4di0uMoEcEGGngEUmiDENrZx5JISnnTL5eS+oy0Gd65t05887x/FD797Z0/+3bKl3RullqeqtT2hrI9fJNL9EbGMYfYwUFRszfiFAE4MhXIDaU68ybuJjwxI6QkMHiTu4OYRDxOnAJXVBE6OoxFgqiRRGhDGpoUlJLnCtetZLwO7acBjqbodAwkCVGR4HPk3fPwLVhXUYpQXLawAaHVpiIDWMHw2A0xAogKxMYRRRDklevGbneEZ6tOz1dTvThaa+fnqz0s/NeH1yGPrwIfc598KOLrM9YaT16sdJqRZnNVFKjB2+/p5NDHNOKVXvKUlUj4FkprLfEBNGrRKgQT13WzsGu/tEP/lg//EPuvaf7imjkTmcIJcX1j0Q2hSSHunqIRJjKAJNDKcIhFdMItS3odqkMSGSCSBJjCI2HEWJQxqEFAyrWS/BeCTzR8TIyUinQ4JHkuJjcErKmTD65SEE773B3uLO1pY6JQ8R7BlOOrBY7tHTmDCTiOagfUgI8MXBSbhROAzJ4BQblmnafItO/bFVKSEo0lOoknpkYSrujf+v/8R/ojz58Ijw96cgREK1KwKvgp8h1t66G7PoMvYK6qV9qzaA/XQz64ftP9Z/98CP9+MMXOmRBd95PdTxP3P1NtNKM49KiE5zDycWZluuioWDrQeppZ+86B+oaKSvnpEQ/jkjo4zf4GDeEQmNYxE8pxKGkUEt968SMPZsW+2CLhIwI8tQwKQIc3qiQ5PScci0zIgSDQklhWxmIybDBA5xUmfV6LEnEQ34igvFQdHQ+1/b+XX3jO7+m2/ff4LRwX3fuvaa7rz3QIcfNdri+b6b6KvQB/6b5khMQh6FQU3UPeXymnJVyZpc9U6aOkZLmnHKVWneXKtl+zme7FfpNRDBZ9jVxSfv09ANP0hk5EUnL5QrZBZ5BllmP2Jk4EUl7rtXS/7wj9xGqy0lK6rDrzfG/5Ig50fekJCEzpSwp5DAiwEJnZ6fEE6cA50o5qp23tjlFYBwVxovwxj39aQAKdjCEpAi+VgaaCIkpaO+boemGaxrImK2oaRL1o27U1/NeRCiwW8J+l4sV2Ro95/74MScNwemK60Ux6Ee/gS+nhIxGV/0pp6yO8dICE+zksLE9yFQkNBPl0R+xPVFVAkhBsMs3EKUOUgS6AOIpzg+AigSJfik/9DeTC/IMA+GA0zSsmXQNPfMvrxRJqclyO7p+uWmr7uIp2K+gg8O2beRTmSY1mjQz9c2EcbrUI2zw6WefY5PCacOMvrFkkXnB9LTWd7/7XW2xi59OpzXdztt1iQjqO3CyM6/zsuvbUi5kTTg1yNg9pSTbyPXqGdvug1KoPjA2udGaflnrVus3yMmBDRLpBQM4TyAnIlEEZWJs5+mp+LCpVyiUkyEJlJ7Va831aGqT3nnvLV0sznV8eqTcMevCcn55rgWLAEm6AshX6KshOlBx0yjZwTWEhJL6p3yc24XQ31UFUmGHnlgdUjvoElJ1/Vg+4F17sRFcyZzUAC14g3Idhsjch4nJQ55IobksG6fHQGsMbCMOFJDIlzCkBkqhg8lQS0Qz8FJB2qgmsgvx12FPeoUhaT1k7kgmenqW9Y8+Otff/qNn+jsfnehvPzrRD85WekwHO2m2KGpLedXp/Pml1uxypCxRl3Y21Ruvv8FOYqmIpJSyxOAUT89qTQHCp++pDTZQQq8oOqXx3njnLf31v/Efa60tJRYNKbVKkRUbSJHUGLCR8a8AZaWUlBRM9OKrlzjFuY3skK/CXAqOe4SEURLOT+xQmCk1cM1QmIwDZx7YOjHgsuClfDv00g+UUZCf1KGnj/y61NQdfMsAKDY27WGnn6nnhN1FoQznQwx5QwlZORqljd6B7pHR3iGAeopIcju3TUc4iFwM8oma1CnlLf2dv/uP9e/+rR9J7bay5ShJOOAwZ2QFtooQMecdJJx7VFgp4eSDq4eB4+k18OzyWH/0xVP9p3/8qf7ejx/pJx9d6PHzRkcnnU44wblYt5qXrHMG/Rk7/vPLJZPKWrUerjM2rn1eUkQAGh/6l64B/RRy3BMBUys8pcpoclbXtmqBhj6TUlJEjKArXMJ4ihyiasoRIyiIjxAui7iUJIfoVTa0iFCKpAQ9xEMaX0XUmFGtQcO/hPXgbU0O7mnnzj0tabvzxVyPnz7V/ddf18X5pcgkj0cNkidE6zthd7x2n0H35XKpuiNG9kAfclG+G/Zk66NLHyln6un2tRzbQzxXoSfXiMCkpZZjuvlQj77Qwym5LCF4TZsU+pxhlJtl/XwHX+W7/9JGwg6WsUZH36mGLYE9pFAQ5tQo048iwiT58UJwKEUTH7e2WZeXF+hEpWFxWwxCP+SLOGzOImeviEJXONhI2nwL+QyOOl+C0W1j/azDwHjMKTkZGWPuNXMhTcHpwpm++Y3v6MnhqY6Yf5pmIo+JiKwgT8pZ+QaknGSY4MSm04najrklZRVsluDP4A4TYURUzazHCBhYoapfSgpAEfqlD2mul2Vf56eCbj/PewOO3tAzh1CQLC/TDxLO/goihTwGmtxoTd/p0DsrlJhT/PvEk+muFrnTFy+O9fDZM7k/7e/t0i8vtH+wr9OzM21zRbHF9YR43N4tZZgvZSRFVPmOC7nWzf3S+IBNjEekKjciNP6eBC1NmnhC0NArYy/Xs+rKQqRrO7kNA/2d5rHsUMgwX+2L1Hugv9hGpifSososqpYPpxTN2VSkyHr0xRPNpttaLOjzpdFksiNP02S5ftM19v9HxEb6OnCRhQrJrUlDXykzUJEV3mbJ8cQy9VrifdYctxQGUcFY6hoFYXJnJBQdYMhJ6xwcXYzQN8TbRN7QkplmTRn0ARcJVmp481NMZYQUYECXEolcBjGJSJFaXQ5Tffwi6/c/7PUf/OhS/9EfXegffLzWhw9X0ulEk/lU3Ty0W7ImqdE5E9kpd3NiF6wstXQs3+2J5vIxo3h6JpQZdAqQG7nrZmiSKu54T8fxkZ+BOUj/+Ic/0cefH6lpd5VTp4SeQp6ciAMrlF1YkBTiLyExYBMVScw7UQdDJj0xF2VM4VMRX8tzxS5DjUM37pMTh3mAQAdkVFEd6uue5MkT/VXxtYKO7QVBwFecRp4oRTln7XJnuQMUdMyp0c72Tv3fy/z/OnvANbRhUA+045sUkahbVkRWSoSJ1NiAccCDywOlp7ymaeFPcn6pU06z+u9N/63/+39Uy+7aiTJ6iKegE4EigjyhopACGxH2ERy6prHtB3D0HaAzhNXDdozz/uTJqd5/dK6Pn6z18eO1Pn066NHzQT/99FI/+vBMHz3r9fR0rVNOAU7hn3P8s2LhFiljvjX9aRCFKiJGUEhKL4EyBY1hAJ97JjHqm3OoaRMQ1CWUoEWE6kNAk6oQjwhFhFJOiiTw+hFUia94RhykUASB3wE8kR4hJTImEIahDFUXM4XUp0aZI92dN97SnXe/oQ8fPdGKup3i4LZ2trWm7f3HWy5ZDLp9hMwlVyBr+sqSxazl5pS0Ij7grMowKDPJTtlV5ZypW9YW1zlup4G0MSwaPFfQdpWGsgkZxh1CVkTIE3BPHo8dT9xjvFfwUyQmwYnMH+B+V4xRy/A4NHiHbj0FM68iooJ5bRPrl3JSpDBJiRDNkEv/y8FkO6/6C4VSSvCMfK6DMYcGKWApijBVPEVEJAp2ugHUUWjjG8gLyrtJJJdcjtsnpaycWs1muyy4DvXidKkTTpw+/OJY/TChvA77kJs5QkoUl+Fv1DSd7DBbxlDbddRlgoyZtrZm6nCgjduG9vDViucvx9NGb+uZUiADWfCllJRIC0VVGjPUsNZlxOrX84IGxgHtyGCTGGsi6noYzB/QjKcSQipTaFKOpATkZqLE9cuaOSe3rVoWkD0nMJ67ZlxD+LfsPzs80tHZhT7/9HMhgjptUc+snv7p+r7GkX3XtZzGXLAgX8qyLnGe7juuo/tuRCgilHMmTJKIK2HLUE5Z1kU0QqEeEaQB8hN8gEhBMj2EOSrIa9kpJ1m2w9r3GAMO3b8L3BGhlNIon1A8tqNtTVHEhL0beTH26aef6T4naUcvzlT6RufnK8ya2f9ecVZ2pTEYv2FrVJLJVks4BinIEwb5CQm+gC/cYQxUQBVu5FOBEuTP8BuMC7xIGMWGcQgbRoMOt6ggXMrI74AJM+vUQIN3JamLrBaeBGQcQ8aZVweByLyBdCNMTK52UE5zCUVBcS+h0mxB6KI8EaKaRj4ak3IK9VzRSMcnJ/rJ5+fs5p7r939+op8+Xon5XmeLYDfTUocGQ1M1VqP+5aSg8x2dnUvkV54qdTvamu7oYPegrrZ9lCjKCzrLQNnB8fOCO8aum2prtq0t4qN90KYgJTV0jolaVmv/2//d/149R8XZu3p0xMgSMixP1w+ZBLjhrsOBEoFKDiZwYEA2kElx69l+N8HZs8wzVEceOPXAHmkoSgzUoJMWjk4HJvCeiX0NrADf2fUMPA/eNbsMz9FN7tQwmUwYlK5jj60uOAIWug/I8wQdEeJVUGZEUkTo+se4YUPpcRQ727tCDSawXpmJpmXFvIOd5+mW/o//1/+nhrSjBqfvgZ0ykgJTWakqn49lIVMVpEgwJHgIdI0XchSt0bdH1zVwsRx0cjHXOQ5siT1OF0VfPF/qBz871N/8Lz7VX/u7v9B/+A8/1d97/0jvH/Z6dLrSCU7fR9qeUDyo5QcDF7mw4FtMUQFzjE7ll5hGVdA/56ScMnXK0EK17SPgGUF+HDeAp4AfPBMmQoPgLvLDWDBCfQogJVIS3yznS44V2tmAVs5BTFs4+b0331Xs7OlTdktvvPeu5lzlpCZrgeOs4eJSXUufpU0SZXuSyuARoUiMLYTZmXviU4SanBkXp7pgsbC/v68Mr/M43ZPv6dmprHuPrXvaXeiTkDPQ+DPGivl6JnCHUxYMdvCeTP0LrrAykS9UTwvI2zat3Nec12WgilLO7MTnqvL7nn6K7oxhhRTBR6qhy8wpo0tS8LPkVGuHe99IYpd4opSCO+2pBtssQQw0BXdZEUSsjCSjV2UTG9sZIqyS3C4FWlGE84gHy1seWESgZ1916KmPdYoIeJPW2Me/dPgaVyiXnHjef/CWmq0Dff8XX+gCZ981W7RLpwknaLbHBFvZXgcHt7R/cKAJjr0gy3JW2CHRpnb25msnnbppp7br1GCbnBL1BbApNhf+AAAQAElEQVRdzo2y7QIekYQINL3xxg0c1PV0/QfGvUObJWo+5wWY72tcznhlj0H2G+a3fZWSGuaSyWSmFSdohR1tRKc829VFJH366Kne//Bj3bt7jwXYAue3UDRZzw6fs8m4pYyu1qOhr3XU5ymnUeIZ6FM+bTLIDNBs4wknHdYzI8N9yDZYY/8eO0UKmWY+x93vrnS1/DXzpvX25mTFtdKSecN8lufyDMaD+lqWx0xQv4igdJFU6FODHE0pb2jSwa3buuBUe9UXju/PaZsZJxW3dOv2a5Xn6pOuEIdFjo6CZbxIIRlTcgk1FopoKNmFGZwnQQMvpMEvdrD+5ZKsUFKGN0lgxepWwxVSIPkNkqEL+UNk4dPlySswdjbQcRsq4Z2lIcMXFucPFf7/Mvcf8LYlV3kv+lXVnHOFnU/O53RutXIkGBEkQCBMkgEDBptgcpIQWIiM/Zzuu9f+Xdv4vXuNjbMxIEtCIilnqbvVUgd1Dqf75LDPzmmlOd//q73X6dNNC8Hlvt/1PHOsSqNGjRo15hijaq69Ds1C6yVw3SdQETDIAecSefDzj87QP9RilKDGwqNfIBXXNid8wlcAIgASjrTiJKClrdDR8qilk7xnf2yp0VNrBe/fk65s1BrUUS2OTMrulGLVUsFDk3hQ+iy8HYCKSu25fSomd6szMce0Su2a24tBW9fMzBz8RFX0DXaAKGt3ZlY2TiOUot/H6KBEnheIiCepKFrQmdGwKfUf/uvvIauoSLATkxS87WaSjXgYnIaGbo0k5kxOXDElxSw3G1rXWybGEViiLWwDpRCUr5zYSxtw6uJdYwAirYGxxDG3eF/UjBxJDjXyl4YAU25VpfxwmJNNFNuR967de1DEKcG4UtEGWqqbILH2RVEqpqQQoR7hCwgpKHKak5hnBtoTD5rBxnqKI2SxDhpG5Fsx3gzFjn7u1/6Rzi70yFdqYgVN04WrYG4a+dSocZ4xFCXFoKchKjBOk5AToKKAr4qkjSTRUYzQsG7yjrSxXOje748INgLv5itdXI66l9c57/8MDv/9n9PbPnCvPn7PWY4RA+/xMUpD5lyXaljHRhW8JOhCBN1j1gqBvG8XSC0ehhQTVITPBBgng6SM7g/DNqVcGUFgJgohMLXg7jnNKJlokBTgA7l4LNcZNybwIi2BYG5E4M3Dw/PVhAivhVJnWmlyRk2rq6nd+9SkEp2s1SOwa7HzsxGO4C4vLsq8+lg+pZiNbUKu/la9DeSQ58RORFw2dA4Oh6bBs2Q813kHaYO7trqqxDps8XpgRD/TqJG9Z9AnyIRZFWWR+Y4xyvQHPD92+D6KDtTFGGSaZVXKTs7G2HghhPzcmfbk1KRq1sE0CsaLtHkuDXUhBLk+xCCPF0LQGGdAgEOtUoqqcBoN8oq0B21f7i/KLjkJwS0NVU5d+zRsNzW5IufzgoVt3MxHlGVgPkY8k0WRMm6MUeZ1dnZWTz55UnfffY8uXb6iMxfm1Uzu0oNPnVdsTci7X8u9hePyT+FaFjGl7eDHlBi0YA5tAigXY0oKKZKN8JCYI3KO1AExJRWpyHJI5FOkPgRwA7jxKuQpeEpAAECgzTjAuKygyL8QogQNWkiSfDU8bzVgOSIC1gidBEfgtsqWihrsviiWUrurpy7P6/LiEnKq5U1FjMgMu7XBjn2CNe5OToJMnxDkNm/kEvx3u121Wi30o5V1IqED1kHXWeYePztp5O58jQ461c7V5IkKGaVMp4UuVwRG3U5XTk0nhKDEmrnfmKZ8UR9ikP/xsf1QWjbUe11jTFQHRcqB/AD/du7Che3njtOX6bk5rbJxOnX6gk6dOq9rLyT6dBHRyc+6jSDuQjWTseGuMeZmqkbCNUM1ShiHBCPbYMYClsjEeJTUaKDEuXASVIaUYKiGuTp4rFrBKx1q+Th6CO0hjmKEax3yfqGXgnqcv9SQ9vF7XSY1GPmAsY+0xRjUpKjBCMBYjlQIgmJQNXUjyCrAZx6qoRqjUGMIhsCIsnkI0AYJ7gQPDf1GiuYZPhL81CCtbCVdWIs6tdHW4705PVIf0flmQsuh0KaCQlUosoADBDasE8OXaiwDiNeDRjFUmt21T1PA9O79UtHWBkZsfmlJBYu/sr7BjKOG8F+nivYWTqKBn1oltGsojuqhRqxBw3hi3ABeYscfipb+8E/fo5NnTym14YPj3Cb1NAwbGjSb0Omz+D35y0Q1PI1whHVTorgTiryrFgqtKkhVzLKtU+A4VlkeYtwGIXr8mpoGCKA6HbBrs+GseWBGdV+D4aaGoy2Nmr4UhwppBJu1YFNVh3XhHoaRqom2utMTrFtQH3p1TFIqKRf0jRoib8suxFIhzzNIqVGwWDpRZSepbBUqmWdhPYgCb6Sp6Rmm0kKCLU215jTR2qeJmWP612/7Q5xqjWwqjYqkzZQ0BBoFZhfVBEMQKqQaPR3FJudH4Ixi1HZaqE6l6tgCfxtGjFTXieeC/g1MCIBWaKQufHeDVPKCMLDLS4iktyYtrRR65PRIn7x3We+9/aLue7LRmctBiyuJNeqoN5rK7/X7o1rNSPmqCZRDoFDXGtWNrLeKQTboiTEYXfkZEgNzUyVnc2d/hFqeqYJbgAakXO+Pp6GhU+M2IKc0BfEvOMMHc7OaJIoiL3S4mtrNes6w895iJaMi+rjeH6ok4I2xyIY1FaWGBNpDTnoagr4GvfH7RH9R6sL5C7JDH2ETIrK2PhkuczIwwDFvbKzL31x3XWI9sgMNQUvLyxrR7t27nZBhBA3j8ODJtEa0xxQJuAaqqgoehprAcHtuRUryz8oePHhQpjnJK4bVlRXwWrLhrpH1Bs+kg4oKJ2en77GqVktFWVgqSuhShH6L57dhXVwui0pFLFi7Ri1kkdCZFkH7iGc90gsRqywK1aOR3Mei/LOwsz47DSEge/IhODVQ8A1aQGbOBvRBrEBGcQXgeTbUbWyuq0YHZngXff+DD+jRxx/X6ZOPaR09/y9/+idq4HGLwKSBuRClENAWoGBeXU4T2/BfFCV63qhiTmXZUgyFIvOsmbd1sigrVQQC7e6kJqamM3TJe+4V+CHwnKC4IaCttdRgJ7N+W62pF2X5GSL1DGHDSArMy4FDQs5yg+CSeY94Pjx2gC4cKwZ0D1lMcqpUpUoteGtFeMY3cbim5Y0tzePsW6xfDY0e811bX9f84oJOXHedvI4MzS54RWNdm8L5O29QyIOrLEtV6FKNfrTbbSV0IKUk0y2RkbjgUObPTjvCk+uHrP8mQYXLeV2aJo9jOjFFBf4ZLzBf2IOKFMnHyLwS7TvjmzbTZz1BCciSRE6pjDFpauc0KaSkHj6uywnn5OSsdu8+YMyrEK/myAww2IMwwDjWwEhNGikUgNOyloqGulo1u8c6DVTHvppIaqPkOtKRevC9pSZswflA3mnWGO0hBnUA9KC/Bc5Ww2eNsws9cAY4v6GqFmmoxVTVINC6TBpVSQOgX0b1kjIMMPbNBLx0B6rbQ22ZPm11ihqlIH/Bva9a/dhoQJDQb6MAVVRSXwFDXLP7bNSAEdRH2TZDS+tpRueHu/TZha4+RTD06Fqly/WENssZAo9JDYsJ1amjUWxrRDoMpHii0Q7UqVIdK+bcUh1KnHjSkJkMWBT/xzV9xh8whzPzF3Vm/pKWeBhHzG+QJNe3ds9q2Cp1fumKwg6/PeS1TgCyFgZaQ76bRQA3qea4ajnM6J//9tvVTB1QzXv9ujKPbQ1RzCHjDEvoVsigGmjYHmnUGWrYQV7doTQhhckEFOQL2iJ0hWxH2oDzTZ7ILdIesAms43jW64E2GkB9cJwOtBlGyKbWADKDkvGAUStK3UpNt6UhQciQo77Onl3ac90xTRzYqz5zbCbbquYmpXZUg06NAjT8IGBE0AANm45qzUjarRj3KmhPzku7SOfU1FMY1q5mpvdrdavWGuu3WHTVvvFm/YP/+N/0Ox96SJuzB7TePaS1crdW07Q20pTWU5dyO8MqxmgNx7VedLQJbKW2BqztMDI2aR0qNYCAsANqSjWqkEipoQrwCw1DIk3aTAE6hTZSQVrmdIOHbz1ELQ6GOo+ROb24rJOXrujs8pou8C7t5MK6Hr20oiUs09YQWagF1ZbqOIHudpmrmGutuqllo1TEIG7yDfJpaASQDmKTQtDVi4qMEWopbuPkNrKIOWfzB+WcXv2gIghSgXEaJY9SVNoiUOzVpUatWaXZQzp9eRWyhS6zUxxyXIpAtLG8ouWFBZzrQJ1uV3O7d2lza0tFWapEXyMGbIDTL3CaQzs9NcytyWNdvnRJ3l0v0L/Hyc/y0rIq+tkxNlLGGeHU7eyrFs8Yk4jMN8ZAoDlSTEmmHxMc4xAcYFRlJQfJ3qGBrm3HVWtIMFCWrM/GJsZ5RLA6UKvdkg1wA08zBI/+M6yEETXNFs4vhph5CCHIvyCnnct0EBcGfEhAMcHR90x2AJ1OO2ME+Nva2hSdFaJpKF/mJ2d2PlwOJpTLDehhB3LF1Q87jAL9EnwWDh5wPok5u951Ts1TC+fm9v0HDujI0aM6f/GCHn0MR7+2qe/7/h/Uhz/xSe3dv199ArEtjpE3cYL+TfURjGzA7zoOaqvH04/eze3ezQa5C3Q0wG5u4Uy8fnaGllnY4S6EIMvL/Phb7BMTE8i8yHU0yfwZ3Cevq3WU8czzGBwMjdANQdR0TM9yc78GXkAnYGooNpqenlbFPNd53SnkHJFHC0fdVKUeO31ap06fUYmsIoOPOCGdmZ3VPPo1NT2FPrYUWI9Eu+VlfXEg6t3+BvR8WmQ9sU7W9QjelfXGejBAXtYr89bAUA4S0TmYUkxRdt4lPExNTckyqAgSPBfrVsKnDdHjGvw8Bnw1yEFcIQTFzFPKqfMhIghxkQQLxVnwGtZ9iB5X6G2fdJI5rW+ts8Eb5r9W8TqurqN34I/vOM44bfcW1O0vqL11Qa2N0yrWLgGLKtcXVG6cV7UJbFwgvaTOcEmt/qKqrStqbS2pXLtIH9rpU66uq1pbU3tjXp2tebU3r9D/ior1eZVbC6ro1+pfUad/SRO9eU32ltXxGKun1Vo7p2Llklo9aPCer0Txiq0NJRxjubWmaoMxF0+ps3xK3eUL6q5e0Uz/orrQbW8twg+0wJvorWlic1kT61c0tXpOk0tnNQ2Ps70z4J5VWD2vAeP0Vhd1mQfhwYcf030PPKQzp57UxsIlafUivFzQ9OYF7do8q93IY/f6U5pbf1Izqyc1vfKEpoCZ1Seoe0q71k9rz8YZ7V4/oz3rZ7WLucytnNHc6hny56iHzvoFTS+f0cTCk5pcdJ/z2rV2XnuAOeqPNiuaWngSnFPa37usOWQ+uXJa7aWnVC4+qWLpSZXzT2iWeUxvrumhj3xYv/cv/4VuYPe8u7ehfcOtDHtH5IG9w3XtGaxq32hNe0cr5Jcz7K1XKbtuTfvrTR1stnQo9IC+DpK6bt9gHdw1zW4saWZjQbOb6ZAECQAAEABJREFUi5rdWtLc1pLmekva1VvS7v4y6Yp2kTrvsfZzonAAGqZzrBV0/WSpQ8VI+9XTsXYApL2hr92UdwGz2tR0va7pZi3DDOlc2NAsMJe2NKsNzYTNHdjSNLSn40AT9Zb2tqUJ5jlHALQLpf83v/kv9d53f0Z72DFMr68j4yuaXbysXaznrvnL2nPlCjCvPQsG8jvpbuMsX9IM+jS9cp51BViTKXRxYu2MumungTOa3ECP1s9qkrop1nUKHZxafor1ekpOJ5ee1BRrNclaTRhYy+7iSdb7pLpXnlSLtUsXH1W69ITq849o5fF7dObeT+i+j35CFx4/q435JQWcXr22qj6GtvHDHaIaCadVy46ytuHBwFCVbxsbGU/jq1ET3AMwHhDcRGrcQAqCckJ9Tp9GVWA8GzRDQ37URIVyggBySltpSveevKTQ3qUqtXXdsRtUxkplKOTvlMzwGiWlUjXGywbIRtVOs8drKDsOG1UbOBvVQb+f52OnZL46HPnbsC4tLaogGLAT8nwjhs04WxzZp5hwqgOZDixnQ5/zTMLGOsUoB0UxJeQ1UqeNgtDfdalI2Tn4Z2YdiDz08EOawDGEENj97NbG+rq8A7uALbjvvvtkY5126NjoGgYY+eWVZa2tr2UeFhcW8zhDAhjXr69hbAlUFhcXt/lAfgOCPM/P/Z2GEJD6+H46H8J2nqko0E+UY0xjRLGqqjHwIYJHWwFvNXL2vEzXiJE2OwDL0XXm84mTJ3Xx0kU9+OCDuoRu+bfejxw7rv/0n/9TDkqm2I0bOuzOveYJupZLm6PgDgGb5TXKzjdoYmJSMzMz2rVrl/bu3ac9BAHO7+Ed+H4Ch93UT9AnxajGvMJniuhPiLAH3wK4KVy9t/VRssqGEHK/IiZZR/pbWxogzwbHaOfok6DNjY1c5/8/QLXEoy5vCufXVrTOBmWNU9DZvXuFwLJzFgId4lCXlrFjnHD4h4JiikopqUAnlpeXGTzIDtk6aJhEL8Q1DhLNi+v8J7zWSTtzy2oT3xRCUEDuDsAic6UbQzbq9XvymNb/rc0teU0cHFlXLAYHYl4r5xN8uH8IIfNt3r1+TkMIoACMEUKQ+8UUs/7lIIe68WsH92koN0EqCYJ0zRWvyetV3bP60smn9BVzy/rag9I3XS992y3S37xN+rabo77xRF9fe2hFX7Hror5o8rJe0T2vV3TO65UTF/Tlc/N63cE1veFG6btfsA3fdrP0jcel1x0e6ctml/WqiXN6ZfcCfS/pyxjjqw8M9E0noH+z9D30+d4XSm+4QYwx0Mu7K3p+nNfzdFG3jM7pNtKXVVf0FdMr+o7jA/3A86QfAf/HXkz/60Z6ze7L0H9KLylP6kXxCb0oPKZXVY/rNVPn9TcPbuiHwf8h8L/3Vumbj23q1bvO64Xtc7oxnNYt1ZJesavR1x7v6Dtvbev7n5/0Yy8q9caXt/XTLwz66RfU+unnD4GR3vQi6c0vCfr5lxd6yytL/b2Xl/q5lxb6+ZcVpKV+/qWV3vxi4EWVfhZ48wtb+rkXd/TzL+nqLS+f0i++cla/9Mo5vfUVs/r5F0/q5186Bf6Efvp5pX72hR298flt/fhNQT96Y6MfvzXqx4AfvkX6oZsbff9Ntb7/hlrfdWBdf/emSm96xV4dePxPtfKn/0HNJ/6H9Il3XIXmE++k7h2qP/Z2jT76dg0/8j+09YH/rt6Hfk+DD/9+huFH3qbRx94mffIdire/S8Ud71Z557tV3PkupTv+QPFT71Trs3+siXvfo8nPvUcz979Psw++X7se+oB2PfJB7Xnswzpw8qM6+ORHdejJj+nwqY/r2JlP6eiZ23X49O06evZO4C7tefxj6tz3HrWB7v3vV+u+9yrd8x61HvyQ2o98WJ3HP6SJJz6k6ac+otnTH9Hc2Q9r7swHgPdp5sz7NH36vZo8/X5NnP6g2qcMH1b51Ac1fOBPleBh5szdKh74iE6sfk5v+vKgN71yl37yhV39rOX74gm95UWT+oUXTektL5whPwfMAs7PsgYz+rmXGKb15pdN6mdfPqE3vaKrNxpeSfoq1uSLu3rTF3f0M69q603Am4GfA/7eNfCWV7b1C+COU+ff+kUdvZU65w1vAf/Nr0jQjvqplyX95Csqff8Lgr56T6GjBBat03cig0+pWDjHAz/EUNXbhoxH3YZziJO308KSKGDksWE7j6/d3nbWuUZ1LvC8KxtQV4Kf89DSGGwRDJQzLfJBUTZiMSQJ8KmGT7G6uw7p4tpIGzj7jbrURHsK2oXaZVuRf31/GYqgoEilUizkXYZCkJ1Nw25sH8a3LKjHiLZx6naA2fDhCNs4GR+Zm1+3nT93Tm1OATzPsqxko9xiZ9RnN7mOQ3ZdWZQEQ33kxGxxBAEjOyJNMcnGsO9AiXk7AHAw4LEcMKQY807eXwRMKeXAwcGHnZnTBkH451ArxksY4BCCIobVuKbTqlqK0OjgCIuyYIoh0zO+DbsdQQhRDgoaLLV5Mb7p1jg/7VwMI0jnktukwHRhWFIIQRQUMe5yVlw0uX+gItJOUSFe2ycqhKiCXarH29rqaZ1XEXfceYfOnDmnG264AUc9oVargnStU0+d1BPs8juWM7ph59pizlM488nJCZnvDuviefnEo0hJTr1LNRTIpkUg5aDA9Z5DYn29DpnPCD+ABMchKMJrAGJAW2JUoi5F0piUYpR5rlhT8+9ddZd32mVRyONOE4wIHmt2w7vmZjU5MaHpySlOlQRPba0RNDYTHW1WSfMEYWd5b72+tqYWzi7C5wXKnk8bfr22eRfOWtj5IgyN2BVbntYRO/rEXO2EnXeb52mnbr5YUk6sOjybQ3meXu8G3sx/keAXnq0n7msd9riWjXGsY8ZDInm+Ts2jcWKKCiFI3IYQgsKOvJxq5zKP5t+0HFS5f1XyLCCDiBy9XjGlHGjsdMlJzJ87H1+xfEWvWZZeuyK9ZlN6/Uj6tiR9T1v6vk6t7y0pY0ReTwT71WtL4K3qq1bX9JXs4F+73tPXbw71N6H1fV3p7wDfXUnfElf0dSPobizpK5dqfTn0X70mfSX0XzeQvilI31EwBvDdwLcXPX2L1vW17Gi/cuOcvnztgl7N7vrLOSn48vVLeg0799cj2G+Ct29hdb4Z+OvQeR3P/Gt60pej4F/GScCXkX455a+k7avB/QbGeQP0v03S3xhK37olffPqhr5lZVHfwc7te9ef1A+sP6G/y47/Rwbn9BOjM/rp0Un99PARvXHwoN40uF9vGj2gn60f0s/qUb2ZQOJn4+N6k0GP6Y2N4VH9tB7WT4UH9ePhfv24Pqef0APUPaSfBf/nw+N6S/m43tp+TL/YekS/UN6vX4j36C3Fvfq5cK/eqHv0pupz+uHBp/VTNePFh/SmluFBvRHcnwn36Ufjvfq77c/px7v36Cd3n9Pf7qxq1/vergMf+kPt++C7tfcD79ae9/9hht3v+0PNvuddwB9o+k/+QBN/+E5N/pGB8p/+gWbfa3gn6Ts09963aw46u9//zkzn4If/SIc/9ic6/JE/Jv1THf3EB3Tiro/ohns+qRvvux24Qzd97tPAXbr5gbt184P3AHfrhgfv0nX33qHr7sPh30MQcOf7deD292vv7e/R3Efg68N/DI9/pL0ffrcOfupPdPT2D+j6Oz6pGz59l67/zD267u77deKzD+v4Zx7XkTueAOcx7b/9UR244xEduPMRHf7Mozpyz2O6/uFzmv7E3dp/x73a/akP6MaHP6a/u1/6id2N/s6BBf2d/Rf1ffvO6fv3ntIP7HtcP7j/If3Qgfv1I/vv14/uf1A/Rtnw4/se1k/seQR4TD+566R+au4p/fTsKf3M3Gn99MwZ/cz0Of3MpOG8fnb6kt40M683zlzRT5P+5PQV/cTUFf345Lx+dOqyfmTCMK8f7l7WD5H/QdIf6M7r+4Hvm5jnmVjU355Y1/d2toBN/e0W+bSk74xP6mtXHtYrLpzW4Scvqj7zUZ29vKyN3gCDgvJKChGjjg6La9thC0eL8tvyuELbzl2Us2GxJ8lQu0Z/3mU0kDJKJBNDUAiAgupQqOjM6PLKFq+VNrWGMw+8w22VlVplqSE7rpYNXIhKMeB8e/n4fsQz2kBDgA1qTFF2xDZMmT/G8Q5tY3ND09MY7RgxoF3Vo5G8Q1lZxQjRV0Gy4a2hZ+PmXWlNwOMdvhkO9POcawy30Y2/xU5wu17ZYdnZe6yJ7oRstL07nJmZlYML79rs4MqqUsWcTMfjFEWhFJNaO449RiSDoBZ4xxsYxDgeh2nkMVw2jricmpdxXUOgE6gPwZ+Sk20I1+R19XLbuAGMq/UOHMyf52baKUbkVYMKFp1CCBK3ZX3m/Fnd9dnPaGbXnF79lV+uH/7RH9Hzbnsezr6j02ee1Atue74++fGPaf7iJTXILkqys/e8/X7ZjsryKcvS4s07yA7Ot4XzLAkWulOT6jogqEoV4LTZyUecqney/q5FSgmKYs1H2SEiOrOmgI7EFGXcMSTLuiyUANPqEEQ1zKMJQTFELa0sicVQm/oRAu+yjgFqRRE1g+6kqtQqevPAuTMqJ6d07vxFbRLo9fFTW6Sme/z4CU1OTqJr0xqyw7fD9AnOBHUj5m/H7nZx+dTA+fw/2tHWwLydq8ecnJrMPFmnYUUppQyROYUQ5EC8QVcrdMmy9Jol5OI5WZdMw31cX6FzpmHwGCGETDvFbZoOHExXXNZZ89jAj/n1OJab+zk/wTxSSso48NtlPeh29Y5Xc86s8IEDFg5STtcpG1ZJ3WZYJr8IIHu5HqedU+fH4PaFHRznDW4zXRys3Me0DKbn1OA+V+hnfNM3uN59nRrXdQbXmY7526CPweUx3rjddWO4ts559zW43emYhstuN60xuGwY41k+xh/D+g4Pbnf/Mbjd8+7TToAhp5aBwTTG4LLxjG8axnPZeY875sN0jeN+rnc7wYzsD8ZQM5Zhxw9Q2r692oHsOCWb7zHetakbxmXTNT2PYzBvTsfgssH8eh4G5w3G8bydmo7pmgfTdtmpy2MYt7s85tNjG4xvMD2D8+7v1GNafyyTsaycN1hmBsvKqevGONYpg3XqucBtY3CfcX6cus7w7LLH8Fge0+tl8Jo5dZ3B7cZzf6eWYVv69MO1fueDZ/WRJ7Z0bitpK7Y0LCoNIwJJtWIcYpz7qjmmxG4qhICtwHRwdOmH3qJqLD/Abt4ivRbc1lCRU+MATXAvzCjpKDBm01E5fYNG+2/T6eGULvfaiuWkWio0w06vN+ipzeuSAbvsEY63Vq3B0BOotbGxrqoo5R1hF6MsBY4u+6qqUsII2Yk0GCxxDQYDbWxuqirBZ6cfU5IN1vhPnYzncsKQZmPLXP3FKhtJG1IbtpQKZBLl7wTYMdgJBsYcYOhDjAzZqKwqmQYF7jqDj6XNo+nYaTdIMcXIbmigVFT0aSkWpSoCmyGnBZFxuk1T7L8AABAASURBVBOTKnF2PY7xEzhVq824fY0w7i3wZmZmmWtPHpcq1cx3RF/YUQiBGUuBf8pXyJ/+AI2kUQiuM7jY+EMNhMwb7KkhaGhAtsOXAmXjiMtpwxoMQGv0spe9VN//g9+n7/jO79CLXvoifeQjH9RTjz6qweKSVk4+pQ/90Ue0snBFPY6Vh+wGGxzlkLVMMeZgLUJ7Amfhk482880p6z3Ju/HpmRkZJqemND09oxb1JetnxzOJo3Ua4Mh1BU4uhJBlH8m7zRBTkh2Z+1b0j0UhhkSOQ/iv1em0KTcKRSDIqDSDXPfsO6DJiWmFUCoChSqlUOjkU2e0srGl/YeO6OyFS7r73nvp35FpDtGzm2++Na+DFNVpd1V63cqWpG35TeIkp5lXxRy8a/eJRXbkErhFDggnJidyoOC12CA4tf5dC54L5PJ6DAkkHCRs9ba2Ax3WfzQcKYSggnkm5BBjVExxhy/lNvkKfABB/IsAqde7KAuVZYUcS5U7/PvUKDCnFNF/P8w8wmUq1YwaaqOuvZ5ZamhyTdpJA6lv1xtcfi5wnzG43X0MrhvTKqgoAafGMVBkVf25DR6jJnstuI6qZ9zua9oGN7h8LbjO4DrjjHlw/vPVXVtvfPNpcH4MLl8Lno/h2rpx3n2cd7uhgiGD69w2hnHZONfmXTaOeR6D201j3Ob2Z4NxxmC8MX6L8ccwrnP7c4H7P5uuy+bDcjI47zqD8Q3Ou82p2513Oi47b7gW12XDGMepwTjPBW4zPtPJt/MG17vCeY9rcN71Tg2uuxaMf215nDeuYdzX9S47fTY8m8a4bHyDaTwXuG0Mbvc6mDZzXhkmPXml0scenNdnHlvQo+dWNb9aa436DQKm/kgYlMiO3h0CxqRmZzeirla0cWCHPxwNNMR4NxgAGwqzNYaGDNW4ZqmGRAY/iPQb4FQ22bWnmQPadd2LdHaj0KCzV09dIhqJpaZx8oGjzsA4G1sb2cj7SB3LItc1OKISo+Qj9qpqqYZeDFF+n11WFYYq4dQrj4YzLdTBubc5UlUIGkG3AseG1u/MHQTY4Lr/9dffoBraQSEbXuPWGHHjDDGsKaVMO2FEy6JUCEExRhUY1kDqH0cxvnf0GwQWloFpV+xOl1dWVNC/gZ53sXZg3pW24M07JfcZYKiLslIXR2/nPhgMCQBaStCvm4bxolJMsjGuCXyEfIIBPhroSttORb6CPySatH2FnIcMadiu4rOhwrRr5p0FxscIWnVeV1w/9cYx1Mh5G0aKjLvKicgZdrhnL5zTF3/Jq/S6136VXnTTTfp///pvaOvKFR07OKV22ZZPOgY4+pGDooZBoTNJcGZ5VMzXaZt1jMwtWUbwNGCdhvCwbaabPOeiKtUlMBDsj5h/5tO8Al6DgjXZhkKWmaEoS9kZjwOAEoc/OT0pO8iyVapAj7qTXR0+ckRTUzPoh6RRVKvsAF2GqvTYY6c4AdrU1PRujZqkhx55TO0dPg4cPKAZAgSv3+LSsmZn5yAQNGQtVzmJLli7M2fOyHNMzK2HHOz0PbcYI7gMB//Wk5XlFZ6vRiGEXB+TnTTPHe0jy4K1cIN11bRYHZl+7Xbk4XxgXaqqYh5+Vhv4GKImQa4PgRQwDZaZu5HpDnd0u2FdTDfGpJQSvATaG1kPR4OR6C06qcVaTbB+rsu0dj7iTvpXSwLdTcmQyBsKUoPrDMYxUP0Fb+MZxv2+YIf/CRDM75iNhsz2UyA5HT2r3EhelKtgnDEY1+Cy6dD16m15GMbydeqyweOPwR3Gebd5HYz7lwH3G9O4NjXtzwfPxnPZdK6Fcd21qfNj+Hy0/++qt0zHYJrOO/2fCMzSSEnDZkKXViqdXUg6vyid8S/xne/p9IWeFpYb9UcFzg/AU4eYcKAlRisqZYOBqbE3N+i5riA3jZC7QYlFSoX6odBtL/9S7Tp2oz7zxFMqWxNaXlxRxPBtrK0rpaCJKYxsiuxkN+BxiIEdKQTo4QRsRLPjwfh5l2xHbKOfcMB2KjZ83vEbx202gBMTEyoxuusbG5nRyFhrvIv3rt6ySClq1+5dvBIYamZmOu84y6rCyPUxdiPZCJY4jdyZjxrDOmB32tjIwkcL3DYByoidlXfx3rWFEDTC4IcQ8pfwbFRb7M5t7Pfu3QsV5TnbyEf4KeC/O9Fl/qwLji4mUk4jmLiWcSLGmWKH2yFocSARY5LnGunrOZjg1XSckWUmwYIQnaRxw3bquuBaZ3K6/WHZGdVYzj8NGA1wPabnc+TYUb3yi1+hra11/cff+jd67zvfoS78rK4uqSpaOnbkhLybDzipmjk5gHDfsiplh5QSusQ8W62WKuQbQpTXy3KYmp7OR/fGDeANkbOPygP03dd8J/pGyuIyjwPkhVZmB+dgoWYSngNcKyLfhA44qNmPgzadQ4cPa2pmRv4Njobgc6ozqTK01KkmEVWpcxcWdGV5Q9Oz+7WwuKH+0Gu5pYMHD2p6blod1mvv/n2q4N9ByGHoOZAzTy57bb3WBXMbMn+D18yyG/PuubscQshrH1NUCCFDC6fqnbx1r66ZGbIXVwi0K6CnfYWwnfcrjYj8HMSAolxLW4zQo+S6MUAp645lZvqGDq8tzEskWKjRa/Pq52uITE3DsjWe2zxHB1tjek6jP/6ngwBHCTB345Ti/5S3eb2WMWuuwdo7omEMLhvcRvXV22WD24zrdAyuH4M7uN44hiEVBucNbrsW13nXuc14fxlwH/cdg2mNgWH/3NvyGIMRTcP0xjAuOzWYrvEM7ufU4LzB+c8H7mv4fO3X1htvPJ7TMVyL8/903jyaB3YmwrCxaVSPaL0/aLSxVevy0kife3JTH7xvSW/75AW9887LuvPkli6uFVrvRY4vh9rq19o2RhHnYaF7oib6TLCTJz6QU7c0HIWu8frjNV/9zZrafUhnLi+qH6GRCDIuXZS/SW6H7G9a22HHFFVh6Gxw8pE6REIIjNkoBFLKNlSR/CS74HWCBBtWO/M2ztBGys7DRnR9bQ2nPZB/wcwGCyJaWlqSHfLq6qra7KzVYNtxSBGebMyMQxU8VHIdw8lO3IbPNBxchIABwfjaAfsYP+FM3Fbh+AMdCso26O4DWj72Nj824MaxYR1wRB9CYEc5pQl2ip6v+0xx3FtWlYxv2h3a7FAmJifkPjEG2WkxTL4ti5zh47nyrjPQzNSYGQw1TJqcq54FcM8N4jUYYGfkoCiAZT84t1ta3dT/9iu/rg6OrBhsqh0azUzv5yRlSjWBDkwqEABVqVTakVdeT+bseXY6XUFOlkUXZ2MH6foRO03Lwk4uhKAQ7GQ35bWxjGv4d76P/IyfElyBU6EzZVnIAUNRJMUYc9+UUs4XRam5uV0qcb40yMFHlyCt5HmYxsG3qq7WcKpPra/qoY1lXYi11lqFFjhOH/GcTHWn1fErlOlZaFSZ7xBCTsVlnrL+caxufdy7Z4+Wl5cQZZN1KYTtuZgv8xQC64hjLQhCKq83MksxQRt5wXNiDn1OAuocXA6258+cvZYOgvIX8soCeXfkcauykmmZvh2/uFg5Pp91s5bGcVBlnUqM5VOyXq+vAYbB3943vRVObhyo7GEexqvgcXutus8gGJ9R+ssWAh0MMIXGSShXBtuXMbhu3D5O6fact9tNz1w9O3WdwfVjeE4iz6o0TfNgeFbT5y26j+HzIjyrwfyMq5x33zF4XOfHqfNj3GvrnB+DcQzGMz2RGbdZrgPKY+jv5Mf4FK/exnV7j5q/DLiPYUi/8bjX0h/zRHO+3XYt5Eo+xnWmYVpjMF+uG7eDevW+ts7jGK42Pitj3GdVPaPo9i8Ez+hA4bnGc90YQMm6brrOG5x3u/N/WXiOvrUwLtQPcfIhRMWYGLLQqE5axaGfuTLUvY8v6313ndbvfvBB/d7HHtUnHlvRU0vSlc1Ga72hhhjDbVYgtJ3hkzyGXlAzjFm2sy9aXX3jt3yndu8/plPnLksFRrLb1RKGZISDbfPOdG5uTlu9nmrKdtQjdnENRrDFkaswiBFwW67H0Gcc2kc4haoqZRwsKg51mI95y7KS+/cxjJPsho0nLjvMCoNlo3z61CkM2wCOG/kY3bs+t9uZGCdlA7iWj6DtFOguBxNOYQfZRRnfxs99+hjlIYayz05okvfJAcQYI7v6DdlwjpjTEH6plse3sW6QZUysAXPyeANo1OQ9nuc4De9T0Cow+h2cUghB/lfjQE0nhCAbfte5bNnTPWcbZOlMQwW3s4y7bfpDCEbNdRBUCJS3S9t5ypZ5CK43bDd6Poni+ZNP6g/+639T//IV7Z+YUuKUo12m/OpjosspSlXKQY75HNA2Ihjw3Nzfc7dDgkx2TCLjejPkNITIYI16OJ4+fUMIeY4jHJ5l7bWZQi6zc7PybrTDeFOcArQJ2rqTkzlw6nKSMzk1KZ/SOIh0EOE/1/Psc9vEpFpVRyEVatGnr4CTH+nek09oEUez0S6VOOlZaUZqz86qjkEFelOWldD0fHJQUZ6fn5d37nbslrMDwgE6J64+etDiJMc8O3AxhBDkdfWX9exc/R0FBx4hBFWtSjHFLEPjOBj1nK0jIQRFdMlyM1iuDlStcwHenZYVwSEyGuN5rm7TNZfLHs9BgvusEyT7x5w8F4bQNsAjr6DmCIpG6OvClYUc6IYQ8rNlWV5DkuDv2tJfJB9AMkRSA0mWqusKCjzPcmpIlG3ULfV6J+/2ivw4be3k3Z9s5micd1ubynFqem4zeGynrjOO6RlM22WPT9d828GYB9eNcYxnMIJ5c7tpOW+enbrOfTogTQITgPPuZ1y3G5yn6eptvp49jsuuN75TI3sM9zU90zXfnqvn5jbjjHE9B9cb33XjdFw3Lpu+wX3N+3hc9zGu02vBeOOy2w2uMw2PaT5M27yZxy6N4/Ra2qZB09Xb/U3LuGPw3DxX82VE45i+8x7D+K4bl8f4Tg3mwWMax2tk8LiuM12D8wbTMm3jXpuO8673OAbTMDw7f2153O66MbjO4LL5d/psuq7788D9r+1DvsHzNqSijedWIzufQU0qDUdBvWGU/6e8Bd6fP3Z5qI88MK/f+/DD+r0P3qdPPXhJl9ZbGqY5Xmd2VYcCCABMZCfPgSmGxl/aKYpKPprf4qX/q7/yq7Vr32Gdv7ygkEpNz86pKAsChoFiiqR1NiA2QCMcmB2BDWHFsaj5a3DoNpp2fjamMQSc56ZsnKampnXw0CHZiA6ZywDjeuDAAU1i5IuyZLfTln/i1sZ9jnFNy+02vjEl2VB7DJezrUE2NtatqoVMRlpcWpKP3CvKNrB2XiU7sIDRLUvmSL7BWeOJ5P4VxtqvBboc7SIV5lnKfJmm5+f+xhs7hoQDD0YEYogqq0oR2p6nDX2CfgHO3j17806vwXk3LGBNKi7LwvyT3WaBNmeM4+x2PZNyhoGbnX65uPPh8UPg00BdCMHq4RzAtMaEcqnW6dOn9E//wT/W6Ye3gpbKAAAQAElEQVQe0i4HaTjafTiFl774xTpy9LBe8MIX6EUvepFmcZAhBBz+kHfdy4yufESdUiHLzGsVAvqD/CwPB0nbfxe+JSPHGGSHlGLM62S5WI7+m/PFpcUsj6rd1q49uzW7ay7LrkMAadm3CYq6OPPuxJQcABTItYPzb7uOd/IcTqHDhUT/zt7d+vgD9+qPPvkxnV1b1kJ/SwW4SzjBKU4uGvTo3PxlDZDDHLtb//iSdXSSACHvdsF13oHa8vJyDh5dHwL8Q3+Es2zoax31mhbo3QR87tu3T1cWFvI8AnMdECBYJtbFqekp7d69W877VMd9TaMoC8UUc73HtNPtEwxZfpu8nkoxyXiGEEJesWs/rAlusy5OESy1CKRjjHLQ4DES/b0+fn6+7utel2mVVclaIl/0nWnkYPFamvHawl84b97ccww2uDPS6ETS0vUv1tZ1L9Tw1udJJyQNAOPbwG5K9fEbNbjuBRqcuEG94/u0fmJaOj4nlTt4nqVxoblwVFq4YVZbN16vhVtvU20nY3qgZi2nzwgHvHzzUQ2uu0XDo0e1dWK3zh69QVuQVTQi0AOgVx+Stq77Iq0eexU0X6yFvdSPxyNbV3yApw3SFcDp0b1afdXf0Mo3/Jj0rW+Wvvr7pS95rbSLduO6v8fxHKmS8/Cl49dpcNOr1b/pVerd8nyNjiAKOwPjj3GZ5wa4G9dLiy84pssveKHmn3eLBJ9akjKtQOo+zLtPoNE7ckjrh79Mi9d/iTZueoU2b32JVnlor1g2xq2l/A18+vQOSmdefKu2bjih3k3Xaf3m67UJbJHv3XiD+jfcqMGN1wFH1L/lkDZuO6TV5x1T87z90m7G9fw8H+Sydlxav/5mbV5/i3o3XK+tEzcorxlzyGvhsemSxx6SMf/7pKUveo3WX/9Gjd7wa9Ib3iJ9xeuRCbpifvvgMa88zxb5DjC+YWH1pptUX3eTmhtu08pNL9b8DS9SPQuC+4z7wtuAeW6caGnj2HENju1XQxksyTjIIefHaS5c8zHm21XPzn++smkZrm332l5bjhC8tkzxz72NawAJPy/csQI0agxsQ4WbtoHKENi9NNjZBgNdi1NLXVwKeuh80icfafTBe0e691RH59ZndHFd2rRzZdfjXzYLOOSKBRsRODSxo566euWXvla9ptDJc+ckHNaefXsVo6Dd16OPPMoOeV0HDh0kwBhofNxfcsRq42PHbucqeKowtjbiHQy4y7t37VJKSafPnJZ3Rt6duI/Tixcu6BS7de+K6qaRDb1/XMS7I9Mw/fEX8q7MX1GKKRvbAv467AorAgwbz4b52Jiaj4Ah9hfrPMaly5dV4oAPHSbAYP4xRYxfLfe5wg5vRJ0N9BJG30fVNu7GDyEoxohDKvOus4MTSDFqAkcRQpCNr8G7X3HZEezft18xpewo7WAivPrVAQuUjXAIQeYzhEAP1g3d4d7Ju7xTQg428DRI5HN/PrZ75drtDypipiXEHDK4n0EEcz7W3eRo+qbrjui6I8DRY7pw9rRWVxb18Y99SMtLi1pYuCI7DfcxtJmnnVYIQb5cB2dykBOZv+dsnJIAwPJ3HtYUamnArt7O//rrr2cdu9qLczx2/LhuuvlmzaID/kb75samGnTZMnf/yNq0caQhJLW6k2pNTKs7M4c+BnQxqk/7egxq7d2j07y++b0Pf1Drs13N3nI9dbu1Cr3JsqNDc/u0cOGyVpdXNMVYs+zwrVN7CbrsJJ869ZR8SrDBQ3LlyhXZWVYEFG7zmhvXDlgK8jwT6+i5Bea8sbmpkydPav/+/QSjPCu9Xl5/B3umc/7c+azDDmwC/cuizPrlNtMM8G/5WU5VWamFw7Yc/by4fjji5I1TFLrmtTBeQr7WceOargNS7+bX1tcyD9u8BfkvXszru9/9bk0QxFmfN5nj6upKfs12/jzPsp6+4tPZv2QugG8whaE0f/ylSr98u2Z/6e1q//I7VLz1bdL3/Z+qL4FnPUYhtnCe8Xv/F5W/8naVv/Ynav3aRzXx65+SfuVPdeaFX6urToIu/Y606+ffo12/8FG1f+GPtOvvvV1LUx2JYMECAUXrOKL0ZX9dM7/4TpW//PsqfvXdav/S+3T4l96p9vf+I91vXAJPDSQ2Poo/+K/U/vV/p6lf+3fg/RtVX/9GrUFjPG4ED01T05Ueuo0o4Bf+D+lXP6ypn/pnmv4bPyV90w8zp9+QfurfS79xu/TD/1D3mxE7FObnBVMhLUxR+SP/FJ4Y45f/nVq//F+VfuT/1BNt6n1bZpYdclmupO53/5bm3vyH2vv33qk9b/kD6St/SpoEcYxHVqvSyoteq9bf/wNN/OP/orl/8F/U/Y3/qs6v/jdN/eJ/UXPrl2oDenkuzMl2It32eh156++q/WtvR9bv1ARy7wDtX3uHWr/+P1T9xttU/sbbVf76u1T92h+ri+ymfvmDCr/yx1p73fep9rygOT8BO298vyZ+6d3q/OK71XrLu9X+5n8gTpIlzzvBoAFcsUQLpTT8qR+X/uEHNPsz/0YTf+eXlL6NOb0B+NF/rupXbld662/r0eNES54j3dXjY2ettiyb1/2kpt7y+4q/8PsKb/19Tf/cf9een3+b4jf+quZb4MKT6LtGtvz2f6Lur3xC3V//U5W/8h6tftUvKa8F7frzLvNr/j2ecQ3GH9e7zWW3Ox2Dywbjue7Zede5zeD8FwL3N+zg1byPzF1x8A0TaTC+BpFGG48UlUKk6E5BTcMyjBoN2JlvbfW1srquK1cWtYYxbM/s0VPzA51dGKlXdzQYNkrgN3jssjOjPcdu1pnloebXB9qNgS5bhQKL2tvalL9pbIMCenZ6Hs2OzGzWTc1ueqgaR2twnR2HjY+Njuv67Nxd5zY7Yh/9hxDoh4KS2uBl5kEwXqvVosg86Of+NsY2xN4tebxIHztQ/wqdDanbVnAC4yBiD7srj12UpUIImsPw21Z415qDCJy7Twc8nxbG3kbTuy07xhCC3M/8l1Ulpx0CCtcZjJtwPlWrynMOMYpBBMMY6QFB0TB/+WoVfhoGrTk1sbMEAbRAjbho8WJRcpuBSkiYo224WucGYLtMf5wkRciBl2lQR1ZelNzgpoZiyLxXVUHFSLvZRbfbFScrBVDqBM74+IkTOnjwkHaxw7eMPVePYwdmCMFEzSskGMttuUpcuamhQYylfLnK7T7GbyGf2bk5OZhrETzElFRDY+/+fZqFl+nZGbVweDMzs5rBsc/AQ9XpKrbaSp0JTe7Zr9nDR9XatUcbIenexx7XYn9A3WEtoxeB04nAOgRGX0fWW+h4Qz2zVZ/dcqtq6dLlS4qsj3fu05wm2blOckpQ7ayr52M9CSEgkyo7b0/EcrBeGd/6aPC6O1BxfcG41suMG5NiivmUKzJWiIF51pmWxxnTqEe1QgjaIvAa97WD9xfnTM/yTtByIJlSUkpRnoN1231ijDyzg0xjMNh+P2+dDSFowLw7BNUeu2Le5tf6V5aFHCSYzzHEceb/Uhp2eg2kU1ttaeaYVrqHtTF9XEszJ7TZ2csEd3BI1telzckDWpo4rIudQ1qePKaFyROqd9+gva//LnEKAxY3elQPSXdfr5WJ47oS92t19jr12ickc2ygeQ28pc4JXZq9WZcmDkL3kFa6RzUPrl761bqEw7aTx25pPdGhu1+LE7t1cmafVmYO6my1V+tD6qHDs6fsbApp6YY53frLvyu95rs0mjykLXW0XE1pqb1XS8VurVbsGg+/VPrGn9Lz/9d3aXUaGhXgO0iNTwJSqfXdR7U2d1yL8KSDz9dSCwTa+dy+ya9EOu57vpbbx7U8cZ00c1zzi2vKDnsbSwLP82jd9uXSrhNan9mrK9P7tT51SJuTR7U+cUx7Xvpa8XpWeR7Y0V7NdMr92mpfpzXaNyeOagM+NsivTx2D5yNanjms5RmD88e1wNirHY5RJo/oKXZ6sZCYvOZx+JusVW/ysDbpK8bcmDwo/8x55jOBZx5Jl8Hd9dP/UMV3/Lw2D71Sm9URYrNZbRZz2uocUK9zXP2ZW6UXfoNu+sfv0RLZzDP9PJagsWFa4C7vukVL8NSbOar12WNanj4mvfR1erjPeF4z8NaZp6aOan7iep1C71amj+jS1AmtRnAM4MhA8c/c7tuj1u2GIXnTduo2j0HV1dv0XHAbMs58u2w8noE8julYbq7/i4D7uo9xnXcKoaYJGA7hFKWa8dzEs62YgkIIwjtQXwMjso3sSBscmQ2YHWMfozC/sKq77nlcJy/0dedDC7rjoSU9tZC0Nqw0LCZVTO7R/NpQg9TRMBR6jHefe/bs5ih8UUfZCZoWg6mFAw4h5ummmLIRHxstGxuzbNyiLDXg/bUNmdsbGO9t9bLxM94mOyTjluAxA0XPgwobqA5OwbsXGzb3beMM2tQZL6XEUfRp5lrLNGyobcTt4Bc5Vr1w/ryMY+PoI1ePZRotDLsgEOF9aWkp8x9CyOPu5njX45qG+W5VLW3Bn3lu0W9qaiqPV2Dc/TfkxvEYva2t3N94bvO6eO4hBnncsXGu6yavi3k1RMYVsF2vfLneGacNhMap6+gMv9s0cpkSi+5qYLu+JthydY2cjeP+TmNKWeYdnGfJLrPb7Whqekq7WVu/q/YphPmFiiwz97fczZ+CKdAC/wykEEKGbf4kSlQ3qqkYj2daloUdULfTlfO7d+9BTjHvNieRZYhRAb5G9Guzk6+Q92A4UoS/VFZKVVup1dUmAetKf6C77n9QD5x8ShdX13R+cUkrmz3N4vwnp2dVVlX+vobpFmWCJ2kXAUQXfWmVhUrWzDrr9d3L6ZSdqOeZiiQHfGO+S8Z2fjz/EIKmp6fz/KxnfoVjGpaN19anEn6u/HzVyN764L522saxXlvXxNUgP8shpkggOJRxrCcez/1Mf+T5xyifYtUOCGKgp5hfmXnIskyFBshjOIAG8+p02syvZNe+pEmCF0/eJxOrKys8l4P8fPik4cCB8bFmJqm4nfwVP2sp1j0pDMXjomKwqTjqq0EBh4VkZuSrkQJHiFU9UNn0FUJfbfJgq/VCjqHNjQEjWqxKCgMF9dXCgFV4lAH0lGR9F0X7b2BS3bpQTLXqAqA9MLamdmv2xpcpO49SUKFfTSb/vehINQoVNCmT9MMCIYkTgJNDae57f41XCrexQ95Qr+yrX440TCOMbqNmMJB6awQIq5oPhbZ8hP43/4n6FfRbQC3tPks6f1qJqD70RypGCIFAZKU3ISakPFYjhCZd6e2SeW3T0B5S2axq9dITuS3jQY8m8WpWUze+QE0sWbQtxNCHfg0EZF9It7xUPuHIcwnSoJEC47Z5n0tRASWKIchpsIyBhq1dXTQCTYM00ibrMVQP2Q40wRrIUCvzG4k0ojYZl/ZmoBK8vOOnGYboI/WR38w3/l0tv/7HtFUeVDFkVtCIw1oJOSSij9QX+UTvSQ1nb9TsT/wPXWpDLMy+fwAAEABJREFUpAfAk7raPilgMu1QqmUh1JsaakN1wwB7D6pkF6pl8Ll53qTYynIo4Cs1PXRvpHwqYHqNkYDnuj03jztuY+0ZRtqiwnm3X9s/UG8gybIh9ThMKeuOKio6ADqoMR7Fv+zdsIg1BpFnXwNkN0RXTSPGoBDIBWNIfr5qkJzagLiP8zY+fY4FtwZRm4OOzswPdf+pod5z5yX9jw8/qXtOrSvOHdM8zM+vbqrPQzAxOakT1xEUrq3JzsxfaKuqUn7/OjM9g+4Ps8GxkbPRC7Bhg0UCT4Hnqc4GDbaVYpSNWEDRzO+I5zdSZ9xIhcttdssxJZlX48aU9MADDxhFPko3bY8T0zaOHbu/beyAxjQGBBQ2bisrq5qZmZGdjOfvHb/phxAUGNP4SxxVz83OyfT69POS2hGMODb1ONu7NY/TKKa0M48mz8l4fZ5582kZd+BbIch1eRxtj5MZ58M4rcqGwKOwRtSZr5hQilzViO7UNrKsyCCDxkkG98+ZnY8GhwGmTMP4DQpf79Q1rJvL5sMjNUagXwCc383xtedcVpUcNM3Ozuo4r7d2cdIxhfOtqPe65DnRp8ZeWZ9MP8QggxQynyFQDtrhA448NnpKs0II8j8j1vDnsbdBGqKfMRYqigoH1lKFM64lEcfirKcUYiE7+5BKhaJS2Z7Q40+dVmh1NEmwMMkcZvfuU5sAYjgY8dphRZNT07o4f1lFq1Kr29bEVFfrG+uaY36rqysqcYj+KxGvXYu1MC8jdHCAw/Sc7PitMy2CSa9/CAHWG9YbG49OGN864WfCQZHzTFAFdEc4Z+unaTlfFqXs4J0WqVDDP8vCqemkmBRjVMmzNG63Yza9mKIcSJiO5aadq0dw3GGn7gDAAYHphxByENKm3sf4Bw7sRwf7CsG8S6Z16dLFHJQf5DVbh4Bgh1xOYv78q3xYRw1MUKFWPw00DDihEBWGQQnbbFvtZnRAgX9e5DpIw+iOjaxgmprR9PNvRAMkRWmlIsXxlXi4OkU1OO9hb1PEBds4dC0H0mSv0SQPbxE22KVs4o76amOoa7pf/5Wv1egMmUpq90h7USUN5UgqoVuMSpyCBEvCg8njrr4QHl7xDbrcFNBr1DBgC6terM1r89IDxB4XVbQa1TwkJRMb4oomXv29enTH8aiQ+sDK/HnIDTSIAXkkiR2UuuzYg0Q3WR7GTRP7pYkJrXcK+X9xU7iic09+GOGA1+wASX83H9fdqi2cmuXXQKDZMfiBo17t3qfsaCJ4QA307RjjJS20L2mxfVkr1WUtti5rs1zViHWK9CuQQ9mn61ajCaJG4fAVRmpt9TWWSeaXsZi8JITHuvWKofqJsQw1KegXDpD+wJu1PpxBCRttpZ62WlvI8LSGi/erXnxUXqeGBwbdV8FDoFu/Tu0Xf5OIHOjMDS2eJdY7ESgMFTA+EWfXGjbqIVd1W7ruK14nLYIbt8UoGA3MxaUAf+4zoI0FUOYdmrpGlvTcvs07sdeAdPGv3aAH3vKTuvDmX9Xyz/2/pO/8dmketCHgvkxba9JgUnr8i47pzK/8U+n/+LDav/uwqrfdr81//Q6d/Iqv1nwb/CXA+IHUQJJ1zHmDy88FO201CzxizFHdaETGxlfMLyI0Hit61kynVk3Q3DBBcgohKAIhhpwP9E8xYoQqgoWRLl3Z0IWFWo+cG+p3Pnyf3nPXY7rjc49rqMD6DITJ0QRHvL3Ndc3OzOjM6dMSbd4NhhBko2mnYUdpw+Mvv8WUFFPKBjKmmNMGZ1Owvg0Pu+uqVkswq0SdjVdNewhBfv/eY3dsWuLybsmnCFd4H1/T1+9H1zgC9A6LZqWU2MUsynQi8xpiuI1jY2hnb6Ns/mKIGmAPzO9EdyLjLy+vqMuu1gbWx/sOGkyjhhcb2gLazpfsBifoE6CfqGtgvNNuq80cIjy7rqwq1mQkG/YaZ+c+5s/5wY6TcN51Y2gYJ8UItWZcdTWF7HaeBWtYywb9Vc43cj8DHZUBTEiRhQ4Zt5Fs46Er43FH8NXvD3Xrbc/X3N69+uIv+Wt6xctfrpe97OU6cf112oeT2HfggFqeG7vrIc/YiD52OJaH6VqORVGiAVKIQSPWxI+RyNfmIA9MGxghRIUQXFDwP/IxJIWYFJFpk6hNMdMoq0pDnH/V7nqmipRT0VKrPaHltQ3d+Zm7Nc969ZjPKjZoibqNXl+bOOke8p2emZZf18ywg/d3A3ociRfo7ShJBbZhwFz86mDSgeuJE1k2PrWJMarHO3Y72xG6YxgOhnktrdPWnQBOG5lYjhWO2XpSlqXsbPvw4FMByyeEkOdatSqZLlOW+/c5RUuec4pyv4Y5uL5A9z2euNzfdS6PkEOMMQcBrnefrc2tPN4a7+T9TJiXgMz92qsHD16bWQIa09wiIDCNmjkvLS3l7yLs27dfPerNu6654jX5v3wWfWPNZfCDIpQB0akhzWAjhXFEfzMO8yK7rcAiJzpaIYVS1GxB0yv+hlZK2ICrTUAYt5F4QBAeMlOIS4puR850FcOAbCZGPBsBTCnGkZpiS2sYy5nnfZHOHpHwA2IjL8FAAL0AEp4w8JI5DWk3UDfkFOH5r/t2wYqq0ZZqBpkA+fyH3q0/+e5X6PYfebXe95OvUfnQx9VKDbvIoQpwqtl9OvyV38ouFVrQYTpavnBWFYa4DkEGMYe54zcrI4EDZr7bJ6ijPILOgB2plhcU4MM8U2URZbzBQZJqAt4sv4A/rrXd2KBnjdTao2ZXkFxdSDMEQYMP/Gfd+zNv0Kmf/m6d+bFv16M/92N68D+/Q5UDJsYKyCggk5P/+V/r7h/7Zj38I2/QYz/5rXr0TTi5j/6W1GaIBMmaFGYaiDd+PBlmSFA3itQbSNSXdt/2VVK5T5MsTMHDXRF2jU7dp3f+4Mv1gR96qd77U6/QE//9/6OCCQ6qodbhYWPY0fSXMSbBmQoTkmxDQqpY0wEjUk6F6phUwO9m6Grvy79GpyalqzKqgxACHGr7goCrcgHRZCKew3MBSJusf/fY1+m61/+kDnzDj2nm679f+rI3qL5MI214QzmIurSX6f3tX9MNv/IBHXr139HqiRdpoXVYK8UNCre8Wtf92L/Vnrf+N51/Hv0qALauMuV83Klz3kAx385fAw2dbHgb5pGByXkaDRqeATmAQtftToH2ECGOjEJIUojcSTUPjZ2bfxq2DgOOP5cxoqs6c2mg9374Hm1xhL+2saW5uVmej76qosjv5YuyyLsHGx6PY0fn3bPrvRuyY6wwgDZSiTHFZT69q7bjtdEyP253vs3uwsbNu67Khj334blgfj45GHL64H7Hjh/XFoZ7hEEfsou2kzddG9oQgs6dO6cpdqJ2qCvLyzL9EIJmMPohBLlfje7ZiGZeoOvxTN/OwQZ/zJf5N+2EQzePTAFn01bAqDpoiCmq8ByLpAB0JidwUCOCpiGGuVKg3bg1czCdBkc5OTWp9fUNmWYUF3WBhXP7EOdiWUpByiAuGl1pJFLj+QQihKAYg0yTh0CpiApRrOdQNfMDVSOeW69v47Jo2+GjZky3GZbZ5W4gx4bOEbBcUAmCcOxljMynhtcCKKUQFHnOUkqqCayNP8C5RnRiQOQdYwKvkNMau85wOd+IK8T8iI3oN4SvQLlgnctWpQ6bGNG3x/zLVlsD2ifZ1NnBj+ChmphWg1179NxFgtCLqrs82AQBl5aWNcFJUll11ISkqelZ5N5WUZTymu7iGN96dd0NN8j6feToUdJN5DLSinf1rJ1l0SJIc1owjwamXbZe1+TFUjh18OhHaoDebRB8DnGc/cFQk+haYu09xwS9smrBS5BlUpSVQizgiToItdodplnk9sbEgMi8GzoPkd/2MgUVqSTonFBVtpRo7xJYxpDU7UzAe6M2dIw/N7tLgm7BfBPjdDjRMK0tghWv0xp6NsVrhpXVVV55b+j4ievV5Sh/xAKbP/Oqa654Tf7zZxEIYyqDnnUxEQFZKeGkyUgoKfkYd8g39AFYY6NSqNHMWgGmyrKtAYJYHjRqnvel2ujQPBAOjbSJGgEhRGxtgzKtSOYFWhTscnAAknhQAjvwRFhX0lCXm6pTJc0d1+AFkhL0bLB3Ro/0NzQhbO/oGc90/b43XX+j/P/AT+CkJPhfW9Xv/saP6msuSa9n+FdcPKsH/uM/ViuIzWWXzW+jxPgTz/trukydh0AHNH/yEakZKsB7E2uJB3ffDbeot6Srl3/OtHvT81QXlYIf0GIknTqrTg8UeFR4Oh0evEWKlfJC1kFrp57UYGNN4129OntVz3yx7HDFfBGD9vIG4PinPqsXfQT447t13cfer10XLuOIIc762BikFDX11D264RMf1/M//lG98BMf1PHbb9fBM4zdAgqmAfvKXWr5YaHWRTWBHCLiUx5v4vCtUphQh9c4kYrWcKCP/tZv6rXry3o9c/qytU2d+/1fkkbr8ulFPy+CpOufrzMeY0iecTJJE+dkAYlowIMwjEkF8x74TyMO3axNDl4EbzyTjA1fjIcQZZkxNScStHLG6bXgscbAAPgD9QaTwJwWmo6WYlu9XtCaGXE/eO8tS73X/YT01T+s9dF+jru7Wlxd5LVJTxVHilvDpMvpiLae/02a/Znf06M+DYB25kHPusJO2anBxXFK3rMZYRhRK9QmKPo5Qlcb5FDXQTWy8RyVJ+eOkWHM7NOpRB48G7kRExyONtUfrrMz2tTS8kCXL2/ogx+6nZ2I9PgTT2h6ekoLVxbZuXdU2rhg9LvdDuWWqrLkyHRZfsZNzyIZYhSdr+tR5s/lAXXGXVjkuAUG19mRJ9bNzsvtKUZZf+zUCwyo57WFYXV7ilFLS0uys56ZnZXx3RZCUL/X0+VLl5ToY5oOAEbIp8B49+h/y83oA+/XR3WtzBNjT2Gkh+BsUZ9wXt7NjbAz3r1VVYWzG8j5IMkOvYRWDFGGxDiBPpF0CE2/MnDA5Hlb5A5Yaiy3VcgBjGnXjNm3U4Wev8TY0M9AET2kJ+0NfZiODLk+fzTMeZDlEmkokTUdWE/qaxw78nU/143Ig6iYokasaQNNj5sohxAUkaEU8r+IrmyyHkPqm5g0i0xbdrTUReZqh5sYa4RRNo0AjsAN9PPrmrpuVJYVgVdfRVFCOyEvy2yQ691uhz+kv+VuR2cnNYHjCgH+mGtCfj1OV0ocZBuHH1KhBM2a9oGCIs6txOnf+bmH9MCTZ0SIpCcuXNQoJhW8s69aHdZTOnb0RB5zBsdvvZjbtTvPZ5ZXEBX0IvgH9h9QwfyX0L0OztK6Mzc3l/VIXP5ymteKLLIbyWvleRcpKcKnaaSywL7WMm5IUQk5rfhVFnPwHMdzScjDEELQkHWOqdAAXbMMG+bVeBCnyDCQspjMg/VEVgncoEgtLchhY4PnkoBqi124d/AOFK1v85xsBdorZHfjjTdhj/rMeU6W8+kzZ/MXTZ84+aQs/w4yd8A8YjwHAnI/1kK4WR8AABAASURBVFrXXPGa/HNnw7OqXTa4entGzu1AYE5AbqcRS8Xrc8llisxTNXUCK6KksQmqI0oBYwHGmiM3am0oeddbOMWoCRyFILqrVkkjtwtOoDuize2B9+8lg1VMtggDcAMOdErD46/VFk8kqAzbZDqR/oHx/eogumEEMdI0Szo9p034aViMVLc0uryoI1Tv6kodgpAjSKy595MS75xHo1J1mpDoWx5/npZNxwDO/OOfkgZbUKFRAw2StNuO3u3iAmdlIE3cdJt6qYXDGKmpavVPPqVJ6tXaxuGTMaT68EukJoIntUKj4RN3SysLblYNra1yWsXsHsn0PWRJ0yFphpOAqcP0OSZ/FUBl5xL+cESAk0AQClijPEkzB6TJG6T2UanaT9MUMARqieE8RYnxG+csc9YlNNq+nBqIxBvaLd9IO8Q1vTivPcwnJmm2kG46R5crW2oNuwohKEBfu/aKtyrbvDe0AyMMWa2h6h39aJAk1TxYfHan1D7xpWJjAU/GH0kBUM36NnwG5qfttkAaAbrRuF1H8epNu/Vye/CRhrxuUBwoQCUf/9dgbinr0NG/9WYtlEkb7TWtlMvaP1Fo7dKjWu+fUdMq1YoL2mo2NHr+Nyp81au17nHdHxJ57GvzrjMwPoM5dxWyAaeD04SCRsspFLQXapwaLNBrwfJuGJCAVxmSQjBEDXCUWDe1ykoJw1ZgwAb9WlubNe/Fn8Bo7NES77rXNuAduRdlqa2tzWzwOhxl2mF5J2+n4N19ilHBEIIiqQ2mHWWN0ethFDsYWjtkt4n5ub3AwA0xht6dmwfnQwi8tZrg/eqGOhwhT+IMTMN9W+zEDCkmCTwbeOfvvONOfB1rzPPrL+J16RNCZHqsHU4shEDwMsg7/7IodXl+XgVzXmXnM8JR+mTCDsCBgPmzwfecSuZcVqXsnNrM2WNNEyz4i3gdAh6PoXwxIcaosTMhBFWtSqZjGZkOzEGjQPXRRXiskckI8LNCT4Xgz0xo+4NyYj0kz2mkugHgswbMk9feeQdDjenhQHNH+sUU3Y0hmwyuDyHATwIitBrFqqWlNQJrePDaDFH2BhyvH0iKZWIOLVnWMSZZN0IMWU9M3+sWU9ImJy1NkFqczliOibqYYp6P8+atrCr40DYNCR3iwaFPn+PUPMcYaWsppkpFp6sh63Pn5x7QKg9y5Oh+bbOng4eP6PDR4zp46LC2X7l05WAuKshfLpwmMOjhFK0jgs8z587q4MGDqlLSaDDUbpz/ubNntWv3Lq2srGRdiIzrdQohyOsRQlDCuTtvvkboZZ9jd58iGdc6NcnueD+vODyvSU5qCujHlOBCShFuMo2CAKSkLsgTDyEohCDLLOjpy6ZnXPKYXtdUbOuIxzNuCCHTMl6V5djkZ8O6eJrXaO7jL6s2rL///v/hhx/BH3W2cXhWvG6m3aAjCT6zfExsB+JO+swkj0yVU5K/zN3AMLOW0GzUT7Y98gWtBkD9sy+yD/dxYqssVcJFn6Py4e69yjv6Siqzk7GIoBJIgVGYMSVhg3Oa6UXJqZqkBHjX12yNVGCwRoyXjr9UfdIQc5f8kRrJxcxDQVUCqDO+OM5vTGcUVfalhPGYxpfnY2xwHIAUA6HFBBMYy4DC9DBispOrqQ8AxCM7QNUgQjuEIQ5gpIlDeNuS9hEA7ib09x+7BecVFHjAHXxcfvBeTTOOzBd0RH4DWfT3HJIFl1jIGGv1Tz+i3sIF0VHDkNSD73IGR4/sjCdf9CXGkOhvqEj93QSxKw4MEKAjhBfiUOidZPyajmPY4TO4nmpQZSCryMIGZ/IHGeNgnBoUMSmodF/k2OK9Uo7POuAgx+S02ZSDrBB2OqOYRVsaryuY3G6LrFND91oVjdGLiMESkU3r+ldpAz7pCm7NiAay5BrAU6OLK7bn1ZB9NlAFqoaud96j7Uw2MNHa9bXUg+eJ1323NJpUdyRN4czmtmr9wXd+g97+4i/Wbz3/Fi1+5A803avUGUypw07sxm/7QS2C+5w85LE+/0d+RljnEIJCCIrRgCycBtIMSZF13wbqYgQ3oQ6R+SblC/59DFtj3NvsjnazE/IXsToY2TYG2w74zJlLqkdJCwtL2sTRB2iLsb3D6LNDtYMcshP2rjWmqJhS3g3ZGEXGFPxVPMOJZ8BpCyO1SZAQU4LuKBtaG6F13jmaro2qnZZ3V85797vFrtxGeXpmRhOTk3rHO96eUxtef/nP/Tze0vKSLly8QLFBXwutsttqYeQ8nvn0nBt4N+0JAoA+62TaIQQ3yXOQQnZqY6PYRz/dJwO61bDoNqqem41xTiNzQa9r9DuwBiUPS01Zli99zFvNuAbPqSiiLF/TkS/azEseg/zVFALOkyghL8MQe+Mxcz19GzfCs3mxHAN5qln7IPPhqdXw3JgfcJ02lIOiznN6V2GX1nCME+2W2uaLYMb0TaaB9xSTzH8DX6afYoSXQmVZ5TSmqEidnWyboGGILhSpVFnwROKgh4MR7YVcN8TRwoIgq9wfnLJsI++uYEmRfpusyTBIER08ee68htjP2G2rIJgq2UlNTk7rrrs+o4cffhT9aTQ7OysHh7PohvlY4tSnA571pGAdEuDA7dHHHpPrz509lwOMdqutGkYsv5QIVDjZsV64XCOrgABC8KeUnThzdPDZx+FbJ8uy0IULF+Q5ObDos+v2eJbTkDVy3mvt/Gg0lHkbETA0TNT0UQ2Nr7CTMa7H8nx66PwIOiEEFTw/7m9+I2WnxissmxjUR2auM87q6lr+YSL3Nw/Wc/Nt2g5KQwj5p6MdyO4Mm5OYP/+qH3lWnk5gnSOArcmfpB7B7QA2M9f6uLkOlJL0tv/020r9NZSh0GbZ0t6XfbuuQKqgmScazhps5Yh+NWlH2F/qdm7watEeIM7CRRrv+tQdanq1WlTVKHv35pdyxCo1I/qADwoZYRCpE2DHa6dKfmheY0VlUsTRe1QfuzsgYHAwuI3fdkondn4jOy2EKx4C9EmwQX9p0vw//ggKgEzYbQ4YWweOio3sNo5kf6s0d0iBASJGpMR5Pnn3RzVFm5BNpkXef+s/OnCDRuCZjOvXH75Hvcv+ev8I1hgDBZs5cr2WPK7nSowhp/Qf34m2xDiqHU3SB+/fQFNhaJLK+O5jGNLLQJ88JkXfDR+N59tcW0ulb4y8FZ0lUV4S6FQYA2IKjeeDWKXYA4hy6GN6QuEzA7mwXRkgEEwIKAiYHv/s7SqHm6piox40y5teKf8pH3ZHHiwgBYFLQQ380X27qC988ZyqgcHaARC74UDQJJctwyAttSD1/C/RsCy0GUsMiHTuzo9o8qH79L28rfhuXiPc9Tu/pRHGYB09WPFk9h9X02XsCPiGjqud/TPwrLYGbmoMb8YLUSEk+SEPISiEIIWYIeQ0kTds1+U2BShE9KVhJ9bLqY2J22wUEk65hxMfIsfl5Q299z0f0cZaX0tLK7yvn8s7+RY7VTtuG5AhArKxHCFsGx0/l5GxbWzElXmFrT40AwbTvNpQeQreFds42gjHlFRi1AR/FbpimlVValtn4JVjTO9gbrzhxvzFu4wLkQpn7t3oCu/lD7F7e/zxxzXBCcDGxoa6pOu8IhhhZP3reg4OZmdmZd7PnD0jH/PXPBtuDyGo1+8pxchucTmfAsRkOdXIS5Rrs8argj7Gt+DEY0sMz3qP5Iz5rXEefdY5Rctbqlhv8+H6HEigeFsEOpabGC+CF0LAvrVM4hnggmVj+Rrf83DZdCrkI64a3l1nOhQhGTL/23w1suwjzkBcrjNuzTNeN7XmZuekotKH77gj93Fg4HVhMtkZ1nTIMqavgudSwVIj43muKcZc9jqbpzFtn1D4NU1RVjjXrprMoxSTbWJUUZQy3yVrDRuQjhmEHCrWq6+gz+GYLxOoXWLXff7yvHbv36cSnTt7/qz27Nmrm3kds2v37synHbm/XOZgbs+ePTJdf6u+jwM0X4YUY66PyMJrnvlPKfNmPOuruAJjG3wqUbOWlqvNjh1myzJHJhMT3XzCtC0HZIB2NIBoiynJtEfYrAp865X7W+9ND/Iaj+V6A8PmO4Qgy62FPicClFa7nfXXcvXcjBRTQg9HctvExKRWOGmz03a7xzWu9W2OkwvjhxCyboUQ0O1+zreg76Dd7WOI48wz0mu5u7Yh7BSe3Z7L240NM222sxn5GXlqah6ERjxYCC2EqPrKeW1ePEPU0lOf8sEv/Vr5T9yKBuQsXHDBt3LWoZL9klvEGKY9Eu3kRUWgYt+uPfrkhz6Go48aUW5f/zytQYvA0yRMMYO48BnKjgf9hMx2PuLJ2TF6xzqgvgcjA9Mf0aHCGGC8hx3yRdAobCkV/W16OIGYqDcuyRySXXrsIXa+DA7GwEnBw36ARuhSpe5B8rENjhSpiFtDrZ05qS59mY6oymD+w4Gb1M9YJtRo46H3qVm5TM0ItKCIM+wcv1Hn4VHm1U7aqEGZBp+ZZAx9ylQSVNTsPEVtQxRkVAjRpmdCvVMm8Y1IM5roBxVdvVyIBc9CprRNg74lHLIlF+jKMhZX6FHbk1BO+SLlLYcyYfqYVINzgZiMk+BvYrCuJ+++Qx2CE+/kixtfrivM099zUGgU6Ox+4moAqvjkvrbSDc8GULCLkCgQG9wSBDU4+0Ys5oBG+q+jEkPeAa5XjdZYwyETqi8/pRt2S34dcXRW2r12CX3bkP9aZJFuYidVTpJB3LAmJiyTzCnVz3mH7VoeDdW2kC4im4BihQA/MkJQCEF8SIoKgHhu5GiKtAlBMjBY3QSN6gYD2oIdFDdG+Ri1PxpoWEtr/obv1kBnTl/Wffc+rKmp6fzLYTYmNlo2Yk79ntvGvkZQfl/eZkflthYGRTtXhHZkXLe7yl+QapiDHbR31bUnRYMdWkM+YdC8W8p5di6un5icwIFPwMeUnnjiCTlwcD9mhEOtZIdvfP/d/HXXXcc0g1KMMh/mc4iz97vKE9edYN61/Ot7PsGo4cPvXRtk4XEcdExxcmD9ynxgtMUVYsi0PJcUsR/oYENfBlKB07KRDiHARyXjNDgKj9vBYDtvB+S5mr7rIUnXkHGnpqe0fVkBRb24Ain0cBgOWI4fP66jR4/KR9E+fdm3bx9Ob4/sgBpkZogpKqaESjXyGmzPoYBOBCDJ3bgVvu0MS79GYd4lPIYQ0Ksmn7JYDpFyYJ7beSwQ8zGREamdmOfrMc2b5wZpxZhACUrwoBg8Us57vu6nIGQ/ynV+BgvoO6WaE5WBeijeQ48/qbNXFhXg7RInSQsEcA888KAuXryo/cy5zWmTx7Qz9e63wCnaMc7MTLPDHsi8feITn8hjmD87wQ4BxApBw+EjRxBJwwnVArzGLKPVtVXZ2XsOBvd3oOh18nqFEPJPMFueXmfPw99+97vyEEKmYV21fhUOZqgLzKtBrj6dCiGoQWaRFIFwb6+xnnVZZubX45ofNzt4Nd8u93o9WY7WZ4P13KfwePdXAAAQAElEQVQQTi2PpaWl/HyW+Bqvmel4XMvIcxI6sk7wZLo1eadjiOPM1dQrYhhXOD+Gcd2fk1rJtps92Vr4zO0in3bS9Y4Y3Oqd/ZFupfmTj6tBaNm43/YyndoSwqUDzEYUNuCQsFn0DAD1viFgttxPHBHLGiYM7uwuPXYH769p30hR5ewedZ9/RFc8UzqYBzt300vg8PpI+cLwjQDRsIMKxUYFPKQhGOBSoUjex/eiPkA/xKDkiAFnJOOIi3H243AXHrk7O+BCEUdCZWppePTV8oaxR7E4/DLJCkPHRLfh/ILm6Ac6JW7Gwq8Jcaia2qdhiBoF6jHUg0dG2rh0Sj7Gl5VMIO86oAsl7Z6H8QwUxze+nSyNzjDPbWWwTKmj5S97W68tE9iXPAHmkikFKO3IwqKxg884VBvNskvwEMGBDZlGLLR9jYSsJOtGcNBFY8CJdVu79Kl3vUtp1NOIcdLuY1rfM6GF3K+RaUUvLnSbgLxrQQS4hhcxHjXPvF0HNIzToGvbJ0m16tBs/2ko/UMt1RiRVm+kGaK+Vl2qc/R6eIHUNIDMj1QDhQsPShfuV3H5UdKzyuMF2n03/gDGZbL5dtltBsZxnxqhOOv2EIICOkaVauNk5Yg0YZiDgXbqwvYCCGSFkNTUAaM4Im0UaJcJNMrHoSEmCZoxJW3g7FfXejp58qzOnjmnsoiq/VDg1AV0OfINTa0C/K3NDUFQI4431ziKt/7Y0NlA1jw8kM87lgTdBp30zsO7VBupEAL8DLKRDgGd4/mZwLGP6GcjtQkfNqYFRmwvxt67dht49w8h5J1PkPLvjvvLfh2Ofm0ky6qSUxvJqqywGyN5B+hyUZay4TQNG8OCgMIBgo0kw6sEP0K7oRBCkPn2mAm8gI7N5OPipBCCvLuzw/U8nacL+AXOqycHJO4X6VMx5ubGuhwYWS6Wg421ndGIwCGEIBtxj+1xfQKxb+8+7WKHNsHrBoO/E+DAwKcb3sEeIwAwfUOMKdOempyCLykypufjNIQop56z1MjrM2DMAhltcdpSEpjVrKXbY4gyPfc1H55vj9OOICmEoBE6ECW1kJFfb1SkMSS1ikoJZxdTkmWXKMeiVAunXValEm1FyQMBXwpJAX7NU2NHkEqdvXRF4n38BobswUef1PpGTzfedJOOHjum6wneRuzIrszPa3FhUeatQ8C8SDDQ5xSl5gFwwCYur6llWjKWZbjB6c4Wx/OVywRulqPn2iCHCt6dD8Gzk8zP2vp6pm8ZGKyjbQJYO3j/CWZifu5jpy8WO6ETxospKjB+m8ApxsArmo5SjJlmTEmR9oxHXQhBkVSkpheCewpyjUYEpZb7kNSnLJlf8sZzgGen7n5uC9DwfB0QeP5V1dIsumlcP3NOrd/m1bK33PK4evqKT2f/78mxFqrrWg2ZGgGR3SYMR+iYqAIosAC+96eRHvnkx1SCH3Doil3te+nLxAYu9wt0iNnqBWEexMc2aPtqIBrkabCk4KZmqHP3vEfqLSLkUltlR9d93Q/qQtLVCxvooeX3yJxaS6YPSzboRgr+ACMCBfTt3PMQNAQcUXb04NBFdkjZ2YLntkwLdmbAvfTgp9SiosDIUiUY0uj4bRz/Sn0q0pHbpCLI/CTmP7p8QXNtCEfAPA1JGW8jSBVH/CMUC2w1vKec3ZLWzz6mwjKDOctJuw9qIdHZ/eiTZWU6ZpTqfgE9cCVXkEdefOZizo77XJuCkIt04R73pDZm8mSUM1ESisxUla/cCdJO3TFXMg/zo4BjjgCz8eLSzzKQL9rxsTh7OuUAzjSCSt653fNx1pVzDcthC1nc9jU/qHEAl/tAVwA96S86Ah5f0lXG3fgsyMWAznLSEEJfCgM1KEYkCzl18W+6/7Nq9Ucqw0jDslZ524t0Lgk9A2g/cuohPfFrr9PFn32BLr3xJXrsF9+g3dg0ZZmD0wCspZgfuc9/g9ewGDX65DQET8CwPR3XbXemzsJuohqvaYCZCIBfg2AD4m9WtzsTmp6ZBSfghEfq4EyYqUYEpn0MYgaMa2+rr8/dc7/mL13Shp04waTgwQ7LxjRibDZx9BvZQI6UUuKIuycbFrdv9bY04Ci14YG3Y7Bzc5+x0Rlx7C94s4FzndtXOZa084Vd+Sh1ZXVFth12enZwKcbsFGvk4fFsjI1ro37HnXfoq17zGvl3yN3u3WurVckGc5Ldug2jx7e8PIdldkOINgcaPhkwD5ao6bZwgClGHs+Yx/cYQUGCX/lifG7n1CCTcT6igyEE2Ri7zrybZoVjNbJlsW18CwX+JZzggPfYluMmTimlKMvOjj2EkI2/6/vI0anphQD9opB3+55/jJF1HHKku8KaKvNsGqLUmAnGcVKWVZ7rpSvzmpye0sOP8c47KF8BnMmpSQ0JAkzPjsljxRAVmJODtyHrZf6dbyOfIU4oBMunYb6FBF4TgipkHgI7YhytccYwIoDLa02AEZl3o6Qnz1zQwtqmzl9Z0t79h/RFr/oSvfrVX65L6Nw9d9+tc7yzv//+B3T0yFHk3CjGhO7O6PDhw+oQSJj5mdlZJ/rSL/2SLK8KWfsUx79jb1mHEOQ6g3XOc7JcGuyrnXNZVUo47Q5OPaHDnrd36TGhz8g96wLyhkx+/eN2y8K4Bp9YOfX6mJERz5D1z2M777ohdZap1yWyXuYlhJBPqkII+TsHHsfBqHGtl17zxLg+pnfeR+/m178VYVzrt2mblnlvEWjkebHY5tGyDiHIND3mmD/3MUR//JXAXF4lEFig7QJuF93Ln+OKnG7X0AkGLfzDU11tnD2lKRTVTnUldXTDq1+vlUXQAwBeYJGEQQvetVIl15NChV580iZytu4Fu5Bdi09Il8+w4C1tjkB81Wu1Mn1I7pd3fnQJgPPY99zV3e1znGanmS0ySIyf68eSqqXs6GkyvezojdvUOC5t04qk3KtPcVLR31KJknssszLaezT/6aAD3NbB68CvZSdXMM5w/ow4YKWOzr4Zy18U6xzivdTkHHgNtGotnzujWcZYfOozEszVsZCVTVVX7UOcEjR0DoBv5w3ge0yZaXFZACTb9w6yk2cDCEZ1tbuaVJMLNFxzew4Nina13TiAy5ZpRqXgvyB0OTVBEWhwnJkuuK4Xc94eD2TBtKSaiqIstHewptGZ0wo8lEOaZv/a12op7pOQPZrH8gewc4482ee6TXYMbidv3iUG1kANDl6kUeyGt8lppi+dete/UmglRQKrAXz3pvfp1W/5Z0LTJNq7wC0L0hddkF5xXrpxSSoHDJAA0zF5w4gyY/L59O32cYm2mvnU6MP4QQ477S5nNMaHUcQWKboxCnSg0YiMnYmPXUOICjGp0bZM/Bi5TSFg5Ou8Ex1gwPsY9Y2NLa2vbuiez96tLYy2DU1DW7vTon8jy7/b7dKnr3mchw3Lyuqqtra2ZMdbYUADRm1InxEOpDFnlBscv9+d1zyXEX4cDNgQ0Zz59S7KO7IWuxTvlBlMNlzeVd2N8fcxdgieIz1IPY7x7rj9dvmY1y2m5z4xJdkIeqeXy4znwKTPbjCEkOkmcAa5LBxFLcvZjjqmhFiCGvhlpJw3bect94Y1cf5a8BzzOPRtcfIhZG9DO8BhxJQUU5INub/cJYg5Pzb+nU5bNQty6NDhLEO6yju5KV6fTHQnZEcRAvzQ4KAohAC/I4UAIeos40i+hl/THbKGI2QvBEi1vLOd5Ki7x+mLfxznyTNnsm5AAL6C7NykIDtycXneliPdZZmYLsPkQMQ2m1EVQpDxLMOyYBPFUbNxPLZ5HsCDxyvLSjVzc7BllY/gnuO00k4+trp6yctfqaCkhx96RHd86g498djjed0CtS94wQvk3az/TwUHbQtXrsh/ajYOKGrme/78eb3gBS+UnXsHh32GuVmulpl5W15Zlp2k5eE1svw8Nwejnm9vqyfX2Rl2eR+/uLiQv5fiurIq4b2WHbfHctAaYshyCiHI+hpTygGouPK4O+WyquTxrece2wBKHsvj+3sGrvM45tXj99GVIYGB/0MhO3TP2fPy9wwWFxfVIGDje57tVkvG8xh+7kzbefNg+pab+69y+ui2ayFeW/gz+fBnarYrrq13HgiBD1obNMXMNTwYjXiQRlR6tZG4DaodY1ZGykIZhkS2qzj6gl1EgaLa0e994SvV69Av02xkhxDY3QUcfR7lGVyb0LiiUUUkeQLrO3zqSYUUUCd67DumcOgG2fqzGeP0QHKPER9BXCYB4E8ojG8qBCDoSIIObjfUUnZW26VcnQMDOnPLXXIl897bkjZXlxkrMHTUCDqdPQdkX8IJtCb2HskKJDokZLV14XFNFxJZPrjBX4nSsZe9Xg0RSYNTRA21wNxmp6T+/CVp0NMwRXGiLBWVjr/4VUJMdOamv8YA39R83tu+Azb0nKAvcAXJQYRpNH4oKI97uG6cN+3C/DjTRNbVLTAGfq52kQxFuV/D6lHUCMEONdLxK5c0fOKUqljkdh2/RWH2KPPt79CCgDtC3zTkzlR9oTt3oU9CZ+sQFCTlfJueQXISPyVtPX63Arv6YthWs1Vq88u/RdNv+AFxCikisKch0q8A0g5AI68pOnGVJ/NmAOW57ga944Yrd1Z+4F0naraBQTLjgTbxKDU5HfEO1MePQ4xugYEtMbpFKhWCmYkZJ6CRou+QKJJHEL1sBDo79KHmz1/S6tKyAg3evdhpQV19AtaCHUeFMbMzsxGPOHIbLvPlwCDnMcR+L98jAPAxYwDHBmzEc+ldu6dcI2fTKMpCQ4zcAse0fY6Nhext0E03piQbWr+3tTEMIdAcsoEd0CemlN/jj/kIUt7NmI8QQj7ONx1/V8BH0hVGcm5uTi34t5EcYmuqViU7LvPk/sZPqVCKSTbukmXbqGYhuPVcV4qRDUWlBD+DIXpIub2z+zT/nrt3aTXzd940sjPnZKWNs7eRdgDVxWFtcapSI/emDmq3OrK8zZNT0z9w4MBVfm34FQJBQo8AYKjIc2ecJvdv1CorHTx8SC3oej0uLizIJzyeq9TIMjEvXpOaNfNaeByXt+nUYDUMETQkMKqKUkWMWX5+xWJeW5yyNbXAQV6KBBctdTlB8vrQWTNzs2p1J/Tg40/ozOIVtaZn0LWo+++7X0+dxD430vraul720pfqpS9+sSLzWYTPjfVNHdh/kJOlTWTbYm5R1rEOc5nnWD9I+RTg0KFDWgDfzs3fkPfrnnvvvRd6L8t6NeD1g/XBjjKEoBbBZMX6h2AKkul5XcuqUocdclkUjFep1WopxZTlLybS5TWR+414SEzLumu9tV5YdtYl11n/PZ55df04hd3s7F02GM/H8CFs65f1w05/7969eV7GMW2P0YYvjxlCkF9pGTeha34mTNfQ41lz2XPwayyfaLn+WojXFv5C+fAcWNfUsXZXESxE5HS1PM40VGYAOYqH8tT90sIFjqFHSla62X1au3lSiuW4C2lQ4LiRO0rV9AAAEABJREFUjOgiRSmn4sJoeUEM+EIdXZdWPvs5dYZbmtgaShi6XTfeCGLNGIYRtOptAw0PsOOu1IFCGbWCtDUYUE2e+vHt9nq7QDZ3ZbmeWeFSkKZb0trSEu4qKlKu2dVMT+9SfudvGpO75UX1VHhaNVw6l52KRhDYIb5Ov5lbX6GIXAK8FHVflx6+RxPTUsnxvS5f0iiBjyKMMFKHb32BFthdqqDONExrSP4vcjNWnuy16V+kn8cBuOWlcDqmk/P5A0KkyfO2YpD3MDVO3IKnCMI1d64Ag9uOtMEwv+CkVHz2Ec0OaiVHTe092nvji6T+OnrTMGSjTIs+IptBX/jK9BFYURdIuFIgTRjbuqJvBFjHQy+WPvSWn1E12NQg9VW0trSeutrzvW/Vw1/zPRquSdoCxrL3mhjc3+C8wbyBlm/nr4UdnhusZxYRa9pkiPDl1Q8a0gBraujn1OJ0OqKPjYON7CbH6EN0LaSogFEIpG4bstN2GgKdYcDjhEAeCDHiKDkSXlzPhrgoorZ668rvakPUCEdl49XBidmQ2FnaWHk3tbS4lHdd3lGEEPIXm2wYQwgECH0leIjwYIOVnQlr6bRhLjZkx48fk+nZaA9pqzC0Pm4eqdHps2dUVCUOolbCENtx+wTABu8Tn/wkPPdwWluK8Pvgg/frwKEDzKxW5oWHzmN43JSSvEvyPL2Li8wJRHmsFJMi0PCMRfoEA7y7XfDAQ8rdOLddhci2M9IGrzO8U4vgD3p9dDDkL0wZxTzOzsyoTIUOHDygg4cOZifSwWFNTExq967d+bsH3g17bjbsAQotTgcsnxBCHjfGmOVoR/bY44/JbV7nVlXRv6MKB1aWVa6PKamsyBPEDJnPkBOoGrvpL2GubW0q0D6iXiiQHbZPeEboiudjB6TGOakoSzjZzlfQM7g0xNmNCLS8uSk5Ah8QoLWrUr2tDQKC7fmbbg9ZTHQmeSd/SYsEiQOPG4P8pTnrT5lKDQggRujkxYuXdM892DR21/4+wi233pqd2uzsrLxWib4e23LeRbB2kaN+/0259U8h6NTpU/IaO1g6cd11On7dCfkZ8Pc+vGoJPts4zAZ9M50QgiJgnXM/O3hP22vgoMEB6vrGupaWl1nfTYKJK7K8y7KQn4Esix1alqX7s1BKMcprU/MsOhXXCH0OIchzCGE7NS+m4za/ojJf1hPPz/OaQWeMb/0xjoMIy8LfQRgie9c5ODQf5t/PRJ+TAcvC/TwXByu65orX5L9wNvw5KExCtHsQgzGtDMzZWV1tA8e2PYHk9gLNOoQhXfjER9WCGzv6upjS5tHXSoMo4zYmkmFkMspX7i9FBB5cGyR0l6ZakNPlB+5QRIkiW83NXtLsiVu9FmA29BllvDrUpNzQkoHs1Rt6V/NuM+xU5KY8WKSGkpkkl6tI880Q06U0nD/HeB4naEBDf9cuLcLgSpfpze5VjRKbilJQWjqraFSPZZC02eHjyPXyDivY8/CgXXniAfGcaJqh63NnlXiQmZgGIWruxI3anKIPbRrTcp6q/7/dO7yafgjPGsxFgxufDfQLFnxOr2mkLE+IlNsYGPqBZiSdf/IuCeNVDlfZVfd04NYXUdsFksJ4Aej0jCFdMID1jBu8LCPaGsYLnDI0jelEBXvPuIOdJE5UdfPZB3Xmd/+FZmKPnX2pqKTlala3vfGfKP7kL2rNDBYS1YKc8hXyp3J5nNdzXM1OHamNQINe18wH/6ohHzYoDUSaiMSQcQN6LT4zTaeNhhjsITpPSTHBPG02DN7RjTDuNTSdr0FwvnaGfMRAOW5SLLRBYHzp4rwee+RR2cmnlOR2G5V2q60So16yu7OT6WA8szFi3JhiNoIex38W5Z12C4dd4jAEvzZuMUaZHz+I/gUzl228bODKqpKNo3eaNlwhxOzAdu/eTT2OBMcRMdge03OEJA51WecvnNWQ4+kUpIRszLOCtEWw4yP5PB6yKlIh/6lfhAfL1jjeRbnsfKAvaBKEg4JSiOxQC2gyf/IpRhUxZQjILAcFkszfIZx4w1r46P3LXv1l+vrXv16Hjx6TZRxTyt+c95ExKDoILt3UwdnHlPKphMstZNuqWmqzyw8hKDCe6wpk3WZ3X5UtXfGvpYG8zObh0sWLOCB26bzzD0GIlIcdxlKKahMoUINTbWtqckIDHG0PvVhZX1eLQG3AqRSoeW7Wh5iSAnO0XKqypGujGn1x2U6dITXCYTEI2Zp+ETmw3jjqgO3Z2lxjJ9+R8e28i6LS1NwenbxwSQubRL/siEdFoS3e15+/eD7/T4RD8qPRAPnt4p31uiZw8t6h78aR72HNo4IcEExyQuAj6/Nnz2ltZU1rq+tq0NtTp07Lv6Nw12c+qz179+vTd31GH/nYx3TjzTfLX7QTQnEA4zXoML4DnRaydUAc0SPPb2p6WhE525H2cZTRfXCkLdbB62OHa9i9Z4/MQ0JObgshZJ1036nJSYYKaqHriTla30PwMyp5DSvqPaZi0BAZmp/llRUCmAlN8WrFpw5dTndGPJvrvDI7cPCgYkpqdzoqWIsegdTk9BT63MtQMIYDHPNivp362bKsPCcHJKiD3KZrrnhN/i+fNcWdXuPs1bShwYD+WcENztZsVyOZhCNMTE48kAdAffKDf6wqSSMEru6c4g2vUJ+zdTMYIBog4MAg0JesRJ2P1A1W2vFQSrXcZ/HxT0vLlxWKUutNS9OHb9Bm0ZLoHBw0ZEU2MaqedTeUDSTcDMQn3fx5DVDfMBKQqWDsch+qMxJpRMdH5x6nOFIIQcMQtbV3j+Z5lpZR4PWZXbzepbflgKVqzt0r1lhCDtkBQbDXpfveQwpY4oATEoq4NQ9N2nYHaenh+9WpB4K0cD/SwWPqzdDHN6QFnrMGyymXGc8PC4nEhx9QEqP8+QAthqSPlFM9fY3LwYw8Xf10zgiA/adIM9DqLMm46OwOhFx39bOQRselsxc/QGZDrdG6ekxo8thNGnT2IdtSgbXI+rBD4c8kgZprgaLlzLSET5XTwKjRBbeNgWV29voJ6VP/3/9VJ//wdzRXt9UaNmpipaearq58+89q8m//fV22zL1+JT0C4NuEnbpscP7zAbheCxIcdy3/j41+j25DYLYChqkJAbYbgp86p00AG7o2xn7Aq3alzkRbiV0u02FejUIMiimhXwVlaUTwUGN4sOgKIcgGaNgExozq9UY4+ic4yu/nI/BEvyGvBGxEBjiWLkZ5CiMpMWgj2cB4bBscBwQ2hjZwPlJ0ud/ro7ZDHHeF0+nLuxAbRffxuI2gYV5IY4gaYNwCXEZ49p/Zra+t6gS7/iG2wQ5iemoK/geanOrq4x//iHbvmtVE106ty3HvuvyO0n0D/T0GZHWQ3fRWr4e6N3l3bJ2vyirzZX5cNh8RWYCkVlnK8yiZ+wRGt0yFSoysA40+R6UJvBSifNQ8xInu27dXDnq8Y/XvpYs2503b3xmYmJiUjXSXo+wWxt/rxBQZv9bjj3NUxeBDjporeBoRzPv5bOOUjd9Dfp/73OeQX0sea6u3KR9hP/74Kfo+ruXlJdpK1mHE2m3iAFc8vFKRdPToYdU4VOvRZV6RjBhnojuplcXlPJ/aTMQoL6X5K5in18b5GBNrMeDQ8LK8lstLizi8SkWKnFJENiWNOgQVDfY0pKCJySkVZUtla0Lza5vqVW31ipY2OIFrd6ekEHTw8GF4rdTptuXfG7jjjtt14MB+vfRlL5XgxT94c/nCRZ07e1aPPvyIVpdXdeqpU1paWJJl8uADD7IubV3kFODsufN64YtepEcffVSLS0v6G9/2HUrwXxE0OgCzoxyiVxucZCTWzrpmHvIzxGiReceUVFYV82rJ/xmO/4JiyHp6fXzC1OAnLAuXrf8KcMkD2ie4HEF7CLgNsdJEI3P0+GVVSTGISvUJajY2NxUYL6SYn1kHHq5voVu79uzWEyefwLm3wQ9a5zSh3e0QxF5AppPyM+d1cmDQQneqspR5Epf1i2T7y5nw5XYH2+N2txmiP74gwK8Zfk48U3D7DoJtjidt3MDAGpDbqUBmGjLNQERWDqWEglTszg72pMU/vFuby5cylR4PyT4Wfo1jMZ5oCSeqZqiAIQqmZYBsJDUE8q6nWU0IQsSqlqThHe+RFXcURzrAcc6l1S3aIce4DZFoDR90fc67gahpCuchxoHtbTzqn85EmgyuaXTVibkYJc9xdP4JSlh/+BopKXZ389BITeip7kxn8iL40foyXgwHHkEvAd99qdrLK4fuLh6qoWJEUBvnNFFdFKR0gOLm5z6saV5RlKHRiAdTnVnFvQcZAAIjIOyAE+YRxIfn7bVhQeiGXKUcQMGmm58B9LcsxEU2r49Tisr1O4VMh0qmyeezbuPsgMWZiYCS+5PmG7ZyCp7rA0jmdZtuoClwXC/V5zakR+9UN3S1WrbVPnJC/WKSw59CDUKJnOBYJ0wDEqJS+bJcDduklNucZ1zjjsh7/YLlcrWTnr5o781KXzMtPfBzb9ZD7/r3mkCPAs6nmwQPLTVv+BFV3/tGaYFu1nuPR/YqOWgoUuHUQPYZN7wYt4EhSGejPkT3bZwbRbke/6wGITc2IhiOGgKGER167LC8tGWrUtEq0apaNQIcss4DjJfoVxRWrsBjNZIdfU0bJKSY1CPfo7DVb3RlYUWXLs8z1ojjyw0VZcVuvyfTX1ldy30j4xc4kwIj6rydgZ2aDdWEdynQs5OPKcJ7o5QYA3l5x15hCH10OiJwDcErLd7XrqkI0u7ZWfV59gdAi74DDPVTTzyu2alJxh0qMqeN9VVNT3TVx+mtrS1nHsuykJ3g6TOntbSMY2ga2QgzpfxFN4/fMIHIeOZZjFXAk9vJZh69BHbwdJW/61BiVG3gvbMSjTbOZVWBKxezcy+rEkO7nGXqQGB6eir/uZyNruXgAMDHwTbKdtAFMrPcx7zdf//9+uhHP5Kdlf/m2+2mPo/8/UW+Rx55RJ/85F3sfDf1gue/UMeOHdfznnerbrvtJsaf1JkzZ/XQQw9qeWkp89TipCW2SnnNhzj5Y8ePqIXs1thU+YuXgeekxvn6mbdM+ugGmqIRtniTIGuAbdzCkW0SYETW1o7IQUiLeSfKAV1DOVXGZBGqwzqMYtDQ+jA1q1NXlvTklSt64sJlbfJghdQiIFrRMjvy+z53X+bL/79CH134W9/zPfnP6548eVL//rf/vd773vfq7e94hz772c/qscce08PM/dSpU6zrlu677z7tmtuVU5+enDz5pP7RP/pfdIGj/B/6oR9St9vN8/ex/dnz5xXgZ5qA1PJvI5OStfS620FPshN3oNFDJtZbz6th0X0C5NSnPdbRHjx6rZyP0IshyKmDPoNplVUl05VHR0fs/K07Xm/rjscNIWh9fU3LvA6YINibIigyv/t4L3/yiSe0i1OMEQ93Aw2Ptbi4qAnkaj6KspD5NV/+4qv/FHGFUwHz5YwJL6wAABAASURBVGfIf7Xg8d1u/AE8m0ddc8Vr8s/MWvNdM06dN7h8LbgOYB7+zAtPJqdGg2+ppmYEIISGAvLECAnj3GjI1t6mZxbDeOaRe1SFkTZ4+Pc973lqdoySDZKVKzRQNC0D5AL0DB7DTdvgEaSD0Lv3Xf9GDS/EE9HGzP792nPL89UEpkw/AcGMQOfZN01uVp4EHy7ruS4POG5Hia7iwSbV8ma8uYDzJtoNgUoQipJa3s2NZm9RbE1JWPGCCF4L8wrzDAKOYJGciIo4in+ZlDoUa9nACaU+0VCspAmSCw9/QAOtKiC3RnQcBrWPvlIKUp6EUwPF4H6kuWEnb+UwjKtz+nk+3N/g5p3uzj4TPM9n1ijzIi74yCIje7XOTEIsAs6OmwKIgQq68MmaBqCQjoD31B/9V42QY6OkcvcBxetvRatsdALdo0AlveZ29TXFZ2Sh5zLDyWBUg+ueDS10eAa5f/khaf4f/aQ++2//oWZSX6Ffq8NubHMUNfNNP6ALf/0blb83cS0BEzVcW3dt3m0G82NGEJCNiMHr4+oafW0wslkuyDkVEYfTyM5ryI673+uJakX0TXSocWpN7tPIeQ/ndhszG6FsWBgr1AHNQW4q1MMw9yj7CP/cmYvQrjkinlef418fX/rb+aadQtSI59TGboKj0RodbnDsFc+swe0H9+2Xd78rOKAeR7iryyuanZ5Rp2qpKgrVyMz9Tz76mBpo+Qg8sJL93gbtUVPs+nbNTGluelIdjF27TLrtlhv14hc+X1/3NV+j5992m17zlV8l7/ZG7JqGwHl2ggvz8zr52OMa4KiGBD8Vz6YNoB3Lyqp3u9tyG2AQLdMavi0T2xnPYYMdVQYCjUuXLyPToBY7qSH8LjEXG+4OO64ZnIjzI+ZuWXqtvPteXVlXizmur2+o0+kqxiS/i00EFQbjrawss1MbyOO2WhWP9bzu+vRn9QfvfLfe/e4/1u/97tv0tre9Tb/zO/8d5/cxVWUkUCr10IMP6/yZczqOs08xaI6g6Aa/l+ZVgedvGUdWc2VpRf5J4RHrz3LqxM03aXljU5Ed9wI7+yOHDquHbDo4vAEO3oHIFvrT4nibCQvVyTv+EIIsp7KsNMOxut+/Iy6FWKATtda3Gq2j7NXsPlV7D+gsO/nlkDR98Ij2Hz2h9c2eujg2z3mInIbo6Z133smO/KJe8uKXyCcl3rn7S3mv/rIvI3i5TTfeeIOOHT2q48ePZ/k4OHIgsL62pk9/+tO8z79bv//7b9Ndd92lb3j96/Td3/VdeYw+QYrXxWtqxzdCp3rMyWAHWe7ogZ8JO9Ie+lGxrrPI0O/ILT9/B2CDdQsK8uU1Nr7zTgtoxBiZf9SQ3XyKUdafzY0NjbJgjCl5vs5Z5zaRu/WvOzGhFuPFFDVAl06cOKFzBCTmwzQC6xlCUAhRfldvfI9hvlsEE361UVYlunJJm4znoDoyvk8vPJbz1q+YkovPgPiM0l+pEHLvgIHZzulpg1tLPL/MXrkOFI2Y0CA1MvhE+obbpNN3fVzVqI9/axQ40ih4b1WjcUH+t93XRmYM147VSLnaSt0nv6cjXbiHSLB/GXfQkxBiMTULG0ENYwua2z30nFeT22kC1zTJPfNuAhgh1zX+ZNGpEpXKF5JNwOAMrxDqvodXBCFBbPKGVyodvkkhtUAPavEw6uI5FZv0NLFI6pu0feCwBrFEboETkEJXVntanLheyzPS2b3So4M2O4+hQAVH6g+l8sjNGnitt9kTg8iXi5aZPMb2h6u/IGR0sNyfJN9MRYZc2Pkw7QjyNh4Z6rc/ybjSQFYw1ACWf/TcAffT+GrIZOJWHBfADLWGpXSokJ76wNu1zE4uNlGcu2mtlZh/w/xZW1bbn1B4+o5kDSR5WPNhcPkaaMh7DiTcQRwOkHK7wYBsGUgzyPavjaTHfvtf6t7/8L9qTxypRYAVm0pN94AOfM8v6V5e29ATxvn0WGOgePV+rrrcGGGT8etGjaN85GMjYwNmR0QR42KGTL7OPWyA+72BIg9+QzBgo9qAGEJQ4sGP6L/Lru+xixlhdGNMGV9cgYkFyj6+J27RED2dv7SoJ588BS/SBsfn/nLTBMZKDN0wxtzsjHpbPfWhN4Hjs6FkGHV8nMtJxOnTp2QOPXb+stagp4Url7W0tKA2rxdihC478+s5batw5OtrK+pxxLm1saYD+/bo2JGD2r93twK0Gnam/a0NOR0w3jr9bJAb7EODgS1SoTb2wgZxCud1yy23aIAjjwxiZ2uebfx97G8cccWU5DpDIvBosetrY3cMBQa9ArxzLMALIch1/rv9DjjugxigIuoLdl8TGPehatbLjmOagCaGpBY8DXjd4ffJNv4pRflK0KzhOyKwBO9C3/3+malq/vIVra1tINeB3HdiotBNvHv2LrFFAPEN3/DXddvzbtPNN92MPGqt4wC9s5ubnZN/k34TR7V3zz4ejQpHu8FuuKfuxJT6yOpBdskJGgsELJ6D583UVBQpz6FmXVdY6wBfIcYc6MUQRdfMk2Xex8g0BIVle1KdmT26uLyp//YHf6S/9WM/pR9/6y/qn/7mb+qOe+7TMu/TU1Hp4Uce1V2fuUsf+ehH9cijj+bj9m//9m+Xx11nrFtvvVk333yjfEpxyy03qUOw0Z3oaP/+fdTflFMHIp+6/VO6+5675QBqFt37ru/6Tn3JF3+xJncCiX5/kF81GdcnMHa8CXl7nhPobQ+n32HtDLt27VIOClgDO+GYUnbUVxYW5J1+nxMNy9TvzR0kDLHvKSYvnRqeK+ucg1TrgMt+leVTgxijDEOfkkDbz1mjRl1OG+yYjWsi1hGfVHhn7vbE+H6GB8zhypV5WTfMr/vlNsbPO3d0xd9r8biel//U0HwGiA4JbEzf41N8xh2fUfpCBVP7AjhjlAAn4zzeVRrRcSjeNWu7yMgjELKjb0lTE1L/wU+r6q3TztQRUo2ArHigaQxUaQyuy3ltXwwp09QeqYSef3xmZf4RHOSmAgps3AbtyhAlsspXJpRz+SOIf44+mkA5CBtO+vTNOksYwmc4Jz+hT6MIEhkCxlILF3HyNXxIkV1HOnyD4iEgFAoxURl18dEH1G1r+2pI4K+PXNqcRPTAizi1kvfC5Y0v0Y1v+t8082O/pcNv/Tf6il//bbU1q2YQVEjQ4/PgcW2UEj5PmQ9oievqmoTgUm4io1x0xuCxnY5hG3Vcekb6DFT8jeknKg2ysIEsQurIXtM3UgwZ+BijSteM5ex2g6shrlqDSkrMK56WVpFpwqgWHixtqaoHyNg0I2QYMEhktiFKMgTSZwNVz74bOjYIxb9gmPm7to9ZQcTVnPS1U9KT/+mf68z7366KVwn1MKErLOLh23Tgr329ttIO5XH/neKfSdx+TWUIZjZiUGqMzyinbm7QYetezSlQUMji8UMdQtDAX7ACKaaEkWiAkUIIcnuizkYhhCAbDztsOx3XuS0EaHFngiHKzn5AlLO23teZ0+ez86rR7yHBgY2ewPWJQA+HW5ZJExwx0k0mYyO5yq65i6Gem5uBjyGGeYUdTI/2WocP7VfJ7vSpp07KBm1+/hKvCS6xgzmvJ08+xnvZBwkG5jnqncfRbSoxVmknRCAxjQNvV5XaVYlx76rN7mg3R54zMzOZBxtvw9TUtFx/++23qypLzc7Nau9ejILQm9VVeBnm+h6G30ZyiIEcAZEJWB4uexc1PT2dRVJWVT463csxq2U2Qg6m674uO8gwrRZOvawqZNyXnUeIMA/NGiWy2gScQCN0tBGGf0Ieq9OZ0OzsLnmdKhzwCu+kJyen5Mv4dFULmvv37XMVQdJSdvCHDx/RF73qi/Xa1341Mm7kb/A/9eRTCiGyU+/LQdcmzqok6Gohp6WVVU0zzoX5K+zsN+RjfExYDqzajGvn16BcQ+bWxhma3xH65kGtK2VVKRYlUGl6bpcqAofFjZ4e43TBX7pbHUnf+F3frbf8/b+vH33jGzWB7PxXEe/+wz/Sf/iP/0mfuftuvfwVr9DXv/7r9eKXspNHb8qq0MGD+7Vn9y7mtahP33WHLl+5SFBwpz73uXv1e7/33/Wb//pf5vTipQs5AHjB85+vH/iB79c3fdM36Ybrb1ANz2UFb8jZeuB168J/URSs+V7VRCiur8DxHF1vh2zwulm+M7OzsvxLzw86LQI+4xpnirWwHswwn4QeWhbG9UmA18fPQYo8M9j1gLDc5nXtc1pgufd4Royzsb4O/50M5sdt85wWTRAAxBDlOkGggSH/8qPHaeA9O3rom94EwYp3+lvo7YAgtk/qwLVCxy2HEII8vwbfmZ9T+BnfcZx5RsqAzyj/XyiYhA1/QAHG3SOOPlq7qIAn3rkGRTTKeJyAas+T9yiuL2hYUClh2psMNro8G2oyURrGqbPOOwV8e0LVPLkV6ci0tHX3Z5XYSQw4nnL/Bmk2Hhzwc0hRGeiYSaE43nXHJsgg8DiRlZKkBuDuBz5y+0hRI7momMB3/Q64kmm0LlNeuSKxI6lxTAlPFfcdV/fITfRNHP+ApIEev/cO3jmC6zFcFaX5rlRNn1DF9jxsj6L27kOaeuFXafTyN6j3om/U7Eteo6YsNBw2KjlCE5FOOHBUvRJaCQg74MS0d+hAnvGDEvOLeS7avozj8cfgMhCBa0ht4z77E5yIkuGZdmTVIBZGGoA43IGaVAWi3GYuIG+h0MnE3QTADp++GwK0xhn5C2fBfUfS9Uel4e0f0GTYlP/ToVaqpOABGtYgMC+JafGhpy/TNzxd83lzfZjZgmZjvmvQ3I9pyENQlMstycf4r6P+o9/+oyoXriiGqPU41GJY1sHve5MubIJs9sHJfSh+3ts0xwByIB8wtA0OyA+ujbCNlncpQ3QpJiNIMaJDQ4IgHvyyVaqsCoUQWAIPzGhBuZxw9uLykaGNRAxRBQYixUi7MjCcipAILgK7P2mALi0vbOjs6XO0N4oa4fQH6Mw2vuhQw0vD7qUqkjrs0md4F9yChymcf0398269RTdzFHv86BGO0rd0Lzuys7xD32An535+BqemJrR3zy7t27Nb+/bv1jTvuCdx6ja2NtxtnFVZlXJ5mp3ynj37dejgYV13/ER+Z7uLV2G7d+9VhcPqdic5LejIu/szjHMAR7J7bhaHtgX/QW2cQIpRfncaQpCsfyIBfNsoD7PMG3kXnpjX1NSUShzHiF1VVVaMU2ZnakcQkOOIwKssKq2srdNnXS0cRQUvkXGGHNHWPBOWd6vdUUxJ1m9UHhpDJfrNzszplpufp5MnnyJIGBAkbLEz3RLizXN+7Wu+Wgf3H1SrrDIfH/vYx7SxvqnlpRVOPPaxJrW+9VvfoB/90R/XKoFMYoyBHQ3B0QxObLI7Jc1OaY3pTu3Zq3MLy+rHpAtXFnj0gtpVW5s4bdhUZL5CUuZ5iNMfjKSSYCQht8jaRnbZn52/oN+54yO6a+GsLjR9DVoA5hE+AAAQAElEQVSVZgm4hB5+9vY79IfveKfe9a536WMf+7ieeOJxveEN36pf/uVf1tFjRzW3a04xSoEPO+Q7P32H/tb3/C396q/+iv7Tf/6P+l/+6T/Rhz70Eb3jne/kXfy9CkGaY/2cvoJA4SZ2/tafEUGMvw+xd8+e/NcUzi9euSK/qmkj+6mJSea0kR2oj/4d+Hj9DD0cpIO0TV7NCPrWK++WF5cW5XfodpLGT8hxRIDrVFx+BlsETQX1A3beVOX1sE7Z0fpEYZV35z7lKtCXy7xmNY77F2WZ12naAQNzP3v2bObNR/cF9juPz3t5f/l0Et33M+/6BkXxMzAxOUHAvI7uVTIPphtTUgtdG6KXfZ7/FrwZt2CsudlZXXsh8muLf/V8wL5YkU0JGUqU5VEoxL5UsFO2c09IuECJChw/r9GlLWnPU9LqyQcxJEMcfFCdorA1Mr0M9PH9DHAB2kITQggMFdTS9tVmvOC/OY9SUZUyK5lOxpcizLouYwcpOsPT5S8JRqx6UE92IPlHXmy0beihmeBbHNdGjdil10riwol7XtuDUA4A9yz9Fp58TGWekVRj2cLcYXX2H8cpNWrgWcNNrZ55aJtOTScDY6xU5HcdVNMEDc0rfUcoSY+HcbGTtFZ21YsT2qJuGAsUaSQP2+zer2U7qYb+rtgBD2VQiLLhCWG7wYkB7D/3hgUcr7bHkOCdj20SZLhROLm1YeAd5DowGeOIywI2IIuInKnZvhmcpZa76uq13SnsVCIC0U0W0kQpje6/XWUcUNUosfVuiCgDpeCxGf4ZZMJOaZzuFD9fUqB01RAZWYYgrU7w8a1fJf3IG6WfAH7kB9TcTF1S1rVXvEi6/4O/k/lpkG3bFnNij8I0ODXg2zwZnH8uMG8G2gLONiiw7o1qDE2NXG1kaBKV1NWKCAyxKcWkAUbP7T6KLNANg2iMQMidRBHBN9II421c948xsoZBjf8hNwcRoFAKvAJqtDWSVtnVnz17iX4NAcCA97Jb2uQIvcerk9XVZXRuqKXlBXlMw8bmmkY4fzvyyOB3fOqTeu97/kQfeN979dijD2t5cUH7OZafwnBNdNvajYNPRcgBih1+lwBhCkc/x9HqbpySYRfprt17NMPRdJtj2kaB49Vedmp2bDbMNt42vjbgKxhbUBRhwF+AaliPEIJSSrIBt2E0/hCH7ryNY4lhDgEZSWpjMPcQdNx4443ajQMbgSf62/nV6G3KuCHT83o0GOMa+QVJBUbWu73pmWl1cOxFUSowbiJd4zh+gOdkOekWMdgd5DnUiCB9YXGJo+vbdMstz2P8rmZnJ3FgM7zb3wuuFGPSTTfdJJ8qPPnkk/qTP/kTHNmm3vfe9ynw78KFi/kLia945SsJqPo5sNninXVBcBAUFRi/j41aJwBY3FzXBZzKFrvQIkSNeOVTw9QW62pHWVUlPnukJkVxUKhLyyu8KhtogQ3T+zg+f+ziJXUIrmKnow1oCLxL85f1wAP369FHHtbpp57UJOv4xV/yRfq7P/xDuhHnvMaO1sGVj8IXl5cIBP5Av/DWt+hf/Mt/gRwK7UMn9vKaZu++3QQDE7rp5ut15Ohh7aHu4MGDuoWAsUvgMjc3p1cyx5e85CWaYrfdoK12knbQFtQAh+ddb8Oaa+dyn5hSfm5CsLQEKlrE3B3EtaoqO92AHPvMp6JsKFjnrCfU9Xcce4wxU40pyg7fOA4eDA7qEn1WONGqx3oCfpDYiA1lvbaeOYC0TllP9nFSswtd9zv3EEJeX9B18NCh7NTzOOhUb2uL53yI3m/J+m1ZGs/O3TA3O4vOzOZ5ub6gj9MxbHM9Ln2htPlCCEJUunqFMX6iitlmRx9KeVBXxTrkX5nDZ0oY1f3L0pUHPqMWxx21KSEkkzDUkGgQhKvH0ECT6nxfk81lJWnCnR79qMSk7dga+jd0dkoiQyOunc6ZXwxrQUNoAo54KBVSuyvZ5+PXhS9RDW0VQ9m5JMbwbhcrqEje7TJR0wRmgEuPPwAZGhm/jlL30A2a3H8CWiPl47G1RQ0uP6ksGPfFwKovbUw4Et+VnfwgNCrZtXYG65rprWhqsKjZrTVNb21ybN1XLOGRwVOMOJg5XV6jbFokf+aOQcEQgiIgg/6cK/zZNsTzjErskIRyX40E4Nf5Ou10Ni+A5+/xAg+iaYRAO3l81TY9ijnjxixIl1wZlOVMdqotVSdZ1/4aGMy3SWpCrcACxR2DK1/gOqFBGfQXuwqYTEDuA89Llu0XfZ+GX/tzuvz6t6r+mjdp8cAbNCighzPfu19aeuijisMNqSl5X08DQViaoJ3+mQ5ZOW9w/s+F8HQr87ERhrBMJ7K+huCCIUgjDHjCwZdVIYvTiDFE2egEUnE1rI13J3ZWIQSllBQincnXEppjxhpSCowxUtAWDmyzX+vy/ApH6asqywLnM6lZ3o86bxCTWlle1j33fFZ3f/Yz+sxnPqMPfeCDOKD36mMf/rA+e9entc4uc4vdUwOfcxyzt0oEynNmh9puVdqNoZvodjH4LU1ivDs4yBa7zBYPXtXqKMZCsKIh/REH5aiiqBTMJ4HLKsfSF85fYEd8Uvfde68+d+99uoOd5Qbvqn3kWTFenj/ObAT+iHfmgpDlaHk431C2fGII7DyP4WD2YlgHsoGNKeUAIePByADDP8T5u+8Qmg0yCCFk/gsMfUB23U5X+/ftl8dLsVBMBa8iBlpdXtfjj57Uhz/4Ub37XX+s//47/wN4p97/3k/o03d+Dvndwy74vC5dXNOFi1fyzv2hBx/SmZ2feb2VQMBHzpdxtr/97/6tHn74Ye3C6Z44wclfUXo5ePWxqPlLl9UlKFpHBq2ypbWVdXXgaYm1CJy8PPzkEwRzQy1cnle3rNQluKmZy+bmJoFGS/7mum3OiDWfO3xIGzHo5KWLmsPpTjPe7r0HFEOhBx98UB/44Af1p3/6J/rwhz7IjnhJ3/wt36xv/ZZv0Ute+hL1ebBbrOeZc2dx3Ef04MMP6e/9vbfod37n95nfeda7qxtuuEEteFrFQR47dkwve9nL86nODTdeT/ukXvqyl8hyPXHdCR2CF7+DH7CGXrN5+HdbjW6UVcUcO9rDLt8OusNu12tkfKdeP6+5WCunLebsL9+Jy3M3r65fW11TYh1L9MYwgxO143ab6YQQkHOTcYqizM53yqc+jO/vURivRT6EkPnvotvW7yNHjjDni/rcffehDymvqY/jr3ASUcFLCCHTqliPgvHNn8H0+lnnBvL4sJt3956/5+ayHfsyz6Hnbp7XCaxcP4Y4znzedPv5Z2JgjPPMU9cCTc++s53fqbTNFCO5ixXeafDDQWUAyMr0OhjGs3e8T7s5auKVtP2EUohKMcp2vyHv1LjyBaEQ+HAFaQjkAfbh8larU0u9uy9Kl68oDOgw7jxOr6kyiT52midbVdPmXfq0Qt0SoanW4F27QE4APMabcMBFXwOI2mHZ2WtxSZHxsqV0CqrAD5PS+fvvkOqeLAc79vb+EypmD0g8BLKgLp5SsU4H8GUZuz/pcD9bRY5xhuxWRyberOjT//Z/1+f++T/VQ//7b+qR3/xn+uy/+kc6+4F3aCJuKnJsbHLdyUk1Dk6g4XmZD6eeRgjIiEIwOB/knJwVeT37os5knl39XOXN/pbwuRqmIDbEEqkmEMAW2MRMnltEfgodqQ7KZQ+KEhOIg3Tt7fbxyM6HLCqjex7Vw2ek9SVoRMi4hnbVijj7cC0Z513x+cDtz4Ih+jYARrCpgZRWQdiaEBt9Mg0sjLSuDaU2RZQNbdDs2ooC78lHoeKEhUnCEhs1gQyP2gYSmPWncr2edQXKQAhRIfgJabBNKEMzUoMRpqAAXzYCfuBjDDigoRqcT6uDrtJ9BJ4NQAghPzfGETSN712JdzxuF5VUCzT5ct0Ygjx2FNPROh+LS2v61Cfu1N133aP77rlPd3zyU/osDt1O/eMcI585dUpPPPqYFq8samt9i2VPGvWHKlMJD0UuRyVF/s1fuqLpyRldf+J6HTpwUFVRsgMdKIakAGxt9rS12dfGxqb8vnppaVl+Z3kJx+Yv9/lvph+4/wECi7tx5ndmuPez98g/8PPk40/IDnCZZ9HBxQhnvMzONTDBkR085ciEXS5xvJM4QhvhSZ6XaQIQ0LIhtpPoc7xbFoXGBthpTAnjnuT6VtVS+P+x9x9wdl3V2T/+7HPuuWX6aEbdqrZcZFmSe7fBNIOxKQkJyQskQEKAhF4SQuiBUAN5CSX0mmB6Cy20QDDG3XKRLFm9jer0cts5/+9zZq48FrJfyPsjn3+7us/dbe211157n7V2uXMVQm7IAxXt/G2UfRzd3dmllJ377p279Yuf36B//ey/6p/+8Z/0mU99Vp/+xL/pO9/6se7esEUDe47I10NRJBlJIeQ8u7rKWrlysXp7uthp9sjfkr/l5ltxpD/T977zfe3YtgPdDGsJ9/RnnHY6TnxEX/rC9bKzGkFfXfRnamJKhw4eVgUnm2Hv5vbNVXt7p/pZfBQ4SSlzYnB0ZFBVL8B4+CYnxlXCMWYsuqMQqZ0+1HiejrKYvnvnVv3kpht10+0b9O3vfp+FyZf0rne8U+981zv1s5/9XEMcefub8k960pN05ZVX5n2YgJ91khQT7dixPV8QPP/5L8j/hK6DK4A1Z52mSy+5VGeddVau42XLluniiy9VzJwpschrx254Lq9cuYJ+ZTp11Wn5omeE0wXvgjMWriEKXPfMlbJMcRwRZFyH1ORFWEd7uwJKzSibw0KyQt88hn52jBAC/S3JC7VRHLsXDq5XQxcRfFvxEEK+g/YcqXCC4fwojhVFkdy/AK3LPF+mJqcUkWY65POowWKkhANPikWtZDFz5PBhFkLDmr9gAW5mioXgPLmPMfzamYu2DZbXp1oF8tyWn9spFl9ecKY853mbyNTLyYZpvVCg47LcXVwL+ETL/evrs8OyJNOIpoPf8DNAZxA86J3JMpLlwhmElLRB4CyC/E0HnIsJyw1nE6EbBUpKgDHbe/M+ad8+pQWo4kwhhneUUSimXVBqXjNwbhZIAD5lpMQn+yHHCDvdfUAaunejkpCoSW9TMrOZwYjyGtBG0+BKUY29+xRCXVEYs/6k9oVa9ujnaldNqiXSndDO+8M3YcwL7MYzIMFSm2+7QzNKUP5yplGUJnbh6Nl9x1GklH8JK7Y4iuHfYKUaa/TAbvW7/6bPK/NBvH3pGVJUwtdEajJhNHFQe7/794q++79V/s67VPzOu9X83ns19YsvK0lr8qqzYZ0xsU4++zEax0kdkynA0+8MZUeRcr1ZcufTp8yhYZoTghELBt3k4ckXN6Zr1YHt4L7tCs1J5Qsa5ydtWnntM3UL/Me6pMM90pHHXCO1LeOApM21FUJQbcdOdkMkXYfAsqT5Mc90IsNJZIqmHT1ZKERN/PzovTeprTFOfoRWI/qUSqGhY698ghxLTUfcxmyQ/0lUegAAEABJREFUm7fnvsn9y9iRS0k9U6HqQnGMSYjDGC8wGelcxpgcxEkdGiQfmmhEqi5dK2Gg2thZlBsMJkfb2FDJbWnmZXlmor8WtMpm0Ye8MjKhb+82/WCTYs4UmDuZ4rjAA17P40kS50ZD1Mkwgik75pR64mU+NhI1jnJ9R59izFPToHssk8Tz4AWoAblSDEoIkTIelkwJ5SUdPjqiAwcGZZbFQkFt3JvP40i9s7NTPRyp2/gWi0kuQ1IsavmKFTr9jDO06tRTVWnr1NJly3Ee3ZrHjnAfu2//nfORoziaqZqCIo1xv22HNrD/gPzjId6p3rvxXvnvqW++6SZt2HBn/uMw27dv15YtW7Rp0ybqjOYGc5JTLf/HOT4Wrk5VWSRMaJDxquNsx9nZ+MuHhaSgiP6GEBRjg3zMWsHhRVEQXWUnNYnZ2aOBAZ5/SYUkkQ2mDbGNpw1pit5svKs4gyq6tDLqHOl66NrYtfnO3sb2tttu1XOf8xz9E4vxH3z/5zp4cET1Gk5oKhXTg1nGM0QbqUHlOI44su3RmWvO0BqwdOlJWrR4AU7wTF108UW67LJLdelll7AjXqyu7nYVSwnOZ1h3bNisX7EAaDIowzgr76wto/vsL0KOc4Xhb+H7NwUqyOdd4RSL6iyK1Ymj8K69jC0aOTwk/3lklaN568I7Wjv7I4ND2sJd8ob779ckc2IOR1fLlq7QypUn68ILLtTVj7taV1/9OJ3KGC/geQgh5OPvO/GBAwcYnzFt37ZdH/jAB/TjH/0oXxQtX748p7eefE9tR7WCnTqqwJGPs7jplf/bWh/Nr2AOJYzD/du2KWb8lixbyhzqUB1D7fEJVDp06KDGx8YURXE+F9x/75B9tO14CEF2mCKMGfcSc9PjFEJg4dPOXE/lZ2F4ZFg+KSlhZ2PmtxeGpjMPz4OgkPfNzt4ypejctC73HPGCARKFEJgWmeyQS6ViXscLDX87/r77NqtI+54rHTw33n0XkMk893Li4WfcecWkyLN2MJfbtDClp0G9vT0KzFfnlSwndfu4WuphLJcsWcLcHZAXqdbpCKdcVDr2jo7FZkeYfPlsnJ3neCvfYSDDtQ3SWYRXwThXo0iTSR2n2lCEMoo2hJ7RkEPGcXqsQmjiDBrkoJQgeReILZfapdPA5A0/UjmFHxReCGQKOa+UTmYz7an1yjAurkxBwGLzFiJMl2bSsgXS7T/5qgrsdpts85u0Z4ffDEEhxLLfk3kGqQf67Tf8QIqbOPIMFQQ1srLOe85rtPSv36/ak1+ldX/zWbVd/GT8SRGZYjVwMbX6sPb/19fUP92l6bb9GfhIwAQYGaLfEU0FeXCJKO83bVb3bdXSGBq/HVJvgvzK8jNUY4fonWHDToajrQVNaXUZPcH3ZLaS53RJ8/f7T/hShRBUZfdXZ6L2nLZWw9CY5Wxk9Fn0LP/CGTz9xcKUerNpHhRHjiZ8JkpSPUrdW9em7wjZIoSGAo1tuUmaGlE9Y3UTBaXotf+iq3Te2z+j7KmvUtvT3qYlz3mjMpxEA14Nxq3QSLX/xm/oZPpknyLYul6TucRZOO1E3MFHZGc6JmZTWsK47vrVz9XWrKnJvwyk+bxKlcLD80CEuYgZnwbBid45X2gzBCBA7lRCvnwxU5DKNbq18VYVA7Iwz9JCh0675tkavfKROrB2qXZecLnOevqfSUlZCXM+Rf/ada+SsZnW3LbhZODDIDihfKZDoAyEDDmcNi2wcTGaGN2Myhl5/oUtz6WoEEvoPIojibqGyw3XsWNrsqPNXBcZnZ85pE6qIBn0L88nTpECcyUjr5EF1RpBPsIfG51UxANWTHjuMLh2CDY8XV3dWnLS0vwYdu3as7QfZ26HvmPHLtnRbifcn98jV3X7nRtwApPah1O/gxOCG375K9144026Gad1L8fUW+/fph0s/nbt3CUfzfr4eYidqnkexIGM8BzYwQ4MDGj3nt3axYnCnr17aHO/9mEw9+/fp6HBo2Ktw+nAJMY1yXfhnveVSlkN5I7jiLIJaBoqJoUcvoKo48T9ozVTLB5Ml+Hck0KiOEKvKCWgLxtZQ+jZTsTxEAJ31Pfqr1/9ar3qVX+rQ9yduX02gXLVJAkqloKw8x4mtbclOmnxPJ1++kpdecWl3Dufo7n9c7Ro4Tz0uEhdnR0qlRPt5Ih9fHyURUcsO8l168/G2Xdr4aKFmj+/U4VirJ1792v/oQMK9GPvwF4FTgb65/crIHshitXBTm8Qpx1i+sk9ty1rpb9X9WKiXTjKBqc2UZwoYfcfs1itNjNt4TTi4Oi4xuqp2nvmKKm0q5EGFuRtjPGqfFfaySmIHdYynHcvu2Y7Hc+pMRyv7+s/8cmP69/+7V9ZoJwkf9/hnHPP1oIF81VBKXZO5194oSJk2sPmauGixVpAn9rpt8f30OEj8pi3sdO9ADovUrx48I81zeHqoMGKyb82F8WxhIJdx89FFMfyaYBCxDtSsVRWhA6McqVNbs90cYExpe3JiUnmQZUTkhF5geR0gfwInr766eJkg2GnXpTL3eRkyDvsCn0QL/eVIH9XuUf3fBjlesS68H9C492+FwqjLLoKjI+P1z3HunleDnNk32SMTO+TIO/quzo7sa+ZlrGo8bXC8NBQvnCdYNfgeR5oaWJigk+pi3H1gsJt7tq1M7+ycHtemO7fvz+naX1ErcixMCM2GyQf9G6VuUXXngkbwhriIKtx0ESxLv8QDrZSRVe2AyRMQUJOQj1/sz4Tg0S3IvOYwakladv3rlcXBilgYDIVWCHFGPugZogxwjBJgelzWYpqwCCDV6aIgkzhIIHfpsGBHLn7+9LofmVRCR6Zmkmm/M/6GMwC5UohRpRKIt1//TeknfeozlFPIUqU4Winyn2auOoZCs/6W42dd63GQr/iyaDQDEpZkGy68XtatO8edTalXIRAaJ4GfDuKUjp4kKJMXtJnon0ccgNxM3LTgzs0jwWRXI88uqK9B6TeVWs1hfMRuvB/ZiKMZ4fLC/CHr4sKsOzcf5AGpIB+hMH3SXn59LM0YH7ilQLoUKfSAAPGqB5HmgINkLlByqH69TdtedExgm4aSpGcwcxqCqxSQquO26lLtQ37NPyjb8qrp3yli6Wrw7u+9qkq//6bVXjcSzXVc6qqhQk1YyarZTm0R8P/+SGtqNA0ekId+Rh7fBRSBf5FtBOjLyhEUrAU00g7f/YliQe16VMMupUxD5ogpV4a9MCL+g8kjotRDxUoRpbMq74sQr5MjVIqnncplvoY15v/6cPqIN6GE6+qokbPWZr3is8pfvNP1P3G6zXctxSj2GR4G8rium58/19rgZsKfGTg+Lfzj89r0dGGmJuBc90IZx/IjzFgeR751gFZdL1Ke015t2NnHsUISHkgNDJljJiYPmluxOrVmoKt1ky7wR0PCAJCFMOe+iGiVuCZgygL1M3UdGNxCWcfc3ebacHCJew4F2ve3HmKaO/uu+9Rs5FqGGNmQ/aDH/yH9jFX77jjzpzPlvu36n6O1Xfu3qO77rlHAxzD//CHP9att9yug1yrDQ2P6ujgCPVHFfEvKRRVwuGUcTylUklDGLv9+wZ0YOAgdQ/N4KB8AnD06Khs8JYuXcZOcZXOO+88pY26xseq9FVav26tJibGZMdf56rsyNHD7Laqsg4L6NnfGaiw8Oxjt2QDPIURHR8f0zh17OhjnqeUMWiwSIrimBOUmvyyoW9yTdLd053L951//3e98U1v0j1cK7gcP4LDidXd1aF5/Z00l6nBrr5YjDRvfpfWrT+L046VWrIUp97VRn8L6unulGVpZ/ddKhbUQdjd1ak2nHOzWc9PHY4cPaK29jYlpUT9c/s5iu9Xpb2k3QOD2nT/FpU62rV05TKVKkUVEKTCyiKiDx0dOBDGubuvXwWc1I4jhzXBvfimAwMaHptUqb1L45xi1ZOytuzah20oat/ohCaRWSFBZ6kqlQ4tWIi8OL9Vq05D36fLX5Zso82jQ0f1rzj1L3zhC/ra177Cwu2XKhYT2bmfeuoqLVy0QCn2wCch8+fPVxkZprgeKSRFyhariY2rcdRtWQssIl3e3TtHnnt2pu20sWjxYi1ZslQHDh5ioTjOwiNld9/Mj+s9l0ss4kQfbTXMN2EOeboXy2X00cYCL+V5CHnYzvVGxJwfHBzOx7TCQsbprq4etbV1qFSqqFxug12kOb19SllYxFEk+ekgnGSeRIRtjJEXN54L/n6DT5VCCFrA8bznU4W2d+/erSP+Cwecuul9+mXHvZ+T6ykWB57fsecW83OYe/Yi/T969CiLxUO0JkXw8y69C8fu/vikY+nSpbIeXa9MG10sHCyPeW3evFlf/OIXkfWBtyV/IPWbxjIIWyCqWDzoZamRqL0eVK52qODjSzx9/rfEqYSGhS8QS2dNFisaLbRrMmrPOxJTnEfg2Qntgc13y1+iCVmiuFlUUi+rUO+ApCJsT87LVQIfsSaEvwWRmvQmCxg+8uXCApE2ad4Ows03K8RT1K+qGTdUKxAWJ1W0V6RN90H90uNLLDTe+cdqTu1RAaGbGLAag9zgIWjWUjXxIM1QUBwnittLKgwNaOqD79CSbtroBDPOSu4s9sRyLG1KU3vvVQOD0STDX3KZUqZqFCALGhoZEY2Jommgh8kxqXfR6egxViUEdopNDW7+T7kJDiZkJ494UiQNjYqPw8LuKM6KisYa0qnrdbRCfgDNGcC3KoQKTbU3Ms2diCkAaZs3z8RP8MYfd05KHfWiik2Paxd30Z08tO1uWoJnrrs2aU1Zuuk1L9Lknpsw8DE7+wob46CQuo2CMsIUNEGcNtSpQW398utUGaRd68u8DJKZimpm7RovFHC8qQpZTfkOm7K8711SaTcJdjyNcq9qSY8aMXMkKirDM2aBMoNA5mk4PhsuR39eLMUsDpqFCUhjNUOslMVQ0oCYegy1etHlnZ9+l+LGhCaYaGWOnOttJaVdHQpxQe1xSWM8cBPZlPZ//0sq3rVH+aIsnuZxbGxpL4+TfexNG3leIAdEGGclMWMypcAOQoyVjcm0sqVCIWGsm+yUJwlTJRgGaso8AvVbYYtto95QdWxC/sa5Wi8TGszBEEcSyHVGeTDyyv6QPP/TKFa1kWrzll264cZbddPNN8u76J07d+oAu2z/2tkNv/gv/dfPf44RHpUNmH+q8yac+dRUTSPs8vbhqLdu362hkTH5p1h9dL9t6w524gfkO/idO3br7rvv1S0336vbbtuouzbcJ+/wxznWr+DsTj7lZF1wwfl6/OMeq//1x3+kv3je8/SXf/k8+W+qH/GIKznivix39CUcd7EYtG7d6TiGJerq7paNq68ZFsxfgP4KYjLKO+VBHNTefXtYZAxx3H8Up1FlYTCu9rZ2RegnZmxtSO0YvHh1nvWdFArydYF/svWDH/ygBK3zqiymYsa8r69DbmsM2e0EujrbderpyziKvzB3fqefvotv6UUAABAASURBVIpd7gr5m+adXe0qV0rI2alKWxmUFPtXD4VhYi6jekWMTxQFtXdUePb8QMulasfpz+3vw+G2aWiioc3bdmqUxe/OPXs1t3+ehrnTrnJKEUWR7EC9GJuoNXR0fEpxd6/a5y/SJsbk0OCkhuuRdk1UVeAYeA9jtGDBUi2av0RLFi/Tco7s+/r7NTg0pDs2bNAnP/Wp/I7+Ix/5iF7zmr/VZz/7ORx7Sb0cI5+5+kytXbuWa4g16qeOd6mlUkktJzfOdUpqYyXledZbAX1aRjvUQD9LjKHzvNvt7O5CJ23ycfwo88i67mRRNDw8lB9Vm5/v2cdZoNW4SmljrritGv0usIvmoc7p4jjmeWmqs7MTHWb589PGgsNj7LEtFkv52GdpKstSzmVINMoJUplF5xQLE8vg58PlVa6JPLZuxwjomC6pn+P00dFRxfTJ/W6wSLRjH+I6aQ4nH67r65E50PlLll4g7ORUqoz98NwyH8/ZtvZ21blqcbt2/IPULxaL8gLi0KFD+ULAu3zPw5i+udw/p/zhD3+YedFuUY4hOhZ7qEhGwYnguWYwF6FQmz8w3r3FqtoK4yoXKMQA1edRkGtGNE5cR/BTVc1hldmWTKlYqCm2FK02GtL8ijR+5G51FMdUKU2pWKlLpVTlUqZ8Y1cwH8nVSoVBlTWiUrFGm1O4hxG19U6XKyZMpTPwjkN336DOUFUXVrsbT9ETCsQ17Txi6BBXZogDqd48qM2veYF0aKPKtB37BIBD+gL96SiU1I2sIRpX6Y6f6Ocv+30t2QSdeAWQAr+hcUA1zcURTxw4rKmAE44StRH2ZpHmYcD7mRDRyFEhkma/Fp9KqhIUyil9k3qgP7rxRkLy/TZ/dOVJ7OvCycGNCm3jqlunZQp5sDrnmhA0Ae8meqskNdqqqjOpqi2aVCWuqYAHRS1QnOCdCQMhdWXjKoca9E1F6COLp+Qj/dzazPC3LJf3STtf/Fi13fQdtdUHNVUIqqmJ06bd5pSS5oTaQ1XtB3fqly97trKvfUnL22fanSSEl21AMcSKs7rKxSZzpKFKSHM5GGDluqpIJ8+XBu/5qUrVg5RP4FgnVE7qyBeJDYIsT44UvkZGOPsdkeiArCSV40l1xchWqKu90KDNuuLFlHtuZNKaZdLkJ96tw9e/V3OTUdE5tUUxC7CCYox0KE9pQf2Iyj/9kg598E+0tpe6KaBuPq+IKvjjOLjcdIbj0ESFRIEHN+J5iuhIYBkfRQgLbJCazYYaLACaKCoEKhzH8kFJ6jYwSA2Mno1rCJFCoA7GVMBNGiGQJ0Mznzr2SpHBO64mbdY45j146Kj27Nur226/jeP8w7IjHuaO88iRIQzlpAaPDucOZgfH78uXL1U3d/jddirsftoxrKWkpEMHjuro4RGNDE1p6Aj0gxOqTmaqTjEetIzN1eOufpT+8A//UE9+ylP0pCc9WVdddZXOOeccLeVYs629TVMQ1zDsKYY5RcY6C5omuvFO59RVq/K/z66zu29AY4M4gYPxT/JWcYQB+m52uU0MaXVyiuPbSeV6RgUFxnWUxTc+VmiLuZDkYRmh5vbPVYbef/D9H+hHP/yR/FOyr3jZy+QvAI4OTaizvaKVK5aogmOwSivlsnp7ekCv2ittajAObehAjEuV3VwcRaqQNl3aTBVHkWLGPikkKhZplzFq0l6Tfnmx1yTuPqXUL+DEcseAzF3sePt72zXJomrHnv06zFXHOP2Mopi5wrMDTx9vxzgKj8eCBYt1dHBU5a4+HazWdBDHXysUNYEhuI+rgP75J+nAngP61Kc+qw9+4EN61zvfqTe+8Q35n8P9O6cXXuA1cGD3c3+/cOECrTrlFHWx4yxhd5JiIu9ou7u78r7ZoXWygy7g+Cxv7vy7u3P6EIKajJ8dWKlUVhm9lYplaWbV6ePrCnoLIZbHOKCPNEs1xZw2r4h03ia2OUmKKtG/Mjr31Us3bTTR6RQOOooi2YGLV4bunK4xFl64eMEwzE56nPlRpH5KeYpMpmuid/P3SYTTIYS8Tx0sFiLaLqBX005NTsrljrfhoC2HT7x2sBC2Mx9ngbL6zDPlcc6QYXRsdHqhwTNh57982TL6XlYHc9I8moyzFyu+TmqiZ/fJ34Wwbv3lVJfFtH3SSSfJ1xrDQ0O65ZZbdNddG+Qd/xOf+ERaeeAdPRAlxoTRbJB1wrcltWHCKMvxktR56HYd/tjbteNjb9aOj79NOz79bg18/3pVMPy5YU6k3oXS/m9+RPs/90Ht/Mh7NPCv79Hg7d9XpUEr5uO2y9J8pNr2mbdr47/8ne756Ot098fepI0f/QcVD9ynMmV5m1Rpp87kxq9o3+ferV2feY/2/tv/1t6vf1i98ygsghhk0twu6eANn9Gmj79V93/svdr54fdpx7+8T4e/90UUD80MHf5Iov1TkXnxzTfoQ9deqV+89QWq//Qr6mNH3rZzg+L7b1L9J1/UT1//TH31mddo7a6tWgR/VeFTB03gfrSAvB3kDd/wbW3/7Hu1+WPv0L0ffJPu+ec3aNtH36pdn3ibsm23SwXqtd6R1Ncjbaffmz75Rt33sTdq64ffotrtt8v/NW0uJzy9iFAqjIu06Ytv1+ZPvkUbP/4Wwrdq5yfeq2X05dh40kf8udK7/127/uWt2vyRt+j+T70Tnfy9prZ8g51jq/HjQni009a2z79DW//lDdr60bdoy0fepIHv/ouSCWgzgAy5/B0Sz6nO3TOiLz/jafrGX12nA9/6lNp23q7y7jtU2nOHklu/r1ve8xp9/vfWa+4t39NpyOW1h4rwod98qgee47d/j/6/Tjs+9vfa/uG36eBXPiFO8oTFNYnc7/nUOfyf79Suj79Rmz74Ot33oddq04f/TsO//Io64ZvThmnyE366jDZ7mL/7fvpJ7f7oP6K3dzMm/6At179Px2SKp2tfRHD/B96lLzzjTO369kdUuPmH6t15t5Lbf6zdX/tnff3PrtTPXv0CrRlSro5c9/QlD92WAY8HvV2ekmM4DqI4UgCikwGD46uLKIoVokgKITdyKcegNrQReY7rBC8318Q5V8cZKBybRA71YwxuFGM4RQvwJ3joN1VcaINpA5RigEe5u/XPpNYxRmmayfemgnd3T7e8E0mKRdk49/T0aoB7+Z07d8lfDrLzGhuZ1OgI8tBPs8ZXyc8zNlOIpGIp5GFMf20o2zGECUa8icF1XyMIEyol5BWLJZVKRTks0mYL/rLYXXdt1tvf/nZ9/7vfU0YfOzC+wzg//2a6rzC2cLz5ve9+V7/85S/105/8WD56L+Ok7Nx/8uMfa2xkVHEUqUhbKW23e5dYqei2W2/Vm9/0JnlX9XtPfaoWL1okO+j7Nm1CAyK9UL7XtTOP6dBijpu7OVbt417Zi4TF3EV3cFrgtkxnB9hWaZPHxIrIUEaGI4s4UcpwOAGueci4uf9O22FWcV5eKFRxeHEUKSnEmtPTpb453ZxKoNyooBLtZIyX9eIdZAkHOJ978H3c39YmqyoWSip3dGknO9YMp1wvFNXW1as1q9fpxz/4iT776c/JTm8XR89bt+6VTwfiKGJnXdeixYvYufbrfE5YlnAC4J18G2Plu+mFPt7PnX5ZlnXv3r05nxL67cDh22kVGT+PYU9PD3OlIjs78ero6JQddieO1HV99x+FiJJff8fot4zBSZICcyDJ+fRxulFiXpiPHXk3/Wpj7IrFRH5+IuaP77i9uKqywPEzNMWCq4D+kkJBqF9l9FRiXvm7JWUWH5Yjd+jMd5ehXaXMKfNQCHI7wywMzWvRwoUsrBrT/QlsWFk8+Bl0fzxmpvXJmse+aX7oxCcec5gf5udTBOvRdNu2bZPreFFh/RbpVyf6mT9/HgvqCZnOc8Lz+xc33KAfM2+9YHn84x8v58/W2Ik1OJvioeI2TIZ7jYFfeUQqveVDWvTi92v+Sz6i+a/53+p83zfV2wmDEkCHHX1S+z99Xp2vept6X/YP6v27t6r83Xs1N5kuV0zYJflLbWuvv0WL3vV5LX3nR7XsLe/X8le+VSt3UI7y+Mzf2AS13zSi/je/RX2veYs6Xv0O9X74W+pGHjtsuXfwxCaqb4vU/c8f0Ny3/6MWv+o93K9+QGf88EYl7bDCYWBTlYNkXJYW90rPBqs+9w0dfuJf6I41j9BNF1ymmy+7Qluf96c68z++q6fCe26dCt2gChrAbRLkb8pl/m3Sypvu1xnvep1WvuctWvied2r+h/5JHR9+j3r/9f1aNQE1+lGrb+axR1r63o/qjPf+o05+/7u17D3/oDPGoLPODet9hh77qtX/fpdOf/eHdcbb36el7/nfavvwRzRnI/TmWyJEx4VJafmN45r7xk9pwd++X91v/GfN/af3at6dVQXKofr1N7Isoo9zPna9et/1UfW/632a87Z/0inX/5u6cWi5zqBRharmYZnmS7+/Qnr0TTdLL3iJ7jr1ct1//qXavP5KbX3yM7X8k5/UH0J+inVTJNIEtKFOQuq316Se//ix+t77Pq16yzt16kvep+Uf+Yq63Q/3h3JNSRWw8k5p8bs+pAXv+JCWco8+7/0f1ak//Q9VWjqFZf6Gbx62PjIibhed9EC76OdHtPC1H9Civ3mrTnrde7T08zeovRca94nxy/vXI10+R7pugIF445t1++8/TTdeeqXuufopyl71t7py2xZdvUgYWOp5DlovGXG/Z7ffirfKTBdD5JC8QhwUOAkhSmZTGc4649jcD3RwDhM6o9DOxnMmimJhbyh54O1yG60Gu1nvYkXFEAWFOFJUiJXHIbcTMWzQ5Qrknehtw9bgwjTjZKmRZrKTH8Hh+78+HZuos7Mf1f6BIXb6B9kpjuHgD8q7PhvhiH6NsYMZwtG2dxQ5zu1SqRyrs6uik5bO17Lli3TW2tN1wQXn6DGPebQuvPAcLcIh2fC1s1OdNtZlpRznBXjZ8BZLSe7kk6SoiAbq+f3mkPZyZB2FoAsvOluXXHIJsgzqZz/7T33/+9/XFu6w7XTuvusurhfGkGOuFi5YqNUcNZ9++hnyVYO/QLUE5xzoozDmRZxJqZjIP6f7oQ99SD4ZeOEL/1LnnnuufDzb4MTABreEwa60FZCppBpOOEkS2YGHEDDIFdkBzuduuptdZu+cXtlwJ/CN44LsBDo7O6SQUr+oEnfnhaQgvxyGEBiaTA0WHE1gh1LBGRVp0zysF/EgBtDZ0aY2dLt334Da2juV4Bz85TI71q6ebh0+ckRmt/nejRrYs0/+64el69aoctICjeB4Pvbhj+mveWa33ne/Ovv6GNMB9XHcfPIpJ+nyyy7TZZdfrkc+4pHq6elRN/zqnIj4z8o8JpbXuvB4eL64LGMiLmO3an04PTQ0JO+cSxyLh4DEtOlxtmPrYnHguu0syjpx9N6tluij+Z4IbqNJfeuwWCwqY4Fk3Xj3nfKMJOjQTnyKxVCGHDFjGUUx+u5YbuOSAAAQAElEQVTIx85y2JE2eL5yPjh6HqvccUsBus5c527HyGWBT4MddhN48er+xPBNGG8vJn1VY1k8Nv5CnI/Yt+/Yrm7G3Uf0ZRaL/t8bO1jwxFGkAJzvEwjzNQaPHs11ZH4LmJ9N5POz7gVKCIF+Kp/zTpv/N775Td1wwy909tnr9ZSnPFXWn9vTrFc0K678OXdPfxukcDB9Seo8V+p6lLTkEVLP2VL7OZRVgMsJChjMrlXSvPOkpZdLC0+HbjkFZVAELWmIV8ifS3nfaVLvWeBCyjuB2yPI334W5khlePavl+aupU2OWNWj6b6YFp4R/PrIW3ISbcOz6zKp7UpoFgDL1iQMwG+n7bCpy/OmeUulUy6V1l8hsXjV+fTrdGSa2w9xH+gCdlIlQto5pkPaJUdyWSKFBVInfZpzirRgNYDHPJxh5zxJbcD0bttwfI4U06/yMqkDGdxHua0CtAHEMzAt6RLyVBZLnfDsJ5xLe8V2aPymLw6YuzKPyhoCdDX3TGnxfKncmZdO6wxeOZ1D83YRbfVAN+cMqZsrhT7GI4Z/flJjea2vcQjdV4L8nUjtC6WVtHXWY6VTLpBORY8nMyf6l0iFDqjgm+vLbZkHjptcCvnsk7rQV0J7EeOlk8lr0bX6U5TiuVIPOl2ITnvp+xz0hY2QIugtG8GD+uP8QKZBkLfP+LfTvx5k7WAOV+BVou28nuWqQmi4DjK3IfupzKUL0N9F9Aebr1NXCuMNXTIDy+j2W3DacBqS/G1+jjh0voEsCTImtNOMiSBghoNLMWKWJ8XQ2Og0MWSuaiMT5XSB4kBWICSgXooRtJPP7LRCpAijEkVBAm7KfGwAjdx6uNqDgFGBW2bjAoSTz5xWrFoz1v6DIxoeqnMczTRn7LGT7HQlmmUhQF6zrpGRcXYfNU6d2rR+3Vl64V++UC9/xcuhaeqxj3uMfv/3nqonXXetLjjvXJ2ycoW6MID+z2sWLVygEoY6wREG+tzObtHpOk704MCAtm65X/fee4/8Qz233XaL7rn7nvwb+lMc5/fPnavTTz9d/RyzL1iwQAswluvXrdXcvjnqxpksX74sN+InLV6kk3DqC+ctUF/PHCVRrB4mj4/zh7i772U3uG3r/XoLO/j7Nm7UM5/xx3rC1Y/TfB7+fpx1gzuzXRzN/vKXv9A+7vktc5OjYjuApFBiMTHOjrao+QsXqYz8ixafpBUrVrITnpujm51+R2ebCgx4A11VKhiCMD0AxaSY71CD9U3/PXYuSRlLj6fngZ2LxzMvY3wcL0SRent6NDWeMi4NTU5M4dyPanh0DJ1nXKsM6qRFizU5NqmtW7fp8OBRXXbVI+U/a3zn297OQmmPuuf3qX/xAg2NjaCfk1Qut2nB/IXocZF2bN+p++/fqo72Tm3ftlOb79vC4qSsBgtRO+zSjGM+woJijONqO52hoUHaPaqhoaFc7x3t7ezAS/AtT/cR2eM4luE+FXHaHm+nW31z32eDKkzjSHUWeJOTE/QtJd6QTx1CiHDW9Vz/kxyp1xgnVEhb5ZyF45atUilDV82daifjHihtfcnO/XDbhYIfaCmKY4lGA/ots8u3I3fbXti4DY9XnUWPFysrGeMapwUDzFP/at/8efNUYfx9umOexiB6Ny/fvbeuLqIQaeDAgbydjvYO+lNnAX1I7R3t6mKuWC/i5QWmF0YjnCJ84AP/rM2b79N11z1Jj3/8ExiLkszfVwWQHntHx2KOZHz8JoAsf5vWkZQPw+lA3CFB/sZw5c7OiRaNyw2nDZcZrTzzcHp2WSvP+UarzHWcdug8w202yKyBVhxDlMvhcrLV4me6Vp7zHTcvx03D+ObnsNaU0w5b8BwoQmiaEqHjBULnt2BalxmtPIemm43j85x2HfNsxR26jvMMpw2379B5huOmMxxvwfPcPFswbauuaY6nd55pne9+ON2C8xx3fevFOnPo9EPBdVzm0HUdtuB8VIcPUb6AaJVbRsttmDaCyGiVO+94tMrN05hdPjvd4tHKc1stuE4r3/zcN4fOM5x2nxEnfzudR2Y+ZqdNZ7jI+a14K+3QcD7zsaBUMef1TZxc5nzSAUSetBh6GwR/wS5lx5kbQwyQyXKHTSSEINM02XV4dykvEnD8yl8hj5l2NvKimQ/nT0ctbFAItAxPEYraiKBmI1YUxUpKsfr6u3X6GSdr9ZrVuvTyc/XE6x6j3/v9J+qxj32Mnv2cZ+pPn/0MXXvttfmOwzuXlEVKpeIdWFO333E794p3aseObSwKhsAwzqBDYxwn3333Xbr3nrvzv6G/E7oNd96hrezKhzCS7lMHBtC75JUrV+qM1WfI30RegFN3fi/OzrtoG1fvnjtYQMxlAbCM+/0Su0l/YcryRyEoRs/FJJHvQ+/ewG5/dFS7d+zQR/7lX/Sud7xDcRRpx/Zteu973qO/f8ub899lf+YznqGXvuSVetOb3qb3ve+DLGYm5GsL684OXby6unu0jN1sW1u7LrzoYnbGffLuWgqyoxavOHcgaJWxRBTFcaQ4ihRCkP9BMv0mjerReaQImkCu2/JOtJnv8mtKWBiV2OmHLMiLruHB4dzw9/T05PfgVZxPmR2l586FF14oO5nHccy7lSPiz332cxoaHFROS0Mj46Pyn8SVSsV8hzh37jx5h7ps2XLyV2kLCy07x8c85rF5v1asWCHr1zJNO9EKEgrHO4zDamghVxzeoZdZCERxLNOVHKevXgy04Qg7GaPu7m4WAUWup6bk+e0dN8R+k86Oocku1ztjoaUyx/chBPpazFGg8+ZpXhX629/fn+tmlMVOFAV28yMsTOq5bN5BWw47/yhmodfbqy4Wg14kWybL2aCtQDvWWxRF1G3IciXFouqcmDVZ2caFmDaS3Cn79Gr/wH51dXYpd/70qQ05XNfPo+fi0PBwzmMeiwDr0Uf3BXhY5hCCAnJabtMm9Mf8vTiY4prBc/Xee+/V+9733nwx+6xn/Yn8DFhfczh9iemHvzSoWa9oVlz05TeHaxpByus5bsxOO+683wSxlBv5Fq3TNrZOO2443kIrHah3IpCdy+Uy13HYgstmw/mmMRw3bGGN4+laadPMhuvOLnP6N4X5uK7D3wSmNUzr0JjdlnVjOM80jhtOOzwezjdMazhuGodOG7PjrbTzDLfvPMNxw/HZMJ3TrdDxE+H4dmfTzK7ruDG7/KHipnsotNo7UflD8XN+q48OTwTPHdMZLnfYgtMtOM8yeK47pF6RI1xO7qW4qCZGt8luz/d6GbvFFC8bQpQfD8sGJooVQpjhlhGXAv+wiEopt6ERPARNCIHCIBucoKAMXuIVgN+t0PHjEUJQwPiwgqAoVrnYpTPPXKfHPuZx+v0/eJqe8ntP0SOueoRWn7laZXZK/htkG8H9+/ZpYnwsd+SHDh1UH7vqQiFSxinFCnbWjQarcRYiNmKG03Ecc+zcroMHD6nEsZp34P7ltdM5SluNQz/tjNO0atUp7I5XyGWLTzpJ3ThVfwkqwWH39PRicDtkpxKQtoxjL+FUiOa7uiq7fv/ojr+49D3u8L/6la/oZ//5n9q1fUd+UlAsFOQf6dmy6T5Vpya1md38zm1bte3++3XH7feyi92mFM+wYEGfVq8+hQXMap1xxhnavWsXi5RObYLeDmYBR/U2vC47yg43pZ9RHMuG2vA4pDh4D4/LAnMwIHBAzw7lF2kHLbiO9RNwOK5rJ2PaAk6i0WCViFxFdpz+EttJHGFaBx6LYa5NHPec8A7RzuUjH/2o/KNE//yBD+S72quvvjq/W/Z3CfwLdP6WfX9/v8osHrZu3SrvXO1AB1kQeAG1gNMSx2P05bZ9P1zlxMX6tpzOs6P0AmpoaChvw7vXEEK+MHK506YxRH4IIXfys/uX0icmDCrICNIcQi/e4ZZwtu67HaLbTgoJdNNvLzhCCHK+d8Buo4RuRGV/cdMLH8vpui4LIeR9tVy+F3c/rGOnHRqO2+map9P79u9TCEH5Ao4wAgcPHmSMi/rpT3+S/0XKIk50PC+9A3ebA/sH8rnpNissUsSrxsnEyMiomoxh3gbja3379MD98JdDvQBxP77y1a/qm9/4hq666lF6+tOfrnksYGEhz3Ev3vzMe/45rwWmVitKmP03QbUHvRmEB6V/24Trt2ADaMQwsbRGq+w3Dan6oPdD1WsRudztGI634HLHHbZgnfkU4PiTg9YJwm8a8ozmX67774Stth22ZHFotPIct6wPB/fJ/fttYT39n/Db8vx/N3r3ryWT456Ps5GgPM9Tw3HDcdOY3nB9yNQKHW/B4+I4419g944vlHD0eTaOP8NJBFbCds427jYIwhiIl+2geYYQCIKE82jWm7KjdVzOhzbEsaI4UhwiRdSLIOXggHjIQbNcE+ctKn/ljB0LClAIPlKsQlRSHEochc/nXnuJuns7lGZT7MZ9PDuoCe7uvTBp1Gpq1hsa4s6xk92NncIPv/8DbbjjTrhhgNmdBJqLo1j9c/rk+OTklKSgzo5OeWe+Zs2afIdlo14slpUUiyoVS4pi5MDBRFGU74Db2irQd1BWlMXMkN1G79DhQ9qBA//VjTfq5ptv0le+/GX96Af/IX95bs/O3UrYzVsXhw4c1CEMdMbiaM+u3RoZHMrT8zj+n8dRvZ2x5bvk4nP18pe9SO9+5zv1j+9+t97+tn/QO/7h7Xrb3/+9vGO1Ie5mB2eHGCPjAk4YvAtbsmRJ7kSKLETEy84rhKCEPtigl+ib0EoUCvJpTBTFUP36O/U8oF4IAYeH8nLBQk44PS+a8s7c3zcYn/nTviU4fO/4kmKRhU5FdlBbNm/RBz/4IX3ogx+W6518yiksrA7mu1wfOdsxTXHsbUc8nwXL8uXLWVytkp2IFwveNbufPT09ihgDo8KCwM6mwQ7YerCzMb3HzosF01hQ8/Zu2X133KHLzdP0jlsm83CajrqXDmaQ5SEqUKBthjpfHBSZFw3GL0NHrm8+dpQVrkRixtl5lqHGUb5DwTUoqJSfWrTl4+O6TtdxvHWO4pOkoM7ODtm5l1nAJoyfF05RmJ6/1oHpivDwlUQJHVhnBw4ekGVZyrgXi4nK7OjHucow70ajnussZn7Ywff19anKs1BhDk+g8xKLUvPwwrWru0sF2jSvjRs36Uc/+pF27tyhp/7e7+XfE/E8S4o+Hcvk58vyhRDkv923rluIWpE89Nz6beDahuebHUkLdi6G0w5/W7ieYb4PBZcbLnd4PNyhwIflc59sdGfDeS208ltp16OqDV8Oy388f+e1gHH+bzvpVt3WgqCV/m3Dliyt8ETyOq9VfnzoMuP4fKedfyI8lO5PROu835bedX5XcL9+U7RksPyeF4bniNMOjVbc881pw3Qngmln5zvdAm1F7HYjnLviSPlvAjAJMeuyU06bmeoYUmGgCqWSmlg5qpBk8mL0FIU8r8ZOucHuAKsurArvWFE8A+giEOCRhxiGZPbL7AAAEABJREFUIL9sQBEEnk4ZQZGpFMJMSDqKWIqgu+GhUXZm49q1a7s23XeP7tu8UYcPH+SId6/uu28j6U26447bdOMvb9Qzn/ks+U9+XvrSl+oPnvY0XXrpZfrVjTfJxs5fimraONPvJsfQKUf7Npy7d+/CCJdzBz5//gLNmz9PXgDYEHZyzCteI9xT+kjZO/RNmzbKf0e8+b7N+iq7nrs59r/11tvkPzuy87ID9xfHUk4ymujQO1D/BoB5NHEQcRTLX8aL0IfbX8JJwRjH+E1OUtymjbV/mtc74de/4Q166ctfple+8hX60pe+lP+Wu3eGvpv1zquDO99FHFc36E+JXaQNMOIqRJEct8OPIsaKRZnrmc6OcXo8Iml6QHT8y2OaUaeVb/oC49pKN+iHZf09HEGeFwJTIMt1aEfstvyf5Pzyxl/qP3/6U/35n/8547Vf/q5BBYdomkGuRuxgrBPzH2I3bofidMbcMA87UTu4EIKc58VKlYVdFEfq6OrMF2RTONQ6czCDJsZhBspSZbITKzJ37cDs3B3G9MFx6yYE88xndT4/QpitjJk5Cp8Y5x0COqTPURQpQp8hBMIod3rmZ31b1iLO0KcrQ0ODlMca5Wpoaqqay0KX5FfKvIuiOD958I7fR/126u6bnXSMjNa/dWOZUypaL9ZZFPGskvYdvxdCpt+5cydzdn5+SmId1lg4jLH4KuP0LbsXUF7wDKNf8xplrplPHT1OjI9rAScmnqNecPmLd3dwfeUvg/75nz9PvioxneWx7D5haKLrkZHhfDw7mX/Ob4EZ1YpKE3Ok0R5pqFM60i4NVKQ9JWkH2EZ8G/lbKd8CNndLmwg3gnuodze4y+iXNsyT7gA3k/4ldDdQ71eEN4NbybutT7qxQ/pleRq3w+Nu6t1G+a9o5ybau5myW9rhQ9ntvZJxB/E7odnQRRuEd4ENzqP8DnAL+b+C76+od1ObdCvxnN50lG2YFd6OTLdCdxs0d4A7gfma513wdF82IGcOZNuA3MZdtOOyHI634Dq/DVr1ZsK7qWvcg4wPC+juAfca1L0XbAQOjWPxmfJ7KMuB/B6ne+jTCUG5++Q+bqDOncA6Ne6El5Hrj7h1nusJWR3ejW5zkL4b3EP6eOTl5Jt+Nkyfpymz/u9kXDwWvwbngzsMaO8AdwKHd9BmCx7vh4Jpb6fObQZ1bp0Jbyc+u777Z+TzgP5aPst5N23f5XnCvLmd+XkbuJW56vAO5tsdzN07wQbKN0DnvtzeGXRLR6RfUf5f0P4kln4Mvocd+y74Hn71B9ixHxbIT6QfQndXWKFGgDmGQzj5xjEHmLL7StXASSkLGFNoAgYmYBiBMDawVJN6NrA2LIK/8yOMoI1IjjjK/QjNCiudx01HNdLkUifDGTrP5WTmgQ16bi0oD4p06NBhfec739XPfv6f8hfitm7dooGBvTrv/HPV09NNsyHfjV/1qEfpmsdfoyc+4Vo9+tGP1WWXXaH169frHu4ZbVDtnCbYyUdRrBhjasNaxQi7n7t37+b486BuuOEG+U/hfvKTn+g/OWa3I/ffsv/qxl/ld/j3b9mSH63v3btH27lP72hv455/lL5l6KuuCXZTdog2jnV2a6MYet+lphj3Jo68gZEc54phFGNrozs8PMpCZats0GOOxRN2bAcPH5Z/Hz5DMQUcVyZp7959+vRnPquXvezVsgwBPfuu2grr6elVN/e9ZXaC3p3a8cRxpDRf1KRwkaI4lsepgpO1I4WlENoqF0Mst6FZLzuRNB+o6cwQgqIo0uyXd5Xlcjnfvbu/P/+vn+fF/jb6Pq5Sfor+9u/bj0Ob0Hvf+34tOWmJvJO86+67NT4xoX6Ogj0GYzgbO8P29g6ViqX8y467OO1oZ5Hlk5dxnFaDuWiHGHMyIWTxtBnkmsDzsLd3Tu7ount6VKS++9jByU4P9+COG21t7SqxEHKXDPMzpCAfc4uXF2YZOvNYZRDxVghBHs8ai4kSi4Y6zjGEgC5C3m//1G7EWJBFP8fV2dnB1cME9SJ2/5M57zqO14uWCuNjOdzPPM1xeid99P15B/UsZweOc3JikuuwVIP5/9FQ1ShH7QcGDjCPN6rOXb3H27JbZz+Y+e+DTz75FJXhN4ROli5dJuv/6JGj+ZhnVhYD3M+pkRRYEPSpu7uH+drk2S4xn+6X9V6D99e/9vX8y4XPfe5zZdm8IGpHRj8fXgz4BM3PfAldeuHhhYFmvR40Q97VuFhvGlmrvzl8ql66d7meu2WhnnbXPF17x2I94Z4zdd2Oq/TkvU/RE3b/nh6788l69K4n6ZE7r9MVu67VZbueqEt2P1GXDjxFlx/6fZ2794m6YNMluuT21br0tlW6aMNZuuCec3Xe9it1yb6rdfGG9brkZ0t0yX9264K71+qJ+6/TxZsu1EU39OnCnxZ1wU9KOv/GRTp78/k6Z8vFOmfzpTp7y+Vav/lyrdty5TGsv/8ROmfrVTqb8Py7z9dFN6/WRTeu0oW/PFXnbTgX+iumaTcTbnu01oOztz1W52y6Qufdc4nO3Xi5zgbrN5vnI7R2yyO1divY8gjqAeffR1mOR2jtfWCTAc2m2XAe2Hil1h6PnJ6yVnif65GG59oZnEVorNl0pY5h4xVacwyXEwfIvca0yLnu/kdp/dbH0KfHyvG191+lNeSvQfYz6e+Z90F/32VaY2wmnA3nHYe1my7Tuo3TWH/vZTr73ktzrL/7UhnrCNfddamMtYRr77pMxlmExtq7Lid9udbd/QDWUrZ2w2XTdTbAB5xN3XNauPsynXPXJVq34UKtu+1crb9lPThL628+E6whbpC+ZS3xdTr71vU6+7ZzwHlaf/v5OvuOC8CFOvvOi3X2HRdr/Z2XnBiUnX37hTrntvN17q3ngnN03q3nEJ6rc8zjzotyOc5FrvOQ/4J7r9SF90zjYsKL77pS5995qc6/5SKde+N5OufHp+vc/zhZ5/3HKYSrdPZP1ujsn63X+p+do3U3QHP7o3XenVfr/LueoAvARcQv3/BoXQWfR91zhR7/45V6wg+X6/E/XKrH/fw0PQbej7rrkXoMc+pj+/o0oQ51Yy0Dt/QybLFEDMeUYlyFYbDjiOKYaKT8FSI12PGHKFaDXV/KfalcL4rk3VQIIhk0/Y+4lB+XZzi6ltGxERUf/qZ7DlxN5DQLjpyYdApvG1xqszstqqd7jnp7+7V86VKdfPJKrV+/TqedfqpOOmmx/GMpozjVGNn6oSnGJWWNLN9lW8ZNmzericE7fOiIjhwZxBhPSkh4xD/RimH9LguJm2+6maPIPdqxfbsGOVI/fBhDifGbmpyQrwX8P9QdOjCgo9QZp62piXGM8DDGdwpnECmOgnxc2tq5N3DqmaZfAxhqf3cgw5FY1tNOO01jOPyeOT1avGQhemxygtKgfoO+JhjtslBBnh7B0FdrDbEOow3JDranu0cR+u7i+L7AAqGGnFWOZYvsKDMqNtFjxtFMk0pZPiCRorigGjIF6jnLknkZkAWaAiGE3MGEEBRCRKYpAONiuY0QKCOrhsPzXbydWGuc5uBw7Rh86vHF67/I7n23hocmdPHFl2ju3D7V6MMYTt1tRnGs1VyXrEIP3TjoJCkqCjFTIrDgOqSkUMzHqcEcTHDePiHxlw5LOLMOnHiZBYt1UCqWc2clBfnKJWWMC9Q1r/HxCTWYc800QxsSU1YZ/YJkui1Hsoi2EmVpkF+BcvfJ8M7V7U9Vp+Bd1ATj3eS5sIN1P70IcXtewBVYgBSLRQ37FwJ5HpqcsNQYkxR6j4/HyvX8JdEGY9DkdEA0maHbgxy/j7FANEZHxlQqVeQ+GENDI4qighw/5eRVzP8+JUkpx9jYBIuiI5xaXa4Sejh08LDiqMD8PKryDI++Of057RzCIzj+Tq6qvHDwAqwTPcY8w9bbTq6XPsNCcv78hXr2nz5bXoiEKMoXsb6asj6Ghobkb+vbufv7EO6D+229tRC1Ig5jJpyYMBmK9oMQAj2mIISgmDJ/4SCKY5nGJQVmYhHCMoNRSaUOjvO66pn60kj9DSimyPD/mtIoKjRiJQxuN0ZiflzWnK4+8RSKLYrSo8Nqo35vEilERakeAUnVVD1Vqase1Al66lIvYR+hMWcm3l/LNJd4RzNWqFFvCmbVpkqTTc2Bh8uNRdSbj0w9I5PqGK+puyFkDSDSXPowD8yfgePzmiHPd9lcx6Gf25SMecQfAO2T7qfv/Q6h6Wf2zk2leehnnsMWSM8nPt/tIO/8h8E8yuY1I82j7ekw0nzSC6jbwkLHaW8RD8ZC9G4scB7xeYQPhbmM3cOhHxn7qW/0Ee8Fc4DDHvrQqyCHPQ4DccNx0AW6Z5DTtcoIu2dgmmMgrwt0RJEqoBQiFQ0MdIl0GTi/ncnfEWJ1KVY3mAP66Hc/YX8aa64KmpsRngjQ9FHeS9idFdQFOqHrJs98+ml/bpD6mXrzjJASn0ZflMrojykvSH2J1FmKVCxkiiMGPK0qakyoYDQn1Z5OIUdVC4kvaU5oWWNMy5rjWqoJLS/WtKQ0JaUHpWyAyXpEmjqiefCaFzMP46D5HLvPqU0qKmLoAiS8oyQWw8HjkirFUQrDEdBRxjyzpYzRQwFEPLvFKOa5SiWMsfzcRrEiaE0fQlDmfxgy2CrL0hwpz6V3ipmoR1kgjNBBYJERQlOR08RFnrisDoxNDN84FBSUqMAzPTVVV7lU1o6d2+X/Ba6JUbUx9W7/K1/+gqpTQ/rB97/MCcC/c9x/n9orCcYuUe+cOWrraBdTUtVqTYWkIBuvJka3vb2dvKosv2V03rTcGW0W1I1DXb58hfzlMB/Nerfob9l3dnYqRRcDAwO5I4i55yyyy/UP/QwOD8v3oY9+7GP1ope8WG/nvv2Nb3mzXvTSl+jqJ16jwxjeGg7zAPf2dubjOJIpnESpXMplrNGvCZz3VA29xEjDGFEs76ompyZl49vW1qYYW2kHYqPrHbJlz3LdUsHVwnRIdNb7gbyAZgMlITAKOKYQgqz3TBm5yj/TfNwYM3Kcm0J3EvfCttV13wUjw9VXX50f5/ooOSkWc7kuvexC+X+ZK7EbjhjLefPm67RTT82/BJkxJ7o4iVi2fFmu366uTg0ND+Xfvl+6dAktSXaKdk7lSkU9jEHMPCujXzuiCjtNBkwNxq9Eecx4FmhXcaSkVJTzrBP3wzppIKf7kdEX57kfGXrKQS9dVmPn7rRPgKwD1wsh5GMcRRHPRTOfJxMsDk1n7RSLCWPSkMfBCwDnexEwyQKx6nnGIqCEPJbFNCGYXzOfkz5lcR0vEgos2Cr0w3QeYy8sPD9cx862wonACFdI1olPhfbu3Yvj79Gpp67idKGcLxz9556eT339ffKdvPUbwnR7JT8zO3bk8nvujnKq5MXHdha23/3Od3TKKavkq5hAPz23/GxEcQzvSt5v53m+W17HY/pVQV7NekWz4iiEJApOGegwU36zWK8AABAASURBVGAlmoEVEtNh508jCGrFPJ1JJiWEBeZbqNYVs0LsjBJ1JxUJA2z7UOahKzHwSb2hAkcmXQxCZ1ebBJeUFbRq4+rl4egqtSkKiSKsWoEHqdRI1Yajq+C4ctBOGbTiFYxbvthAaR08zAmTVkwOuQ8YKP+GeSHKVIiDHAaEaWBEldaVRJpGPBNGEvZUeT70x+KR8rqun5dFmk67HvAXp2LaiKNUcdRUPNOuwyiQBwqUGZYnBzLGOZTr0Hp8MCLyZyDCHIG8oAJ9Nm0BPcRCFvoeK6gQIkAIbYE8tEjaedOIyW+h4LjrnxAPyITY8i/qeWzzEMeSNKUEZ1MEJYMFTgk4XczLM8YvU2DMM4M5RTb+KMvRIM0+SA8CeT5yhjUuRWL4lYoQMPxK6Y8hQrJm3oEQZBKfQp2E4WFguuPLnTeDQIgTk1JYNY8hRdKUeeP8QHlMC6U4UUHEWNBGzPEkI50milnQqiaJhWdGWcbCLEPXok5kMC8THIWyBlnuLSELhCIrVPZ1KqPoYlSDc0NFdkkQKX9lfDJW1idPt4pJERo4ol/xjFjX3nl7gVTF2DUxZMIY+PktOARxUpDTMfLEIaJ+UB46jhGJkS+WFAUpjiIQlFAviWIlpD2nCkHUETRBkKuT3ceBgUPsoCc0zJ39nXfeqa999SvafN998lH2XXfeoRrH8M959vP1ly98rt7ylr/RJz/zz6rVJnIjXUfOYXYkNr7z5s2Tj5dFP3vZhRaLJY5Zp+TXFJ60im3x7mpsdEQNdmWT9NPHlnZg23dsl+/Pt269Hx41+ct269evl/+M7JFXPUpPvO46/elzn6PXv+lN+rs3vl4veNFf6byLLtS8RQs1yVH+wSNHNIYDKGODxByrYsMW+W/sFy5QmXGIcWSjHFV7t1avMzcYD1QjNoH0Qyokkr/9387CpJAk5KX0sSY7QjuqMk4whCA7G/OXMgJ0SOeY+nw6PgP6T/FMOXnUMw856g+o/TYvY7osc5ZSNlPz5s6VyfznYCk2dwe6sfPwlcIQuu7GMbueF2W+J7YDc7oT597T081CpSE7LtdZuGAhO/kDMq+VnNZ4TPzzwsuXLVNHZ4cWLVyknp6efBFQxJkXUESR/rsNO7SkWJT7bsfj0HK5rdzHMO88H51u8kx4YZDZ2TOnM56TDMW4P3ZeRNWkbwlzuEmf0rSJjjNkrSvAp4Bzazm7jLriZXkqbRXaL5GSAnTilcHMiJjXUhDqVcz4JsgdMc+9GHAbIXi8xDjWWSxOMBcn1UQ+LyZCCPmVQLGYyPVWrlyhOI5yPdx22606//zzcfa9iuBnuTxv58zpVZE5vZA55XHwuJmXeM2ZwzakkOQ8/a39n/3sZ/rGN76hJ177RP3xH/9xLmOdxad/ThdyZJnSwQMH5H7HTET3Z4rFp+POK7GAM10LUSvi0A17uoQQZM4hhJxRa5CiEOUdnaaBRIF/s0Mx8Ruq8vDauHR3dE4bJCxHlmLQjHqqOqvekNXU19upKCpKzSqGYkAdrEIq5QqKKyoXjMEMKDaiFcOt5UCAIEETFCGjeIVIKhRjZbELMaChoQZoxqnSQgZS7G9d/lelvRRnnEaU4ZizPN5URtz5Dp2Xh9A4zL0dvB4IMwXSmQFNnk9o2geQImSa883yMuJuC8eftcATnYVM+bMdgmQokkR8BrSkFkS54y7PZuKZeBFXRJ0Thc4DweUGZHoYTPOTMmgcd0iUjGy6Gg8KIou1jSIeSiMmNBxvIUCnDNkoc/xE4Gll/FPlZZAeCx2nNbebayPnhZ5gaJaWCW0qhaCFPA/B0hOA0c1dtcPZ5cwUpbSV8+SDt5oYiiYy5yDeMKjt9lweeHgLPJQhxPjcTEGRooCTZ2cbcPrCuXszXUOwGouyKnS1KFYN3dfoR5M5LQVZfwV4i1fBPGM6w5FuUCqGSyUWvRJ59Nk/zjIdV/4q8yAnGLc4RCw63X5QQGY+899t9/FmxGIkQc4YugIGskAYR9CCGOMwG4UoVhzBC35xBA0COG8a0/kRslhmi+kQr5UPX5WdvJ394OCwdu44qIM4/iaOcny0rsnxTH7saU7Pee6z9fy/+Au9/R/epu6eXtorwFGq4ATrdtzYhTiKchsyMHBQGf3xT7dmUp6Xojs7iwgZfUQ5MjyIrZmCrqludvDXXPMEveLlL9fVj3uMzjvvHC3h6uDSyy7lGuE0zZ03N79f9ynJJLvDKh66ga49tiGOKKtqhA1Hwg4vpe8NxmgKO9ZEhhTU2aC0YZ+KxRL2KUGikPedoeG54I2Q3sXb6JdwblOTk/Juzw7Su0Mb4hSeog9Uzt80k4fURg+B+DQCKZOFEMibflsXeYyskJdnsGohpQgBECZlPvnb2tbnkaNHFKP4YXabk8hz+PCRfDfZ39+fL9CODg7iwCbz65ArLr+cHeipWojjTrG7TRzvUu6Uh9nJu94STgns9L2QEXIVcIpNHG6BeTXI4iFEgflaZpxwvIyh9ZAhTwjoic4E8sy3ZP2hnyKIyAshIGMBB1jMfQ2k9CsF1HYCHu6Dnb14WYc15soUi8eINi2Dy83X/EMI8Emor9xB22mPsUCrcsxvHjWcZY36PkWAHXQp45i6SzK/EALjW8jza9Cazvl2nAWeJYpzuk4WOV4MmafnhnXk76z4T+e8QFqxYmXujJ03hxOrCU6FPAcsh8Mac7DEXDMPO/adO3doaGhQBw8e0s9//nP57+Tf+MY3aN269fIYDHMKdYTFqOe//4zz0CEW11wrdLNosw580mA9+J7eMmWea+7gDKKZMA8atk4oN6I3Ic8RSivIjr6IYREvM82ZQJNC5P9q1TsuNi9qREHNQqRxjOJ4aCp0lKUujhcqkaZCTZM88eyjVYuaapYaKnVWlIaC7CQPjuxSxqQUxxjNpKhGHHDUTWgz1dlG1Eg7rLfCPE9q0J7/S9MsjhRw9CEOkoElCjOIYsnxlF28eLgD8sWUebcdMakjdlcOQx5H7pkwgtaIlerByFTAUTuvQJnjDqd36qkcLwTTgLy8qTg0QFN5Pnkt2laY10H3XqcgrmajwGQvUKdA6DankSk2/Uxei28rzGmQ0ekYWfJ0ziOF9zTyMvJaZceHBcoK8HB+RGgdZugtBwuc1MgXUZmyXPCMhyDL+1hErgrytWN4OjGU3ew6e9j9nwi95Lcwh0k1J5XmMKl8ZeCwtyH1ciTQDZ8O0A7fNsI2wjL8SwbtFZE3jzv9a8hUysszFSkzclryXA/ToFImFWm/yIohIZ7DaU6TElBUpCQEIBWZtkncVBSqytIJHP6o0mxMUTypuFhTGiaYh1VQUxTVFeIGaKpUKaitLVFivTXrikNdCVc0xUZRxXoihwnxuGmasqQgv2rVSQKECqSBn0cb08AzF5j7EU68iQ78ZbEUvYSI5wHSQiFWHMcqYJgj8mLonFeICyrk8QeHUQxtRB0QBULgUCESahES0N+AVCBPSB0s6DPaFLkVnvWeni5F0J9+6gotWzJfJy1eKIYYFiVtuW+njh6oKg5F+QdPQsgU06b74kWJ7Ytl9W460LcpdvJ26lMsAhQCOs4UxTGOqlP9c/tVKiZasXypnvWMP9bTnvIknXrycq1bc4Ze+fIX64zTVmlo8KjKlZI6ujo0f9ECDWEwC0lRIY7k/xZ1Ar528CGJlbDgmMAhnH/xhfLx/ODIsA5gXBsYzZSeVzH8U5TXcBR1NiziFYLkrjOliJDBO4Qov44oYTNLGPMEPdu2up88KVC03kH+N627Vt50GEIQhTnycpLi5biLiMpO74EwTMvBmHhsa5xStLW152PsnbuPhF13GTvxJz3pSfKO/A/+4Gk644zT9bznPU8R+miw+Ong2L2np5fj4lO4hilphGNk/36B58oUO8aIOdTGqUdCv7p7e+R5N2/BAlXIc/9c14tQ0xVx5kYcR7LM3p17125FhRAUMb5SyPth52RnlaHIXJ/0IyPCWyl5cRyLKiDK/VEURUqxAcnMvA7w6uR0yQ7YbRaLxZnFQ5zv+sXL/fM8cltS0HTdWCLudhr4vxpjLF6eh87TTJmfGZd5B2548VBh4ec25zIPp2XN9K1vfzufm93dXTn/rq5Oud7Q0HC+w7fuvPgoFktyHwZZbPkY3/FCIZF38iXmzRve8Ib8uRhk/lZZcO7bt1979+2TnX0Hi1r3wTrxNYHrem5aBv8QlMfa7WjWK5oVV7OtX7XyXI0lczVSnK/RyhINl0/SkeIiDSbzdSj0an+jXQfSTh2KenIcyLq0N+3QvmY7ZRUdint0tNCrPaT3EdYq82iiUwpduNcODdfKOtBs02F1aRgeCj2S6SYKGiJ/oH2OGuVuKSW/2amRunSoHOtoMYN3pINRQQdU1EAGoooGCu06EMraX2jTftK1uE1qxFLcrjr5R9JEA6GkA5Qd5Hj1MLutqWK7RpM2HU6oX6xoP+G+Qkl7wZ64qAfQyiuRByjfHZe0u1DULsIchTLpsvZQti8pwausfYlR0t6kqD3k7YH/MdDenhxt2sOOLY8T7i62aXcrpHw32EPeHmTdk3TCpxN+ndoXd9LnLh2Iu3QQHIq7dbgwR0cSUOrTkXKfDlf6dKhtjg6CgbZuDVS6tK+tS3sqHdoNHBp7y+0y9pXatR/soz1jP+GAgdwHCFs4SPwQMhqOH0S2vCxp037i+5J2+t6ODjp0oGB06lChC3TrcNI7LaPlPB7FOTqao09D9GGw1C/jaNFhX17meeW+GgfgeSDp0kDR6CY0unSg1KWBEvHjsD/P79QB6A9WunW40qMjbcjDXDtc6dXBUo8OJD3ITd24W/sj4vGDMYCOD9GHQ8zjUcJquV8ThW410zalUSdTrkuTjUQT1VjVZllZZY4mkONwqUP70e3+cocOlLt0KOnU4dAudXPXSVvVZqfqcVmjhYJGkkTDYDApaoixGSr2SlG/VJivLOrVSA03kRUkxnA0SjReqqje1atqR7eaPXN0KMQ6ioGcZLGcUr/J+I0XKhopdWoYfY2UejUMz8EEHSQdOlR4AAcZwwPQHgIHmL8HwYFiSQPIsz8poJtYA8i4vxAIM+0vpBqIgg4XSmr2L9ZQ6FBYsFJh0cmamLNQQz192oFzHAhNJe1l1SPpnvs2KctSThzG1KxNqlyUBgcn2bEMs1BqYlKlhYtO0tj4uGpc73XTp5hnbWh4VIe4N5+YJL/KgoeFeVyQxkaHdOlF5+ulL3qhzlm/Rt0dJXW1FdXdXlKRduf0tqvZmFTK7tT3o4NHh+Q/W7IB379vIN/NNliAtlUYDyFgJtU5iXj8E67RS172Mq1dd7bG2TkeGRzR0OAYpxN1+GWK6HcIUrM5DdYB9Esqoi/BJ4oiypp52o7N6SiW3MHAR9ADL5rM65rfA7nTsZDThumEP03sEOIQgvINFzomoogyeqAqzriGky8kibyzb6RNHWWnaAcuXiWcSIYCFi1elP/VxKpVq+R0d87fAAAQAElEQVS/PiizyPEXEbtxUL5C6cSZ+K8bivBpb+9QL8fO7kcHjqtJh91Xt+EFU5k7atcvc0zepL2YeVJgzoyPTwgxlRQSFUARx28H6h2wTzrsrIwm42OZmsyNBrxRoWQdx7GyIPQd5/qUgqos/CxvivJTaEMIMg/zTmm7UmmT+yheljeEoHK5pBqLM6KENZkuhKAY/lIGf8cjJchc4tlxvkPxymjDfQshyusK+mnHnqqnp1tuK45i5jTH+vTDR+tr166DV1GomX4XONkZlJ3v4cOHWRR35O2eduqp8k8Jl1gwuU/m/+Uvf4mTqPP0MuZeg0WXMTw8oklOY+y4Fy5cmMvg3bz/Pj+EoC6uW6y7np4ehRDyxbPTlhnxj709N44lFh+6VUsHb9WKIeMOrRq5S2eMb9LqsXu1ZuRunT12ly6cvFsXT2zQxWN35LiM+OUTd+pSwkum7iG8SxeO3K7Lx+/Uo6C9gLzTqhu1cuJerRi9S6eP36WLp7bqstourRu5T+e3H9FpzX06uTaoRbt+pQuqO7Qy26fT4wNam+3R6uENWn/4Fl00sZF2N4HNM9iiS8c36+KRe3Ux4aVj9+kSsLa5Q0uaO7Wsvl2nTGzRmcP3aN2Ru3Qu4Xmk101u1VnVbVo/tU3nTdyvC8a3AMJWfGyLLgQXtDC6WRcYTo9Ol11IeBHpHJRdCC4YpS/05zziOUY26bxhY6POH7pXFwxvzHHh8L26cPReXYQuLxrboIvQ08UTd+jiydvRy23gVnCLLpkCkzfrksmb0CkYv1mXjhk36eLhG3XB0A067+gvdMnozbpo+Fe6cAgMTuPiIeoO36pLGcfLhm7XZcN36PIhMHynrjBGNuiKoTvJm8ZlxC8dvEMPwlGn79QlM+Flg3cqx9E7dfkx3KErjgDSV4BHwOeRw3fpEYzZFSPkD9+my5gLl47ehpy3glseAi67lf7dSvmtumz8NubPrbp84rbp+MTturJ6px4xdcc00NWVE7fqirFbdCU6uWL0Jl0+ciP9NH5J+GBcjr4uG/mVLhv9FXS/kuOXknfJ0C91CaH1eRHhBejx/JGbdN7IzYzdLTO4ldC4ReeO3KZzR+9k3t6ptfTxvMnNWpfu0traNq0Z3aSzxu/XWRNbderhu7T64F1ae2iDzjm4Qecdw11aT/6aw/fo3MkdOlvDOkejWq9DOgN+pw/erlWHb9XJh27Rin036XT4nJwd0MmNfTplYptWM4dXV7forMktWoO+V+2/SSt2/UJLd/xMi7f+RKcN3KzVo/dozeR9Oq22RafU79dpE5t1JrKdybw7c5CyoXu1hvhZI5t0FvlnjW4kvFdrCdeNkcczdNbYZp01toW8++nXFsrv11kj9xPfqjWEq0e3aPXIZq0evV+rjt4HNuvMqUNacWCTTjmyhef4Pi3dv1/zOY5cOXZY8cB29fcU5f9UZhf3xR//yEe1nGPhelWywz58+JB8fO879ltvu00bNmzSJu74vePPFLGYkhIII4xsvTopO/gozvSHT/99XXftExTZ8YO0Pqk4q5OuKw4NJVGq3u5O+dft+vr61MH9eSe7vqCgvr5+9YOIOGw1NTGZO2bvhm1Yly1frmc/5zn66Ec+rr/929fKd6VnnrVGNvJJkgifpChS/rJBNw8bWJdFUazW7hR/BU2aH2mnOCISJnXglvMwy3NCHj/+Iy+jgVZpCIF6ISezoyMhtxsyyUhwsna0g8ND8ulOwJl1cbxrXVqmmHSCQxMvO4cC9NaJnbsdSINdrWlGRkZlPkNDQ+ilmPcnosM1dry5Q0cB/k6D6OAoVx5e0PjYOEVW9zOECKfWntcN1Mugj2nb7dlJu1+QqonDzoi4Lw07N5zlJIurMRZ7E5MT8pcbaxxz00mcXFUhhNyJxoWYrEyuFyED3YFXSrqZw2159255p+DnMfUu3G1IQRUWJ+7PdFoSec4PIeR87HzNO0XuEU52fIRv2YeHh/O/ABnj2Nxx63KIvDK7+/vu24wTj7T6jDMkxtRt+ijeX9AzPzvrBvr17z7cdfdd8hdIx+nnzTfdlP+nS494xCP1h3/4hyy8xjV49Kh27twp63/79m15fOeOHbk+SyzWttx/fx4PIcj9EC/PcS8o7Pw7WQCQdew9M1Wn088o7dXze4f1isVV/d2KKb3t9HG9e/VhveuUrXrX8jv1/lV36qOrN4Db9ZHTb9PHz7hdnzzzTn3mrLv1+XX36vNr79Hn1tytL6zbqM+csUEfWnKDrl+3Sd++7Ki+94hJffdRdX31igP6+NrN+qeT79b7T9+oz112SF99TKavP0760Nnb9Jm1u/SNK0b0pSen+uxTpc9dlcJvTJ8986A+c+ZesFOfWbMdbNWnztiij5+6WZ8+c5s+sfo+fXz1Fn3hvEP63mMa+u6ja/rmleP68sWDuv6Cg/rXc/brX8/ery+fT3sXHNGXzzmg68/aqy+ctUdfWLNb1585jS8S/yLxL67erRxn7tEXjZn09at36Yvg+jN26vrVO4mDM3fpS8j2pTX79eUWzjqgL4OvrCU0zhrQV9ZSnmOfvuxwPekcpM8G6/cil7FPXzqH9Ln79ZVzqAe+apzr+AHyWhjQv67ekePzZ2zXNEgT/zfk+4LldF+MNXv0Jfr7pTV7ZXx57b5chq+sg+faAX113QF9bd3Baaw/pK/N4OtnH1aO9Yf1DfBNY91hOfxWK77ukL5J3W/A4xvr9sv4OvGvnQ2/s+ELvoq+HxoH9dVzDutr5x7R1887qq+fO6ivnTesr50zlOOrhF89e0jG19ZTBr4+g6+tG1Qr/lDhN84e1DfBt88d0rfh++3zRghH9e/nj+nb5xM/f1jfumBI37zwqL5xIf288JC+fhE6yHFQX7vooL56wQFdz3h8gfBz5+/XZ87bpy89YkTffnxd335CQ9+6pq5vXVvXN6+tEWb6t8uH9aVLh/T1i4f0rQuP6FsXDOjr5+/TFxjXzzEHv3wVtE+Uvn6t9A3wiYuO6tMXHdDnLz2k63kmjE+evUffeVxd33p0Xd+8qqYvXz6e4/rLRvTZCw7r0+j3M+cd1ucuGNSnzz2sL1w6pusvHde/XTyqL18xpa89kjo8A9cjx7/Sl89esF+fPm+PPnXuXn3ynD0y/0+e4/g+fYJn4xPw+yRj8Cn0/8lzBvWJc45CN0QZOGdYnzh3RJ84b1wfP29SHztvSh87d0r/cva4PnjWsL54lfTJC1PypE9fLH3xkdK/XSl94HLphZes1qMuukBj7PBGcSDjoxOaP3chjrYLZ1DUwYNH8m+A29l7JxIVJDuZOk6gVm8owpi1YZgrONgCFmvlycv1ohe9QJdccgHOu6S0NqWUI/VYqSKQNevs4kGjpu6udtU4HZiYmMAxSJPjk7bBKrJwGBocVJGdZr1WUye71gmMrneinVxFFKJ4mo4TuWXLVujRj3mc/uL5L9ArXvFKvfzlL9ezn/0sPeEJV6unp12IJwWpjqyVcgVHk+ZtOT8LKRI1Sacggw5CHfc6QXYI7NhxFi1KSEhlCmE63zqxI8pwRAFH6R29Hb137nYo3b09tJupjN68462xEy6ye2xvb1d7e4cWLVqc3yGb//z582RHNH/+fHWxk+9hp3rPPXfLelm3fr3qjTptWx1ZHrezSmmziMPxODmc3nlHKuDMY3QbQmBx0wBNZJbsJDO4NHHkURwp+B80vHO9uC9NxruBs8/7REHEGOT1MimKY4k6pjFK7LwLhVieL0lSlHXv0wi3nTBPMuQzfQghHw/rK0NXLf5l6mfQGCFE8gtSxXEkLxyiKMrrmVeFUwKn3S5VkDfNj9Adn5qakvUdI9/AwIAuuugitaFjH7cXi4nM030YZuHV2ztH4yyKPEYu37jxXtqKdf/WrXr+85+vRzziSv3iF/+l+++/X4ePHEFnCWJlLC7naQ73/B4zH927rRUrVnAiNcGipMmipSKPneWbN28e9HOp9+B3NDvZ3pA6m1JPKvl+dC7x+XVpYU1aVJVOmpKW8Jwsm8FSwqUTkrGMcPm49CA4D5wCj1XwPI0BO8MgfXo11Sr4nUobq8lbQ3gmOA3FOb6G9tbC/yznBekUaE4E118FzUp4noKcZxBfDc5wnPqn0/5pyHUq8H8HewptngLvk6FfSX9XQLsC3ssNlLEMLKW9ZWhmmcMTwOVLKXe4hHKHRk5P/WMh8aXwNZbQ/5NoLwdtL0aGxchnLEK2RWPo2BglnMFCwgVgPphH2VzQD20ffeojnAN6ibcwB359M+inn/200cJc4vMM9DIPzKU8B/Qu6yfM6ziEZ95GKyRvDvRGLzx6qG90049u9NdCF+kOytod0tcOh7Pg+fVroPwYvesY8PQ87ER3RhdhF7rMQ+Lds+C52gP9w6EbnoblMxzP6cnvpf1eZHbf3Od++jwXWN/We44RaT5YMMyzQLiQ0OOSPxOMq8fWY7yM+HKwrFnTSY0JLaqPa0F9VPObE6Cp+ZQtBIua0mLCkwiXgKV1aRkyLK9KK4wpaSWh5/Wp0J3BHDuD+ZaHjqOL/DlCD6spP5PQWEP81wB/P1dn0saZ9DcHdGfC40x45SHxNcTX0sa6WMqBjVkLzipKZ5WmsZbQWEeeac+Cfg11/fxajtUt/m7LoE/nI9uC+n3q7e7UnsFRjXCtNqWiDhFvZpHWrlmrM7knLnPsbYOYRDHOuRMDGbOLbCqKgwrFWFGEgDiCBXPn6rl/8iwtWbhAnRwFR+yQAserdnb+uV3vWpvNVHUcSpY21NPZoTaObudw9GxD2NffpxIOL4oj9ff3S7CdC087oQq7smmnWNPI8Kj2cbzvo1gf+9uRuKyrq1snrzxFl19+hZ70pKfon/7p/XrDG16jl770hZpisZFaFpgmGPlCEisjHUcRu9BC3geak+whxIsEb5IZLpC0360y4nZCLggBKuejyxCIUxbBM8OVu9+B9vwmWzWO7Ws45kkc+5IlS+jHCCcgo+rp6eH4eI68468i56233sI9/Mn5fbKd2cjIiAzvogcGDuBkCvK37Jvo144pwDzjTryb/luEjH75lCUOkercIUcIYP3mciGr9RDHhdxZUnW6j9SnCEpzc64Ugh0xPYEfqbzdIuOaJNP68lial3XhPDt279I7OzuhTSQU5HQXVwquZzrLYVoK6W8ip/0nksPsvFvj2GAupZywmD6bWQDUanU16K/HOY4jxTHjh87tZGssBoc43Th48KCGhobQ1SjzqKRTTj6FOg15974Vhx1CYNFRy/vd1sYV8SjGWyE/Yrce29racsfsuTc4OKQf//hH+utXvzqfi97Bx+isvb2NserVIAtR0/iLeV4U7N6zO6fLUOL27dvln1w2P1/XeCF72mmn5TJZzrvvvtvdP4boWMwRHkzNRp1Mo5WH8VELznPcoTE7fqK081owT8NphxgjLvClxnHtzU63+Ju+BddjIPK65mV6w/kYM7g9+G1amflNMwAAEABJREFU5xumMa35YliFM3tYmKYF13k4tOiOD2fXsbz/J5jeNK3+OrTMhvtwPNyn3xSua320NORnz/CMMGIKWnD6eJjWgOzY2/weCiY6UZnzHwqz6S1vC+5/C+5vK/5/Cq2/2TC965uv22rJ4X65v63+254YBQgMHJ4qM3GC/G0exmx+5jk7z2WG223J0Rpf57nMcJ3fBq7Tgvm00GrDofNaYSvudAvOa/Fw262481twnstaaYfuo+F8wzSGywz4t2NQ4+Y4R+lNjsznYJoTZVFBwzjTezBIuzji9zeVh4dH5C8VtdTvsMbCv4Cz7+7q0NKTFuv5f/FnmtffqwKFKQ4t48gee8zxfj03sE12hLLhZlcfsc3FXmOYj8rG0Ia7yjFuwPAmSaIjh4+wmGjg0PfJxtN5ccQCAx4pxjQuxBjoToxnMUeMHEmxkDvTaSeR5m0uXbZUZ511luo4Ci8WEpx8A4drB0VTsuOwozBP4Qjy+XL8h3U4Ky+EkMtkuVwHcdDbNFErz07O+e4PXc1rJ0kxr2fZa5xkNNC9ZRrm+NkEURxTLnkRMIUuent75T77b7V9tdHT0yv/sI4djPtjB1bHybluoVBQfjyPUy6Vy2RNO+iM9BgOLY6ifJdZZczcZ5+Q2Mn6y2f+YR2PrcfHenF+xjhF1LFAzgshKMbRGSGE3Fn6yDyOIpnOfUtYAHR3d+c7Y0jQbUN2dhmK4K2Y/omX+bt8ZJSVOZqTAmNYzsvb2KEnjH8Ikdwn13F9y+Z6BU557PCd7/aPHD5M3ZJqtaqsc19x+O/irVc7WLeze/euXN5169bli4sQAidVB2SZp9CHd9qHWCS4zR/84Af6yle+wi58nl772r+TFx2uP8CJwMGDB3TTTTfJjtqLzNFcfrFLn5fLMM6pUz8LVO/grRMvHk7FwZu/FyG7du2Sd/2WC2GPvaNjMUcCHw8HU7dgOscdGo7PRjzDy3kuJ5m/PVedfijkRDMfLRonXc/hbDivxf94WpcdD9d1ng3S7LAVt4GaDdPNRovOebPpHHeZ4TZaaMlkGR8O1tWJUISRkRC2UCBunIj++LzZbbqslXbcaKUtZyvucHaZ0y43aPpBb/d3NlqFLVqHvyu02nL4f9OG+9eC+23dtmCdt/TfynNoOtdp9d0ytNCSpZU2ndHKd+j0bJjfbLiN/xNc33UcHg+3YTjfNK2404635PY8bsFz2HB6duj48XB983EfHZqv22mFx8k+ha2dGOWunpV8xk67k12h/+RrfLKpRiMVG73cFPtjml3EEXyQd+odlaLaSwV28PP07D99hnp7OinDwXAsX+W+vjo1oWqVY3l274Fj8iZO2vUKtFNgx6vMwiMwhndiclJRHGsKg23jW6qUFWacyAR39L53ncQo29AXoCtzNN2AT6mUsCtkxRIydm5ub5JriFEF0gcPHZAdVYgCi4Iu6BoY90Qxi4QQgjWUG+iCHUueEvWcb+jYK3Pnj6XMEpn9tvci346oBTtFx6VALfMxqIPDFa+u7i65D719c/KFUwe7X0Hbw5G8Hbd49XIUHCNjld34FLt/7+arOHR/X6KBDu1M2js6VCgmKiB7UiyqzIlHCCF3lnmf4Wknb4dXQld2PN5xO279iZfLHS+wSIijiBpCRx73Bk66bjYs0lLyUuJZntdE5zH6L9JmBaeMGihv5uVJUszbt3MPIeT31JbXbXrsI8ahSD2aVhTFM+VNebyr9NPH6UVkTVgwtLe3s0gw2hij4nQ/yY9p2+WmDyFCh1XmWC3/PYE4LuS83E+36y8pitePfvRjLV68SKMseA4eOihEkx23Tx76+vryEwDPeZ+kNDlNePrTn66rrrqKxe6Q7rj9dvmLev4p4X379uU68D3+jh3b8z+z++Uvb9DWrfdrP2UhhHxh6sVOCEFeqCWMj+eDdezx9QnA7t27keqBd/RAlFg6A2v2oQBJ/n6o8tn5JmylHW/BeY63Wm+l/UxahtlljhumcdlszM5z3PCcN1+HJ0IMM8M0s1EgvwWXH1+XYp4qniYilsFtOWzBsrdwfJ53Ng+FVh3zmw3zcB3sC/ZROR6O1vSz0aJtheY1G6Y9vr3ZabqZv4/Pm512PCc67sP5x8PtzYbLj6t2LOmyh4J5uOwYMRGnfxMcP6ZOt+rBxn4hh/VkvXu37UW84bjzZmO2bi2X067bwuy046Zpwe26zRPBZQ8H83C9h6JxWQvuo+e55/RsOO94mLZVr8XbbbXgPhhOu9y0rbjThnkY5j3THieQ2rNvr0a5o6/hoOuNKYxqIXfwDbx8hjGVIoxjhDEPyg02Di5jxz5/Tpf+4MnX6gV//mxOAzqVsKtOyU9xSl40NIkbgYczUCfFSaTeWVebCuxYA46+q6dD/iW7mJ1aUsJR4OAikBSJFwsqsjsN8G1Sv1gpSUHIlmLgp+TdqXeFdeSO44j8Js4jySEc/YIF89Xg9KDKoqOQ0IdIiuDlHS3sFEfuZyb/ZzdRRCFyihc2Wi53WyRlh5iH/shhZWayAXfSYQspVxOmDyG4SL4fT5UhW6YC/SokBYU40t79+7T/wABTOsOhDKuBA6+0VVRDXjt3O4gDlJtJgFXK7n/btu26iHtmH1fPnduvIvryz/NaN1O1qdwJRRA34WWHVWUcfFQ8xt2z/z+BSXacPoXxDxqhHuXXKdCkHIm793EU5d+LEPK6/1WuEVIcn9NNxs5foPNpQs5zbCxvz2U0iZj0kcVMTN9IKIRITerGOOYG/K2x1POJSEQ7rtdEVw1knaYXJwETON1hnHU1120KP9NIgR17LYfbttP1376bv526Fwrm6XE9+eSTkauWL+icb6e6bdtWPfaxj8Xxzsnv08eZ60uWLNXRo0fUzlH8KDtz79CTpKjHQbd48WJt3rxZN974Kx0dPKpNm+4DG8Em7ui3IkeVhcNJevSjH6M/+7M/12WXXaY1nBr5f3O8mPHxiYwXY97Re0GxBV533HFH/p86+bsnXV1dmv2y7menHxxHYYyH9fXreDDlfy/V4n987VZ+Kzy+vJV2edpK/A+HbvuhmnSZ8VDlJ8o3/fE4EZ3zjqf776SttxZc33z/O3Dd/w5abf82odv578joOsEfDwHzbcnRhMZx580G2fmz4NBwmcMW39l1HDfMazacZ7juw8F8Hw6tNh+OZnaZ6f9PMP1D0bjseJh2dt7s9HHxsUlpcHRSgyMTipKSxibH1NZemVYnxjrDyE6rJSjFUDdx1HV26QvnduvVL3+xLrv4AnxqQ5l37dTKcFQpyHAMMU7Vxqler7IzZIVlw82Rdb2Ok4ZHltU1D4dlkUIIudH1XW2NNmykuzq7ZGPpnaMdnfPsAA3vmkrloubNn5s70JRFQ6nEMQ8eLCnG+e7eR6kZMhfYsVbZMdoRJMStGjtDO5lCnMhOLW1mFtVF9NgSZdMh0cwEecn0xwPJLM/I6Hce4cPx/BqAeP6mX014iPP7lOPwweFB+tSWf1PbDts0dlZ2DAsXLFTCgmeUnad/0CdFdu8WvZO0c4KV5s+fJ//SW/vMjtd14zjK75bdTzurjvYOxorlBYJGcZzztNNv4HC9q7STTFk4pIyHde1j7yqnB9OoKqaOeRVZbBVZTJSKJXbVZdpoY4za1dbWrnK5Ql4xp43jgqIoluULIaDPTHHOI5Z5RFGgPFAecrmsLvfHshgTExOUTbs712vH+frP7srs7n0aYB52jpbJ+dPpbuSp0E6BhcFkLs8hduvWlU9AxGvHjh3s4sdoM5P1kiQJTromO1/L5P7v2LFTd911l/ynjF4MLF22TP/xHz/A0W/hmP1wfky/bds24vkPGunKK6/UpZdeprPWrMmP/wePHtWC+Qvy+v5mfcz8arB42bp1a17X8oyyKPLctfx9HO07RLxj7+meH0v+D0Q8b2fj+CZPVOa84+lmp11+PGaXz47Pppud//8t8dn9e7j4/0R//6faD3TGIMjfjh+PvOB3/PFQ/W016/JW/P+HwmoqjYzXNDg6pjs2bGCXuU979u4R/g97HOQdaaaQ786EM8/YPZ+ybLH+6gV/rnlzepTgwBIMeYYTSdnBZzgPO0bvBHMDhnOrcyfexME7z7vHJny8GPCfzR1lVxWCJ0SGUR5VJ87dR6p2inZ4o2OjsrMJARlow7wj4m4nxplMsFsNNJTiuNxOAxnG2blGcSTI5A87+QiiIg7L99g28uYZ46AC+XYAIYqUafoVAv12wmKR5TYJfu2NH53OI2Iao8UkBHhQav3hckWSolRT7JIPHT6U96nJjtZ9bLLzPTBwQP61PDsfO4YCDt+LmXacdhfXKW3s9h0OHh3Mnda+fftzfVW44jCteRVxzO4/zaqIU2vzcT6JEvkuK3CiYIdXQg8piwjLW8KRu/9RhLyMVZMFWsv5O/QX5BrkNZExoxx2+dvxlLF2IkbXcRw7qpQ+pfB2fy1XsZgoitCt9QmF+aToq4BDjONIdoBx5LEKsoxtbW1QBRZqk7Ie/Hf5w8ND02kWQK4fQkCfQTFtTi8SQv7lOKfnzp3HQkNq4mylwA58i/7oj54uof18HkSxVqxYjuM+qnnz5kMhXXnFlZqLA/Yd+je/+U1OFUa1cePGHD49WLBgQX6Uv3792erm6iXnxUnIhRdcqPMvOF++RvHiwvfwPub3D+XEUSR/f8B38j7q9+JiiuupFJ2VWMAg0LF3dCz2/wmRgJAGwcO+TdPCwxH+JjSt+qZtxf//4a9rwPpp4ddL/+9zZh7i/3tG/w9z+E3ksl5+02Z/G1rzdPuG47PhvBZm5/9Px+lPpVuav3iBSty3+n5++7a9unPDPSoksXxsn8lmKOTH5Hbq551zpl79ypfolJVLFHPvHjD+Kc41YMByJ46BzYgHjLnDDAecktfIHT07f+g5AsiNP/Y6Pza3oxEm9yhOzLtcG83ent6cxjvcDF6dHHd2dyMs8RQeIxj9BnztjIpJEeOesVurq0Y7hSSRFxV2CpahTl57Rzv8gpxusGBIcUY22HUMdhPnJPjKLwtlOD6DVtExmla+GEQXQo8qKSY9U+bATt6wo5dpIPLRrZ2h+7eXBZV3gV6YNOjLeeedL0HTQz8jnKB3qD7RcP/HxsZxipPqomx4aEgrli/nKLpXlt0OzDxMF4LHSyrh3NN6Q2Wceoxzq3AFUiqVZQfb9PggT0o4Mjwi856c9NF/I+dnvTVyHTXZDSM93YIcx1pQCSdVhleZHb1RhH8Ef/GyLE3Gu0FfLIvbsnpc3mSx4Dy3mTF+SVLIZckg8C7Y8qfUNa37k+Xjo7z9EAJyNRXoW0p+icVJgUWL26mycGp6EUJfkqTIaUk7C6GC6szJKqc4IyOj8nG+65XLJR1lB3748BFOJSrs2jfr5FNOVv/cuRo4cIA793u4RhnSt7/9bfn/hfAd+5VXXCEfyVu+Wq1KvTZOVE7W6tWrFcUx1w3juWweJy9aduzYoYH9+9L2qNIAABAASURBVHXw0CHt5d5+P1c0XowsXLhQp51+uvxFwWXLlmn2a3rEZuf8LuMM5m/EnomoFlxhdr1WvvMMl7fQKmuFznfc4fFwvmENODQvhyeCaQyXzebjtNHKc9wwL+e1QsePh8uMVr7ruQ3DcaNVdqLQ5caJyo7PczspmQZB/nZeHvm//DAfw2x+U3lMa7je8XD+w6HVRqve8bStfIetMscNp1v1HTda+Y4bx5c770RwPeNEZbPzzM9ojavLnHY4G+ZlOM/lhuOz0SqfnWc6Y3ae6QyPt0Njdvn/cBxfoJ45fWpj57hg/iKOJc9TsRQJ26qAkw94qpjYiiUn6alPebxe/KLn5X9jn3L8XveRPAa8wVH9dLwuxzOO0V0/zRoYwWnnnrKLb6R1paFp95hD8M2ADbWdgo33gYP+NnQB5zOWOwLzadrp4IzH2L1HMQuQTGpn55di3EulEvf1VYUQFEWRCpRPchRsJ2DY4Mfk1XDoDTobxXHOd4JdfwnHF2Z2sjDQ7FeGAwoKeZbjeeT4D+TgPZMbckePGDO1lPcxIyOFlwgFu3s33qNx5JvCCfX09Mi7SB9f21FYRlfyvfAYx73u2yj3x0c59XBfvv71rytC3sGhQe3es0ctJxJCwLkl6Gw0d4zubwjIA7OEnbPlb6BD6znFmVrPDuuctMQ4TOsNcuRPqd9kzBgjnHGKUxU83EF3oVWnzsKpiTNvMvbOM3/LZedd9iKAMQkhkvk2ccIhBO7NG/BtiChhUzWuZ8a5K3e9OnL4JMJym0eRRYoJXSYF+MRyuftifnaobnNatjD91wQ4Yf++gBcbIQT6kVIvyM7eCwDLspNjevNuIHvMaY7/cxtfC91wwy/04x//WP/5nz/Lf8t+0aJFuuKKy/XIR16lQlLQEPo+/fQzdOaZa7Rw4SIV0JkXYSMjI5yqjOXXMP4mvv8Eb4hFmL8XYIfvq4dFixbrjDPOkK9mQgjQj7KYGNbsVzQ78TuLM/nysbThMZq0ZMyOO52Rb1pLZZDM3843XJZnzHw4z5hJMl7CbkwjzGS6jRaN88zXcDyGphV3OiHtt+s4Pbvccee5vAXzNZx26PICCYdOPxwgk3m22nfaccP1nXZ9h04bjp8IlrcF1zFaaevVcNr5s+s7fTzcjmUwHLeM7pN14zzXd53ZYSveym+lXd91zePhYL4tuI5hHoZ5Go634HLzcx3HHbb6aJoWvcMWnG+Y3nB9w3muXyRSAo67jvVlOsN5pjWN9eA+Ob+FVrlpHIfNsbloXi06l8+u6zYsdyvf9RyfzcN1nWe43PwMx1tw2rwczobLW2m3YxrDeS77nwBtcVWu2lRNou0D+wd0z4a71JhKFeNYYwx5W9LQYx99gV70omfp6sc+gh0iRrQxpQynLRx5XhEDkjt4nEg2gxTHnmHkbcSbxFMcRxN+dY7+U+ibdiIhUpEdoR2uDbKNb0q7NtY1HLPHKYXO8Sl2bv4hlSY8Qwj5jimEoNwBcb/exJHFkQci4OwTHF9JEekYx26eAWYBJxlCkOmKxTLOICM3VhSMSA/9yn6tyDl2NkYIQTBCFucGhci8HNf0K0iWI5CqsnNu4NhWrTwZvVe1b8/evF6FY/af4GwG2XEOcCx/YGCA3ecgR9JDhEdxDkNawBGyd97z58/XYpxRO4uzdu7qWzKYR8rix4sD66zMrts7UTvPiL7bWaboUwgbRREOyw9MQA9NOZ1wEhJFMbJGwA+DVGIxFEEbxxE6Lebj5UWZQsjldtuGx8zwUb+vRyiGb5rzbeaONZpx9mnu5EdGhlmYjB1z+jlP+RUUR5GsK/FKkgJtJnlbzvTRvueAx91tRW4Iuk2bNsm6cHmNRYQXddbVKezYq8ydmHmwaPHiY9+Kty4tw/ve9z7ddttt8hcfx1lI+hfwrrnmGq1YsSKXz6cB/gKk+VZZnHlR5tDtR8jpk6Mq/JnS+e7e5VEco6tE/kuSLk6ivIjrYVFXZAHjfnoBh8jH3tF07Hf8mc3ib4PTIN369rLjhvMNjEH+d/GOQ5a/A58tHrPjzjOd4XqG8yC3UmxYjvFymeu6xy043YLrWI4WLF+VzFY9og/7Np3lcP1JKI0pwoeCebsN08fQub7lmi3P7Dgk+Xt2ntvDfsp8HM7G7DzHTWvdtJAzm/XhfNOYh2UzLJvh/FZoOU1rWBbLbDjfdA6dbzjeartV5jzD6ePhNsy3JZbj5tOC06065mt6wzI7dHmLdjYPx1v5pjEP1zda/bRMppsN582G6xnm4T4bpnee22/Bddxeq9zxFlo0btuw7K4/m6dpnTaty1p0znN7s2Fat2O43HD7LcxOm9fs/Nl8fodxi3j/ffdz3z5PXe1dGhuuqoy87aWCVi7r12v/5sX6X0+/VksWzVEpkQrcyQd27BEV/SdsOSJh1JvykXzK7j7DsftP6yYmxrDNqVLo6+Q3yJ/wT6dWJ1XD2dXrTeGXFELIjXSVXVkbd9E2yjaIdXaOCc7Hd/YVnFaGdbWRTKlkR2cax0OI5HwEUFCkmN1aIKb8FTA3mUIgtJPLyIQ+ryfy4KmZMEjExMtEgDok5HYdHg/nGyG4ppSZP0ROma3DAMc4iuUfGxLl27bs1+aNmzTKbnCSHW3CjrvCLrjGwiZAu2f3Hvn3C+69516Oku/Vhg13suvfnf9t/TinECEE+ejZurLjtlN32GQR5Z2u43Z4YaaPMfzt8EIISDb9jjx4avU9U4pcytOSj6frnHx419tkUZWia+s5xnkV2Mk6jOOIRUIMEhxakbCA/os45GJ+dN7e3pbHY+okSQH9S45Hkccmkr8/0DXzvYMGC7QQgsKMvJbfP607hVP1jn+MKwvPA5dPI8CrACKZn+l8j15Gh/5+h3fTDRYWGa36tMSLDzvfe+65R/6CnPvio/Mhdunf//736XuTHfkuFlSDuvbaa9WFY3a/V606VRdccIE898zDejHfgYH92rZ1W77wcnzX7t0aGDigvfv25gsyH9MnzFkvFPzFPV/NeGx9V1+lT27fPDXrxeMzK/W7iDKX0cc050Bgo2UnOEF8HDhuY2uDZ9i4mY6i3FE73pLS8dmw0TI/17dDNS+H2IMHOXjzdNkYTB26juUimb/N03Vmy2M6w/lu32FOPOujxcPlLVlcxzKY1yi0xghhC05bDsM0huWDJH9bljzyEB9uswXXM5w+ntx55lWkoB2UQQzcd8vqcpLH3u6f5bZ8PvWxvB4jh0NQWV6Pj+uZb4G8ZAbm6/zZfK0T57mO23Ro/ieCx88wjevA9kFvt+cM99VtGObpOtafZbSs7oNpT8TD9Z1vHm6nVc/jZT7OM0zjvpmP23Ceyw3L7rR5uH+mM98WncvNz2nnm5dD07b4uV3D+jQst3nPlt39cxvm5zLTGOZhmOdsOM9j4dB8zN9te9xLELp951suy2/+Ljco/p2/aaeAY5wcm9T2zdvU21FShAwXnrtWz/nTJ2n50j6VmEOJgpoYqho70hqh/0TLf5Zmh5Pv0nHitdqUUpx6jV07tptj0ymOXGs5Mnb0SSlRk1MA/0lYAweSYnwi2q6xA7NDqeDMHbehjeJIdfJtpO3AmpwU2Eja6Jt2DKfnMISglDIbYSPDw9rI21lYd1a7wweBPjsdQkACKYQZqpkQFgr808zLPGeixwUzjGZy3a5pLZezIvgZcR5GLJSKioO8HpK/t3DqqlW69eZbVJ2Y1P33bdbt7CxvuOGG3MF7wbOE65ISO+o777xDIQTtYfdvZy+knpqq4mCT/Nvm7W3tqlTacqcbo0/rLEPfVXaaMXq03mgVxxiDICkIdjIfKVCvoDoLr3F2tHEUy2WGF092vO5PymLggQVAis6nMd1OlQVCXZNcSaQeV2jN1/ydbrIIcV234fH12ERRYH64XlX+PoHbSpIi8kX5Lt/tGx7bfDxIRFGUt5vgSM2vxsLQPN3fOotCww7fu3Uvhu67z7v8ttzBi9fixYt01VWP1H333afrr/9i/udz99y9SVdeeYX+4i+er0WcklzBnbx/xS5Cvh3ct+/ndGWIRYHlzuibZYjimIXaqA4ePJSfEIyOjsrfm7AcduI+cbEch7ind57ldf9ct8aCboDTGsQ59o6OxX6LyG9NWp+ukS6TGi/+G42+8s0ae9UbNPbqN2joFW/QoZe8Xvtf+Frted7fatMTnq1Np1+pPTZSMfU8zzEKLKJJ8HbaBrYNXtddpz2veJt2vvr12vPKt0rPeonqXdAEYJoOaXQF8Vf8vY6+6r0aevl7CT+o+uVXqume25i6jZnw0P/6PY3+9Vs0+Jp3a/T179Loa16vwZXUt/w2lJaD5IPelsf58KtVKHnCYzTwV6/W3le9TnuRa++rXk/4xhm8Sfvo+75XvEX7Xv73OvCSt+voy98jPfKxPFbUdTs1QrflPhgk88KMiEGQ/039EWnsNGnqpa/UgVe8XgMvf532v+zvtO+lr53Gy16rg89/lXZd/XTdy/3N9h5JRWDH0eJPMuftsCSlZySqvvrN2vHqt2r/K96okRf8HfL9nQ688rUaePHf6shz/lrbH/1s3bPyAh1wX91v685IYFIGBUAfapSlT3yqdr3qPTrwl2/RwRe8UQde+FB4E2Vv0uHnv171C6/UZAyPVl8dGvDz4u0IcuoZz9Duv3yfdr3wTdr74r/Tfvq+9+WvVePZL9e9br+lN9jIcaPFs4renv9c7f7r12n/K/9O+177DxL929YGsekYx1wnHotO9PuMV2v/i9+ugy97h7a9+kPSHz1Lg5bF/Oi3/1c2XfN0Db7gLdr7V6/Ttle8Tltf9fcaXgg/y200iTekap80+ty/Ydzfo30vfo8OvfQfdZSw8fw3a3gRNMPAtJPSFP08RL+OvPjNtP0Pqr30TVI35Sk4/u02xqnTLu0491SNv/V90udvkD51r/TJTdLH75Te8CntWL9Gdc8Dt2E+husez+//Jm1+xnE8SknCMfKU+rmrL8WJHnnFufqT//VULV+4WFFNyqaogDIDerKD999f24D72NIOq1lrKMIQ+4g8xghCnRvsYjGRmwshkA7HjLRpEoy6sqCS/5e/mS9O0RKLgoYaOIYQgvzN+GknJTXZ+fkUwM7c9X1MPTI8jJNKcHgFxew2S+WSonjaGYhXFEV8zrw9f2ai+bxznDaEFwlhppC4iGeE03KbCKmcmI4+6DPPhjbI/8Sn6GNTXpTARiGEXC/+nkMTR9TXO4e0dPTIEY0MMaHSTKP04ZKLL1Z7W5sWLVwof+HwpS99ma7Dfp500knsKs/P/+MeyzR37ly5T0122r4fttOwPtxeE53Z0TUpCyHIDsZjZP0V0I14xXFE/ZhYlssWQkB/6I7FAZkqcY3SoL6daAN9T01NKaYsZSFlPuZtOJ0iu5TJDsyOrBDHUiAHfaQ4xFZbURTTZpQjhKAYOkjU5IpGvGL4e1zNN2Nx4jLXtwwhRCoik+s4D+7afmoQAAAQAElEQVTK4O245SkUEuRPtAOHbPq5c/vzv5M/evSI/BsLPh3Zv3+//Pv0PT098pcd/ct2H/mXf8l33+vWrtU73vk2nXPOOVq5coVOPfVU9DYh7759CuJ2KpwwpfR1YmJc/o37nTt35b9OeNfdd2sn7Y5wBeEFkn/k6GLG0V/c84mB2/Mc9ZG/wyqLY/fR4djYGD1/4B09EP0dxjJ4N6UxjHDhuheo85q/VMfVz1fH45+vnmteqLnX/aUWPOUlWvT7L9Ppf/X3Ov1Nn9ZJb7lZ+pPnaxhjm/8sb4CH+RjEc17nX6dFj3+hlj32L7TwCX8pPe5PdLh7gUQ7gkaRFPWsla76Y7U/5k/USXn7456r6vx1qocZfjZ2yDY1KVXWXqfOR/2Zuh/9PHU++rnqvPxZGkvw9DZCjRl6gmNv8zCcgVxVh+c+VQt+71Xqe9JL1f/kF4O/Ut9TXgheAJ6vOU/9C/UZT3ke4fPUfd1zpaUz8rgNZDl2kgFP5rm5PhimGZGm2i5W+TF/qjlX/5n6Hv/n6n/C8zT3mudr3jUvAC/UvKe8TEtf8I9a/eZvasU7vqfm/3qxjq6AVRvw23136HboR7ToMSoxLn3XvFgLr3uRup78l5rDeM1/0gsZnxep7w9eqhV/9Tad+Y6vav7f/0x68gt0pAAD86G+YuIO0fsoMkbnPRq5nq351/2V5j35JZr/kHgxZS/OdZUsWqMqdeH0628cQr2D7Mf9uRY+/iXI9Fda+GRw7Us1h74W0MOhYr/ysddxL/fRQMaORz5LffSz7fHPU8cTXiBd8QwdqUNv/ZvG/SlLjfP+RuWnvUo90HQ/9rk66VFP0uCRQ+oyjfsJvRc0uvDx6n3qi7QIWZY98a+09PEv0kiZVZj7YVqH8B8vSp1XPZG58Uz1/t5zNOf3nwv+TIUnP1fVs56ufNzRneftAGHXtc9V17V/ri7GtPiEv5Dcd7eLqA96F6XDJ0vlF79Vy1/3ZZUu/iON9qzRWGWlxju4B5yzSjr3Gi3/m88ree5bdYi+KYGDJ6xlc39J5nPN8j4cTPffwNjYhDJ24sUkVl9Pry48/1xVSgUloYCiA3f2Da7jU8VRpDg31kGFQqQ4DgxnRoupGjiyJrv6OjuWOjtxH2GGEJTMGGMbcBtfG1AbxoOHDmt4ZEx1FgkuszG3UygUCrLDgakyDGxGYUbnDeelGHqHdnJt3E/baNp42slNsjOeGJ9AlkbOw7wyiM0jBGSNghBYfjmflKMKYTrmPGeY3uFvixCCUuS1EzOvEIICTJguanKcbEdEUl4QzcNp2/lf/djHyXfya1afqWeySH79616nhQsXyLqYz138ggULZWf63ve+T+vXr3N12an5iLmAA2/AN4QgOxE7FfdZtFpMigohymlNL17mGTGGqFMhBEVRLNcXrwLj5GuVDGcrCDL64XarnApQrCqOyn0JIVAvYuwN12+SpoR8j7XreYymOHFwHY+T27d81otPCDLa8ELE6ZRFRNA0zwSZk6QAvxgETcuRKkOWEIKiEKmQl0d5fydwvgP7B1gcdclH9p5bng8HDhyQ/8rCY1DiROTKKx+h0047Ve9///v12c9+Li+79NJL9ZznPhddL5S/6+AfAvI9/z528Hbeg4NH5TlsXv7teu/ed+DYDx48mN/du2/lSkUrV6zU2WefrVNOOUVJkmiKxZH/HLDOCYkdfBzH+d29yyL6EEKgPVb9euAVPRD9XcVm+DbEKtTxTo2rC2PepVrapUms15jaNRqVNRIqOhK36WCpTweWnqfsKW9Q9x+9QZM2Rh4TGyRrlnA4z+tQvdkmb3/qDaxgKOlwDEGrV9A12SUIvpNxSZNxUaOhqBptQSXmGkIhE4k6Ri9N+5Q2ujXWaNcksqnZw+oLZpRDNU0Pz7ye82aD/lW9iKLuGN5oNG3XSFrWcFbWeLOssWZFo2lFI6SHs6LYJ4CYfseqseOYopmcr/m7sdn9dboFt9kkgdOreusb9Wi8UVG11qEqxxkTjU6NNrvI65TlqKadOOMFGlx4oeKnv0ntf/VVHe2nfgTclvkB5rka7H7EWNRDB/0vo6+yprIOTcBjVBWNhbY8b6LYo93LL5ee+S71/dmbp/WCI8sXZOhB8B1kh6k40lQaGNcSYz6NUfh7vMfURh48zVfoRyXVQIYhT80L8Y69rQvLS58hlwpzNc7ia4x+j6HbScLRlIld7lUy/7RpeZDhWH1H6GOu35hEs0PNuF/jcV8+D8Uc5CRYPjHIaWC1fZJmrv5TNZNu5CypnpaU7rxHh278rmLzjuADz0aTsJ5prNBJX9uV1doV1TvpSz/Gg7IZOutksopohVSTxUhjSdBIwYh0KCmr7axzNdE5Q1+QjsJ7iLl6NCppsFmioE3Dbsu6MMiR+wLtSJfU9sL/rbHLnqG9yRJNZiUOb4pKVFDWTJWmU5oMGIOupWo+8jma+5p/1ph58MjI40Vbeb9/09BtHw/Xdd5DhHO6KmrDgBpXXXm5Vi5frma9qUatyTOHjOzymo06sjaxE4SZ0SDdwOAiZJbiUGoKCGpDLhRqgzeFsW9QN01pmEkcQlAB51Rkl9ZoUMdfoqOIapYOfin8mvm96PjYOIZ2MncwDQ8kdAFD32g04FGQDaeNaLFYxHB2qIxBt2OqcIQds1jwcaoXHFGEVG5bQSGEvJ28PfKk6XQI02FGP0IIeW6Wlyt/ZXmFPPprH4hF3jSFnbwnVpamcpUQ4AVavHpYRM2Z06aR0RG1cU2xb+9elZC/wv2y+fz7t/9dPqWAIffyO7V9+w5t3Hgvdm5Sq1atUhwX8p1omjbl+2anm80Gx+Y1WQ/Dw8OiuVyPSTFRFEX5uKTI4/wW3FYIgTqJvDggmjt8OzzzdL0mbfhP0VLGzvfg3nX7PyNqMp5N5m0TnoYdntMp6QKOzqF4ObScRJEjKKIRj9c0LfpCv6Zxe5ZHvKIo5LJ7jD2O/hJbCJEsj+sKHi6DlDkQW9VKikXt2bNHK1YsV2dHR+5Ue3p68h+rMb9ly5aix21685vfnH+jfvHixXrVq16tP/mTP2HetGtoaIg79v1gIE+7zlwWYW3Mo107d2r3rt06cuQw47Axd/Ce3+NcGy1fvgwHv17zFyxAHORGJ168WFa6ht4bzN8JjY+NyXPRevN1kxcirk+lY+/oWOx3HWFeqk4jGQ+tqoqwMEUGOERNNYo1UFWBeHFK6uThbM+Gpo3w4/5S91zwJGE5xbM9jQAfs1EQ4yIF8crkUclwLCSU05KlEEsMbiGOFTOJgwuhsaIUkaDY9ZlbGJhUURwpjlEquw8zCa6QQWf5DaLH3s5vASNcm5HJfStrVG0aUimbUCc7kY5arDJn+2UcfhvOvk0llbNEpTRWjcXJSEFSDCyTecLPD/KvARLLa5RY7QkBYwV1THaATsWNDrrepoCxj3Hchaym3vqYenG82WBJ4+ddq/FVz9JwA0buj0F7vso4FGg0jKkgdkHxpJp4tDjtUNTs1GRU1HChTYM8aBPJlNrj/RpNqHj+07Rv/WOkCvwC8JuwAUT7aYg0GaaURqOUTKgaRfjTvFDBF7VxXWlMeWFSWbGqEBAMthBPv01qxCQpqlaWSRgtJxPPH3rbLEyplDFxMGydJ68V4ovpJZmP4foOQT79GNsMo1GOYnXbwKfVnBzB5DnhL4iXzrtOE+tOYzHQUHs2po4wqR2f/0f5fwrEi07zLksTJeRiPsXI4ePTQBJPzwJ0SpmFdIbHlLBB2KDN3JDQbky9kBWUZj3qmLtadevQ4wFtLZGiECtGf0kCozj19FYW0QBJBUJoBgkba/9Q8errlLLQ66BvzXhQUVJVQD9lFdSGbksFRGa8RtqK0mlPVbZivXQIHubXJDQI/o/vDArLaDhuzI47bV4OZxAFadmcBeomv5f+n7tujYruU96JiHmAbGqgM+ZcVuU5rKveqKrRnCJeU5rWleEU4hAU4DkdZjiQiko436BIdrj+sZDq5KTEwz3FIiIpd2qqlikqFFVkMV3LH1DaQ68DAwcVx4lKLAh6e/tUKbcpKRThH1RmfqVN7FKjAatMIQTlpwnYpVq1rgZjl7KIKFOngMMPISAjdHQ0iuCv6ZedbwhBzhOvEIIyxiSEQOrBb9Mgdj5laXC6MCOYQR5AYGMeaAM3Blmg3RSigJ5SNdBRkWegzBH95i275N/tH+f04aJLL9GSZctUaato5cknazu7xiQpau7cedq0aSN8IpnvySdzAoSDKZVK6LZdfX1sfHhOiujI8lWrtdxRmdZ9m3bATfoXA/cpyPlGHMc4ygL5EQupWq4z3y1XKmWZPwWqo+PAqc0EO/oaNrKZpXk/8pC4e+aFjRcU5hfN6DdFh17MmQ8qgVWUt2UekxMTtNXIkSJ7rVZTHd4Z/EIIuXzi5f7UatWZskwZtAm2zW2EEEGRaXh4hAVONXem7nsUxfJ/KTs1xRxTkI/s/Z/YWIYjR45q8eKT8v/C+C1veYsW4Jz9vQff1R8+fFgdLBAq2OsU2ZvMnz179sp/B9+Pw89ozfw9lyxrf3+/rrjiimM7eOe5vw6t+xjdhhDyxdnw0FD+p5SWPUMQ86igY+satsfe7tGxxO8sEuAMmmGOhDBRqKsZ1WSjl3AUWtp0l+bs2ayOqQF1JlIlSpREseo84GmxrLVPfaYmDsDDGoGPn4bMoaXPEUS/4Q2NbAUdggBcjnVwbkRFh8otOmUuJxCh+fEcSzm9WTHNqOfiHG47j8x8OG1Aho3KWfrwYLr5pgoMaIJlLzZjFQ8NqHxwszoP3amuw3epY3CjOoY3q33oPlUIO0b2qb2u6VeRoAAycKJ3INOdQE9NJj4pBXRaK4+oXjqojmyn+nb8XF0Dd6oysV9xSRoLsWrluurJiCKcyxKOjA91U9Oymx9tuatZ3nny/VDAUyi1cGSHyrtu0bzt/6XF43u1iIemI2pXzPhUMYTqX6zk7Edrctj1gPUHaIZEQnuRijWcGScvhVpQ/54t6t59uzp23aG2PfepY882de3epa49AyoNHJFqLUVQ3W9kY9g8IFKQKgtOl1iwyY4vpMoQnM9cB40o0tJVq9XYp2l6gvwd+EQmPsWwUNaEVUooNUOT7Lqq1ql1z3phF7SLXvoaDSU1TUVVpQUpHdipwQ99V3MjyNtADQTXJ1QTfkZAHqkZNXD7gHoyzJfQOkmzCrIGxM+AFNJERU+8BSdpp/nO9NdyRllQhGeP4CaemXxIGlI+3ywvqhpEjjm//2KNlZaoHtqgbGds5ik5uE8b3v4i3fT6P1Xtzrs0NTElG4pis67DpU51XP5HOtgOryLwm744+I3wULTOb6HFiHSBOSh0VEwiPeUp16mrs6KIuZsxzxppQw2e81qzqhrOPcVZNZo1nMNUjjqGOsUIm77IziqOPQCiL9TDYNrwVXEUVY59fXxrw25HLJ9nlDs0PsnYVj1DpBBFylBszsdxFOo/OU4sbAAAEABJREFU03Id6yaEoLwsZrCIZ5SHQAfE+BN3G3Y8JHOHlOAY7KzMA1fB2ENrvtRh6BgLcsnKZtKZ41QmyeesN7zjKFaGPlq5GXnUJo9P4kRk2TUTF/MkRheWPUVnUNFeUBlnvgJnrkiKfLJRLmnjpk06cOggu/xRrT5ztfzDLT4u9m+tX3PNE7Vo0cL8aHrzfZt10kmLGZsod24dHe2y4/QO0Scn1nWDZ94iRIxfYNZbzji27OiIcbL+vIN3nulN67wyi6c6R83DQ8PyeNoh+TsDZRZqBerbmbf4Wcfmm6EPupmrxP2M40K+IAkhoIYMPs0cVcZ/ZGSUeKoGi4c6NiqEwBzh4UBRljmKYoUQ8gVBhlCmsRx2sB7HmAWb5fUccrnpRV236/wmpxqWuYIT9TfwfeQ+OjrK3fu5+uUvf8m8fjK7+FfpzDPPzH8kxwso66GJPD4FOXz4iHxc77t9/xpfHEXyfyB0+8x/aDOEw543b15+/L9o0eK8f247Zb4mSYF5WVJX/ot50v59+7SDxdphFhDlfPGQsigZzjHFsb77UOV50KwX02FW6ncVdSux1AwJuosUUGAjzjReyjSxZ6PefM2V+vTjLtWHLzhNt3zwTdCwYmLwqaI6hq54ypmqdSBcBPxm9LPgCHDIAFKJRAZviJxHym87ArRGvssMEU/9MQ3xgt78UkKFpmxUFWxRoUNWPdwro3AG+HXljp66mHnVcEQBfh9/7Qv0rmvP1oeuO08ffsK5+thjztYnrlqvT191tj73yPXa+PGPqzfvLLwc0gU/qAhKBu8Z/sSU55kGW5TLK+WktWJDoVDV7l/9UO87/5H6+BUX6COPOlW/evMLVSzU2VWnakaZChm6PWm5hhOsfJPKM7zxlyQCmP0Ouv1bn9K7rzlfH7/6sfrw6cu14zPvV3msrgyFZdRthFj96y8UJ0/TQ+DqsGkCsaWNPH7NspRWlExM6qsvf7r+7doL9MVHXaQvP+psfelR6/QFcP2jztRXH3mGNn/1M5rjscaJmVWOBp+WFb1U5q9UNSrgfKdUjFKNDQ4quC3ACbq6l52icU4vcgdLtWNvygUsswKC5+MaVIeH0x7pvA5Fcy94mjTnJMiHycrUPjWu7//ja3TxKTPc4KM6cWRCpURSaAF1eStl/FPGPkXefD4wVh4kl2VZcdp5I0hMRsyJTsHHDJ29SlddJ1VhB19sNzwDtIEwldTMJSahPAKNGMq2RSyeexaqWI9UwtCWOcEpTw3rQ9eeofQ7H1b3f31e33ze1SqOHVFcSpShrEZ7SWHN+bpjLGernGfQNF9k0sMBshO+XccFDg3HDUTHVmF0p3TRRefjSBYqo3N2TimG3I6+igNosADxOGTkxXEkG9UQIgUMYkq/bLxssA3JwgY1cPRTHN1X2WWjTvmb/cVCoigEHNWUJnHyWSgqZqUxPj6pKAqqsotrYnyb8MyoZN42ij4SnbKRzB1ZKpeFEPKWogg5iItXCOSBBCc/bYib7EwbooZCmC5z9w33myp5vtOOm6/D4xHFkab1nilQmNNlRMjMckjWVxT54ddMjhTHce78TBmQs4jjXHny9EQdGxvXXJzHqaedJn9ZbHBoUF/92tdy+u3bt2kZu/zx8THufD3pAjv97ervnwvtFnQ3wXHwGG1mSnA0NfQWQmDxVUWPkay3KI7ycbI+I9o2rMtxThE8vjGOOULnCbryePoUobOrK6/bQM+WPYTA3KjL/42tTyBSxiRjbKZDek7c/L1QqOLQrZcmde1ofV8OuWpsDjLmjXlaM5bVjjyjsMEc8ULDPFLmXRTFCiFSFE3LLl4hhLwfCf1MkNU8Gvk1UoZsjbzPdsL79+/LddfPjvvWW2+VHbl/oe7lL38Z8/qk/O/kDxwYoE6NU6GKBgYOyDv509D/ggULOPpfQTsJ+QO69bZbNcSix4udrq5OrV+/TitXrlSJ05QqTtqLCN/p++d5PY4TE+P5lYr75e9OLFq0SJbJ42eZnee2jPb2dtov07MH3syuBxK/s1iAcyxlEZaF7VHAuNkJThab6mge1rWLpD/pk56PbPd98n3Ska1qIFmBQYnr1G3r0dRcwgLwO5Ps5LIgZYEEA5WHlAUcC4HkNkU58GfEoDvq7CDqtBIODQrSnE9DPnrNAiHG2nVdnFeZqZan/eH0LOSGnYktpewEm5qIMQBxVet7xvRH86W/4C71zzul53QD+vsn9OkZ86QzzIvmHtRGINMgOPZ2W85DN3YgqeMG+SmyF+KS5jLpn4mun9svPbMsTX70ek3u26g4KmNHO3D0E2KWq33u6RZTeZs0EMCvv4NOCoO6dqH07KWMT4809K13SFU8TBYUhUhVrFmYv5CHTcIX8cEbZimQItqMaIMFHgJHhVSXd2zR09DFHyyTfn+J9DT4Pn259Iekn0r8VO8wbXdgk48hfZHTKW0z/uW5S1Vjt9YoTKnMHffdv7pJGQ9wCEEN9KD++YrgqxIMApj9Jm0ShIJ15kCeZyKVO+xMGmOR0XvRkzQZutRRbyiZTKU7b9bSDT+UuiW6JASQoLWzj5vkMd7Rsc5TFGH2QyZUJFgrf5k+R0EREyWiIEATKVMUakoLZfWe/VjVONQwK39ngGJFMMnnbmhCKaFGKSKsgSkp7kdp7No6J6vIO6FKGNG+27+lCxmiC0rSmdA+bgO7ABaAAePWYI4kEYUL5musFx65/IQZ+H/qPZtXkPrmSo981CN12umrFEUZzraGMaxjNFOl3Dv6WNwGOcWo19jBVzkitmG2oS4UCipxdBxCUBOj3eTI3GWmTZl72HekphExAs2G6jikOrrI4Is/V8KJYIMVYIS+ExYBFXZAVmQEPyrKDiTBuIcQZOfSxIlYJredIo/zHLpN04cQ1IDGiOMYJ5jQp0jm6XLDdR3+prC67HiYMVQJEm2Yh9Muy5AjT2PDotgzhuYosFwJ+sllpiwwvhlYyB1xQKQf/uhHGsS5eyc5f+ECHPkOntNa/itq/hW2uRwb33rrbfkRvR2JddPXN0cuW7Fipfaxc0QU+svcg/8UR9Zua7rvBVkmJFER/YmXaQuFBFvjsUhl+UzT9Liwy049ICjKjtc690mI9Rsi91kq0JfR0ZGcr9tyuRdkdm5eiIXgk4ZxTeHwTRvR17oXiYxHDbtnWaSgmAWG+TeYLw4j+Cc48SLzKGPCZPTFaFDPjtXxFBsSRbHqyOk0JLn8XlBEUSR/QW7JkiX5QugXv/gFTr6iV77ylfrTP/1TeYF4xx13spPfIv/nNP6TNy8U/NcN1temjZvknftXv/o13XjjjSwIDsj38z5eP2XVKp3MwswOerqtWK43d26//EXJtrZ2eVwSdNyBAy9yqhXFMYvaOJ973d09ch9cXuAEx3+W6jt760uzXtGs+O8uGhgCWsoitloYrqBIhWakLi4iQzUI2yoVJLE5OamPcN8e7FmmJgNUK0RSEtScX1a9SFkEPMnhmWI0UltD4uTOvE0wEyU/dziMWoQxjhnkMlbaISxmiKYDxFLmmUoyQCtb2zw8nhICv2dnO244n4nmo/QCDSfNgmJ2cM1aU0UcFvNFzEFFrX7YyNpgp1TE/yohtFPDDtuJ6BhP8ltv+iR3EX40kecGCAsYgyb6GCulSqzDTqnSLS1bKQ3eeq86an4waYCjYoWSSj3zRbW8vkOznU7M+iSzFArqoFoEP4FkkjGsH6RKUAgxhppOMEas36QGdcM0MofKP6R4AvrpwkJxPg80NAUQQATgn48/UQj9+YBsrmb9gMGKlPSz6nC7Ee02J7Vny704w0wRYxfQgTDs6UoYl2ATAaJ8HntPyzWdRF2MD3HuySseB8ZgYyfKO/9i+TsJgQ53Vgq67z++qNNYo4om8/v5MnUMxnF6XZnSUw8Wppn20plOEJ3uRwo9iEFwBeasF6b5/OUKKw1NTcZlLbvw8TridmAFCZUkh5ZT5OWym6n7Rds8JGoU2yTPUxY9R0vtGks6ONGYEhsICX2JMetdIUVHj6qzWlDXYFMdVSYY9Tu7qOo+IVc+drRBzv/d+wQ8Lrxkjc5acyZON1a1PonjqCljrDKexyYG1gbXBrbBvboN9gS770muGowJwiZOu+4yFl5VDPrY2AR9nNQUO5/J2hQ8a2rgRFxW9UKB3ViDOhPc16csBkIc5UftbifBETFVVCyV8n5GOA87DSOEoAxbkRSLskGdnWdi58UY2RCCQpimrSOTjSwjb5JjoFihlToWkUJwAvjtOPoK8j/lrxYfy5Ehez7uyGQKpy3vNGGmJn20YbczTCHM6GeGkeme04euC/r373xHa846S7v27FGJo/MnXHONLr/ick47xrVw4ULt379fp566KncU3jU+8YnX6ujRQdkhV3Gm8+bN1QS7c++Q3eYkJ3IxzsRiR7Rj/SCa7KydFv1IGdcYh23nVCwmiqJYfjlfVCygf6dL6D9Gl3EU0X5ZDfQ4wa41xkD6b+ClQP8ashO1Lqxj85iuH3DI02VOF2ivyfh7LByGEGRHlzG/WnWqLB7tfEMIiuNI5lcu+wHJcNpt5MX5zl3WI2MSI9t03Thf8ExxcnTkyBHarekpT36yXvzil+CA2/T9H/xAv/jFDdq5c4dar6VLl+Vl3o1PMUc7OjvlHXdfXx/tRHl7y5Yvy+/g7eBj5LGeHVqulGfCz4EXwN6dd3Z2UK8gy5OhcIcN+uu+us2E/luflUqbfGLS09sr/4a+y1qwyWjF/8fD3FFhxYolmk5AQcKuamKEbU1I2aE11YyDbO3aixUHxCXmAJ0Wr8zDQiiyGB2U4BgJtV6ZLSUJB3bA3h0FG0byHkRHGg5k+RPL5wrkeeBpJA9ayTzthElbcHoGbjOmcxFIFen/xd5/AFh2VHf++LfqvtS5pyfPSBrlAIics0QSGYwNxmtsY1iDwQSTwWRskwzGxl7WYReDyRkJRZBEUpaQUM4TNFGTeqbTCzf8P9/qfkNrkADvWr/d/++nO/e8qjp16tQ5p+qeU1X39ZuQ5WrUqIwA6vAp0JKfAYPrjAx80DWf6ouY8os/qoUCtH3HX8XATp2lDA6uQO5sEJoMgHaMXV9rP4498Q04Mhs6pIlzQA9xQcvnopsOsIYXLAM90IYhKe1ge0FZrKOCGwFVpspBw6y1+AoUShW1GVURBlWkDUS2gwOlx52Ak4K8SR3UnRogo7FooBRcKeyzXsvXMg9gQLd4B+277TYNzc0S7LvgUbLW1L6lD1WyLW3ucgcp2Qy9Au0xG/YgA1EHllP0/4jX/6OqgaUqkbXKhqXbr9Ou876mmuWkvUzu4EibAze0cIarKw0mzJAHChdND0TEiwjAKKgKEXppeusd2FLKA22WrlDnflKB7jVowUBjBvDBEDQViHmIknUswJc4pR7H/yU8hTHb7R72oN4y28a5cFDTEicHvRZGLFnMhKY45ZWoMx/Y6F65grn2ND2zX+3OrNrtWVV0mg7ZIy4AABAASURBVHNU7x1bj8BsZ9jpdNlt9lShd5bVVccp1OtN1bK6hF4FO/myqFA/qCQAZlkNPnDC4dnp9dg15jjIoqrAQxOy1K4yQwa71qirjdPt0W+iIyBV0Poof2Z6muBGx5QL8HPMp7aP8dnd2ZlahUhAct5tDDWc6wzviCKTqEnQqpAJ4eSrok/TxyymBYbfQyOUYE8SEpTVfGp5rR/d0jwyjdybVK/VFQI08LJMHWSPMUpUVzAK9OugINPQeICgNTvHwx6ijG8R2CcmlujQQw7RQx/ykHTM62Caxai9BPMu+k2y+JsYX6IIDzjTd6VxjtZn0cu0lnuYIJOzM5aCauwqZwn2BQsML8wcWJvNBgEZP804lMgBK8anYL51Nd+uUsZYNbGRbWYdQgjU96ArFUIg0Dc1yvvneh1e7LIjOlgGvwKYZmz2IOck77C9EHC50aizWJnVPL+gNicN7ltcto3HCWXgHdOJDei0cMuyTO4f85EGxqMkuHfJRxXoOM8vo2nFQmGW+diVx8H9xxjYid+p8fFxxSzTVVddlX5REPG1dOkER/Qj8k58xYqVcv/uy/w2b75D/vlbfx9iL68Z/R8q3e9+J0A7jg269N9B/5YcnIeHR1ggtOTxc/uYZane9vaCrsuzYt7WNdXHiA7zz4DLBrf12JtGi664KH/vZStY9yFFsFLMcxX2fLYrkzehyTdqYgCNKGT/2XMFxZzJWTMPWCkKdyYnSt40iKtfSbZ/GxX8UYlhXQBXVql/5w4APEpAqpKTjNV8TUrSB+V+SvYut9tRxzNJ88oSk5apPzRFxEieFqbD4ctQUqZNqnCK3vMNwZuOBFGU6nXQZXrDAtrvw7Myqh6iaujb62j+wok3yDeHW1K0JJYNI0PT2b9LB3gH6UBeiy74BR5gB53+CUNFc4W6Av3FqmAMEAQBpnPaWQeSxbcXPSW7VgUrLdqhOPcB3dy3y652Ki5YJnmcGswXuv2NhrTiEJoGYhPIXXsUdu5SmJpCPeaLedSG1Fl5tDhEYQw0f5nHfG7hMyT2wg69LEgxaF9jiYpH8TrjRHY8sal62VODAf3em35fD4w0o2s6nefpfswTgAWVJqhkXSlwe7ZhKOplnRbAcyqzlxG09BmRYu/tN9NPpZK+BMHyk18l/wVGhj3NO5qbHxY/DMGFBXBFj7yiQswInYWysgKkyNhgHXF4JTH+VGpYk1K+U83efjV5p+3XLysGIsRS0gtxyd0rdy+f0ezcNLvw/TjQGZzXXHJyDvJ2Xg4aOQ7eTiwnoDtoFryHIW4gT2A950BSyuW8V+JIq6RzYH5WUER2mRX2LLFrjg1gwSYB3aiv11kQsABw4AoxyjvbmGUqwLltjYBt518neGTkXc6wJ2yFF01gp+kAYjpDnYBnusHBQTnwmU/h8aOR8yVjnNFHg+AGA+UsQrygML5SkEJAUskp4irwzzqDSF06tSxDQ8Ps/oYIBE3kbqqX4w0xgvu2HCEEbJETGGpwCIroa+ixaMrIr165Urffept27rhTF7Pr3M5RfJtAfdQRRyiEkN4ru8Muu1UvbIKkJgusZew8l01MyGlQ0GqOh7q8EgkhaIAFRK/XTeNXYsMpnj3bpwXe5YKA6TImgBva0kZoa/uFEBjDUiRSEH6+Jl9exATktT1DjKZWa6DFPOkoZ1442Obo7mDvQO+0w4nDHAuyJjb26YHt7XFp4CNcdt79Wi+D6z0HpJACeMFixTKZznL7+wEhhGRP9+lFnMHf5N+wYYPNJAdpB2Pv1E1jnh7/LqdMXlC5XlyDgwPQl+k7Dpa1Ysxgrfvf/3464YT7Jfz+/fsZtwYLhOGkZ3chiO/fP4UMpYQVSuw7OzurvXv3qIvNC/h43N2vbdxjIepyCEH74eexCCHAty7bACYH7nggd29mKpgbNCQFvFMo8bEVu1CQVSSv+SsqxcDGyJAqBwbKMcuoq1TsJykBcHZMddIg2gMO0PN56uEHikz/nqeJPIgBr2vo1xycmtJt578kdXDt3ZQDuD7Q2CKLXUdJX/NOn+DDjK/1RoXK0vy8FnNNBy7apbL5JCQfzhvI3u3tNgZXQleQeuDZlqjysWwXhOup6DSlmUPH1G7lqmKhPGDP9n5Nb75IqV/NXyafz/3iE9aKKFW1wDF0ikw/p62APkGRQB/Qtdfuio2SFvPTgStgUvp0sEr2Z/xdB69kj0DBeUiErO4j8TGeqnQ7T6Dtto6QBobUhr7OKxHdwSueSU5/eDhCQeMcojCoYtXRBAdaoj+dIzT5/m1eaY4gV6g0V6OCwdk1tFKt5/9XqTWkOnKOVft158++paN3rNeIRR6AzjK6Pdl0YzTWT/B3hTEgUofmjZCLUeTpDptBk+6IqpXa29Yrm+6wDio1XbXVOvGxmmSeNzM3KBWYP7GCV1phgfPdlwH9IpO/SgarlDEW9VL0EQDNX7yOEAcTnZ99Vjd87I264iNv1PmfepVu+eTbNLQFYusWIO0D2f/suyhmNdee0QxHs7O8+mnjpB34HDwc3PGKcoCqPEeQo0GwETrlBI2cI/u52Y4q9LTDj1mNYDRAkGgoEsQjwbmOs68RfDPKWd34lkKtkUYii1FdnOXwEM4Xx+kvONmpGuhCTu1AnXbY5eYElrKqdJcL5+mgUFCX5F2orNN3k4C0d9+kzCOHv597t86QJ2RRPRbKWFn1VlPd5JhRMLUPCiGknD8qpA3hF+Wco2zvJG2zedlsg0o9AoKQz3JYppKVwgDPRK+ba45j9jr26cx1lMFrGUf4K5evkAP+/Y4/QTkBadPGTbrwoot02mmnyQGsVqurhWyXX365jjryKHUJ6O6vC22XvmzXqemp9E7Zgcc6uE2SGTlCCIrYuEcgCiEIpSQFzWd5DmwMA/pVVYnoaEo5hii3M/8Gwdn6OID5yLnF6YTrxsfG5KPr+QVOlWSwrNa5Xm+oYH54PDssbNze8np370WB8zXGp8Yi0MG8w4mIx9ULBXG57BMD005OTiLv/ALApxQZbdzWdaZrIJ+/IW+Zmk3mV8zgUKVFiPn77+aX85rD/QwPD3PC0E7v9G1ft/dpxQknnKAm89TflF98jG+btFgkCfuY1nazLf2nffvxa8aHwPNPj56blsWylQR98wOdTitGeD1gW9kOXhz0mGuu68M8h37p3kwZXNk5EzgsvB+IXsbkrfXmvxBl29H/vmk+VqwyiYTWwRFkbkrlpJRWAYEUqdn8JJrEVgEzgT/4hrak7gAaYjtbwwGcM9DZx0gwhv6X6k1zTxCoMJSkCUp5QqWsebESnQhT8s5a1tHgSjvYLm2QiU9Bqt/oMr0BJ9+nzxF4b1OarUmBh26Y1+hpJzcmXQXtYQ96jLK5XLHsqt2g4523q7WbCsti2aW7tx/4ItQJIGTmgI6EX5NwopQYjqhWLNXbeqtGzMvIuwPegXudrqqjOLdRNFSSz/ov8FVOQ8uCWEkYp6DSTb7NQm/ZCQ+XkCfg3BSC8m23abi3C35zqkKmIoMwVmoceqw4vZYoJtDCBf8iZeP8J45qsCDPkcWe1rBa93+a5hSZj27Y05azTtU4NtQI5EYZyP7yDePUkQfWtZFSTZXRiyDF61CAL4GgGv3vuukadef2uZHK2FR15ImaG1iqACtUAe9OkREbmp9BfZ6uolBhC9xnGqeMdlkZGGvNXzWSZdKy26WRs8/U8u9/WUee++9aceGZWmvbt6hnXNPun+x/+o2seb6PANJWL+8o53nuERTsRO2sQgiqNxqqERjtSIkFIl7ixEuVC7t647KspiyrK4s1RRxtCJGRcrmh6DkRwJNmOHfb2TQSdsMeJc/gLMfRXYJXlsXkiG26gkBhp2kH7dRtncYYFBYZomKc/N46vWrAgdrhdgmCfs47BJBGvSHrksPPzTwW3kWKeZrFSIAa0IplyzUyPJJ2W4I7aqf52UD3CM2SJRPs3geT03a5Vq+p2WhqeGhYXlCM4MhpJvFR4OQreJcYKoZMMdQUSNmkKsBr957dylmUjHPMvHbtGq1iR+7d8rHHHasnP/lJevaznqXfftFv6/jjj9eSJeOSQvpnWayP9XLQqLMIaCb5Mvl0wkHMfG2PjPHALLLtGo26fAXGJATJwKfmrwozAMhr+orBrMiYj+trbOQiDWx323SeX0Pu23awXUdHRuW823jX6mDmgG07hBA4JeL5h6fHNoQI2yDv2KWgkn7dzny9iIGcxUbJTnqIWilCP8crD/O0PXPmits64DcJzBXyzs3NJX7+9vzk5D5NTk7K/S/l5GOCxZRT281t97Oz3srJif9+3v2NILuDvHfYbU5OxnEoAzjRCU5MhhjbBmNcZ86OjY2zqGGTwsLQdmgkuwfFmMm2cb2/nGc5XW9chu1K5oJ18+JhFeNsvh4nl7XoslUWFe/dbOVdSZAq/tmJNRAyJ/jjqpXXpF0NafxJT5eWroWiZCCCRggOG878pmptZCuB9ISKAVzIkwhKHbgOUon+YKYEfBAToTQTEteR+F7AJLpFaFf9eug3WGDiB6VQVInHwVdp5xEnaONDjtOOB6/V7ocfpT2PPl57HvcAzTz2aB1wsH0ev763JCOqJEqrXtE24yPwMrs9ulabTzlE7cccqR0PeaSe8neflrJRAge1OIZWVuraf/xrLfOCKsyz6PNIPKsFJRaqJusD8t/ctzNp35A0+vg/kxqDsh1LdIx5V7defI7WLaeBx4fEtx8oCxqgCYx7UCXxUnj7ib+n3Q85UXMPPkKzD1in6n6HqHP/w6T7i3ogAyDl8xc3fNkEauLBvHsPDTXzoCJm2nTV+VpR26S5PRsU0avKuuplPQ2vPULtnOa0Y3Mu66f+ZZ2xlUBGSYNefc3S/ZOfj3Kr1YB3zqlMQdA9dNVRGhiFyDK5HVmr4eSusFBpo5gA/hV6l30iV9MZ8VdyBDeddSwrZVN7tXPD9awlcg351/cmDlFj+XGa8SLIvCQF+Im5lBLzMqh/9QulImMXKqHZAq6UxHOV48ubdekQdvZrya8blMZ41mKLelIaCHGVUv1vXGGhbT9dKNqB+qg8i1EOijV2TJG8wQHDOENkTFGBBUEhXINCcmRSRsAxFNgrhIyxzsDVlMWa+m28A7aDrjBS33HbiduEQwM+Yp9VfzdYg1+PgB0C84jgbMfpoF9VVQqQJRETMy5IP58E5HW9wc7V7SuE9HtZUxhnHfvtsloEXamWRXWZvJOTe9Vo1GQnPzo6jNxBrYGmMurnOILesGG9vNtzUDJ4YWF+Dij7CB4ddto1AkKLIBGRxYG3xB4FgcHBL8NWMWZpcXDdNdfIR+yDAwP6/Oc/r3/6p3/WOeecrfPOOy/BFT/7Wfp2uH8hz8fTf/M3f6OHPexh6Yh4aGgIebtyv97JR/oaZZHhtA9tTj56LNacOrBNT02zkOvJOAdIy++g94sxKQmuFeBUpNgFXUIIKgmktllp38TJQo8F1MzMtKw8g1rSAAAQAElEQVSrYWhoUDmvPpy3zi12+11s0WBxYd29g1e6zL8SLBf4Z0megrYesx7jXa/XsXeG7TOOy7vYf0AxyzSAnSyvg7X7cZsecoQQEp1fFzUJ+l449dDbvy9QprEfT999yOBhnf338h5H/y923lUPDQ7p8MMP1xT2aRPkl4yP09egYsx4jTXN4qFIsrZZLNqOnodu40Vdg0DvtMkJgvuzil4Q+U/7li9fLstiWdeuWcO8aiQ+7t98pnmdsnfPHjc5APFAzpnKH//JsIhnxUMoBfnhy8gPEpjqy47WA373bar9wdu07G1f0kPf+o8qW0sTTYvBjztu12Wfe5eWg3LT5Lhrwki6hwv+d1uDIBVAXbAAJusDuLvcicyVzhjuUnuPBTtZLC5UQ0x2dKqzO4w6/HXv1Nr3fVVL3n6ORt55ugbedZpa7z5NQ2/5urZsg10O3NN9cPcHl2ln1Di2VCdo5ITH6rC/OVfxvd9W602f074HvUx7wgAylcp6s9p+3unKr/yhllu9RWCZYYXdq5T4w7nhBz9SK37nvWq97D0ae883tfT336rJzBOrVIOHqORoe/Jn31TLDYI/AFKeEXg570JNIRTqDY1r+es+qaXv/oYG3n2WWu//ocIHfqLmB38kvfwz6uyH/u5uBGGzptHjTlAHQZvYq8QBrf/Zt7SaILx309WqxVxV7CoPPQ0tW21TSHQt2h5InZcvKsgH5kOGo99fjeqJz3+ZZjkCzLqlQlnTPl4FDB/3CMVR0wM0SXzILr5hQ9GVJKkzp55hPFpGG+ZRQnRyblHBqkr2WTrQ0NXnncHYzCm2S3VqA6qvXKd9VJvAnAT1POiuFzQBEPXJ3uJaKJOTsI0edoL2PfokdR7wSPXu/0B1Hng/tU98gPSQB2n/AFReQKc25Psp2f+lu9/eaR+ChE9EwqgajraB46o3GrKTilnE8Rqy5PwCDjCDJqO+NTiEIx6Syw2ONmv1hkKsUW5IMRMFlRKPWyU72S67dQcWhlS4DWqCFAKLhpw+avJlGjvgjIVGBo8YI6yioFSIAbpMIWDxhODjQF6KWabUjtTtHKBE+y4Bwf1XVamKBQICyVcDHQYIyiMjQ7KjXrtmFXL2dN111+inF/xIp576HX3rW9/UN77xNZ1+xvd0ySUX6/LLL5P/Q5RLL71EDsZbtmwhIMwomCGK7dq5S/4mthciTfhbDkOPIBZjlnbBddI7eKdcR8dVvKP3f2bzmMc8Ro95zGP1wBMfKP8Sm4OUd/3+4ZYGO8rnv+D5Wrt2rRyM/K46ZlFdAlqWZZrmJKRgAJ3v8Hz4ZKDRwK/x3IQQMEFMNo7YIoSou6QJhz2ZCxXyc2MeCqrw34UoyIuxCJ8sZuoQDH1Mb5xT2xVSGTJkcaaB3kMsRmLM1CT41usN2FTMsXlwHx4T6+g+Pc+cL1gQmdZlLw7MY5B36XStOnPOtJZfXCULKC8uZmfn5k8LwHmR2KK/HL29mFmycAITY2Bcc+3YsYPF03pt2nSHQojyzwmvPeQQecEwMjIs78YH6C/npMX2M43zlssy9Be/tk6MEd0aanne12ppXDyXWixIvBiZbxM0wgJsct++1H/JGBm6LIK6zIe9k5NI/Ys7/iJLLgC+3dtiMK4Pi/HpSaPiYBxjqD64DhLfVdUjySQ8ng3r/7Zyet0xGvnjtyt/0Vs1d+JT1WutYOLUVJVR9Ztu182fep0ev9BMls/8DOnZrRJK/6HLTICKRn0gC4bPxXcfYyLw1rUPRi0GquWy0wUo2UoVeFrmjHqN5ZppLNP+5rD2DTY0OSDy0j4F8YZZ8ijcHe8+bnG6wD95uX6etF3lKgK2bYxq/9gKzbTWKG9OiGisGpM8VNO69pt/r6nXvFT3826+TiPk4FOIIYZEFf/kJ0Xzl8eo/sinqfFf3iq96C2aesxTtG90XFmQ/LOzAxuv1h3/+g494NbN8w1q84n5MdcZ50ohBORCQR/hlOxas1HNDq3S/uFVyLhM+cBKTQ2NSbxb785IFoHPX9zVfHYXO9zxQ49RrqBuBlmZqzclLcU2YfONCugelWGWmlrw3ueVxyJ5hMyGX6gHY3BlVag+MqTG+JgCu4W5eqVI9Azw6554gm7fpfkLFRTIGkgO3AeXqbCqJPd4h2RsN6w0Mjyo7ZdeKfVK7aFv1eoae+AjdFNVx3mZxTydQuXCPBg1n0vDFZJgCwgMiMlTYccYydv/p0bf+y01P3qO6h85T4MfOleNj/5Ues/XtGnFscKgkp9Vs+8Dze5yB0oHQ7wbXJ+GqgM3dBs3UMqYcFlU8OQJAbmZbTwcJVBhj8o6GM/EqSAvGMmC4CmcXknZABlYaqHLieZdjlnLsky8QgjUBeWcxghebhvoz20MA+zqvXNusWusqgon2oR1TJDhTEOgPc+J+ZXU29EX2DIneMcsUyRwxixjmAo14BFilOm86y4tJ32KK4PPAIuZCl7u78orf6ZTv/ttve7P/lRvftPr9eUvfU7f/fY3tGnjbdq1c6u2b7uDdKcm2fFv376Nd7s75L/DNvgd7w03XC+nDvqD7G4RTYHgMjU9TYBqoMeAasyZIi/TK4L1t9+mKZy/5TjssEO1Z+8eWadIYBwaGtG6dUfohPvdT8cef5wmOHreQ79eSO3YtVP1VkP1RkNeXNm+TkcIUvOBs9DQ4CB9ZcqwA6qqw0mF+TrghhDErYhd+kHLZWFDp7a55QghwKOmelZjSjMHbF+YZSGqxaLD4N/ob9TqGiTQNet1+ovoWtcAgW6AxVOL57TR8PNRIkNHMQb6DklPBzqfDoQwj3O/lmGevlBOoLb8Hpt9+/arYv6VzKUmp405QXh2dla+rPMwC4oZFjoueyftRU+tVkvyuxyo2LNnr2677Vbdcsst2rNnt9zfunXreCWC76W+hvzzeiMFU7eFTqZBvKSP56MXgoMsAgaHBjQ8MqghfILL9XpNTebSsuUTyQY9Fl9NFhvu1ws+n8iEEDSHzHvZwe8BrNPk5KR6BHu6P3DHAzlnEIRxQSIKB+dB3e39m9BZMoM9Cg5Misozgl0LIXmAulWNAWgQmFqqYsaAddld7dH3v/s5rb/gEq12x5Y0kHF/OSntRTn4KXbGUEUmT6SS23QkAucqZ+eBRiD8mXQ10rSGAwjXGhLSFPNglMGlg1Pj7gIVvQB4/cpHshpSLwwrD0MqwyCUPDTlkIJ1KSn+pncF4QIkEcgHICs6qldd3vt2lZU9oFTIcnUb08oIZp2yoUOf/DytfvsbNbUMHrUFsLlobweS1E8Z6rg9IefyUvs7pWZ70iwa5UCdo/i4I9c5X/2urvnxTzXRgtjCdEnhxSdU/qwY6aBm0UAuHkR4d0NTHY2qKEelclDTtYbKakDKsYubHAzmB++BI6iILRUxynOnvXeXRqLkx2nPtedI3aYiO/EiFJwIVYqrHqBu6TYLQPJLN4bzd0U8haokcVQVgkr+xUZNjSWrVR36UM3ltHQwJDn4rhYQiLiQm08Czh/2Up9gHp0+g+dkwlfIXEp3/Fy67QYVdfddafzhj9OGcgwHhoJJLmhkIcT81vzl9oYQsR8oBOCWjHORQtK/GzTZy7WbOTFTVmoXde3qUdkpeMbaB+hpctd8QvwvfLh/2C9ueccmqU2fGc7Ury+qCj2RpcDJFyl1g6jIs89H0icnYHdwVp1uTz3ocgCUcuhtDeO8s8oJqA60IQSaRhU47aKqSEtV4CpYV6SReeMj1BCgwaG7XLhtaW7CkWYKIahBoGs1m8hAEKLOR7qmq8hDoCbByH16cVAxxhlBz87bQVhcM9Mz2rZtqy666AKOy89K4PwMgdlBqo7jX87Rq2XPsroGB4Y0gJO3PA4IAwQz87ND18LlAOQv5fnvuHft3pmcuGWaoa8sZuz42rLZvWvctfNOAvKAjj76KClK40uWkAZ5l3cndQ5klr/AnqNjY5ohSCxfvkxLoIvw8iuCLIsaYbdoOUrsPUKwt7wOWqO8c27UG7J8w8Mj8jfQvUNOARaeJXYqacMQEPSUIMaoGn6+4ATQ/ftkwOWMYO86pcsaSD6Vsc1LeM3MzKJbh7Y1+FTqMhdyAnXO+Fme1IwP60JP5CriSM5pQYmN8tTGctrm7qtEtgrBrFeNhQTDLesUmBOzszNyOZA3rwbjbNu4L+Nn2d23220WVk2Njo5oOWNom3pMtm7dxmuX3ezij9UjHvEIHX74Og0PDycb+gQkixny9FQyN+d432+eOXrMzc2CK5Oc4srRy98lcaB20PYio0dw94/1+MuAltGvVCzXHHy82Ounfr3jOpc7vAro8ezA8sDNVDiQv3czAfMRcESgr3B0Fb2FGNlwFqoXPVUEqh5pl8EoMUyL1c3T3vRGPeNNb9X+vpSBRn4ugcp5pneswMkFQz/vFKAu9Os8WkBqx0dywpDc9U4NVEGnyp1S7hOEfoa0n++noH75xlHwPta7w9bclIanJzUyNamxqf2aAJbt36+h6Sk15mi5qBtKv/42vaH0h9CQFKdjiW3Lkf3b6Wu3xuamNZ53FHloQm1Icc1xWvlHb1f2pGdppi6l2GEdaFg5lfkAVPlmxDTAgzEMPssqNfDSgeoS+4yMLtcpb36/nv0nb1e7AbXbwwdSIZAgcXNF/tV7ZEtX9tSc244tdmCHHci4Q4OzWzU6fafUnlIi0UEX/dFcrcNPpqKuIsCHvqq9uzWGDiO5NHkNVQSzwJg5Huf1Qkc86nnaB1rQHgCX4efkAAQeNFUpgGbMvQgxGwTZAQXV9eDfeY121qA244r04Dvxr1J7V9mOCeVCHyoyBicYJiCn7YhVsE6lY4dz7fj5T1XLStV5JrR0tQaPPDE5LLkdMooFjPOpnXEG+Al+DmySezVH5h1jBjotiBQbGqwayuipICjlONxalATPrGTy8SyZr+6tC7Hwkbry6ps0Nddh/Cw4SOQJPOcCbDOFqAznW28ga71OMUOsQGAv5S/BdQnKTnPSnPnsBYKdWUHZQaFceBacluifM5ZYgiWbUtCv1byZyNViR1ijHzvpBn1V0AVsF0NQvd6QU5siMg6JhqBfQBOzTCGE5JQbtAsmouzE7/e7HGtHdKjVaxzj3qk7WN1s2XKHath7ZGhYa9ceoqUTy1TklZYv40RrclqzM3MEpjKlLXap/qGVnRzP22HbqTvo9381rcsrgil8RoWe+/fvS3LkBM4ugaDJLrHeaLKj3KNGvcEpwTad6Ncz2GF2dlb+4aCsXtcogb0DH/N3EHGQrmGXWQbIZdtTCiqwr3F+52swzgsBy+D27q9Fn+LydxQmJycPyJPGg4BW4Y8q+reJgu1CP00Weg583sXaVlkWFaNtKgKe50W1UGbkaO+6Ah1zgqJpG426nIYQFMI81Os1cFlqH0LQAHYcGhpKCzb3Z70c+DLGT3IbUdeUFwC2r/GGOnbrspAwzvaxTl1s5UUHbDU+PqaxsVGFEDQ+vgR9SebcYAAAEABJREFUS5nG34+wPkuWjMtfyjOdeVnWOjpn6Egj6MVcqKd+S+ZTh9OQaRZq/l7GXk5VpmemWciwU4K/x8Q8E49GQ15cxSzjXf/UwoKhlOf4LGPr9l6AmKfBgb7gmbCdteiKi/L3Xjb0WZcSu8HAk90ogyY6UdmdO7Tt5qu1487b1WTXUYWaumriEIY0W1suPfWVaj8CJ29H22fDnIAFpUp3q8CB/qTAZBPleXomlRAhIVLGBTILd4Ax2cqOOHGmbBzt3YSq+Rt0yvTTVFj0Ab5UoRLnHGj/g3/6iL79zj/W99/9Sp33rj/RucD5f/FK/fxjb9Sha2lXA/6jd/kL0Uv686lIN7S0fcMmffPNv6+vv+u1+t7736vNX/2emgx8YJGVsZve01ui8f/6AW3yVrhNp7S1qr8cZCsFgkFv6xbtu/kGTe7cpCU8cIMKmlOPd8kdTdXGFJ76Gu064bEw4kYm88JDU1i4sX+k/x7jWnSn9KO/+1Od84GTdca7T9bp7/4tnf2uF+qs9/yOrvqfr9PA2EKbg5K5TKod/kCpzGAdOB2oJHYnS1oQdqTBraTtrYqhVFU11cukkQc9TlMeN6oO3JQRJxUrODnTT+sqdRPvSKu8C5/ATlssQmnw0Cdr76gQAKDbhWYU5m+r7ByUB6oYclAmJjnoNjZgQyWQIq0ObUp7bvyJGt05xW4uDYzqxJNOUektrAQFvTCXyLgwD4EKoMIxFDhWSgduOwHQ6kZQRPWh3pCGOk2FPKqHjUraiVcfVXenUBsibuNI/lNuK2kwM/jyOOmc867QdDtXRVkI5x/Cqddbymp1HHVQzIICTjGGTBkOstFqqMnutk6gDTg569TD6XfZ9eTMpxIgFsiqF9ip5CHImZ85+B66tXlXyWxQjUBQQOgdsY9IC9o34VlA66DfwZln9OvUdmyzGzKPkmAXQ5Cd6Sw7S0OXOjv2nXfeqemZGfnyfHJAc1BQUHrH7mNUO9wsRpX0M0dAv+Wm2zRLumXzpB7y4EcwT2uQ1zm2n1S91mRxsIvFwR3yL9X5S3ReOCxbukzPe97z9JLf/V294hWvdHfKsUGrNaCZ6fnAUKB7o9HSDDI20OvMM8/QC17wAq07bF1a4AgdSgKLFw6zBHTv2B1k6gR+B/YBFj5mHJG1wk4ZtjbegWIA+zt4ecfu9lmM6mLXDnaArczD9KtXryYITROEcuXY14HGfUo8XcyDkkEyzrQ1xtY2y9GjwMaGCoShZAwzdvlN9JCCTFsnAIurRAfzMDgfY5D5CTrLHkJQh8VWG9l6LH4aBEjzHObUYXh4WGk8sojdlcbUQdp/mucgaaB5CsJu4x20uEIILHoKQOk/jJnDfjFGLVu2VFu2bGUXvwu9Cb7dnh71qEfTnjnLYiaEgJ168iKs3e6kvufYvft1zBSLtXlcW54z1sW/87937960UPPc8RfqvFvfA84nBv4vhwvsikiJV5uTBS/AshiVxagQQgKPx8jISPrrjRCCyQ9APJC7tzOpX5yYnAlyYOnVM2njz/WNx5+sS498tD4/vErdc76mJQx4mGkq8pCUwys08rw/0RyLnQMievL0C4vzfVw/pW4+y4Sbz6jvaCyF+vX9NHk912AWeyfes4vXCgtNlegP0II16WIA1b/LEFXEuoJX9Bt/ogdsPF+PvOV8PfTG8/XgW3+iE2/9kU7Y9GMNrqFFHejzIfsrb/ffBya/ZYqUsyxqKHZU23SpVlx5te6/6XwdfeNXdc0H3qSL/u2DGsimWXrMcLy/XZpYq6WPfrHUoyeGgApxyk9h8W2BMt3+tX/VNx70GJ132AP10cEl6p71FY3yIBW1Oc02u5pdPq78Uc+V9tDWw0uy+C6IepOtXJ2spsFO0MobL9HD1l+vx990vZ5y08V6yi1X6OSbLtWDNk+rVaNlABbf6NZrSLV1R+O4KvlBbOAYuuyYGl78RWnlCuL+jbfSKlAPg7wprVmq7ggo3/CwnZxdDHBTFQoFDJi1Z/W9v/2Idtx4vTLl/MM49KPBpRo/7mkSMqSp22dANy5XCylquphq51GVjEuIhQ/jU5bFbkqZb5kqDVGYu+PHqu2d5DVLxTyLetyTn6IujoVqasHNZ6hbVDSapQK+HuSiO+GloxnqC+/3YP3rcE0/+MT7NVSr2CHvx0ZFIuYxm+eXSvfCh+VA6R5pG3Nu2rxLChl2qtSot9RsDMiO3HM34rCyWFfGcXbGXIkxUwTXhxCDQgiywJ4DOQHddSBUoYgDjHdf/hKXd/6BgFVBv4T30HaorcFB5QQW/09uFQHN70BjiBpm94d4yNJQFqMqxnyOY1EHfffRYuea8QwPDA7IgdTp2NiYAv9m2JG5T7JqEpwuvOBCgl0P6Mqymd7fIxigjzRGIYr4qn/8h3/W1P5ZbNCUHb0d+hzvxrZvn9SNN/EKh+c6om+v11MXGKK9ZcrQyQFsjp1cvWF5M7Uta17I72sd0J70pCfJX77LCaT+cltJkHXArGHTOose/9qdA3hFHz7+9gIhhEAwyxWQz/JYdqdu536Ntx3qjbpqLMy808zp07YqF2w/wIKhwq4F42LcPJTYopcCcIHtc4KVdbLNnPbwI86XyCjmdwgBexTqEjitq/uyLFkWFWNUhv7Guf+BgcFk84idQgjIVcO2dWiiplkEeafr428vzBr1htzGAbXDTrrDYqBinA855BD66sqXTwIc/OcIyLajx9N95uiJaInu0MMO08Mf/vDUz35OVczHPxN83PHHyTv5GDMWXDOanNwrB+tZFl/WLdmdxZmP/D03LZP7NL6CecyiBlhUDTDX6sga0cfymSbGqB6LUevdTWlNFWNnO9cbjdSuQVqv19E9S7I573Zu34fYz/w/koacbvxYVbi4oF7IOFbs6YlHSS8+DHiI9K33/pG0Z4eGmgPsqirNMkEG7v8gzdJSwR+A08QmgAoLiIW0Olgll10HGW0YX/UBjLDzPLBpShUgS7hWONASIxcAqPnbbA4G1xjntA+p7H5xHCFqgih6WF1aW0proDkEP7sKUzS8o/Y8S/RUODWQTbfzfUiIRR/o0pfX2A47UVW5mrHQYXR9TA1HT8XjD5euPf9/SMWs47myImiuqGlg+TqhotJVkQVU0bCPwDBBmQ4Za+jpj5J+5wHSnzxCuuLz7+BVy0yq9f+6VsSgVQ95nIjT83Y0H/SEQL48YctQzheroBWs6Jej93gmEf81iP6sF9htQu122Ibc/G1eQepgu7DyMPnYvkZNls8p33k7B+sUmtKSEWnvtmtUD3OKoWLewGRilapRGtJP6hw+DCsN+ncAXSmPOa8kwN18le535/m69bQvU+aYAD4FpyBSTWse/GR1K2gMJIvvhPKEApnypDQlyFd37a7qm6eiLiSAVJGPViUNzkr17RtUIyK02dWvPuxwjY2OMcQFAIG5OTHQ5hc3eiz0fwAX5nMZajyWZ+uFx0qHjTcVGSt8iEKYJ8BKkrMG3YsXY7D20CPZ7V6jOXb1NQfzWFMMDWSqA0KMCkAQbqWrQu8yOX7PoeDaEGUHFoJLUSGEecoK25ZSkZdyQHGQDuhqB+odUU6AMdQJdNu3b5eDp08N5giSMNEMgcE4f+PcQaJHcPWOKSjI+RCC9k1OyruuHs52mt18DV5ZliFjUMmY+U/MLKcdcCSo+vTBR/5u3+X1WYtVrPOW4ZnPfJrqjYyFa6GS4PjWt7xZq9dMaHxJk937S9TuzOEfK3lRURIE9xFUdu/ZI586eHHSIih4ly3k6/LKKie47p+a1cN5P/xIdpY7d+1CrgoomWdQMT8Cs91Q0V9O8LJsztd4Hh2wagRwB90cWwlaz5WCxYIDvG3u04CcdhW8nHfQyRdoM/R1+xAi9s8J7B2ZV0lAquivxkIphLBQ1042LVkgGCr4cSNrJetaFMgMLXeiq2hvvhVEJXVVKptXkfoxjyyLtC0ZB+wJ3wHs40ANU9XQz7+dbx4eY8vsfsxnK6eVbuvj/etvuIHFQIMgzWKbcbX8ngMebwVR19RRRx0lB/CbbrpZ/tKbuNx/vd7gRGZHksdj7L6TzszBHJvNzbXlPtymxCY+lvc8aDSaLDSH5V34CCcPQ0PDarZ4Tuk/izHJ3mQBOchCr8uiyPU5Ni+xhU9cIjQBcJrRxrrWCfhNAr/badEVF+XvvSwPInNnnj87KM8+ZFWBE40Ai3tplbR0QjqqJfWuuUKR4GDh6hhGMVM1pLtcjLfEGWQgeMgjYejnK+lAf8YzayqnIFNaLdQflAaE4mZ+hATdTLpLoKfZgdttDxR+OVODEc0VQlQW6lZZakCHfqisBBnl/h36GVLnFwOou7sr+jA+hCDit3rYqay1NBilBvI14TFBfyOBVQWvRQo6jfmgQllXc3BcncqtATz+PKuMAkhsL2wVFPkslA1LteXSkoY0PLVbau9TqOpq8uDV6Li1dK22wkN1uVmCABsaKzB+GcyjBww5Y9YSfkGJdhD65gIsdE3pF7d5UPKOXuMrVTK+AaeWcay7ec823RilWwlm15Fef+PPOdLPU5CP6km1EdUnHi625rIcsLnrDW9udUNBcC1025lf1mPnpOkff07qziiiQK4Cm9ZVP+IB2oENKN6VB6UKYLL48wBg9gP5gzOooLDwz3WRD9ZmGpqRiluvVGCxVTBOOTRSROcC9hU6RPFJSoNFtx96YddFKEXmHCaXmmCRuzVC6k5AZg6u80LYSlKQEujeu3hMOUmoaev2SYXQoiNrnSnGmgIAQna+dq7e8eQEGAciO8WyrNC/TFAylxbPeedzHGlpGqAAHAwkKyV2O4O8lx6Vg5V3UYODQxofH9f2bdvV4fjTgd5H5AFnmeNAk5PEsWY4Tefb7P4q+vSRvbh8fNpmN1gwByv6CjjyBk51kN3lNddel3ZTEV5NnLXbKwTFjHFj7i9ZugQdCgJGTUccuU6Rtlk2L+dNN98sy1er17Sd1wICTVM1mecjBADL7SP3Hv36SNeLkWVLl6vNsfAQ9bt27SGw8lgi2zSLF0QjqBayLdIrDi9YkUFAYBaFEFIQdYAvsHWz2VAIyBqzlDJNZLvk2NY2dvDKsgzZG/LlwOSTkAF28THGpEujUU/659jR9A5uzrt9gdw9AlUOvxCiarW6smy+XQgoi0ymk4JCQELktAxk5TTSh+sNNQI35OibpzljXEg8M4Vk0wzdS46vB9LYhyD6qylSt3z5Mvl0xPas1xspaPv43qchXV5JzM7OpC8lzrATn5qaTvqk50vS2rVr0ty5Y9Md6RVLm/njNo9gh59hm2HGIYRAPzHZrsA3el6Ky/JnWdTo6EgK6oODg/BuQBsUwgIgX4SmwXxKtoWmxVxsUvZcst4VdnHbJczhARYzzsMeXrZnpggvly1zZcO5sABxIb13E3sog3shiFTiwUWokgComCnz/BmkMpNGcEyhFihw45CCjzl575qNUu7fkYz5hRqOkVubPBIAABAASURBVDy3i1poRvGX7kpQoPy8EaguFwA04ggbQoFcKWMk9WDkSmf/g1CDTxOICBXxdMSNX3CwnIYIyuliAPWb3qiTSC1tKSY4AUIE4FoPtIHdstg9D1hX3l+V1MeySTCsq9EYVfpWtusgT7wIMgpGFJpPY0rq4moAZFqR1CToJaCMIFpDajBuyVSVZLMlfck7jTB3sBf0lSM8eNPoni7bw3XuB9p2NqZyaEIVcyZTpXaR6XHv+JQecMZerbxgvx540Zxe8Of/hqxL1Yw8QG4XmxpcfoTEQkDRzH4ZKgUCOZMun9ZVp35Ry9HvRE4+dP3PVKOvHrv9DjQ65BjtGDpEWjwH++wsq5Xsl3+DNFQ0qkxYwb3iCFJaCmrLj74JMlMZMvUoF6nWyoAWcjoxVHwYTMMcC5EMKN/ORcYE36rUJIBF/ywznwqOEQAHvkNyr9/0w3Cpg+MrGPsdd7JIJLUQfndOHFVeSTx5UqgYqsCzWKnH8a0DUYdg2yVvxynG3s6zpFFOQOmDA4mf6/m0FEMnOzo7Yx/fGvznUB0C4RreJ3tX73wTRxqxnZ2oeU7x/rRD8PTO3Ts38/dOzLQ5Bs2yTBHmFf07cHkBMMsx+v6pKR3Gse7sbBcn35F/sMTylIxNxg7LAXr/1H5V6FeUOUHKD2cp68OHHnDi/ZgDNbKlJibGUwCzLvP99HhWG+pykmDHP8ZrgwY8N23aJOct9xBOkymjwAo6q9VVKRLkpdw2RwbTlDyDTgv0cL/Wucn7ZOtoO3nR44WWdXRgaRD8azX0jTH132jAF15eNJmuwAa2cQgRuX0HZVmUA5559jgVyQnsJauONjZ1atu53xCCAu0ivBeD28cYlDO2FX0hsnxVZAp0sQ+3/O7b7VyX00+PRUSP1GUGXh5Xj1tO/6YrkdVyd5lHfl3hP2O8+eab0q7cu/qcxU6G7WZ5VeZdfBdbe0Gwi5MRvxpptTKdcsop8g/hTHOa49c+a9as0aMf/RjduXNnktdzpICPbdcaaDE2oyw0B9LCotloKMZMpsnRLYSger2mjD5DCGLAWJwUCSxrH6xnznh5sZZ0U2BulDKuAN/h2bBetmmWZWZDfSH3ccAe8w2ZEQuZezXhQf4F/0J+oI2qMgnZFZ3WlRT2xqMofXTlhwEjlDXwTcVBnDYkpjdQAz59GnsAfhkzX+X+5nPznzxztJ/PL/6sMHzlDhIsqrknxsYbFpE6W2OCZ4DgE6polXWXy236cJeK36BQQZOgTDpE8lkVlJWRIJ4pBXpxBYA7a/ORSyW6kWNjSiFGsRmXaGscYpK4AQiMU7kCnpEufDqQgkYU7/ghAxfmG0AVpVhXfQA8TUFI1FsmUfApScZDG8nbCLkHO0B7d3e/fT81DbzyBkG+NagK+UOAU8jUw6ZzeV15j/67hTqxrdmiq6pbKZQZD01Nw6tXqGzBBHXFtFNFftEd4NHsQVB2NTJIBXKtxlb7rrsMdSsVKFHieDS0TPVjnyIvmrSYB/T4IKtJY4mifGE+8hVAqVoAkn695mvkhsb1mPuDTPPNZ18i1RCAPisWbCV0lcpEJ/Ly1ee3kLr/GGnsugRBWRaTo1eUUjPSjD7ki4fO8hnvdaBRB3SyMAnxv/lxN3yavH/sMTbnnP0jtWdL+2MV2N1Oq8xpwFhUCOIdvZ1xgZMuWAEURYXzMn3JmBqKA46swPnbKdrpGSocuoNChgN16rrxsfH05avR0VH6K9I3+O0YBweHkKFUzDKGoSJfybt1H4nbsQYM5CN9H+ebT4PgWr8bCCGowHn752THxoa0d3KKQDOQ/mwuMi4dFti1Wp1g2ZTLjXpDIdIn/C3z0FBLn/ibT2pqek5T++f03e+ein4lgT3X0qXLVYe+4JXEzMwc7aJ27dqtDP0GCCb7909pYHAg/Ykcb3s0PDIKTaY2gcqLqJxgUNh+QJV8kRRCVKT/yBwLEratZDl6KVjmlAv6z+m/K+/K5xcAuRysc/TssFgq4VUQ1HLGqMYO27Yu6Mt8A0x9ahJCgFcJjzkCHs+Y+8IPeJFAlrvC5volkGAAmCe1CiFAwzghr3EOwgV9hxCU/sV5faxfj2DfRr79LNgK5oZlzZHZchlnWUvmiBcCBnF5Hni+1VjUZJ4L4GAtj/3Q0KD2s4jzlw1LbHjpJZfpisuv0jVX36Cf/uQiffZ/fF7f+fZpOv20s3T6987SmWd8X6edegZwpr79rdP0vdPOJH+GzjjjHH3/7PN09lnnAt9PdGecfg7pOTrrzB+AO1fnnEX9mefqrNO/D/4H4M89gDubuu+f80Odd+6PddllV8p/mWG9QoiyziEERexg/TxfBtjtDw8Pa/GFC1hcvBfzlXiM4Z92jBTo2e9uhdehNF9JbLfLCqEHrT1zAJ9JDvb1CYliAnHZ/zHRjILYN0juxIz0LjedVVBS58nCzPGt1Mh8wJvcdXacJRUlDpapaPTdA+ySLE5NQRep7DwQYZQBgX6DXCmletPfHejXXP02JrO8lINTymRVQ49aGQj2EhtRpb4Wum0FSbWWvKMoWUmV6qnHuz/IqeCOgGkIbwoR2ywwTujKQyTMIZqxkAAJc9Sa5+cKHE9lNDIoZQSFJIjMNjrlIQdB8GQ8qbrHe6F9qiePCTW28kiFASZuzJJsFbJnIahJcGjhdOps2zuNngIGaRDkK/rrVpUGVxyi2SacFskFS8RIn7Jcg46yqhQdCJlyg6U0eetVavCqAxejivnaDXUdf/LztWk9vOabkvnlu19lnd1WfcQvkQZkDfNY5Ow5Nyct3SdN3XihGgFBygjWDColyoriwTcVJfoHxgylVKF/xXj4ocdE8nAq0AgINRiQRmwWsI8HtUc3/foDKeS/0Q27X6KD/y/hFhAhixobX6qbb9ygem0IbFASO5CVx1UqOWKeY5fSZeeFP5ZC4I6MuVQQ7HKcth24dRZXWGBQQlwQaMo0x+CD8hV2DSEQZAZSsNm3b1KrV60iYLUVCRqmnZ6eSbssO0vT+4tqg4ODarDTbxFIvaPyDt+LD9M6iPhP1ToEb8vSJbC432l2eT4NeNkfvEz1ek3r129PCwql/geVI5uDsBS0f3pW27fvUECGSpXWrFmrRz7ikTr+uON05JGH64jDj9D4+JIkd2S+e6GhGFVvNJRjg6VLl6V39fVGQ4NDBCKC/f79hR73hEfOB3qCVb3RwJa2Az0wPzAFNiRPhk/yJeCcFIIhKOMZdqDIaG9cv1yvz+/kjXPg7LKIsL2MLwi4XY68vQioo7e4GvQd0W2Mkwe/jmhyMtDmmLtibDxOiIAePRXYZDGUjFkBP9M1sX9lwjTHKpXoIAU1eKddR575v7XPlaXgHCXsSLWyA7J7PpWpXNCP5R3g9YrlHxsb1SCLvGXLlsvB0P2ap3W3bpZ1aGg4BVC3K5Dp5JOeotNOO0NbtmxTCAG+ER6DajFHrKvnUggh2TQoIC9ORPNXydzsgzFWq1+2jr8EJloErk/0C3ps336nLr74Ck1O7ksyWmbb2adI/UVZCAEZMy2+bKXF5Xs3X5m9PyrMQR4nKh5uK592XHi8LEjBjo7BqwIPOU5AHPWF0NSByzTYsurlKmlcKmDkMlWXsZ7GPRX4KGkreFSAcHAB2kAbbpGdh4ok0IxUXJUqxMkJzwXBAKGML1MFRAvp4jIoiJUgMQYR3EjzXYBLRaMWgxYu48JCvp+4bHD54NS4OC+Ks4ZacuAV/QGVMYDbMd6zBBHVGhJBPq/xkBGx8wK9AjSmJWVu0JZMUgJ8urErgmM2YRCpS58FFeheQuqFmm0lGnNTSZ1v8zSQpzk2DLa+RBByMCIjTDwP8DqQdxvzdwp/AV30XLXuBNYpIwrMhwyGtaKjOLlDw5O71dy/Q9XcVqm9UwNlTr6rIqvUQ9fa+DrNetrARwZ3bN6pQwkyDWIGWecWlUwdjUj7bjpHmp1i5tA5MrcxQPPoB6qxDBqjSA7wc57xZQImrom9cYbgj18FUOMA8SUSw3M0h1Y3XHiqmsUcsmXYrJTtRfe/YGKeNJMh5XPVsEkyZkB/np0qRsH2QBuTVhk45KyVQlswME00AbI+kP3fvs3rYCbg2p1ZRCbD89n11/CZMJGHvVaLCjFLz7F3e1AIMQkEJQEhT1CwoC/YURELMHtQhL6W1ZSRZnFerwJHWBEQAhR26HaODYJOQSOnN954UwqeE0uWKISg3RzLjnDk3WMnC0JZFgnOPZXwsHMV19zsnPxFLjt//3ne9PR0WjQ4yCtE1Wq1dFqwBJ5tdpITBOEnn3ySFKVt23dp67Zd2rtvv6Y53ve3773LPuTQQ3TRJRdrcGhIQ+zAd+/drSuvupKd+i5N7pvUjTfdRCDvcPpQqsfEcKDftXu3zJ8h0x5oZgmcDKP2sdu8Y/NerV47occ//knYLajL1j5HB2EXcVVYvQ9SEMWkY0kA0oEroA4QgnLs2GEh08Uuto0DCbOF8eDBpN62CRE6xsTjNEAAbTTqcAqcZDCJ6aPGCQYILV++nGCUy2PlsumLhcVaTnuPmaFkjArKPRZOpnOgd5p8O3I6EEf6tMy524NzG8uSEdxFn66LMSJDS6avMTau89j7+N20TebDLGPhfAOZBwjUDvYeX/ftdj4xGWSxN8pCZf36DTr66KO1Z8/etCDMWFgMMW71egM7d1XyAGXMQ/Pz4sMy2G4uV8jIgCCZFLGbbRZCkK9Ub2O4ABwoU28dEpA33jwNzhtcRxNt2HCHki0YL+tabzTUAGw7g4/0TdeH2M/cq6n1M5T0ggLChTXLTGMdlxfAswmnHGvUEvzLyGRCOh+firTiyNGTFOp0j01K5cykpqpcs3jsnpiIo0u1u7VWmoXEfZHEJcdDiBcvzKSmZtnU3L5tBB9XAgu3xfID4aIfqFK5mlO7NDa1SdoP1sHSfA3TlPcCM4D7yUkziVgrEWzqrbqmmPPTzUA/PQ1X+9RyG/NxOqN5GZ3aBm4Pii61WEej0kxJGT4qIACoIuw0O2cGFaFIihpQl4k+22K3XofGVQSxbbQ58lmvl5oj0HTVq0+ryHtq796pQeuy0Ddk6vYQJiBCGRU4OjaUIcrvWBkyEflsZQgqVRgs0Mi7YnHEmnSP9OvbPABnDU2O0TJolXfV2H+Nkp59W+yGYgqwvMY5b5lMz7Cth2dt3cNU7W8rx9m3cAr5ZT/Sl446Wqc+6lB993FH61tPPFH//sD7a89l31Q+xkyoFXQBg2WHakOOoQbgvyBPer5K6kD504sCYeS8LSUdQTa2MaiXXaomFhtkdznQy6RiqZaf9NR5/SFNd+AT+cRDvfhhBCvYJIC1+lBBvxiMLxg9TtpEV2qMStt+dqb8ZccGDIY6UXMEwnY9YPOScdP8ZfsYECuf2aRGm4cBx9zptdWtlRo/7BBNrofUtmQO7N0iHXb4CcJ0amKAppWdKpXb9p4r1gHydNNVShd/IEtS5leli+nNw7DRdWHMAAAQAElEQVRATzxXxWuVjDmTc0y/Y/c+5awUC8az2+4uBM8Kv5gRGLAI9ixwYEXOOGCwCiiYQwX0Pk72DmaK3bid9izBuD3XUZ4Xqa3LFbQlc7zkWfSPwvgnRS1OQSAZHR7SEnZ1WzffQVBo0M7BPZeP7LMsKgKB5yhHhqUrVqjRGlCImTxl2ikAFgTuOflP4nYTACIBZd/Ufvkkos27aP899etf/yp414UImp3pkpakc+wAB6HryG1y9Lvzzp2KODyXA/3OsVhYtmI5x/jT9NvUt79zqj70oY/oIx/9W/30pxdomIWJTxkC8mzeMqlZ5Fm2alR/8qo/VaPeEuZRgaAOWPLkwodiQWSvmGXzYHSwMcj0ELCb52lBYXm8sCjQO9Zr8KFljML0SnXgXWc5A/hSlSKBL2dSDQ4Py3ifbFQEvw56FObLnKxB478a8PPhMe0yBqYp0d80OXQlMiOOHEBzxnHDhvUyznQ59eZXun/axBihq8vBzeBAG9CnqjzZyEgqWCD12AT26KtgLtQbDXkexCyjbQMKpaA4ODiknP6WLp3QPhZkMzPTnKocoatYePmkYv369Xrwgx+SdvIFfVs+614gS4memEA+7Snp2/pnzIWYZcheJjCdwbJbPkMIQRk0BusSKYvLdSRmyXPgnBRCkK/E35kDUGn37j3MnZjs0OCUYwAn0kRP87TeM5wyadG1+BFfhP7PzzooeAMv0SVRoUbgbhT0EwDfJR/45OR3mIBFFuTY7F2jaFjSRqY1QDrcluY236LxrKcWO4Q6k6VC2Qe/9i3a8PAn69ZV0taHPUnN3/pDqJsKWU2zjUzFzD5tufVHatZAh19AcL6izG1jxYwJMbhU8VnvkV77CrVf+SeafuVrgFdr7k/+GNxrpD/4XW3zLg9nuqCWSoJZj91yhiPL0GnOfJ/2Gu3741dp/6t/T1Ov/gNNv/qPNfPqV2nqVa8mJQg/7lh5t6yMzi0D7dKIUzxwm89igNYPoW3itIiz6hbTqlYcqrlX/q66L3uVui9/g0be8F498E/fojmIfHqblQ0tgc/eW36ulvtxwKBPUEwcEOyEq9hRFdvAnCwT1Ury0GeyU5AyXqfUirpqBYYsMsUmkkYgzAPdSeTLWGmmkSsnrVojar/oHdr/h3+qyT9+Gbb8Y+WveqW6r0DWP3q19HJs+oTj5C+iCVFsk/WcIugBR6ldz9WrdaSsqz23XKVT2HmfskI6ZaX0zKXSKUsQ0QEEQUIoObxA2JFV2lMeQoXmwUnV/wAVKhWRMsoFJ/4AVg9IV5/6aZmPX3XkjZ7yZlfZ41+sO01nHtAJSPYwbgFCCAohyPobFKhYAJfdNAE01KAmpYUxENnVezZKu+5UlUUVnGJlRQtb+6nI5CZVj1bmB62YolObb5f2bVFoNFWPtfQFy8H7P0irP/gWbT9xnTYfLg2/7Y/VPOYRwidLWVCeDaq45Sat8OIqk9wvgsynFP9Tb+T0vIt0bmeWK9Ntm7Zoeq7LzjVXCb7EafrPxObmepQ1D0StKhksUGaccNgFDtxOUwrpn7gq+BtKnv8SBxyC68RcDqrgXcf51rJMIyNDKZjPsqNrNBs4yt3au3ePxsbH0m7Nso2xAAiBdjAMISoAw0MEMdI5dtF25IFA0ybvug7H2Hv37oVvWw4aGUEtJyAsZSf7X1/1Kj33+adofGKMwJ1r+4792szR7649ezRFQGk0W/L3FszTTh81CFAFAWlaDY6u3d/gUEtLl49p1apxjY6NaBfOfXqmo33Tba1YNaGTnvZ0vebPXq/CdgB6LEptTyF/ToC0TgkY4H5aUscNtQh6ddUbDaCuvgwVtG6fCLBFCEEhhFRv/UpsnAIvTGr1GoGuJ7/OML5eq6NDCRQsunpKrz0IuIk3ChbYpuiPYZDMrw4PceUE3C6vAXosDnysbn6g09hXzI9ioa1tb7oc/XoE8n379mlmZhbSkOSsE/RaLM6cur7Taafxqdcbcl7oN8BOvmA+uX5kZCTJOjI8rAa2uOOOzbrf/e6f/lzO37tYtWol7TqKWaZWq6UaY+wFhqE/dhnPqvlaTgSR50jMMtU996B3mW5dpYp5Oi97N/XrvCvML5Ap0KvARhX2NRToXRqoM00GX0MMUcMsWi1/k/kSmZfuJ4SQ7BBCoMUv7viL7L2YW+gzMNhK+Sj/Sz2mMrmFurpTHqACQUvq5nf0pQomkZ/71B58vSltvOQsafJOtRK3XP4FNR33AB3+vi/q6H+8XWve8gXNnPBIdZhsOZMlr5fqbb9StZmdtKDPRTfdUXLnTioFDDlTH9P4i16r3sv/SuUffkDly96v4g/+St0/+Lj2v+QvpJe+S9e0oe8CWJK1iwpOIxzoS1DzA1Vp+DkvV/YH71d45SfVe9lH1fkvH1Hn94H/8mH1yOvBfyCeX6lGI9+VP+4G0DthnWZMLQtNvmQWxVgqI7/iuIdq1Zv+IfVT/N5fqnj6y7U71DUHbUTAWkGE3LdTGy84kwgANwuKpyA2KkSYRvhiK9nzhwJcEHNOdCFRR7wWkUdQKmPxlXmQIJhxsKJeAZ7c/bEqKHdMrELtgSGNvPg1Kl76UYVX/KvyP/i05l7+tyr+8BPSH35MesVH1L7/c7WT9pBLHbFDp7BiqXImcmUBOMHZcP1FWrVcao1IA8DQsLRuADocYDO2FOgzsHNUa1y91krJY1RR37+R11mjiggxukYXnKVijPyGi36q9q696F2TDwWm60TYwx+sqUEIqNcCbUrpMAIhBIUQxEcyV7KBuEAJsKkMFTQV5YSD14I4EEqrdtPltg0qs4L5HFVnQVXnhEXIWDKOqZ3tTLs0X+6k5sofKuBQYtYgHdCdRUMjL3+7Vn3qAh3y6Q1a8l/fJy09TJzqqk0Ajczt9T8+XQ8Zk2zSJGxJ/je93bfh7ujDIqRp4FsjjZ5TpKVqum3Llvlv4eNs7cjs7HLn2cGXOMLS+YWUuJJ2XT18Qv94tDTS3WBHbtmO/W4jiJIAn8WgitTOffOWzemb8Nu2bVMAv2R8XEuXLdUtN98iO9bMtmN++QtbHXajDRYCDhSWq015HHo7VAeGubm59AW4LgGpSbCuNxosGCa1c+edmqHOR/QOfDUCzoPYDb7nPe/Tm9/yej36MQ9XgU7tdsFpwEw61t+6bbt2sKuf5VQioMSSJROKPIPejXqMMnyeA3OHgLZrzz51upU8/i944fP0p3/2ZzrxgQ/WNG0bLPIwM0E3T+0Vgux7Suzk1FDSt6ECZ718JO+gOcfCx/17YVEUhWKWKavXxFDJNAno369VPE8b6NsgsJTw6bKwsNzm71OWmdkZ+sXHYptBjrhHRkdZAA0AQ4rY3XQOVh4w99XmBMRgXo1GXQ30cL3t3GQMHIzdJoSoALjOrwrq9QYLAGssDQ0NyoE7hMA86aWgPIscDsrGm3bEJyEET/drma2/29XRs9VqynzrjUZaMAwMDLC7n2Rx0NHxxx+naU6OLMMQx/kZtrFMbm9exl/wkwt1yUWXSXL/uZbx+uaz//Pf9IPvn6vPfe7f03cwgqSYRRbaBXIXlLRA9zn98Ic/0Xe/8z097rGPR/5cMUYde+xx+sK/f0nnn/djffMb39YTnvBERfSznVJjPpgJ0BdArpxxu0sdA2XZIDtwxwO5ezMTYA6kQE+2wiglgvvv1Cn+4s6lRiF1OXYoFfH1QaUbZZVmGnUVfWnh5d3M3LU3q3vhRWo3MHKjq1hOaRCHoPYalXGd5mor2O3XVKsXKjWnVj6tDad9XEP479RpxWcfyPbvwDQPOAlOpNkJR+1HrhkiVpcj3Hy2rt7+hmYiEYYGuWVBZsSVH8J6PVMVK+1rSjM1abidq9OsVNZGFNsTyjoTCu0RhbkhVbMDQEvKR4T/lXnobuShm1/cgewClGTn76Bmd1C17qjmug3trqbVZVHT5mQkz+qqeJWQZ0FlaKjoDuniD79Laxz8WrSuA/AL9JuFAakYUCiGAGTMhwnoEbtC486gi2TV3i7FOSl0VLH7V5xRMUhT9GVowUu2hXyxGGj0BjWcz2mgN6M6NgjYUHNBakflOK8ejn2/Su1F5qqb866dhsijrrTumMfCeLUGOkNqdZZIrBr2bP2ZRKCXZTcMSBm6zOy4nsDY5gCohilhEDMd+bDHSVPws/wkd72DijCPWUiU5Kfp/UHMXb1eTcaq0R1TqAY1vfxwNY54qH7pYi4rYCceUj+oNE36Jxu44AaksFUC5wGjTePpk/oFt7wt7d10lapsWu16Dz1yJRvXZlXUehJ6JibQuv0JY9I5n3y3Ju/cotlM6inTOIOxR4ParRFNapQ53NI0RwFdHFuVDaqz5TpN/uwLGu1KkCvxI5tkcPqrwArcXf2vwEdsH1kAO8iMjk1oE8EtZ8IH2thpGogQCiGoIiAVdlwGgkmBgzbYmeXkfdxsegeDkmfUDq6CzmlJ27T7YWFflTy0LC6azTrOdpUydlcKkt+n+/h/aHAIh75PeV4oi5ns7EMIMn4Qp14nULdaLY2y4xP4BoFgYmKpWgQGv7P1D+S023OaxVc1CUoOEEFB7bm2CnSLIVOn3dWmTZvVag7qmc98lv7iL96tN73pDXrZy16qk5/yRD3wgQ/UunVHqNkY1OxsV71umfJDrF7HRicIBit12KGH64Tj76/nP+95esPrX6v3vf/9esCDHqIuz0zMsiRvgf6WP8sifGYYnUqITCrZ4SeApjRgkxBC0tc6tQhsg4MDqsHLi5f909OaAnrYr4bPDTEmHtYtwNF92cYhBDn4hBBkPv6rhrGxMWXwGWLlnee5SsanYBxDYFwrYescXsI+hSJ8bWO3jTHIixsvsnLGo9vtyn/Hj/SqkLnX66a2bRYGXmjl8M6h8/G0d/MdXmHk4KxfhX5O3cZ9VwS9Als1WERMo1e7zQMmqQ2vLKvJbev1hvwfAlket/W4NxoNPfKRj6K+zUJiQOZjyLKIbQPyB/3RH/5RsqO45vFRX/vq13XiA07Uho0bU8D+2le/IRpgi5I2UTHLkq0///kv6CEPeYj8emAFr4g++clPyf8fQgM5v/ylr+q4447XbbffpnXrDtdn/ts/afnyFbrrFZSZF/PaY+d8CAHb5syBWU1OTmrxFRcX7rV8WMR5IV8gVLum5GPs7GQ8fsyBfmb/fhoE4R/kLyMpVirGR9QxDTWq+GhIJ45Lp7735dp35XkarmrQT6hXX6FegwewCTRy5bFgZ9TUEOfBm77wBe3/5hk6wu0LeDg1TwPF/t2lPFWPmmvU1It1+NbFEKlDn3mtYk+SSSXRpRoQc0hJHjemnVoN1eqZauyem6Gl2BjWEmQb4p13RmTKIkGIiR2yXGWYA2blQFnCUlY4wsgQSA0kv3QbXxeLGWrI+2dmZ1sFgaGpolpCsBtWgwekyaRv5HVMGzWS9TRR3amNn3q1ll1+jo6r09Z9GuDhTWOIuRR7QEdVnAO6BQAcVgAAEABJREFUqmqB4AFtASAfz5O0fVa90CDm1tTOGurGETXXjJGHJsyDTUvHSgu6MKDZMKhubKnMmmoSsJpxVlWY0nRzRr2sDWkbG/fUadY1wyJJ2Bqkho9+iHoDdU0PzakzjBDtvWpP75fraCAhk9oU0WPvbvA4+7laPS10uvAZPP5YecGW6JNQOnB5blXBDCqFCvSC7AyTlq2Stt74bam1V/tbHc3UK4WBTOMPfLK2QCpEUSVVqQ0fjKnRCZjb5louHkdITGtIdZQtk8scUkiYXvBrIvOGq3+uIXTK2Jl3ou3LYDF/Qjg0sXe7pDsyDMHnBBje/vGXaen0dg0w78qspXonqllib+ZpT2MqasNqNgY0HLu6+N1P0GoH+QHY0WfiFRbyJL/2dps+HExsvHHm55SybRtJvSMfHBzWnTt3acfOnep6IUogsEO2ozYUBHM7W4MdtJ1rxZhWzOWC4FPg4O3Eu71Oerfv3bOdv8GB12kOzx7BoWJxIdrV6nWcHwEQGQYHBlWn7N8rjzHqzjvvVFbLVKvXFEIkoPSgncUxF3K9VXBay2qamtqfcMNDQyrh60BjOd3fLDtjv4s2feCj2+sl2nqjrop/c+y8HcCGOSI+/vjj9dSnPlUv/K0X6r/8/u/rjW9+k/78LW/Wa173Or2GnfprX/96vfyVr9Dv/t5L9bwXvFCnPOvZevDDHq6hsSVM96Butyfzc/+zc7PqELwqAtoAQXsA/Syvy5IlYY5SVyFDSeC1vLaxbW0+/i2ADkHPcg6y+PHv7NcIHj5VacO3k46+5+Tg7/5y9LLuTr3oKmxrAvPU1JQm905ioymC6FwKOJYhBD8ElTKCkhcUXhRlWRQi6cDFuDi/IK1aPATWqwvfApltW8ubwcOyOfUY1njOM3j1IcZMgf5qyO950EYvn0S00cOnNVhCtkHOHDKNbZHBs4dOO3bsUIPgPsTY+nXAxMSEfAI0Ps7mYkG4Cp9aMhdDCBoZGdWf/NdXuSZBZC496lGPAj+i0753ml7xipfrv//3zySev/Pbv5NoPvGJT+klL/5djS9ZwuJzrS6//DK94pUv17vf8y6FEPS7L3mpjjzySE6Hduqv/vov9Yd/+Pv69D/8Xao75RmnpBSyxMu6JNsjew+nbFt5rLxwMT6EeWsuEKdHvJ+/d1L3x1gnh4bz0m0/V3P91Wqsv0a1269W2L5BxGslSWrSUCkVG65WfeOVGrnlag3fcoN0y406lONbfyeJma4E0DYJBiev5H3qB56tbZ/9sAZvuFiD7T2q51Ma7kxpaXtSE7tvV/dnP9CN//A2rf/0W/SIUUlBSuAJ5rx50W9r582q3XGVWhuu0tCGazS64XotueMWLdt8m5ZuuV1j22/R4M4bNLjrGi3ffrVE3TjOVk3J/BrOT27S6KZbtWT9DRpaf52yTTeotf5aNW7/mWro1Nr8cw1uuUZDm6/V2LYbNbrlBmnvTcIHK9kgk9IuK5D2b+cN/TL2dJ9jvT3Szddr4qab1Lz5Sg2sv1LDG6/SCP0OYt/BW65Q64pzlZ3/Rd3xT+/W6b93grqn/auOHoGR+zFP8wIy9B/av16indsP3H6dWti/sXOzBm0nmgj9xoDipotUQ7/mbdgJvRrY6yH3f7xYuygFLGhYD0k771Bt040a3Hg9NrhZjfU3a/D2q5DzKmx8pYY2Xa2RDddqaOO1GsFOIxuu47RlmjGkM3hUjMua4bpqG27U8O3XaIIx0Q2XadkM9dThu8gs3JSzO8+Sbv2xBm+F3203IOPVOmJJpTnLz1yxXVkPSdh88DbsdetV0PxcYr6lcTQrbOFxGCAdvfan0vWXaAA7jPNOe+iWmzW+fI3unIMwB+Drn/HVLsZw441qoEMdXbT+Kk1MX6aBHJpF9yA6Ne+4Qc1N16t5q/u9VoNTm9QwL/rzmMZBqbf+HOmmC5HtCo0gY4OxFXaq56zS6dPyeb5ZH9tgHbqNXHCFrnjHb6v3g89qbCtzoNqn4WJGE/mMRju7mWfXaPq0f9G5L3uCjt/e1RrL5fE3eC64f+P+swF53YUDjR1lRlBtslO+4eableM0KwKFu7RzynFYJRHAAaIkkPpBn09pTdntK6fQlDhdt4s4tJhlBJIaYEXme+ulQF/JDrBGfUUbO3AHpCaBxLu2JRNLdPvtt5uNbMcYg0KMcr2dvnd5NRYAduKWeWR4hEBRyrglBIA6CwYHFO/qxYA4aOzfPyXv+N3vLMF93+Q++Zv7IQvyjtL1DjyYhSZROQsbH3n7m/SzBNVZTgRmeQUw510q9vEX7jq9QjMzbeWsWKemWBhzYpGx8Gg2mqoR7FBN/isC62c9bcssZgohqH+V8DIU7ExME0JQzCKQAZHAXMg2sz4+xu90Oumo2bxKbG2btFhIVBiqy0LD8scQ1SXQdAjIIfyiL/MvU38lfHOZvoSH5TTfnEDbo12PdjljXhDMK8ZVsAjwLCF0f4YBFi6DnLC4vRdyXd7ju435mEcOrxweOWkXfvP4HFsVjFWR0hijLF6At+3mvqanvSBpI18B5Nq6dUsKytZ3PxvN5cuXIXdX8+0QTEEhBHmFUiHfp//uH+Bf6tprr5GvEn1Xr1rtrLbwqsiZK6/k5JHMcSzsPFee+MQn6vnPf376Jj9o3XLLLYnHpZde6qLWHb5O111/nZ72tJP0ne98S+vWrdNzn/O8VHc1/dC7rEtkbCM6eWHneWw72Uat1gDzoZZoPOdTw4WPuJDeuwm9BBxxfU46601P1llve67OfOsLdOabf1vXf+bdOoR6GVoSc0ndy87R99/0PJ37hhfqB2/8XZ3++hdr/Y//RY3uIjGtdSZNkD4d/zf76Y/r/NdioFeepLNf+/s6/c/+SF/4L8/UV175BP38/c9R83v/pKc1Nb9zq0t9J5kWDczaoWHpli++W+e868k6560n6fzXP0Xnve6Z+sHrnqWzXvds4Lk6+43P0ulvOVnffsejdPYbHqYL3/YsHcIGWF48DEhrRqRr/uVD+tE7/lA/esuLdPabnqnvvPkZ+vabn6bvvPXxpA/XN98A/Nmj9K3XPlGnv/HZOuONL9DtZ35Og7RNMqGTIvL170DmYHA9ujQ23aYL//zpuuSNL0Pep+mcNzxeZ73+kTr9dU/S915/Evln6KI3/Z42vft1yv71c3rSndIj3Q8sHVREcE99RcnHq50rr9DFbzgF+X9P573tZTr3Tb+v3ef8u5bVaZAB1hE7bfzKJ3X221+ic954sn70tifp3Hc9Tlt559syTQ067LmsIV3x5b/Q2e96GXI9V2e+Dnjts3T265HtDSfptDecrLP+/Gn60eufQf0pOvvNz9VZb3iu9pzzRS3ZLwSSAnbdcOqndPYbnq8L3/wHuvQNL9JtH3+5Higuy04/5MQRi3wCsGy3dOUHn6+fvvlFwO/rPObYTz7xpxoZh8pyRakZpBs/+XJd8J4XoeMLdM47f1uXv/PFOto6mh/1HodGWzrkqit08Vt/Txe+8Q908etfrvPe+Ef62T+/W6uWwM/9E7iXwXPDNz6u77/tJfr+u16qH7zjhTr/rc/QGtZgwfPVPBegtU+66MMv1plvgeYdv6Nz3/g0zV7+U/kb9pZfI/AdldbNSZd/6AU6/33P0gVvfw78nq3vvef5yrdPpXES/aZxy6C3vPB/APIffvnPdeuHXoVdH6b/8Scn6dtve6m+9ecv1j+/8sk69bUP0+a/eq2ectO1WteUgnlYB3GZB3rIKcX/0P3r2iAbtzL4VyoJerOqN2q6Zf1G7dk/TTDJk7Oz83S/Pha2s51PXQewM68IBKWDBUQhBPxthRPPgQJHXaRyCEHcmmV37T5NXxAEXHYAizjHKRz88uXLNTY2puXLluFvBnTpJZckHjHL5CPjHoGsRgC187eDNs8K525nunbtWi1ZMpHeh9uxmpd36aYrCaJOWxzvRxo5PzQ8pAK597HjzVjkxCzSRyftkGdZCOQsdCpoc9rOcdTvH7vJGZeY1RViTVm9SWiNymoNHHjGaURTtYU8bNWe66SANDY+riGcWI6+07xXNt8QhD34kK8q2ajCjhVByRjXVOhluUtwBcHSQdbtXJ+xM86yTIaCBYkDq9u6jfMO8qaL2DWEgGx1ZKvRj9KYlggIe9rHVHabAj2Nd5uYxbS4yN2v+6dOaDvPP1ebHXmXwO4FRYXcbpexwIkx0EcJVImv5Xd9RWc5+udeRLDQ8xjWsLnbxRiTLUoWFfMyVJyKzDJ/evIX8LqMOSqkMmzSHLIsHmPzpTNZXvN6zrOfw9H6cfrU3/2t2iyIbIMQgq742RXOsmt/Ccf2x+qd7/qLVHbfBXI97nGP0e/9l5dqyfhEwndZmKQ6ZDLCfXlMArJeeMEl6Ud4/L7+4osv0pXwzpkrJXZymxCC2pxUGHzS4sXJrl270mmAvyDqH/oxzz7EfuZeSS21e/BTRwcrmcBPAff0cpeeXm3XKdVG3Y+T67T7W0S3Bprn779TTxrapmfU1+vZ5TYdMZsrOTgS/AXcuM23TkoAOmqZdFJTesbOa/WIG76vh914tp6y82qdMrVbJ+G0jzDdILQEIGWk9MGcUuJlHG2fMC09FTiFyfUM3ic/rbtXT+vuAnbqqb2deu70Hr1w36xeOAUdPB8Nm8TX/JCl1ZVOwIE+cXqznlXs1HPKfcCMnlN19BwG8zlM/OcCz2PSPpfz5ueUe9Bti470YsGAfWS5DPC+29s0tgH9rKXPxxDAnljbqGdgxFPAnYIMz+pIzyZ9OnRPRO8HottRBJFhaGU7mwe0SX94pJTycuofQaePR9eTOtv1tLmbtA49Bb/Uzm2R7Uh4ntK7TU/n/fzjeaAeh+xrTGNetgX1S6F7GHZ64f5r9LzeRuTZoWd2J3VKb1bP7BU6pVvpGZ1KT2+XehoO7mlz0zq5O6WVrf0KaxCiBKal4wmYp3S36kn5TXpY73YdRV/L4K056tsAOqZ5MSutAv/AjvT0zmadXN2kp5Q79Tjz8fiCVxf6cXiyMHz09J16LPUn51v1cNBjQJoL1gFb2CaD2OPR2quTipv1ePgZHjTb1mrzpM5j5YB5OLxPam/UyTMbdPLsNj2pvU8N5Ew2M18DtlsC3WP2S8+c3aynzWyW7ZaO0JHbsmk7hDvRY056OLZ71uSkHqU9ekqc1NNx3odafoNlNLidU8uLjkvxHw9Fv6fQ/tm7btBDeQYeseE8PWfvLXoG8jyUeq2gD7czkD1wm8+Bwn9+ptGsC7esHvOl4F1FjSOs29dvJsDmCeygS56LkqCegOfFAbIs5x26xavwwAmMA0IIstMzBJx/CPNlB7wsRnxzqVECuh2qd+izLAC8g3ewL3GY3i0uXbpUGcFju/+zG3bRsFCgrbjseEv6GWCnVCGbZfSO0bslLxScKgTV2Nl3Ou0UcB1I7PxL+NsB796zB/1K1QmaPXbiFTq4v6CQFgBC7jb+xunA0Nr6iyIAABAASURBVKCa7GBpqjn4Tc/OEIzm1CGYJLvh6C1DQYp4qtPvyMiIhjlp6PV6KUhZT78vdxpjphACpAYSRsD9l8hQoU+VUkaF1IHIO+sSff2KxX361+EcSBJvZJ+enpYDSo8AFUJQlkU5kFa0cd08ba75q0KePEFBALfM7q9fZ55tAnm/7H4LFhP+/oTHy/gsRtoX8gmH6xEz2cL15mVwG79CyFksGG++njf1eoO2PfSPzDnbpqBtG1xOuUuQnJPt4HY95qTnwe7dHqtCO3ZsTwvADvPBpwhJliyjbaEBThfe+Y53pVcUW7Zs0eG8Q3f9E5/wRPmndb93+vc0MbFUX/riV3TkEUe6Stu2bkupXyOEENTptlPZHxXjkOYRBS9QrCdZvfSlL9a73/0ubdy4Qf6p3ac+9WmK2MMQwsJ4YhDv6kOYLzvv76BM8NrB89N8+hD7mXs1nZcjdVHniWWRpXomDRtDUFCDjMHSuGwnSt5HxpBJ5E0PlWQn2yNnW9np2cm5DacB5jNAOkFQWwXz1YPSkha0AYCH61OQp8icl/k6mwKF+UDDLe+w3KxJ53VkYXEvQ4NyE4IG4J2hd8GyLDlc0ItP1ahrAQNBGnBqWJQfhMcQ8jo1L+Kz5PbWxbwsxwIv8/sl6NfB13IHt8Um6T0ouAw7RgJ7HJB8DCxsIPJKCsGtBkCnQNq/nV/A+Qi/SR/WNZjW4DrT0k+yP2kTOW0D65D+TI82JkmAjimFb0bbGn0HxkOA5cqQj+dQTXgPGKC3zQxJLvincaIujRN9ed5ApjRm2O/AWAZ6MsDTbTLnTeg+SdMYmZ8B0sQfWvyu/J//jMDbdkz99Pvr08HD+tYZlwbtDRl5zUBAObVZSGvwse3cn99Hp34gO0DjvG2BTJ7/vO5Xy/15bBZ4yGXGz3q4XQ28X2UNMcYNIOHhYVauT9DX1+3QyzQtcF70rMNOh4JbQ5uWx4dymg+UE4//pz6QJ6aBKdVo1hUIbtt37dWO3fswb1BJZLPTxW8pi9k8EHwzIFIOIYqondStWAgUZa6StKJBZSwpXRzQZo731gXB0E58hgWS6eoERYP59wiK3p0H5HCgNH7r1q0E5NzcCNidFAgynHudB7/Nzsky1OAhzfdUZwI12bn7HXfObq3eaGiIQO1+QwjycX2HYO2TiTmO4v2lMffrINklsNRwLO43Z/seQ2b1CECFCpdjpmZzIH1bvYVD8840BGwgKcsikCkE261AzrbMP1AXQgCvBBHdQnDZoHRhppTe3UcXm1j5Bjo2ebXhoBFCSH1lEfkkRXja3rZHh8WHA7iDq9tmTOoY52UsCfzuK6NdlkWVLNoc5GCR+Ekh8arRxrQFQdp2K5kHdKmUZ/w8ZWOMqjEO2QIszrsuhJhsVxEw3U8IQUyWBLZ3hzFwW/N0mtOXwfIVLCxMAzGBe7/c9Prrr8eebVULsqR5QoVls7xPfvJJajDWnjef+tu/0zJOhdz+Ix/+qA455BB96C8/oFOe+XT98Sterp/85Mfy9b3TT1NJh16AlNhm08ZNRmv1mjWkgXaHkkpbeH3wkIc8VB/+648qoPd3T/2O3v/B96e6U57xTPn7EyEEVfCyfObpxWQFT88zQ4HdSuztNDVc+JgfmYWCbKN7gj7NfzT1aBkKGtpJOqDhwFJfxmfg3acdmetMYzzoFETdzmXXG2d6p+ZhfL/emhhcX4fAqcsGO1CX3cawuI3x7t+8TEvT5PhNZ7xxpumDy8a7bNo+uL3zTl1vcNmpwXmD84vB/Vi3PrhsHqZdDMYZ+jjzMK11ceo6y2a5+vo6NdgeTl1nMJ3b93k5ddl41zvfxzm/GIx3X+7z7sD1BvPq17tsHubtvPGWu6+z88aZr/MG0xssu4OYU7d3SvCSwTqZxjwN5mFw3y4bzNP9OG+8693G4DrPN/dncNl0/dR9uQ+D6Q2ud2peTk1rnn1w2eA6g/P9NpbfYH5OzWNxH9bJCzPjXOd2bm9wvt/GfGXEArhsWCimxG1Mb+jXGdeHRLToo0+zCPUfzpqHYVFDfFIq5XmXOFKpxkq42ayri8O98urrSKvkBO2c7YhDyGQnZ4ghKARDYgFJKTvKeUeWHwgIDjh2bAY7wQbvrh38vENqNOpaw3F7xqKhThBzvb80FkKQd3F25N4Bxyxq8+bNyYlmMSPo5pphB6sgZQT1LrvuEIIcaESaZZka9YbGx8flL+e5zXwfDRUEfh8nW1b3aXk7BEY7YgdF/1zu3j172R1zbMN41JHXwTweCFqSd9X+wp3bWa8QgmKMSf+CAGU9JOQhWLZaLTUIziEEFTh6B7IQgrIsyjYUdPOge7gQgtHxztj99YN3bl7s5I3P0SlnzDyetXpdXuiYWUlAjMhVw77uhm6NZvebp8XO/ALHD+C8bOZtghCCQoiyfeoNP+AVNu8hf5l206Leu+mkJ/kQTB9kPB+SgmI0xMTDP1/c4uQlvTaJMfVvuRzI6/WaQgjJdhnjluc9FnNdytZbjLnkY2+fJth+YBTgMTIySh8xyRV4Hl13/nnn6YW/9Xy96LdfqBeQ3nrbrfL14t99sTZtusNZveD5L9Sfv/FN6c/ifsaR+zYWkZbl7z7193rp7/6ebl9/O/139OQnPVmnnPJMve+9H0jtzjzzdPnPEp/Nq4FP//0/6pnPfLbe9ta3p7qr/CM+jIULnk8lC5sQgjosQr2AMHhuWV+PifU0bR8Qv58lxY66J6D6N7rnbTdP6rwdYEHRY90lNfSdK8W0i+lLYbzpDG7jslODd/BOLV+NhoudoetMC1rmlZExnYGsdzlO2D5I5m2ZjHC9aT3PDJbX9e6nT2PcwdCvc1/mYTCN8Qa3vztw3WJwX5bbtH28+RgsXx8OLvfx7r8PfZs4db3b9Hk6ddngusVgXB+Md970fXDZ4DqD84a+zv18v87trI/H2dChwuC8de3r7LLzfXAb13sszdN8PDZOTWtwvVOD27nO4LaLU8tmPqan+zTuxpmf7WVcvw+3c9l4g/MG0xuaFAyuc9mpAXR6Vvp5l/tgOoPL7sepy31wmz70ZXK6GNzGbd3G+b6czv8qcBvXu53zBs8J92c72S5OjTfdYnAb0/2mYHq3d2pYnO+XjQMcKMVA2Hl7R+i/sR7Ckc7M2eHOK1exM7EzLQhkBc44L3o4/gJHjLDwqwhGAkqijZ1Z4UBE8ClMT9uSI2IHBjtyB3oHFX+xrKTO7UKACbL4dr2dYQhBw8PDGhsdk3f1be++OTKvEdztdB3cEIAAX0vBA0nkgO1g12g2FIgAduL+Rrn7yZElT0GxR6CtpR238T128X5l4KNvB1PL0GHx4F/Yc+A33nrZNgV6hRBUbzRSvyEEglIJFAr+R9n6GKyv6Sscf61WV4wZ4mIpBC0JwpArkbvDRYAJD5TMs8Fio0F/kQBXYq8ex/MVRLCBZ0SXSAolzIxPtsVWpvOCymUvcCyL20eCcAOezWSjkGTKYiQo15DHZaWx7fJu3PYokbXGoqVCD9vC9soIyj1OGgzicjnCt8DGXeTzqxDXecymZ2ZkO/o/fJmc3IfdO/LRu23iI3nvfLv0ZVlz5kzJrrdET/c9MbEkyddlMeZXOGvXrJUXMqOjI2o2W/SMpZHPGZ/UbObI/g4Whdu2bdXk3r1Gpy/gFYybX/O8+tV/Kv9lxVlnnanXvPbVzFipzuLocY97vJ773Ocl/d/7vvdiz6i//qsPpy/nedd/xRVX6KILL9Cpp31Xa9jtf+yjH9cJx5+gC8F945tfl7CN5S7SPFdaLIQY07z0uLVY8Hnh6r6sWxJs4SMupPNJRnIwmCKAN5AcuD0DDEY4vSfwM2wwXY0PB2jzKsgbuqSGPo35gJJp+mAZjOuDafpgnPk6NQ/jnRrM36nrzMupwTROXWcaBw2D8e7LNnBqGoPxi6HPyzjTuWwwbT913mCaPrg/550anO/TOzW4zWIwjcuL037eeIPbWQ7n+3xNYzi43McZ3wfjDAeXjTNPg/MHg/GGfrt+ajrL43HxeDtvGY03vfENMs0F6NNQTOPepzM/593WeY+Vy+ZnML3BOINpPI6mW4zv1xlvmsVgPob+mLsv0/dpvVgwT+MP5mk6g/EG0xicN7jO4P5c7kMf57SPM4378qLI/Rm/mJfzBrcxuL4PLvehjzOt8+ZbSsmu1tPQr3N9H4zr1zn/m0C/7T2l5mG5qCdm4PAqdXptHHCudYcerj2792o3Trl08KDWAdpQFhVBoGInVajgKLuqgir42HmVyck5kJmmwMn1ZAdb4bTtAHOcuHlYX/9JWBajHIAGBgZwjF1OFGrspPfJjj+LmcbHx+T2GUHF7zc3b9msnCAyM7VfPY59i15H3c6cmnUmKX00CabC6Qegyzvmkv4q5G01BjjGXa4l4xPyIsbvct1HCPRPOzvhOoFvcGhEs7TznxfaIUcCV4Vyc7OzagMDHNV3eIfbZREQwPeQxWb0TrVe56GhMC/rhAYHh+RdZ0UAsN7GZ5kHUSwQMvTK1SO4YVq5HxvRNqrgaxvZlrWAfOwUS4JUgS5JN8YrY0zS6QV5B8y9eyflb/W7nb/hH+nHfXkX6eC3Z88e+T29YWZmGvvOyici3iVnWSbLL3i67wa2LAjWBX2WCwGXbiwe41kkPu7PXypzIHcA3+95wgLK8hXIK2xasAio4JHFqEatppHhEY0MDcmyu74eM14RZxpi7AcI2DXoBgiGA4zDUGtQbmu6Zq2h9bet1+233Sbjd+3cqdGREXlsJzl5icgdQlAGP8teI03CMidf+7rX6FGPfgR2JohhV+v/2Mc9Wo9+zCP1F+9+l3rIap27jKNxL/nd31GF7GeeeYYe8ciHyT9+9IhHPFTv/ot3Kl3wfN/73qOHPexBet7znqNHQvNnf/YagjwVEATGq8aCKMagQN42BM3rhjn66iXbZdh75cqVRh+AeCB3T5lAxa8Cqu9yH0zb78F45w1uYLntTPupca47GDIqDCQHbrfpF8zX4LLxB4MdnXGu79M5Nc5gGfo0Tl3n/iyH2xiMM/TzTg3GLQa3WVw+OL+4jfOGxTRub1wfLJ/zTvt0/bLTg8F0hj6+n3e6GPr1Tvt8nfbLTg2Wx+C6fnvjDS73U+f70Me5jdv2wWXXOTX0bby43njTLAbXu+w65w39snHOLwbL0R9Tj6fzxvXzDqLGuWxwW/MxOG/aPri+D8a5vg99+n55cXowreuMM/T5Oe3LYbyhj3Pe/A3Ou30/77LBuIPBeIPxfTu5bDDOYD596JdN28c5dfnXgen60OezOHW+D+6/YsBxhHgshaquvbyfn5mZk2NLCDViUWS/Px/A7RgTYA+nJUHVQSjH0RcEhoqyWccYFXB2OYuBdrvLAqKXnJ3rxOKgxKE6sIUQFGOmJu/U7RhrtZp8HL13cq9Enb9Jv3z58rSLympRd9xxR/r2co9duB10UpOP8bEx+Yo4WeOzGNW/qhBdAAAQAElEQVRsNDQ2MobzruQA1CKIGIpeoQGOkn1yQBxOf3I3MzOrOwkiFj9DBv/dfXuuLQfLgYHB5Kz37p3/QliF7B0WBK2FI3l/kdD6NwlYkX5n2MEa/OeCOUa0rj4tsX4R+ToElhAiR/oNZQSGDOdfq9dk3bMsJjuhOurM29ztpSrV+xg+xqhI+xpthwieY+g+MbE04VosRhyIp/ZPJZmlIC+SvLgZQI95GFCLAFuv+1RjLh2NW75upyt/QdH28+mFwXkvIErGtom+fu/t1ynDBO46i4IRTlwG4OUfKdq/bz+xuZQXJhU28vwIUsKZB9m0e7YOOYsJ79j9GqSEt/8Mcif2T3b3kTd2qxgML1ROPukktAhp3DNsNUyftkEt8xwL9Feq8PxzG+wUQpD7Lijbds5H2wzIWYCEEBRCH5Roc9pbrjYnByGExHP97bdrXm5oLbzBzwvppk0bGaeuKvR0H30wn4IFLyRyv7afx9WwatUq2Xa2q+v7EPuZlMYsJXf7YUpDoHYx3B1ucb3zNPml28rwICe88wbT3hOYsF/n/D2B+dxT3cF40/ahX9fvY3H6v1p3MA+X746XbWhwvaFP00/vDtev66d9PRan/bqDU/Nzf31w2dAvO11cdv5gHu6nj1ucN+7u6Pt41xkOLhv3m4Db/TrwvLJMBtOar9N+2XmD8YZ+3vV3B6433qnpDYvzLh8Mrj8Y+jyMd/5gWCy36xbTLc7364w7GPp1fXlc7sPBtIvLfXqPfaTintI+nVPTODXQ5O5ux3Z/UVQEeouRZYEdV0PdboETK3TlVdfgBfE7VcRpBVyoktP2MbYo2ZElpy5KMCtxzCTztGS8Y2oTEJ3aicbkwyJOFn7Y0w4xhADPIgWpBoG5yy53lqDrIOxgZQfpIOhgZSdp2MuR7KZNm5Rlmfz+M+DA/R+fuGyZ7GyDghxEHCh8dN+oN1K51Whpydi4Bgl6Y6PjqtfqWrF8pSpkrxE4rU9BEPJ7ejv9uTkWADt24PBz+XVBjyAteNfrtbRDc18Z78AdQLrUWafCO1lky7Io75YdmFosLGwDzJKCkrCf+bhsmZWuShntAkHcPMwvhKCIfjFmKdDX63XKGRBkfqYpCZQFgaq7sPipwcOyT09NsYjZox3If+eOOwnoO7WXxYrxXU4lLHtJoMqQv0T/ZEv6s0wZPNyX01RH8OoRJGd5dQIJ/cckj2Wfm2VRSP8hBPmqYdOIzBW8OywevOBxnz5F8FG+5exhqw4B3fa1Hl4khRDkxYLl3c+pzRRQIZfHfsWK5SwWc01MTKiBDQbY/VvOGosymtGt+66YS6Usk/sPwTgphKCg+ctzxTqFEBKdeczXSIFFWF9n5zPmwzyvoBgzhUAbdPIYi8t2sS62I0V5zErqI3xc9sLI89Xj79Q404bQl8YYKc4nC5+jK+bnhp/IxbBQrUDGLQzOG0AlvPN3B643uM7p/w3Q1+1/V5b/LD53J4d5H4zv4/5Xbel2fTiY968qu82vqv8/Ude3xd317fmZUVEDOHFN39BvkL87MI1praMBsv+U2/IdDL+KsWl/Vf3BdabvQ7+uX3b6m+hyMM3B5T7fxWmfpp+6bnHeZffv9C4wT5Th3LNYJyCWOvmkp+rBD3oo7sMDRn2IaVef48iSM6NGOOGKMh5Tdm4xRoUQFOAdQpCdsJ1yo1FP77QdUEAnWkhYTPQUQpCdoNs2CPQUU7ul7FBNU7LlnliCc6duhF1kk1356Mgo73nb6b29j2PvJJDVcMqzBCH3MTg4qBrBICCPFxnerWdZlPEhRN77j8g74UGC7yABw0EnixyTE8wy+FToZdkdhPxOOuC4vQDYtWunzNfv8737NE2HVwgddoHZQsCxI3fwrZDbfTs4erfcIwhblwgv08aYWT1ZbvNx2QEvYwzq9VoKGjk7Ujt9B25DFiP0NbneAcrjUEfPEnk7BG4vWrKYKWehYp6DQ4NJz/HxcTno1OsNuR8H9DmC8yzgQOxdqxcqOcHacosrxqiMBUCWRUSokjwFfEMILAR7QEdTLCS8kDPe7ayjTwVsN78WMD/r7C/jmZdoG2OW+DUYzxa2j1mWFiMd7Gj6etI9l/NtFgL+waIpAv4gr0IQSw99yEOUs5AKISY7rGaXHEJIdqlhC+sdkb1kXoYQFEJQ/wphPl9hvBCCMvo2bR+Md75kHojLPFw2vmQx5TQwfjTFHpaxpxiz1IdpK8Y8hKBxXjn1WBRF5LCent+2v8fQOH/RFPYHbix8IC8ddn/xpP0yFND0FkFOvgT6D7R1uyeATP065++D/3MWOHgc+uVflf6fk/Z/vWfPTc9Rz9kubDr3AK4zjee320D2/9nbc8DKO/1V0KdxugAHkr4/MOKgfGDHbrYx7ehrmp2a1a233KafXHCBbuX4ssIxesconGdZMniVB6UivpfsqJ0XTrMGZIo4uuRT6MdB3kfEDYIzRdEAxxgVQiRbyc48hCD/sp1/cne2zc7QfajS3slJ+EXt2b1Hdo51nLiPiEdGR7Sc3Z2Pq3087i9o+f301NS0BtilOzhYXtPawZouw6F3OSnoEgydd+D1osFBISOYTSxZknaKPoqfm5tLOrUJ3h12o+lUgCN8nwz4KN/BvkLGer2RAl0D3ezkhcyYSaiTwLh5qDDbvMGth/usE8wsh6EgqOQLAb0gmHhxYLztZXndxgydVvRh+2Yxw36lcgLe3OysHEBqtTo4+glioZarQSBt8iqhgKbD7jnL5m1eEKwLcCFG2AZkKwha87wK1yGLg5T7dvC13UorhkAdbOKFT86CoEBu0/dYwPQouw/jygUdyhT0YpLN9vZYVdjN9rFdYszkNkFBo+l/Jozybt+LEI8fyihHFqe33nobtp7/E7vDDz8i6VbBX7Q94X7HKWZZGrMcvUpkjdYNKFymzwpcJcGqQt/yQOp611GV7gw+bgtbFg4O4PM2cqXpDM6HENSnNW6ej+SFlufFiSfeP82nQRacpptiQWSda8xhn/CsWLFKi6+4uKAHnqQDgd5SuzLwYarFYNxiWFy3OG+ajPYG42vkDS4vBtcZqLYB5Lzb9svOG3cwLObxm+YX83CbxeWD8+73YLBMBttnMRjXh8Vt+jzdl6Ff16f9TdJ+m37qNv28U5cNzh/cn/u0zesQOG/ol/up6w6GBvR9WFznNovB/Bb3aRn6AIt0L7ZTP+/AauiXEyEf/bZ9nr8u7dMfnP66dq4/uI3Lxh8Mxh8MB9O4bFscDMYbDsb3bdi3bRPdWwvgvG3fr+vTLuZhnr8J9Nv0efR5LuZvnOtNa54H64pYv/Y+uI3L8PIQu23gnXkEMh7uQNDHV4OOvK/dqz2Tk/K345MzoyIyJ9w8BDICcKIuxxBxD+RABXjZD/dw1BW7zUCNgBgzfypAWxY4XYKF8w2CpQOVHWEJvXfgzodY04oVKzXNUX7GjnmcgOz39Q2C2BA7vCbvjEMIyXHv5Th/48aN8jXODnaWAOgAUyJzhgNvNOo45xpBLU+p670YMA8H1xbvmYd499til++A7uNWB/4uOzO37/AKwoGkUW+kd9+2R538DO/jm80GJwwdIUqSxYuFbdu2yz8AdP311+nnP/+5brzxxlTeuHETJxHb5HYddrEOFG5X2Baa1yVgnxizFNBsD5hyY1hucWUxyvauY5MM3UqCmXlZVg9JA7v0kNu7dC8MapxSWN4Yg3xqEEIgiOZpV266HsE67eoZr5zg2KNtG32thwO+21rOhu0+NCSESe0LZDa+ziKjyRja1h0WAxDQT6YYY4J6vZ50sVwe53l+JTS1VO9v1GdZlBdmEdn8JcZIWy98TOv8TTfdpJNOeqJiFlM7Qcctj/UTn/Q4rV6zWu6nYuLlLFgso+WtYaMIrwrDVMzVPoTArARcLhf0cF8V809cnhMVvIwrqJdCmju2jesMtrvga/71ek0rVy3XYx/7CPQYZo5lCiEkvS2jaeZlyXT44Udp8RUXF/SE31ZZ1zzUSDNqSWUcaUG5JK0oVw2pwiFVLakECiAfkHqDUtepgbzLPcatC/SGoR2TilGpAsoR8uB60Po/INlPd3PwbtPPLPnZoPQfpcyQGoz3f4TTQQbn55B+Dlr/ZzNd+ne/HdLEAz5dZLRcfSjppwKclsjm1OUDAE7ImQDZhIxC3gPgsgGZE43p4XfgB2kW55HjwI/UYKf0d99OjTddv5//rLQv08H8kNF62ga2sW01h/1msN0UsB/b7gMmF8Fe8H3Yh333Y8tpbDkH2M4er8J8gWQH9217LU77cljXPlh328BgnNsbTNtvaz62sdM+uM40BugPjBf8DuTh57lYwLsHvg3MGsDPkC6GWXjMwasNeM70aJMDBXr+KsixWw/bdIA29przHAVmgGkc5BRRbV8h7culSU4K9nJisLsj7YLwTiZ0AueBHW1pB/U7odtOmzvIr4f2dmAT7TeD2wHfXfQzSX9TpB4zz3fPfT8DCZC50wfGqrsILKf/I6g27Z12Sf0fNhlv+RFBBwD5O0AXHXoAvlglMlTkZUAml4md6kGHmDIPP4Oz8LVshmnyi+FO5Pbcm+2wq6NhTXWcWSnviuzv9k/PaWx8ifICHJ3OEdSKXlcp2OM87bgaOLg6zjQLmSoEsEyBxYL6IDoBgiK+13lSmCeepLVaQ7VanaP9JimTGFpB60VCoA9YSiHKf9uPGGoSiO04ly1fln4m95C1a5MzLXDu+/ZNyr+A5v91LMsyAlk31dkh4+N5X95SjJmyLCqEgK6F/K63HxDG2FkuGR9Pf8NfoK+Df5Pg5t9ej8jiYDh/0jDP2wuJOkFs3759ahLsKzrpsnv2IsKB3O1mOR4Xl+uoTouE/fv3ae+ePfLuuNPxKGteJvrIkNt9NQnWTXbk5p9F5GVck92dhqiRoWENsDgZHhmWaVvQZllUthDUQwhycMsYGwevGDOkUMJRpRiDsoQLsn1KxqJi8CqErEit/zxOst4O+A783p1iPMaySvaroPeXJ03vPjLkdxD00X0b3WZZcJmmhhw+FXLZ82uauVRD1vldb03GOaB68SQun9CUjMHu3buTnfK81PLlK+RXNT3mYKfdRq4ifXFzlKPyxxPsn/uCZ+uFv/0C/fZLfksvevEL9cLfeb5e8NvP0/Nf9Fw9/7eeq+e98DkpfcELnqMXkH/2c56h5z7vmXru85+lpzz1yXra00/W055xsk555tPk37R/xjOeoqc85YksMB6nJz7xUXrSkx6rJz/5cXrCEx6lpz7lCTr55Cfo2c9+up71rKfpOfB61KMezk5+iWwDj4l184KxP79sPy9IjzvuBDT8xR1/kSW39li95kF/rVXbnnIAlm15ipZsOkljm56k4Q2PV+u2x6p286NVv/FRalz/SA1c+wiNXPMILbnmkVp29SO04qqHa9XPAdLVB+BhWn3Vg7Xm5w/R2qsfrkOufogOufahWnP1A7X2mgdq9dUn1WdwvgAAEABJREFUaPXPj9HYT8c09MMJDZwzrKGzBzT2gzEtP3+5lp49pKVnDGj8e8OaOH1cE2dMaMn3RrXsrCVaed4qLf/JYVp+wZFa+tOjNPGTIzR45lKNnLVCE2ev1bIzD9GKMw7RSmA5YNz4OWs1es4aDX9/tYbOXa1BoAWf5nkr1Th3peo/WKHG91eoec4KDZy9EllWauTsVbRZpbFzVmn0+5ShGfnBco0CIz9YJsPwOUuhnZgHZBs0nLlEA2eOa+AMw5hap48maCJ/87QR/UpA38b3htQ4bUCN77XmIeUHyYNPdcPkzWdYrdOG1Dp1UAPfbWngO00NfLehgVPrGgZGv1vXklNrmjitpmXfq2vF6U2tOn1Aq08f0trTR3TI98aBJTr0exNad9pSrTt1GbBch562HPwKrT5jpVZig2XnrNbSH6zRkh+s1fh5azX6w0M0kuBQLbnwSC279BgtvewYTVx+jJb8DLgKYGzHDVcfo/FrjtHotcdojDThXP+zY6E/lnbApcDFx2oZsPzi42RYddkJWnrx0Vpx2bHMnQdo5KdrtfTSw7XyyqM1cek6LbvicI1euEZjF4O/7FBo12j5hau16oJVWvnjlVr9E2AhXfvTVTrkp2t06AWH6NCLDtPaSw7T6ssO00pg+eWHweueYfnlh2r5pWu06uLVWn3BSq396Qod+qPlOuz8pTrsvCU6jPm67vujOvT7wzrs+yOk5M8d02Hnj2vd+dSfP6F15y0FlmjdD8BBf8R5EzruR+M65vtB9ztbesDZQSeeM6IHMRcfgF1P+PFqHfXT1Tr8okN06MWHa+3FR2gNsApYcckR2OcILSNdRp1tMn7JOvVhycWHauwnqzR27lKNnLNEo8zD8TPHtOQMnh3m4fIFWMFcXHEauNOGtZQ5tQQYY16Mnj6oUdKRMwY1fOaARnkGx05vaRyYYO4sNXxvgPkEkF8GLDdAt3wBjvzWkN63cY12NCaUN2qaqQXNFtOqDRCMs6ih4XFt3rpDDhYlu0aFip3rnKZnpkhnOS7tAQUOn/eVPfIc4VbQhRgUY1QgtZM3hCBFyinUODjgrHMcufFd2rUGB+A7M79u4dWAA4p3gA4WrYGW/GdVDqKFaVstObANDg3h6HP5T+YajabqtTo75dn0zfyZmWn5G+JZVuOd/DDyttVht+nAaV3q9ZocdHxa0WjU1ag3lGUZOvOc0t8gx65tgklFaDTfqelpjpbbicayWSfzcTAfGRnR5OQkC4se/XTSO2cHx2azJdG+R/DftXMXO/mt6c/g9uzZq81btui2227TnXfuRI65FDiTzTCI7USS+rJMDqIpxbbOuz5nYdNgceE+HFRatgmLoDp6WPYsi8ke1q0va8FKyWC5SwJ7hMa0o6NjGsT+Wcw0f4U0VpHxMoTAfGCBIQWZf84YlMgSQlAIQT4lyLJMMcYEtVqNwF1qjkWOTxlsr8nJvQTsKXSdUYfTAr/L37Vrd7Kb23lcsywmOTw2g0OD6SQphCDbkA8Z53SGE556o5H68viYwguAQPvI4qFgfpUgvXjA/G4CBAX0CSEIodNYOfB2eD1Tskq2Tratcebl0wTPl97CvC447bAdxdWgb/PI0NmvTer1Ovy61Cj9hcPSpUvlMfH3QApsZX5esPhLhocddgSnVKsSbf8j9jP99E1/+sfas+wY7Zw4KsEe0v0Tx2h6ydFqjx2p3tBhKgcOVTG0TvnoEeqMH6Xu+NHqUV9MHCstPV5h6XGkzhuOU7X0WJUTR0tAXH6swjLDMeCOVDFxpMIK8suOlJorWbEPStmo1BhVPr5W+ZK16gwtVacxqM7YKvVWHa32qmPVXnKouivWqTz0GHUOPVaza4/V9MojNbt0nXTo/cA/QDrk/gprT1RYQ371/VWtup+qFcffBcrlx2seTlhIj1e13HlgxQkqoC9Xkhoo56T5yuOVp/QE5DlB+SrAZdKCPgz5Qlqsvp9cTikylMhiqMhX5O8OXF9Sn9rBMzeY/8oFXk4pF06pK8jnyNRLcBwyId+q45DxF9DDZvkiKFYdg1yGo1WsPFrlqqMSVKuOxE5HLQBjAl6rj1FYfaxE+7D6OMXVJ2DT+5HeX3HVA5StPjGlBePeGTuacTpqHkaPUhuYGztKhllSwy/yRyZ8G3xn9Gh1R49Rd+RY9UbnIR87VvnYcQmnpfdXMX685oaPUPOQhzBn7qd8KXKhf7X8ONUPOVHZ2vurXHksehyH7vAgnyNzj/nVW3mMEriMbYo1x6sEKkCrj1cfwirydwPGB9qFlcztFcfSfx+OSXktP0biuamWYruJo5jbR6hgjuZja9QdXqnO8HJ1RpYtwAp1RleoS11vfI3C8sOVj6xRuzaiTn2ZmrQfpI/6sqOk5Uel8ekw7+cYsznGytAm7a44Wj0gX360cnTMlx2tAshplyOHy4YCmor6Ct0rdA1rGL+1JygeMg+BfDjkeDm1PYo1x6lYc6xy0h5pN6XHqUP7DnZs86zOLVnHM7hOHdK58UPJ3w2A7/L8tpuDyv2fAsRSs91ZlVkp/5Z7p5drfPlKXXzFzzS5f0rCSdoRVuz2OuzUpqem1CEQFjhAQwk++anAJ46Wz4PugG+MIj7ge4MqAo3BAaNDAJaCBgiuDl4ldS12qw7Eo6OjvKffjZMfwpl2ZNoQgiLytFotjY+NHXCqg0NDGhkZkYPb5ZdfrrPPPlt79+4hONU4Th0hrScY5F2+6G+Q/uykZ9hddrsdeEaFEFLQHyDY1+s1uY+W8wQvp+6/i/P3u/put5faeEefZTXZHrt375IU0hcNO9jJgTGjbUYA6rG4cSDxIsDBywHDOm7ftk3bOeqfTIuFDnr2WDyVcsA0TaPRxG6lUmCBj83rxYe/P1DaoBILrpJ2XRUElh7yldjQ78Ctm3fckCRZa7SvsSBqEKxijCxM2gTgfXIwMr1PKSx3l8XJPPSSLpbZfF1vmb0Icr1xJTI4MHp+5MwH21IIWUNvp8Kmlr0CF+gzQ4Y6wVFByMzCiDFqMwe8i59mLGyv1atX64jDj8D+A0lumrLYw7aV0hibn3UyT/dvXSyP+eQsIHPsYPs4n47mkbE/3woWSba/ZTCddXC5JOC3Ws00R0rs57YV7SzPKPNs6cRECuSeY/72vxeSQ8PDGmCuGufUdrF9vLi5idcNt956q/xKyT/4tJvTid/6rZdY7LtAvEuJwrGHrNS/v/4lOqxoJ1hXtnVU6OlYHs6jgLUh1/KqoxX5nFb1ZrUWOASaQ8Adoq7WqKc1gTR2tZp0lTpaHTpyukrgab8afqsSXa5VZUerq54O4cxoNEOAzqSa+T6NhBmNldMa6u7VYGeXWt3dGiz3qRnaKvNpZZrWWKuniWZPS2JbY9W0hospNWkzoDmNhjl4zGmIdEAzalHfon6Q3cQwMFLMaCyf0fgCLIHnRG9GhqXFrAwT5ZyWVnOaqNpaQjoO33loy+kYZcModaPkR8pZjVTAQjpczshgnNO7AHTD9wAjblfNt71LG/BDd4FpuTwM7dABXnMaQpYhtUnnYZD8IDq0DsCcmsjc0qyamlMjzqoeZ9TIDLPzaW1WTUN9Ti3wgxG+2NIyW2fbwzBBv7bTMmy1vJjTCmAlc2cVsNrA3FhddLQGWAukNO9oLXVrPPbgVpVdrTAU8+nyoqdli2Ap+KV5VxPQLqXt0rytpaTLAKd9WAbesJR0AjnGgbF8VqOMp2HMZWAcWceRawlz1jCBHEuBZQuwnPRgSHWWAxkmkH18AUbhMwJPwzD9DDGHhuhzKJ/SQG+fmr3dzOedavR2ANvVLO5UM9+Z8K3uHrXySeb2XjXbe8BPabA3pRHPH2T0vBphzMbUYb51tCSlXVJswbO0tOpqGbAc2y1bLDMyLkO+pchl/YeRabA3rQHmfJO53yRtMI8azJsEPB91A89I/QBuVq3QhznyC8CcGYC2VU6pBS+D+bbg2YLnwGKAl3F19AllT2IXLXtTwE6uJO3iMEfHJ3TDzbeoh+MUl49l7fzw0WqzY5udnZEDH+RSCASkSnacJQ4yiH/gdOAKOG07kqhGs6kmTtVONOL87aQdhMTl9naWduJZjMmxewdoOjtn866gc74JHwetAYKxYWhoUOPjS7RmzRp1CcTf+ta3eT9+EzxG5cDTbDbSoqFJu4hs5jE2Ni7rsHfvXjkomJ8D6Th4B+oxdry1ek3mNzw8JLcpCQQhBJk2yUuA8hfJBnD6IQT0jAcWIMa57wEWGFkWMbNtlGNzwasmB5S9k5Ppz9+8y/V/yBJCUIH96/RLliAfFQL2ZVdunILS5bFoofvKlSt1+Lp1OuTQQzVC8AkhoG+WZBgeGtb8VaXxKRmbgmBn+4ZgRgH+tUQbQkh6dgi81qtAhopFXJUGWImuTpCuEaxDQB54OfjPLzC6mpubpX03zYGCPnICPys73yrh02UBMTc3l+i8MHIf4mrA0wsvstq9a7f8JcyMPjZsWE8gHVStFvWgBz9IXlDY5lMsPjN21P7TO+sjenDq7yVYlpz5WhK4DW7jvg0YXyHEZFspoE+mDrv6er0hXzFmkFSpPoDoLx6HWBR6zjRYIFlOj6nLHtc+WC/b4sYbbtC1114rj+Mugrtf0bjuVa96ndauPQSud73jXYvzpZc++8n66rJKG8//vNaf93nd/IPP6qZzP6tbf/wFbb70G7rzqlO14+rTtO3np2kz+fVXfFu3XPZN3XDJ13XdJV/VNRd/HfiGrrnkG7oW+msv+ZZuuPw0XXPpd3XZj7+mKy74li7/6bd01cXf0zWXnamrgWuuOEf7dt+MAabVJvjub09rcs8m7dq5UTPsAuYQbWZqp6a3XKtqx7XK927UrvXXadPVF2v7lT/Vrqt+qqnrL1b7lss1e/vl2nvrRdp2y090x60/1B3rf6LNGy/Q1jsuAi7Rtk2XaPtGw6Wkl2rHxkt154bLgMsT7Fh/mRLcfqm23Xapttx68V1g622XaBt126Ez7NhwuQw7N/1MCe74mXbdcaV2b77qAOzZ8nP9xrD1au3deo0mt12nfdtu0P5tNwE3A05v1P7t4A7A9dq3/TpwTm8gfyNtbqLtzcAtwK3zsP026m5fBLcl/L5tN2vf1puAGzW55QZkvF67t1yn3Zuv0S5g56af686NV2n7+svR+TJtwR4bb7pQG278qdbf8BPdfv2PgR/qtuvvHm6/7odaf935B2AD+QTX/lAbDJTXX3eu1l//A912w/eBc3TbjWcnuOWGs3TLDWcmuPl60uvO1s3XnqObr/kBcK5uvvo83XL1+cAPF+DHuv3aC7Tx+ou05cZLte2my7T9liu049afJXB+K7g7mCfrr/6pbr3yR7oFuPmqH+k3gmt+rFtvuFC33XyJbr/tMt2GTW7f+DOtZ5w3brtGd9x5vbbuvVnbJ2/Rjn3rtWd6s6Zm79QMQbzd2adOe7/mZvdqbm6P2nO7NTuzQ/v2bGanxVPL014AAAaTSURBVBzvzKnNHJ/i8zaeg+u3XK4bN12q25nLG2+6VJvRaet1P9a2636krcAWYPP1P9IdwKYbSG/4se646SfafPNPteWWC7T11guZuxdrN3Nxctu12odsk8yTSebUnq3XajfP0c7N16oPuzYz5ltv0N5tN2of881zYnLLTZrcfJP2bQZHfoq5MrXjNk3v2qjZfVs0s39zgtmpLZrbD4Az/mCY27dVc7SZ2XmH9u/crH27Nmnvrg3auvlm7HiDNm27U2f95Er95T9+RX/1L6fq4/9+tj7+he/ro587Sx/9PPBvZ+qv//W0VPeR/3m6/ubzZ+tvv3SuPvnFc0jP0ae+/IOU/8QXztLffekH+sxXf6R//coP9c+fP0N/+ZHP6PWve6fe9db366Mf/IQ+9dF/1N9//DP6l3/4rD75kU8n/Ktf+Qa9+Q3v0gff+xG9+x0f0pve+C694XVv15+/4Z0p/5Y3v0fvfPv79Z53/6X+6i//Rh/76N/pU3/73/Qv//x5nXnGubr65zfqHz79z/qT//pnevOb3kl/b9Xr/uzNevvb3qMPfOAjeu97/lLve+9f6VOf+Ed95tP/qk987O/18Y98Sn//t5/Rf/v0v+iz//LvKf3al76tb3/9NP37Z7+ir3zxm/rOt8+gj8/pbz7+af23f/wf+sxn/qc++Yl/0D//0+f0pS9+Q9+A9utfO1Vf/tI39dWvfFvfO+37wDk64/Rzkes80h/o618/VZ/9n1/Sv3/+q/rKl7+lz3/uq/qn//5Z/dtnv6QPffCjCd71zg/oA+//CPmP6S8/9DH99V9/IpX/6kMf14et74f/Vn/1gY/pfX/xIb0PG/z1Bz+mz/zDv+oL//YVffFzXyP9qj77r19IMnzly99O/Xz5S99FxtOBs/W1r/5Q3/rmRfr61y6ifIG+/a2fI9vNyHi7Tjv1VvS4nraGG0lvAm4GboXP7Qm+/JWN+srXtujfv7hRX/zyFn39m7v0jW/tJd2rr359D+k+fe0b+/SNb07ru6f2dMaZQWeeVdOZZzd0zg8Gdfb3B3UOr9O+e1pdhjPPGtaPfrJKZ50zrm99u6kdO5+qq65+gGbbL9L73n+b3vmuG/Xa112u97xvvd70luv06lddpne/a73e884Neu87NuqD796q979rC7BV733XNmA7ttm5ALv13nfv0XvfsxdbzjFf2vrIh3PGraaPfqTSJ/6moQ//tfS3nxxgzozp059eoo9+bFB/+VcN+gt693uD3vPeqHf9RdDb3l7qrW8rSaW3vyPqHe+s6YMfGtMHPjiuz3/hoej7eH331JP17e+cBDxFHx55Me/9T9HdXXcb6E346K99Xpe+7q0qWVG5fB/cZ4H7LHCfBe6zwH0W+M0sUEG2GCiyI1aCxfnFNP286w0u91Pn7w769U4NB9MYZ+jjnTf8puV7ors7/GK+v2n9wXTmYejj7ynt04gYXemWtx6mE/79FUbeLdxjoDf1I//+Y9py/k90xYMf5eJ9cJ8F7rPAfRb4f40F7lPk3raAD6b74L7uLt/HOe3TOF0MrrsnMJ3rnBqcXwzGGfo45w2/Sfme6O4Ob5yhz7efGrcY+viD08U0zru+nzp/MMzXrX9MU3t++ls65mMvMeIe4VcGerc69EmP08OuvFh3/PACXfQ7L9PVhx2jnc1BFfft9G2e++A+C9xngfsscJ8F7tYC3o26YnF6T3nTGfr1zvfBuHsC07jOqaGfd2owzuC8wXmD8wbnDc4bnDf0804NxhnuKe86g+sN/bzTxeC6xbC4bnHeNC47Nczv3PcPldp0rHT7K9Zqz0Uv0hEX/rmWPRaESX8F/NpA32976JMeq8dwnP/AjTdreXtGWVlK/vLEfXCfHe6bA/fNgf/XzwGc7X06/gfmeQ5tG5gCJoFdwJ3ANmAzsAnYANwG3ArcBNwIXA9cC1wN/By4EvgZcDlwGXAJcDFwIXAB8BPgx8APgfOB84AfAN8HzgHOAs4EzgBOB04DTgW+C3wH+BbwTeAbwNeBrwJfAb4MfAn4IvAF4PPA54B/Az4L/I8F+BfSfwb+CfjvwGeA/wb8wwL8PenfAZ8C/hb4JPAJ4G+AjwMfBT4CfBjg5X31V6R/CXwI+CDwAeD9wHsVy/dqdPq9Ouymv9CR//qHmnj0sf3w/GvT3zjQ/1pO9xHcZ4H7LHCfBe6zwH0WuM8C/9dZ4L5A/3/dkNwn0H0WuM8C//9ugfvkv88C/zdZ4P8HAAD//xjUUvEAAAAGSURBVAMAl4QpY+A0riYAAAAASUVORK5CYII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4" name="AutoShape 12" descr="data:image/png;base64,iVBORw0KGgoAAAANSUhEUgAAAfoAAAEeCAYAAABiwNfdAAAQAElEQVR4Aez9d5RlyXXeiX5fnGvSZ3nf1dUWaDQAkhApM+LMrFnz/nhr1rw3M+IMNRJIAIT33hOmCUcABGhBB5ISPUBKopHhyIyhJEIUPTzaV3d5X1np85oT77fj3JuZZboBSnoza2kh8nyxTeyI2OGPycpK+Zvhmz3wzR74Zg98swe+2QPf7IH/bHsg6Zvhmz3wzR74Zg98swe+2QPf7IH/bHvgL3fQ/2fbDd9s2Dd74Js98M0e+GYPfLMH/vPsgW/4oL9w7oz+t9/9R/qJjz2gD7/tZfrwG79Xn3jH9+knH3iVfgr8xHtfrk+++2X60Ntfqre+9oV62Uuerxe86Pl64UteqFe/6sV691tfpY+99/X61IfepE9/9C36uY++WT/7kTfpJz/4Bn38Pa/Wu9/4Yr32ZX9Hr33p39brX/q/6O2v+jv60FtepB9+90v1U+97qX7+B16mn38A/j3fp0++4wV63+v+Z73ppf+rXv49z9eLX/B8vf4VL9YDb3mNPvX+t+mXP/xO/cbH3q3f/KF369d/6J36pY+9Sz/5gXfog299g974spfopS/4Hr3ixd+rt77mxfrY216hT7/3tfqVB16nX//A66Gv0c+955X6iXe+Uh9840v15pd9r17+gv9Vr3zh8/UW2vGBt71GP/r+N+vTP/g2/eLH36Zf/cTb9csff6s+/aE36+Pvfr3e8fpX6BUve5Fe/H3fq1e+7IV615teoU++7w36hY+9Vb/+w2/TZ3/4rfrMJ9+mX/n4m/WzP/AaffxtL9Z7XvW39Zbv+x/19pd+l37gdc/Xj9CPP/fBV+s3PvEG/c6PvVX/+Mffrt/60bfqs598q37+Q2/Qx97xMr3z1d+jN9D+t7/mhfrou1+rn/jAm/WrP/xu/dan3qN/8tPv0z/+qffqH/74u/X3P/4Offy9b9A73vQqveLlL9KrX/FCvfsNL9EPv/c1+qUfeqt+56ffq9/7+R/QP/+FD+j3fuGD+qeffkCf+bF36cfe/xq96w0v1Bte8716HXW97x0v14/8wKv1S598k377p96u3/v0Owr+2affqX/0qbfoZ3/wdfrg21+kN7/qu/X6l3+33vKa5+v9b3upfuQDb9Av/ui79Q9/9gP6J3/vI/rdn/+gPvsT79LPf/wt+uh7XqU3vvb79LKXf69e9coX6j2MxY9+4HX6Ffrotz71Dv3Tn36Hfuen3qlf++Sb9ekPv0Efx4d3vep79KYX/219/6tfqE+8+zX6xU9i83Pv07/61R/Qv/nMD+hz4Pd/6f363Z/6fv3cR96iD7zjVXoDdbwB+wfe+nJ9+oOv1+/86Nv1f/zsu/S5v/9u/eGvvEt/+Mvv0b/5e+/TP/nUu/WzH3ijHnjzS/D/BXrHW16mH8P+t3/yPfrcr3xEf/IbH9ef/YMf1p989pP6w1/7mP7Vp9+rz/zQG5ij36f3vPFFes+bXqxPvPfV+vUfeYv+6c+8hTzv0Rf+wYf1ld/8QX35Nz6qP/7lD+mf/cS79ekPvFYPvPmFetvr/q7e/46X6Mc+9Fr9o599H/5j81s/rD/97R/Rn/3Oj+pPwb/9jU/ot37mffrUB19L+cwn1t2H3/0S+vvVjMOb9X/94jv1h7/6bnx6j/79r3+//o9feJt+5yffpJ/88Kv04Xcyt970Qr2Dcfzou17KOnidfu+n3kpb36nP/eK79Afg//y5t+s3f+SN+rkPvor1/CJ96I3PZ028gLn5Sv2Tn3yH/uBXP6i/+Ic/pC/+1g/pL/7Bx/S5X/8wc+Q9+vufeJM+9p6X6vvf+Hf0vjf+Xf3o+16uz/zwW/Qv6JM/pJ1/8esf1ec/81H92Wc+rn/9Kx/VZ3/6AX3iw2/SO97BmnrzC/Ted71YP/6R1+sf/NS79Pu/9AP6s9/4kL78jz6oz//me/VHn3mX/uWn36xf+/hr9NG3v1jves336N2veyFz9lX67Cffrv/95x7QH/3aR/Snn/0I+T6iP/r1D+n/+nvvZW29RT/07pfr7a9/od70uhfoQ9T1ix99g/63T71N//oX3qk//tX36M8/8z59/tffrz/65ffqX/3sO/TrrLFPvOtlejvz9a2vf4F+4L0v0y989I20/T36g1/5mP74s5+gbz9BH39M/9ffZ/x++v36xY+8WR99y4v1/eR5N2P40Xe9iL3gVfrHn3qD/tXPvEm//3Nv1b/+9Fv1+z/1Zv2LH32jPvuhV+tH3/YifeAN36v3vu579QBj8inq+czHX4dvb9bv/yy24F9i/zs/8nr9vQ++Qj/27hexNzxfH379d+njb/lf9Pc+9BL97o+/Uf/qp9+i//NnyAP+5Y+/Xr/zgy/T33vghXrgLd+tN7/4b+kNL/if9PaX/C195K3/q37i/S/Tr3zyrfqtn36f/tnPsbZ/9gH9Q+b+r3/8Tfrx73+F3vPq5+str/i77LXP1wff8D366e9/iT7DvPmtT7xev/ujb9Y//OQb9Ws/+Gr8eaV+jDY+8Jr/WW9+0X+v133vf6e3vey79JE3f58+xd79mU+8Xf+Eef3P2af+5Y+9Wb/3I2/Qb/zga/ST7N3vf+336I3f9916I2v2gdc+Xz/F3P3Mh16pf/KxV+uff+K1+qcfe5V++wdfqc9S76ff9zL2/OfrTa/8Lr3qJf+j3vTq79aH3/Ei/eQPvEK/zr7zj378Lexvbyv47I+8Sb/wkdc0a++1363Xv/h/0Ou+7/+rd73qu/TRN3+3Pv3ev6vPfOSF+s0ffIE++6Hn69c+8D36+w+8iDa+SB978/fo+1/53ewjfwvfvkvvw68fetv36dPvf6V++YOv1q9+8DX6tQ+/Xr/IXvRT3/8qfeRNL9HbX/F8vfx7/5Ze+r3/k974kr+tB5hfP/r2l+nn3v8q/X32xV/+4Ov0S+znP/u+V+qT73yZHmAveM33/R193/O/Wy/53r+jN7zse/T+179IP/rOl+Pbq/TznDc//8Ab9LOcDT/yztfogde/XK978Qv0ouc/H/xdvZKz8+2vfoF+8K0vYaxeqZ98zyv0M+AXWUO//TMf0+f++e/oImfyN3pb8nUP+nOnT+hHPvz9esF3/Xf65A/+gP63f/zb+srn/0Knnvyazp4AT3xN54IPPPFVnXn8Kzp7/Cs6/fiXdeqxL+vUI1/W+Sce0YUTj+nCycd18eQTunjiuC4++bguPPmYzoOzxx8lzyM6+/gjevKhr+nJhx8i78M6g/7CE4/qEnmvnHpMV04d19XTT0Kf0JXTJynvEZ07+VWdP/mgLpx6WJdOP6LLZx7W5bOP6vK5R3QlcBYduHTmIV08/aDOn34I2wfJ+yDyQwWXzz6sq9guBC48pqvnH9elM49S7iM68yR+PP4Qvjykc8cfxpdHtYAvy6cf09rZ4+BxrZx5TEvI1049oisnH9KlJxpcJu+VEw/r2slHFPar2K+A1bOPK+jSmeO6SlkX6J+zjz9M+x+mTx6l/ONaOvukroHFc09o8dzjunbmcS2Ay6cf1cWTj+r8iUfo9wbnn3xIy7R7lTaunX1Ia+ce1vr5R7RKe1Zo2+Lph7Vw4kFdZqwugihn6fwJrVw8obVLJ7Vx5ZTWL5/U+qUTWkFePv+Els4fp94naMuD4Ku6Sh9HOWvnHtXG+UfVo58CG9BV+mv1/GNapp+vPPlVnWPcAxeYC5Fv9cwjxX546bh05Un56in1Lh7XtVMP0V8PFr8uky9sl/A1/A7/16hnhTKXaNsSZVymH88/8aDOPf41nT3+oC6ceIj+e4R6H9Mqdqu0dQUsYb8IFhjrK8zRK8zNy9F+cOXkw7pGHWGzhO0y5Ybt1WL7oC5jfwn7S7T36qkHGQvssVlijBfB0tnHtHQOMD8WY8wZk6uM46XTj+syNHD1zJNavnBSSxdOgCe1SF9eY8wXGPurZ2PuHtflU4/rErjMWC6ee7KMxeqlU4zBKa1dBozDyoUnqOtxRd5m/j+qs49/VeeOfxU/H2ReMe60e42x3gDRZ6v02TJjtBxrgHZcYC1ehi6c/Jqiv5eYI9FHq+QrYI6sYn8t7Jm/l2jTFdq0wJxbiLkXcyH8uPCklpgvy2AJ+RptCZ9i7p574mHW88O6fPIxfH2Ctp9owBxbpm1L9MfiqSd17ckntHD8uBYeP66rYIG1f408i/Rl9OsidS4F6Mdr+HCFuX751KO6HD6NsEA/XsOm2NKvi+eOaxH5Gv1/FVwZ2V0lf/hYgM0qbVmjLUGXsV8mfek0eRmDq+xLV088rqvsM9fYlxbOPKFr2Mc6WGUMY52sxtqgDxapfwF/LzOPLrK+LzEHL7PmF0Csj1gDq8yrQPDXmFfR91eefFDnGbszrIkL7JOXmYsxHuM8S4xHzMUCxuIK+9k59pEz9M9F+u/y2ZNaoD8XL55iHE7r2oVT4LSunjvNXnda586c0OmTx3WC/fKJwIlHtXT+JPvME1qirdGWZcYt1vW1C4/rEnvhxdNfYw/5Mnv1Fwot++W5h3SFPWSB+bSJC4/qEroL7CtnWRNn8O0M7T3POrrIfLoMvUQ7r0S5F5/URfrsAn19jj48y3w/E2BMT9Pfp+jb0/Dn2cuv4PPVMyfLXn7p5JM6S9+fPv64Th5/DDyqU48/xr57XOeeOM6++CR770ldPUk/nAqcYu84yZw7ydx7UheZVxfAWfLHeXKePfUS43OF9XWFMb5M31wE5088obOUF/WcfuIxnWbMA2fp5waP6xz255ED56Bnw4a5eoY5cgYfY0zGOMvcOVfwqCJ/2J+j3tifzrJXNfRrCnoO+Rz773acZS2fO/412vlV/HoQOyhy2Jxnj4u0c9icZS6cOv6QHv7SX+hz//vv6Vc+9XG95u/+D/rYA+/UKdr09Q78pz3o/+2/+G298QX/H/2zf/QZXb26oIWFBS0tLWp1eUn9lSUNoEPocHkRfoSlBfWuXdX6wmWtXb2s1SuXwMUi9xYX1F+6VjBYWdQQ9CljQP7e4lX1Fq9p5eoVcBlc0TrlbCxeUX/xsgaLl0i/rI1rV7SGfjV8uXpR166c1dKV81pZuKDVaxe1jt3G8mX1lq+oD4JuoAv96jVssFu+eqHYr8GvLV7UxtIl9Vcua7h2BSyoXsfP1ataW4q6LmF7UcsLFyn/EnVf1kYp9yr+X1W9uqC8tqAh9lFf1LV6rcmzBu3h+3DlqvLKgihA7f6q2oOVQlNvVcO1Ja3T/hX6JrCxuqRhb03qb8iDdbAG1qXBmjL2g/UVbdBva+RZW76mVfpzDeS1q+KEkKHV+oKqjQWlderFr3rlinq0cY3+Wb56Sav4tI4/w40V1ZSp/hr1gd6KhuvLiMvqUUdveUErtGGVfD36cEg5DKrSxtUG61eo8wr9cJnxv6w+/b5GH6+QZ32J/llfUqL8znBVE7S5219Up7eoVvGNPqO83tLlMmZr9G+P/o52VBvX6B/setcUbUnIIl9/7VoZkyV8WS5tuIq/y4eMHwAAEABJREFUi/iypFZvGSwq8hr7TB8MVq+oTx0b+LVB+3vQPv0xpI8yNt5YlKAZf4Yj297yJY3toz312oJwUMI29ZdU0FuSARNUffxfvnKOOXhW1y6d0dLlc8zd8wzXkvqri/TjtYL1lfB9gf68ouVrlxssXNEi47HCfN6gvwfMhZp2iD6rGYt6Y5VyGAvK2Vi9pjXGI+bWKn0V82ywckl59bIEvHYZ/opq5vEg2sA4rBVcxM2LdN8lxinQ2OfVS9gGLqO/rI1oB+O2zHpbZezW8be3tkj9gHEcbiwrMAi+zJElhc0q9sus9ZVRG4bMzxzziflqEG2JdT5cXFT/6oI2Ll3W2kX6+NJF9dgb+ozlgPU0ZFxiLQ1ZK4F++EDZ6/i0vnCJNlymDVfVX76q4eqCauZCTZ8EhvRL2G+wh6yzP6zTvz1ojzLCfkBbHP1KG4T/GdTRNvL12HOafAtaW7iq9atXNaANQ8aAAZSHa6qGG0pAtCvWS481GutuhTpiLa3Rhh5za8gc8voC87GBmGfjtbeOzQrrqKwN2rRR5uMlDRnDGK8h+fuMW3/5ojbYk8I+9pyVpQWtry2DRa2xZtfpq6hvjbpjD6031jRcX9WQtdxn/mzQ1jXatY5tb/GChovn1b92VmtXTqu3cFYDyl9jz+xRf15fZD6viM5VZp4PGYPQBwaMgzeWhDMy875m/WXmfB/dAMTc7tP/Q/zJrLFM3hiTAf0ae8cG87n00eKCVsBywbXChxw+ht2AtvXozzXGdZlxW2BPv3rlAufNRc6bS1pkbi3GmcDYri0taI09b439bg1+lfmxTD8scc5cu4L95Yusp8taIs8K/b1OG3v416c/eisL6nF2rV27ptWFBS2z9sJuiTFZZu6vgXVse7Sjt7qgDeg67VplXALLlLVMmYEoewX7FdLWyLMWlHVXKGO4yvitXD2vFdbp6mgNrlHPGFu6C1pFv7IQtqDkuVDyrXA2rQbIv1pwkb67rGXavUw7lpaWtMjc/e3f/DX9T//v/1K/+w8/87Rn/VMe9P/is5/WL/3wA+qvb6jf66vX21BvAwTt91hsSXm1pXq1Ur3RUl5vFwzXWypAz96uwarUW+2rv7qBnnyUVfcHHDB9DTd6LKoN9dfWNVjb0MbaWkGPOge9HgcboC4Nehx0G8qDvgag3x/i0xDbIQtgWOjG+hD/apApV5QP7dUagkEv046s3rq0sZ5B3WCj1mAj7MJeyn36KjCwPMhyja7Oan5wwYAe6yerV1WgpX6q1M/IWVof1loj3xr+rQ6GCoSuNxQ2EknaGA61QdraYED6QCskLoHFjaGW8HWZ+lcHUZa1UVu9utJGboGO1usW5Vt0p5Y3apC1TNsizyBXGmobctKw6JL6tGOjTvhXaXXYVtivD015lfpqa0Mdbbir9aDUtU6da0NsBwn7oBW2iXKMP4FEW5CpY4CPA2iPPog61oYtrQw7Wqu76uUJ1QaUO8QmbHuDrD7oDaQe/bwRfkDXCzK6TD0q5deUWSvRjqSNYcaXWkv03xJ9dw0sRz/3syJvD18HYDhM6lHmBuWv0/DVXk0/DRv0hloFayVPLmVGucUW+0iLfl3ZwA6skX8NX9dJ61F/b1AX3/o5k5dxHPapa6AhPvX7AwUG+DWsM/3aUt8d9Wl7D2zkjtZzm3FsaYP+Xad/1/B1hTFdGVRaHbS0Qd/3sOm7rQHjEeOyzvisYbNKv65it06eHmO5AfpgEP3PuA/o35BDH2O7gX6NPl3tG1/NWNAvI/s+af1s2kIaPF1S5tUS5a+SJ/xax78N/NwIn9Qif4AymFPr6Ffpk5V+1lJfDci3Apq82FHXBmUHBtgP6Md+b8Aa7KnPPtJnXQ/ot8EwM9bCl1qDeqiaPDGOPcra6Fnrvaz1jZr9B7te0jDGGNSUWdPmsB8y3v1in7FTQR+/BvjHdkEeaYDfBcynPn24gX/rIPporV/R/9ZKtIm1ukr6+hjUsz4Gukhb6ifanLS4QdvZP1bwMdbUGnWu084N0APBRx+VNRo2I9s16tkIn2lrj/p6tGMDPnTrtCPS1/tZG4Na6zQk9ozesGbd1KyFrMzY5WEWKg2h9WDADBtoImVNtQykroeM2obaqa9OVauTBmqh66SkiWpS85M7Ndvdge2sZid2ahp+oppWt5pRN0E9RR4AbeUudjOa7s5px8xuzUzMa6o9oxbzsuqLm+uh2utDBW/ayGThLBDA1/Wser0GUk1/ZdIzje7F2tGA9QHcVx/fGoQ8ELME3QAM1U+0nTb0qqE2UoB+wX6N/Ct1T8tgKcA5sUq56zXpBVkbrMUefJlnwyH9NdCQPh0y//r9dfV48OqDITdyOfeUw0lqzxwGQ+Rhvc4aX1OPg2yjv6INDrUeN38DEGk19nXeYCw2NIAfUM4QX/o8qPVKHX0N+gMNBlF3rQGDNmDMBvjSZ9wGTNA+/gTfCxp9g32fva1PngFzoI/tYDjA9yhjCwPyR951zs0PvOtN+rWf+xQH2K2vdCv1H/zeb+q3fv6TTKwofIBJVkpJVaulKjXosSg38lA9TsMeRyHzUwNnsQYbaqkvq2/AJB6yYdRqYZmUXXEAwKe25JZCP3BbA2zGdjWbV41dHiPymrzohyxW1o16UT6LpI88xgCbnlTSeqHPVr/IGR36Iid0AL5HGb1CE+mJAy+RJnyp6diBagYiMwA1g5bo2ESHp3qgKkvJFEybh/RDLWwd6Kt2oKehe1s8pQ4BJasOW/hhTCb6j/1GalXK7UqqrJyyasqK8itntZE7TPY2SKrxmMqpWsqqkNulDKtOFXW6YKBEDRb7BbUldEk5xtBkzFk51zJIoML/StGrGZ0ov0GibFFHzRgO0Q5A9GUfGn02dIs6WpRfYYXveCPqzYyByJNogG1FqFlsNROWikNUaG3LBmhMnpxpg8yikXBLUY7RY6LiGJ3uVqavpKgqk1Ara5ijPYlMLdUxh0gc5lRaNMgmnZYg12CIfwNFPeiwq8GQQ2CIfggf8gB5EDy0jvzYD8hbMxeFP3lk26utnjvaqGbV0xR9PameJrTR6qjp3z6W9BbjnPKAJgB6SzQuPDD9nvBSddiQhl7AzC+HLsDGlQMxD4c9WktO+r0GA/wpyFYc3gNqa/ykH1gvg6IXaWKDkdhjGNHE3E7w0S9Gn0mPPhyO/KspJSs5ICigu03OmC/O9DVjGe1L8JwrajHObVvBRz7ThmiHSDceZzbMgTbU84Y2WBMb1UA9MASZOc1dNTXUqrM0oH8HlBWgV5hfCbig6Bhm7kc0ZE0MsR2mpMEIQ9L6pr2MV58yuE9QH3kAP8SXOmqhjiFtq0OmwhoMac8QChErmH6IvhhKtCPFGDF2CUS7zL5XjXQVY5epq3aLVlaqGY+hkuqYO2AIIi2QsRmSFmNCyYr6cQGPuKinZsyH7C0DBikwzOhZz4k9MlVtRdnrKOPGc4VDYJVCcntC1cyMJmfntGd+pw7u36XbDu3VbQf36uCevZrZtUeanFHdmSy0R1mXV9c07FSa2TWnyflJTcx1Nb9nTrO7ZlVNduRJ6uok9VtSzX5Ud1r04UCtyUrdqY52YDcz29XkNG1mPAd5nRvcZQ0Hq+K4Vp8biqADDr9BjDsYMv+z+4pxLuPN2CUlmfVjBm2MihuqFjeYLW5qO9xctOu22nVir01KQSMd2iJfBRJrMmCoSZMqFR45Iw8CQ2sIODNV18yxYa3od2cr9sZ1xq+XK3yvNFRLNeu5dls5wE32gP1kQJ19yupxY7OBb33oAIR9Sccu+MAgtxV266RvUG6P/KV8aB8MsB1Qz6DQNj60FOnrlL8BevheePJugB7oq4t/HdZtJaZKacdwOFTsp3HYBx/49I98VP/77/6GbhXSjcrzfEv7zI//QFGbOA54OziNKhhwh9KnU7JqZQ1igjLx47AboqnBEH09Av0pxkQhZ+wEjGTSBTKoqYc5TJlqUjIKBkCjeovEZmLjB5fsYmdbqWWxvsSaL2CkoRTgBtmUDozsTZqLTZMn+MamptToyUxv1syGTGfmumaiDGl7gMlKe2OhOyYvG2/NZpzNqqMdjjpGVEEpLwOBcVpN/gaUx+YxjLqEhR1W5KpxoS/TGy59NZTZXIIXeY290AtqaCJXBTI5M/Wr8DVxjaZpV4xBRmM0TuiClvwD6hmwPIYFLdJazAjuNSTSox9EvgpdJk8p31L4zDqVGJOAU1LFplSlpBbGHQrpMC6TnZYm2DQm2Fi67VZJq2inqTVhm6qkdtVSBU2UFVSkWRGyqFKhTykcyKQA8idsQ2eo0IoG1nVWzUTDbZko+qWh0bZaSbnAtCfRt6LvAo6+RU6jPGEXN1dVsa8pa0gNtUQ+octwKApXO420Q+R+gZkLibkTB18b2qLsFvOu8kAt0qrY5GgOxkrkr7Bp6qJkGk7zogaqyA0Y0zAPvSNTYZKcKiVuKMzmLUZPWAdSSnBWBI+4ZCslqypQoSklIcILq6auTJ9k5pho1Tgt+iJamag72hUIP+q6lvCdoks5FEdBGVX0xQDaJ30IBrJ7DXgay1Ut9nacsJS4Sn9YGJIHe7Y0cdzm4scANXDom3IV664APXZiDRlaQD+X/sfetMWMqej/TJlFj11Crkr7hjJ8IGFfBZj/bfyJvCn6HT78CNTME5EvygsYPiD6JYf3RDX9kSmVqaiaujNyDTLpdpIDVfRkHuWqZXyOPUThC/VHn7RZL5gFq8luW9OTU5oCrXaXJ0rr2mpfK/1aPcY9t9vqTE5oaqKrOQ7gXTuntJvDeD5uAGZmpU5XQ9ZYe3pGGX5xfV3neW29wmeIzkRSu5N15LYD2nNgDwf/rNrka89Cp6fVmprkgO+W8ufm57Rjfkb79+3Urvkp7ZifULdjxY13PGWvcwM+qLLiBixXklpSqqyYF8lSoh9c+lQyjbNN11nRR3Cko6+lxKFaceBxv6CAB1lVrQZDoSOKUxuY/ZkC4gKmzy1Fr2XLHJiGKjofLZVxUZCHytHnMnKSuLFI1JmwTzheQSvyJfaSCj8qDmyTriH2wOgNTdiN81WkV8W2UqIMkxZVkgOSFU1t2p7VzCtDG+CEws5ZJcR8sTK6BmEf6YlCAiQUu3FkW7ZLeU7Wz3/8AcUZrhtCukHWP/vMp1WziMdTUbK2h4yQVStRaAxkOCXkQMNnctRYBXJxIDZ0p1pms0ubi22oSkPKqVUxMaI8+peSovTMwAVqmgxYtIITqcZj2kX5WUZOUYZrBXXwYJPGJkBes0gN1Rj4EPIYjX4ghR0Hd9hTjRIVmQozVFAnF185x1TRFlOOog78MP7FYEW+6DEzscWKDzrWk10x4JGuEkbWJndRWqasBFpkSqVduejMxiH8j3RTdqFRJyjlkse0veQhnwvIS55E3w8GvDfDX1Mu1VGmZJ4gMvo8WFfipsW8chKvn3K8fmIj6PONOPMKKuQaXdTZYROa6FbkH+fXKkEAABAASURBVNA/Q7WiHhZdRT0VPrQoP14hTlYSDwe8Bhwq3ka0UqbPon2ZiqFOlJEpwyqBfKItDUKDHe3MtNvoE6pEjgIaUKVUyqtofMCkkQMrqQr7kT8VPkV/jvsl5CrS0cf4V/hfwUd6UNOHlYcKRD6T5hhjINJMmshD5yk7qsuqeHqptKZWAtpQh3lUsYYqfE/4EWUm+j4xZ0R54eeQdOOzmSM0QTRJRaZIg+YKDkRio9iMbVNfhZ+JPkzklRL1VfRjUkaukYdK+NygvklnfAn/Ev0sfK7xdcgBm8lj2mjK8ygtbBJyBRhKZepnhTb+wHOJISkwPkQflRtg2mwO+lTaXxf77PCwgjf+hd+SqCfTJ/F2QxzkgRRrMQ5p+t7kd/BB8VEFfYVdIJGWSNsOR76CvlLxg/7gZiMxhom2G2raKtotaKLNlbISqFJSioHBTsCBhJ/QkIVtQzPKWkWm3S42oaN3wiZAHtNpqZK67UrtFuboSn5oxU1xi00l+rDVTuoE0O3aMafDBw5o3+5d2rVjl+bnd3Hozmpidqc603O6sryik+fO6sq1q+rxXTKzdjf4jr4a38k31rXKK90eh+E6bySXOeAXV1a0xpvJigP/wsVzKvtCb0X79u3S4SOHNE89Ji1uDtLEhDjPtEK+GOsJbiRalbRzbkrzM13t3jGtycmWutO8weJAX8H/Pv3FMaoMNZt6ha4NbTkxF2kzcz0zziJED9Wmj6Jfwt6SSTOz1NnYBzI6qaJjWui5l2CtZVCTPiStFkMVl2oLJMVBGQpnYVOrjCdjEGNrxlsaYjfUwFKmnhZFFAylFv6VdRs0Z5n5yHTRGFWxzdQPsAn7FnZV4a1IDz6xRkw9Zo4m5pYDyBVzsdJAY5rQJdW0jHkJP7YrevIk7BO0Ii1owlY0LvowUNoqAv1jWwnU1P1Pf+VndGNI2xUXzpzSH//+P5dtxU9KSbDbTQpv4kSFFY1MFFyNMObHtMIxh5PbYBpaUBZeXyYtOr8BncsIRZ1ULeaHYtMIqigraSRjR90WE4hXIIlXIi211GFYW26haSMBdwqtIoVXKi2Q0KQRrSIffEWOAM+WlFCpokJnlZBlZeqpDQWKhJgwBXWTmqUKLoFIZu7CqQFpSWqywVtq9KO4SEw4BaRil2hbVVBHzVhGPQCd6GtHXyhj2+ii/EQ/VlReUUGMTStZ7BXFpoXfE21aVzrVqlLiSbutyU5bE63EYZzpgQGvyfpqMbnalDVRZU0yc7u0s2uJB3OevmsmaU/1+qIqvlG1+X5V9VbV5ltXB786+BT5u6yMaTarOOynOxV5BqCmHSxsysq0KuOTCGmzLcJXsTgbam0PJi0p1aacMUQpwBIFy3R6zJXgMztqnXiWdqUhGIBmKVWqmR9Dt5VTW6poadiB0NepScdbZmmlyBflBDJ9Ztpn2mkN8aeWkOOiUPyS2llqoRV9Vmzhjc4K2+1ASdr4si37ZozTb6Sm0kTBCVqR2ILGhhN1N5tPrRabVIWvgeIzfKH4ciONcqIt5UmHTTH4Aupw2IMEoqxEOYn6ylTMxswyPtgWl+gm0Y3wNRiSMmScQOSj2c5J5unHPPkkYMowVoJm0sRYZCeRWUpBWzI6U6irbTJjGumGmjFVoZUMLTx5zSHjqoUZPYRNppxmLCsNKW+IbgCGjFrwQ/IOyVeL4CwFNKKFj5SRPNYL3WafwRd90AC2RY55n1VzQx2/qGgNKLtWruhd/Buo4jalUmuCw3NqRjs41O+99xm69667eHqe02BjQ1cvX9KFixd15SqHOjfWcXBfXbiqK1cu69SpEzp37oxWVpb53NrT2vqqri4u6OKli+jP6vgTx3Xu7FnSBpqentXs3JwOHDykqqrUbbU04Cah2+1obn5eUzNzmpnbqQn8yLLOnT+vefyxk3pr61pbWhRLW6vLi1pevkZXt0SkKnWUWE+i/7JRsf8kJyVbSaIrrTJn6gzNqrEpB72zYt7FK/2gUtaNARNhDjJl5UIbu4xpAAmDqJfEoqM21mStxEEZc7bMeXizdqVaUb+rrIo9rqqGipseM45ONfkHYFhgD5XQR3og0hMONahVkRYIuwYZe5whN4xi31CqJFfyCEUWNsbLBGAzcg7ZSRk7QbWZz7LpRfRwGgcbif6uUlKqKiXs0ehP/s/fU/wrjbFd0BTRGJ//o38DS5UUIBCZYnBQ3nzlUGU5yAhjfkwZ0VFKHtExCTkg8gcFkclZtoEkl0v2iFEE0iGYSajj7qVm8Bg2jZHhFIPFxi8MY++okYcMyJBBrsdg44mJVqMvEwxqesN0vCKQN8gWqBAhKxPXoKEMU7iCfP01zt7k2kq7UX7qlCi/Sb0+z0i/OTAhgzrR3Ba+VNeh3Z5Qro2uxau2SbWqjuy2UntK7s6obs9q0J7hm9y0+tWk+qmrYdVVjV1m4XYnZzU1vUNTs3vVnQjs09TkfnVaO9SpZtUm7wRPF1WLPHR2tzulLt8EW1XSRLuFT0M1fZQLjRZlR9wg2NFQkd7otsdGazI4S7RQCb5QxqGyiq5ijiQnpUSKRY5cQMMV37EyT6uZeaKCmrRAliij8U34ychyOIobnZxrBTS23+xrbQaq2eRLORRnWx7Pn0gNXdD/hDBlFVB2wq/G/0y/CNRlc6vwPxB+ZezHl8dMUBKukxFQkRJxQKVPUEODBxLlj+tKUTw92NhG3yfabtSOwXKN9bDA+FmMkUzvQ667inkpJiL6njWcUcYnolx4dIny0MXmHGk5ZRVKPRnUpNXY1mr0IYs8xi6Bpv7wZ0Dd/Qa8OTBvDcSbrAQfqBh/U15jjxnlbfEhPxXC91ulhT6XVrc5WCY7WVN80urGq/jJOaWpnfL0HuWJHdpIE+qxNgeqlOnITrfLU/y8ZmdYn72+Nni6Nvr4Ba51+BlesR88dFgzvKIPeZHDfWnxWpnzq6vLCrk/GOjqlUt68KEv6+LFC4p5fZmbhhYHw/T0tCYmqZMbiXkO+YmJSU10J7S0uKhJnuhj2Hq8AZiamlKsr6ijZo30ez2trq7I+BK/DDYY1pqb26GqYvAl2YyyJY4sVfABy6UbmZpQeD1VyDclFOuiLhH5R/Qmy+2KxibyBranjHnjvxM+b9LRasJnZhtjgEzmzNwSNOBii0A2wQeyR3LMM/QhZ5XW09/QTLooq+iQR7Rmv8wBMd5FV9G2SMeWsksZlF2Tt8bprOYHFi5ikSJClA8pV9hIX/mjf12kcYRbY1Z65KtfRGgylbhEqG64wm9cGVWSoQ3wsvANbTI1RTRxo5HwXRG2tNs4WNtK14HGo5dKRJwVdWQW9pDXIzUbec2mXCOHLjObMl0RfhYa/DhNQzq/RhOAL4OIFTSHjbOoQFE+0dNejTf4whWGIQeCD1BkUwzphQ/lDSj2RFyjlO1cZpPN6DMujaERP6ZZUUmuGREaHBPHuSIfk6cc/lDk+bld2rfngPbu3qdd0M70LlUz+5Sn9qrX2a211k6ttXdqOLVH7V2HtOPwXTr2rOfp/r/yN3X3/d+hA0efrYm5o3JnvzRCd/aIcnsXL62n1N1xQHsO36HdB45qduc+Tc3Ms4lMq9udxF9c3Lya9oXXihSYOAgYYXxGw7hzaRysxA8xbTP2gQRNlhJ5KwkJRAcbSkLcbdMb6LMQCy0yNlF2YpwNIi1JSgq7Bg5+jLCHb/KIcqSILMkusbYHszhty1FwJDiiEeBxdyTcimAwVhfWsiUuXRcoJHSB0Df+Cjv8z0CiH3MDfCdBJYwzFIEo5ABsmOWgwRSEkJuslBl1xBhtR2MxiunE4uuIUrlCDir6Oayux7ji67UqdbMuc60alHXMus6g+IB50Bjf6OKASlE1WcnDIRR5auxRYB1tANh45AdsyRI08peyit9ZFYoAE0IF4Y8lOyIR8tdBTfoQQMvNAhQprkQZUxMdzU51NcfBffjIUc3s2K2ljawT5xf08JNnde7ykq6ubGhheVWXry7o0uXLOser+YWFBV7N9xT0xIkn9OSTT+r8+bM6e/aMFq9d09zcvI4ePabYB+Mp+9riVV26SPqZkxza11Tx1L7BU/6pk4/rwoXzojW6xNP+Km8A4veQooyFK1fU58k+bozOU+75s+d05sxpzXOAJyetrK6U8memZ1QzJ/bs3qNdu3brAJ8W9uzZq7W1dQ34TBCHvght3hR2OpU67aQ4S0V/xOeqIXnr6Mbihf4fDcaHxCGbGGzH/sKhq02aFLoybdCHrfG22JIv0gwt9qP8Qi562tekiYAgQLtzmdPwIQODuAqwLDKC4TevYk40yk/yZtKYyUWZGZe6cKE//tW/CLKJtMnBnDl5gliyR1VRuG4IdqSZpuWCzcWPOoEiU104HRuo8TGy2C7l2pZk2Ya40GBVgpuYTMYzQxOFGmCoAspmBOAzYlZFlrJY0Ud9ZMMvy1JBIwvdSGYgi32UbXS0EZYis8SoxmKJAUH4hi+KIb+uh1TqL2lSw0cVuiHQeEdq0ALJRgO4I1H0Y9OnNTxgsjiAryXNom3BReGWnWSQ1FK7NampqR2and2te+6+Tzv5xjfJwTvDN76pHfvUmjuotPM2cLu0E+wIHFVr9zFNHrhLe+96jvbf9WwduPM5OnD7czW7/xmq5m/XcPKwBhMH1Zs4pP7UYU3te4Z23/Fc7Tn2LM3tv0233flM3XHP/epSd2dilmZUakKWYyxDsCUnRQjvkSQiu0QahyKSkGilGDtlbfZzFBV5x+MetiIUPYMasm3F5h3zKFFfQg7E3BKFUZtQSTBOViDhVgWSrchjKZJlW/EjaCCISkA7Emx4hVdReoMwwW2F+8HfCNtbKliTv1FZahhtD0xZkYIqF4qrUHhsuTb7J2yinbZJN/ajC9YmQhuarAwhZjMuHhcam0atKCxa4/F8K5Q0nnxz3DTTz8UGWkoMZyivqbcpV9sDRlE1ZEtLg0KmCOU4Bag2DzNPpjDIBnFTF0UnfK7IWZGn6KjC0bFQBSULO54C0QyjNxt1zVNnA5K4Ka6H1gDbHmUNKLPGJkMDDLrKU1y0deRYtCfaqSgUvUbAS0rIBS5vEIZyNVDm9XyUES6Jcp2kvXv26K4779Ltt92uTJaHHz2usxcXlKsJ7dhzSBMzO9XmLdv8rr2amd2hbndCJuMK39aXl5fKYd/jafoS39cvc1BfuHBWx48/opMnniiv72N9x4G+wmv1AU/yfJrnhuC0rlw+r05ngtf863r8sRPlkI9/1z7ob2jhykUtLVzRV774eS1cvijzSbVVWWdOnwIntWfvXt4MLPJW4IquXr1SPgescejHIb+b9oSPa2tr7DNT2ugNNaBTLSveGEx0K3X55pfoF3lIn9QMS/RYhtf/48EMTipISvic8KhiHiR0FTDzJPjEA1MDK4UuQI4K24p8QVNuqaorJXSJvIkBTsyRxE1nwKyVZg3VSjycFl2koQ++2Ia9SUdXscfziEbpmZqtx5UhAAAQAElEQVSGStiaMjUKtguXQwe4ijyOLpw8PmYLTSUeRUuLCyOuIbkhJS4FFo6IOmyiYCG2xbUJ1IWPKIbUjvRtCANgsHlhIyZ1raY7Qo8YKhnGHFyFOnJZ4004ueKwD9DRBkrlh5fG5BA8tsTNACQViSdcx4Cgr1TRiUkhi4EK6lrIQDcH36DySL5RP1LfktiWHUib6d7kGuZGudE28XgsbCvFqUQxFd/bh5XUb1m9VlsDXp9rbp9mOKB3HTqm2R07VbXb3PnfrnvuuVvH7rhT3Xjlx8Ls0w9KHfWZ0P2B1JmY0fTsLjabXTx9sOG0O+q0K83t2qGatOH8PvXmb9OFPKu16YNq7b1DS/WkJnce1DPuf57uuffZ2rFzv+bA5NQuTc7sZuq21Wp3S7trvlV2KE/JbHjMMmYpbIiKyHaxs4MmOdroLdtoPym6KURRKNnT2VBYWiw4zojCZyVlJ9WWamzqcZoy6Y0uy6QlNEEBNpw3CgzwUfgg8ttWCkiCKFMuHLxlSQl/yYpeDdApUlByqfaWPmRFIehEsI1oOKmJRchNP8HZocXTQiXbcgJWCXYaURQGRRpFiFzy+If04KM/45WsR2ZjcqPc6JvyxUbUyKK0AD6RlChTBCfLtqLsOLyDIhSdHWlJ0U9wWMeViax62NKwDlSMSwVfKbOSM+vUINa7lJRNZaxjoYu0BuiL3CZvUo1dYCjJjIlt0ZPKPPkzArIIMa4ZOrpsq0r4BrUt2yp+QiVLwE6yg0eqVfYPckjUmNOGhtWGcjspV22t9bI2hpUqPm3t4m1aC7qytq75Hbv17Gd/q+7mW/zM3DzpHXW4CR8y2a4tLGp9vcc39zWt8HTfZv0tXlssT++X+E6/uLishYUF/GxziK/oxIlzioP/5KknNTW9k2/n/XIT02pbwtcea3rh2jLrr4g6e+q0lnkTsHRlQevcRFzlzcFl3hAMeGXfXVqVuZl4ghuIyxz8nVZbJ554XL31dS0uXFI7tXX/fc/RoQOH1am6WllaIa2n8LFVdbRn737tP3BIc/M7tHvXTu2YnyrodlvUb8aF0WDSO8W4hn+SgtiyASNkoG0h5k6+QWfSMZeZZwoBOa4YzqBj5DFzC1puxBKjVmXVCUt4jRBTK8CRUNKGqdYQm7AL3TgtaIOsupRTK2zkaAVwUszVTMFbtNXoIm1Tj62ahtjQSBtj04aySgPxtdDtjQpdI0f2+KNEjdTE0ayGizjjpDI/CI6MNXyNAA8nEIVou0NjvlCcbQyUg+Jv5Cz28IoQlDQbBtjQ0IPGFoar0WZKZQm5kgI0GEYm0Rr9MNA2PINAv8ixSKuQsbSkaCFtKYMKVSxGIEU7aZ8Bx5CKLiYhd57oyklfdJRhy24gKjFI+BNUVGBbCuipQxmXiLKEtaieKjKbBJBkO0qCpgJRh24RwutQ28YO0H5VVsVrQXU7Et/Tep2uNtqT6rUmdG7hmjozc7q6tCxXSbJKq64tLUrIHb4D1jRbzNap7rSmJmf5FjhQi7z9/pCngKss5HU24IGG3BRMz85pY5DLH57pq6344x7nLy1oZm4nm9OQjamvbndGrc6MKr7fqzWj7sweqTVNHuqmngm+T9Z4kbgpCX9U+iWralWyjY9AEYysEeg4KbqNeHQ5aE0UaSNQVoq54Ey+LSTkxLjSVUrwVQAfmupy0RldCh0lRrdu2lFP5LOt8Y+CN4ajy24E24ofQSMpNqkar5tXlllxoIYuk5gtzAygkiwxJ1xoIr9t/ELGGNdIE2mZ0kYKOEXALgONUKOLb9imvdGGUCuhDKYgY5ol0kV7A9HuirSoNzH3EutIIGTbsElO+BIwlLozeWNdyVIKvRSsYFUCdtQSVorXvUP2lwxEY2KMqqSYgiVv6AJhnxnDXMpHogw7UaYFkcnb0JFMGUUuFHtolCMXDxQ0B+8SaRywpAYrzvw6fAoJmwrnE9SR0RIscAMJOkKiokisSQNZVkYe0NoNvvv31NLAHQ6HrmZ37tWe/Yd4Ih/qxMnTusahfeLJE3wzv6Tz587ry1/8kv7iz/9UX/7SF/XYo4+y5q6UV+wLV69qg+/nK8srmp/fqVS1FGGD1/08RHOgL4lqxX2DFhZZqwvrunxlQbNzO8Sneq2sZC2v1JQh8SWAmybzil08eQsflnRtcYlv7au6xh5Rc4Pxta99RY8/8aTWeWJf5EZg4doGN/oz+HhGTxx/SD18yXko23rwwa9qeekadSyx7tdoW08b3AzEN/uNXl+mfzrsRzvnZ7V315xmZ7rqtiuZ/hnwtsG2IhiNTQyqqlL0fYNIBWZ2xnxgoDLjFBiPr+1NextDZdoIsjXkQW4IjRv6MjbUo2ITdsKSGcZcqjnAyxxOkjioA64shcw+EuuoANuwq0MHX3yAZwPHNqvIljRCpi7bsikIKmD4gKBypBl7oAYlRk9pRW+jKRiXEX5rM+ToF6RCSyaE0dXczI4ECCUQj69oQPCFRs4aF4IGalICwQcQxxf+qDjUOJJDjrSiQyiXMQECoY/0p8PIxjZWiYFpqMgvgoOa+mhsdHIMQlCPOj/6sgwWtpnJlUebWtBM+zJy6BV0JAdfQG05wMSihqhJNpVRVsSOwoEVE9eKHxFGJnDXXzEQUU7OGVvS6D5DovOjZYF4LRM6F4uIjcXTX+12W7McvDt37lZqdzW/95DWcltDDtger+1zd0oD2j7BYrvt7jt17/33lafy3oCFWCW+uy2zONcKVpbYNPq1drFJTPFkMWCx7pjfoZSsmdkZXsn11R/0FK8Qd+/eFb2jqelJzc/P6fHjj2l6ekp7eJW3wCa2wE1F1ZnULja31X7Wlx56XH131VNHuZosf8luYoq3BjNTmphoaXIKTFSlDtN+K0ITb3F0GrWGLGyaC50DzEvGsejIluhYgzjkot9RlalQMUA0W5G+edCgo4kqBwh9FXzkizwkbdqGPmSVhOKBVARtBjsSpQQ1WjzjHiaPUKuOuRr6EQ3XE2V4DDIkaywpSQqbptkklnxQ/NQ4YD9mY91lJ9XUXxd9TX5QCqEn0IUNyaISNTQrNt+oN1FRQomZhFbwW5AKLyvUYUvLlCk7YBt/SVOUFwjeipCJwrZmPWVgbBJJzThIuFzKNLqww9OmzxQhK+xJUhkXGNviAqRZKuVYyICyiz1+FRtJRdb1ISMG6jorgKiwT0QBSKgUSpvCRRiR0CEJhxRj1EpV4QcUOODm19zc1mlC6kxrYWVdfTq9Pxjy2vsy38EH2tjolXVrCsFNTXCzfYC1cvS2o9q1a5fisCRJ8dr8/mc/W3fedZeE8f59B8pbgG973rdo374dqjj4OTMVS5ezWrwI0OXLQy0srKjTaUFF25Kq1IaKgzqzTrtaXZPWNoa6cOmylvDv4uXLOs13+YXlNX3ha19mnQ9Yi0PqtM6gj1/+W1rulfL27dvPDcICNxQXdebcKT388JfU6bb1xBOPaX1jvRz4iQFptVraMT+vublZ7dwxo13z0zxEdBW/5NfpdGRHz0UVNEyWkasqKUB2RWBoFN/1Y940GDIv8Eu1ypgyLrGmY7zCXvRzyRMUizjoMyMUELZZkUuUkYt5RDnWlCXbDcItN7LGgUGKHFkkoHOhlsZ5pGBFySMEl0f1RK4AScpEWeSENlfwI6+a1PCn4aKQYtukN/Y3xcX+Ju1NimjWdUq7qbpRhlOlm6gw+FI33dzQYoM5/VpcU+RFtolKokaqLVk3hHyDvF2kf7dVtJVS9KL5MarRUGjs8+FYhm8odbLbhd4jyh6jgshDxeauT7yuNpPBrshWKXN4S+SFw0RCy25ZNDZ6YCTbpAXoQohNhOaprqhyMy0EHDHQmKe+zfSnYUzdcSVWw/yOHfpv/9v/l5773Ofxuvxb1J3ax5PDvdq575jm9hxUbneUO62Ci0sLWqctuw7vV2dmQsvryyzMVe7u11R5KPdJXVvWGt/hJpO1h5uDqckOG8pubfTXtD5cFw8pqjiQh2movYf2Kug0r+Zm5qa1HH9nu95Qmmpp0M5aHmzowuKC1iztOHSburzGn91zm5b7LXlylxI3I7vmd+nIkf36zu98nu5/9l3atXOGkaDxMS4BJLLT3GYkYhxI5Wq0Kn0WaVl2o4OjlYluNdRYGJpUs5HUMnJSZqwzZYdtRo+6lFmjq7NVI9VioZKQ0RWEHTJJzVXqCzbqDdrA22w2TUiKYQ5/c8OgaS47cngkBLFQBQMMnurKkmuFt8ZXlRD2gSJsRRTolGS7IBJseAHaZVukqkJO8A7bAP2kZBWg1xiSrBsCvoTSblKCGEUgLOMwjabX4Tb+Rnqi7pjHdliZ7gFhzBg41uUAr4Yoasmh422QQQKF4nFinrjAKnngBRI2qdDEQ1qS8EU3BZxBl0mj+IjlaC+6W14ZLcg8XdYgfO92W+p0Kg6wSZ7c92vHzts1N3uMA3WvJibndJjv8fOs0w527XbSOQ7H06dOcDAe1zD+jgV7QJsb9uDbnY7u4JPa/fc/W3v27NU1nqqfeOIJDulau3bt5kn/MjcLF3XmzCl0Q63zeh+PqJ8Yv/jkLts8ZdccuAl90qCXNOy3GcKEvbS80pcsXVvOunx1Q/Fav6bxl6+t6cKVq1rhJuQUnwA6+DLgzuVrvGFYWl0qbwR272vr5JmT5cY+DvXllWs6cvsdWiY9xS/fdTu8zeuq1aqgE8q8KmxXSXMzU5qdmsQHKSG32ZOabrYy/toWl1pVpbCvUiXJqrPoo1wO+yFvXWuxJmOeqQnxVs52U65FsGoyZfo0M9nGIIGrGEC3XdnMmWqENKKNnMr8gcdGNXbMJaMz7+0TfIKvgq9bKvqiowzsjd8Fqkmrmdd1tEbsPCPUvAhAh5/iDQkdtWkn/I7v+yaN1mzqi1x02/x/OtbXJ6brRDpNuNRATcgNEZQLEvFIdxMxud1oKSuDOiRUNlHwN4KGFRU0BqbwXyeKkgKJ2sampWMpIzrKUNMpohONx41OdLLIYShwUoVPLWZc0CirZaGTUKuEKLRhNFZaBCJHKZRhW/GjrxuYpPi13QzNpnhT2ylXm6nXM1FfSokJJJ0+fVbrGwOdPb+ghWsD7tZbunBxRQuLG8rcyad2RwvLy2p1u6Ct3rDHk/iE4q9czU1PaA932jMsvL3QCQ81ob5avRV5/ZrS2jXdeXC3/sqz7tbBHVPaMWnNtmvNd6XUW9KuqUp5bUHf8S3PVMWNwHB9SQd2z+nbv/V+3hYsqF/3tLCypGU2jytsJL26oysL+Lje0eT0Ls3tnNchbjzmd8xqgk8PdTyeqAnZDS2NdEYIQEZXSSaKbipP49g0PEoyO0aF/jbjbzYHky8x1gm7FHwxjtIzi0kNNApZ5JYUNpEfxCINayt+SNJTBDd62yNLFYqocaD4MSuRwBWzCZY8FqFE0Ke4KCAsaMpTGOi69hRbWebgdtQUFUoy/WFbMZeavkmkAnR22Itg0LScBdVSoAAAEABJREFUblVAanQi2A1vdBSnMUhqLnyN9ScowwELQ0oiXwAi2yJSBLgwZYtUQfxuxOisL3Lkjj0li5HNYZNVU3AdshK8qEPFtqZATKQoXzeHTGMyBoFSKXYJ2fJ1xqiE6SZcmUO0UpXEG60Z7dy1QxWH9YULCzzhntFDD5/Ro8fP6MSpMxymV1mbpzmw+jzJr6nT7Sj+nfujjz6or33tq7y+v1gO9R7fxf/sT/9If/Bv/3X5ZbmZmRnFb7bP8cYu/jlblSrdcedd5el/dXVZy6zpmZnZ0tYhHRRt4IzjaTwrnoLjJmA3r/szysWV1eJ7/P7N+nqNL1Ic8EMatrSStdHL4iWclvkO1+snLa5RYJrU+prKa/uaQ2xtQzzJ92nbV9TnBqXqtLWbp/uJyUnW7oSc6AwmZH/YJ32o+EyzZ99e7d+/Vwf27QG7dHj/bs1OtpX5tKFkcX6qpq9reAjzUBz2qfRrDECMa5/GDblhyNxYZfb0nLPix9RlmzyWnUSsCJEe+TIDFnwg9NsR+Yts4iRlysnwDYws/MKKOugiaZSuYhN6qeEb28JLo3wibwA7JXgyiX2ygMrwVVEe/ZULn5TlYpexz25sVShpJj92OSh5qOY/6KLmrXwUWQRTsQq0LWQpB4JARyljLvwoWUw6aRkasmMQkeOyQxncCFHemB3Rb5xER0btUCZAPUIOysSIyVFz0A/rAYu/1pCJEjaZ9EzXjrykuqxwy+hMd+cANiU9/MPlJl3YRXdZ5SeUGoXt/Eh1I4miQsfcCVI2Yqos1QR10RJlMdymDunmYq3o10yCW5X2HjigdVbvGgf9kdvu0N69hyVeHe7hFf6RI7crXvXt271bkyzKNQ7ca1cv68qF8+rBV7yG39Fta5L2znWsqTTUrsmk2dZQO7vS7o40775Wz/Dkcfm0drmnucGqJlYXVF27qNbiJaWFC+qsXFVr6ZIm1hc1p54m+iu6+NhD+ra7j+n2vbt0z9HD2seBLsbk7Jlzurq4qHU+C6zw/vDs6TO6cumi9uLjlUuX1O10VVWVouGJSV2lJFqs0kkc1nnciWjiohsUHemkEmzLCE2eWkE3QccX3hJmKmUqy8Iu0kIf8iYv0kgPPQj7QkiPFBGinAaWDdCVyxEToROkoIkiYRsnhesJTWPq4IBA8EFHyA0VwSNAnv6KPBRsW6ZfEnCqZIcMBEZ8pFWkpxS6pIQ+dHbIvqmeGIsAXUYpkm1ZGoGKtRVCqhHL8IXdJiRTp8YhCoCPTwGZNZjJkNHlUgmlwKsgeLQxFgWRiREK+2KLXCh2CT7yhAx740UWtjXKGqXbGHNFPUFKOpnC/yHCgD0lM2cmedt13zPv0d49uzgkr/Gke1pnz17WZV6bX762qidOntUXvvxlPcZnrRMnj+srX/2iUpW0f/8BXmXvVnynPn3qpL7w+c+DP1f8M7W77noG+9Sw3AA8/NBDeuzxR/Xnf/4nevTRR3T23BmdPXNGk5NT2rf3YLk5qNnb5uYmxT2BpqakcD2+1w84wTvtpPiMOc3ntdV1aTCsKVvshY3dxiq6XgM+vbPuxFsA6dKVNS1zM3Dh0jWezEnnBcBwaOoVNyXCrqPpmTnFv7V/4olH9cUv/plOnHyccrMW+YZw5txZPfLYI3rsscf0hS9+sfDnLpxVn7eCu/lWf/S2Q7r33nvUnZygF7NyspSSEvtZgq8qM/dU2pK5Sanp88xcqKPfAYMlbRsr29gCJfRSzT6PucTEKbRoTbwNpImpgZIry0WIEb4RmfS4suLGQuxB0adUKXmsow3kH8eKaiQl4w+GDkq7om1OSSHalmECkrmSBLUdMawVAROl0MEYSOi5CtXTB4ftNpOoYUu0ZEcUNBoiQi6IhsCUJtGLwSr6S5gXYcSENd7JtuIn0mxLAQkCr+tDZjCLpmQu3NeNwp8GYQpHxxMrUBMHhpRbM52GyENozciHnOELIg/uZNKjTQ2lvJFuS0bBJVmODi9tCX4EJdmWBLj0FCHaaWyMXzFhg8YkM/a4EnMnSkJSWMnUZUeqCNBkpaqSW0ldvpsfufNOLbGyF5ZWdPzJk4rXafO8chcL5NrVa7pw5qwunjqtK6Dd72kHT+6HduzQrsmudsLP5IGmPdRMVSue1Ce8ofZwRe3BktLqVSUO9Cme6icWL2snT/m7h2vaz2HeRR/yTg71oDt6y5qHn15b1B5esbWuXlLv9JOaWLqqXdSxu23tY0M6cmi37r33dh08tKs8Ce3dvY9XejM6+fiTiqePlhPf8aZleiF++zjaMeRGJnOTEOPTQNtCVlmAjGfTTZZJNXLYxvzMyMGXzo1ExjryhP0YJX2UR8yRgrADJTuGNpljkEIBG0SlNm2FsEEy+mC9yVtFbiKFYDWBmYNoxU9CVYBdUCNHlQUjHqLSluKvtkIYI221GWF8UZ4TBlAqkqC2gyhBU7KqlNQCyUkJ2SZdUhNrM8SaCIwVhknYJiyDwkpElrUVmhzhG0myDTKQXPo4KwJaSL2li4aTnqDJwldpPHYxZoUXemyinEbOSvRNCr2lkjcyI2+/jFCAL1EWYrnKwUN9LQ7l6I+atdQf1BpC13sbigNpgvVz25HDmp5o82R9lTdoZ7TBN/g1vntv8Lq7mpjU7I5d6k7NaImb6sWlBZ7il3Vt4YrWuMGNw3qKA3s4LFXyOv6CPve5f83hvUff9m3froWFy3rooa/QVpdv+f1+vxysV65c0sK1Bepc4uDsl3Ea8gQ9yQ16tGXvnkrc02t6yuIFA0/gV3hKX8ZOvE2QuMcrsKTYJlp0O/f4Zbq32VfiHF1fF6/+h9wYYOVK62s1Pg+pX9p/oNKuXYf0OIf4GfaWs2c3eBsgzc3vZe/pcQPfw79rij/Ic+78OZ2/eLHgxOmTOsUr//Mc+JcunVfcfMzy/X6FVwalv3GsxaeCHONItTQcD4OB4GNmPMW+UiiHrYqdVX4YP9tCUASGCWuHRYMcM4H0YrBFM5ORYUbLfMkNFB3AfhXUo1IoBBux5PIWSGtKHaKrFf7AKMfeQVrwmzXBmEKM3vheXKXimJLBi4grSCmnsckS+RL5qpIvRKNqoK8bfJNF+LtNmRV30wqH6FgrKhySHqiRkJEylZfGwSuqD08l2S7IdJwiWEUWAZb4qa/IkzdreGq7rZRE2YmFHLSCNrCSzGuSBgk3qZlBVQw41LVpntFHWgMzoQNpMx/ppY0iRJtr2Rkgyvwk2UFDBvASsvU0IZNGj+IDMwK+BlzcgapMEFzC9+wkFUgJvxAUwUSJOkofVZTTaun8lSsaoNt74KB27Nyhmldibb4/JA7vbpXVda090xN6zl1H9SyerI/t3qHZVJfDPQ74SSZ1l1f5FXfb5mnd2lDFd/Y2r+E7w1V1wcRgTZ3+qiYKH7o1TdXrmsxrmuTgn6jXSAusFrmzsaTJwbImNq6pu7GgzvpVdeA76KZbA81PVhrw9L/EzUBbSdOtCQ1We9q/a6/azP4uC94pKaWWWq222q1KHs8n+iAum96IC8qlQER2UUpsHHJSpq9rWXVQkOGjf7NII11jOydGG2Aztq3DdmxHuvBJdlTfYJPfpiPFHsvGHNCmxLw2aShU6IgPIuxtQxpIUG0F21tC4coMEK42QFdjMnTSENvwu4bP6MZrueExTBJJEj7RqYo5ndJQiRu9xDtrGwPaaSUFZFOHVUNrMz9zFjGoG7AmYLgskyfKiIM1JBQqweQgvxR5Yh+hDPIV1UiH5+QmDX0mY1kOxemkBCVWhW+JTOEZRcqOOFHFGKZJSaYkAWNfQSsZvW4ZMtqhxTyBwQ6Oq1YUHXWRpFieccjzQKzEfLzt6O06cttt2GR1JzqamZ3Vvv2HZOrq8+np6sJVbXBTfejIEd19zzN01133coDv55X7JAco64JPaLt4gxVPxbt2zVNGSxMTXerN+rM//WPFof6d3/nf6PZjd+mRh+P1/qOKfy+/traiq/Hnbk8+ofj37OfPXdU6B+XM9Aw3x13Nz+EtN8THDk/q3jtuV9Viv0ZFdZqfkeLgn5qQOklq0XCWs6oB1a5JVV+arNpqMchsD9zwtdSqOtpYH2rIq/z19cxTvGjHMT344MM6eXJJly5LvJjTbUfv4DPAUGvrGxJ90O1OaseO3ZqcmpboyHjY6nQnNDmNnKyFxWv6/Je+oIcfeaj005DBjhk95O1EFWudPAlwMS6k4GsOmzL3hMOJ8bQsElJWmW8WstHTZtQ1YDZpiHYosoAmJiHyMc/E3KN0UijJQSJKMCNwXmT6Q5RRwDwsVBHIU+SwjXyhCz4p8uQaOfwNBsT+VYA+qg4+2oQxPg8BCfhFqfD4SN5SamHxkhuQTGty+EyasKWGp7nyTRbh3WaGKNwuMc2jFsxLHN6NrRoFUthBvoHLbmzt62lkvdml0H59lE7BP9N4Q6/Lgb+lpvB1VGd0bE0nNZSOjRXMIERnB0LflBGZgosSgg+E3CC0wZkeUkHEYRPQTcEjDVWPuIbgYsPc6PtIK8o2m5Vt2dvAk0ZutbRzzx4WykBdngwWFpdY7BOamexqfWlBabChDhNj79y0DuyY0yR9pLVlntR7mm8lTdDuDo8TrUFfiU3J8Vs88GaxJW4dEjcALTaNFrK5ech8axfliTSRltgNjGwP5dAVSlk87SuvyqBKGxrwHX/YX1a3NVBiZxksX1Enr2snT0I72IGm2Tjzek8T3NC0amknrwQzm2VKFRtTR/HP+6KfqsQC0vXB1NxoXEiJMaarlFTJ9J1CiP4lkauItqFWIr0CCTkAkSzhPDmySqC8CpTNJJlkQB6TWBARfLk2eRhswuPI11BTX0CyreZnzKsE2xLgGlErfnRDKOnoghqKUcSbiP0nvA+U9EjB2LaMXwJwkokdxPiWQdAxEsklUTCSrO3lXrdmw4z0sDGUYhU3ECrBioyZyR+br4SsrGIDjf6hZGEkRZKkskahuaAucYxJIMUYVBJNkFJjIcrZQtiPQTpjR6yxP5ZkfkQwaK4xF5YqqWRjS8jlW3PNJjtgLazyfju+dddUfvLkKZ6qV7TB27Quczj+lcpkd4on1RlN8g49XsnHq/cB393nZ+f0bd/yPN115z0c9hMclF8FX+FV+GSpbGN9oIWrG1pe6evcufP6kz/+dzrFK/244b2bm4SD+3eKTtGJ44taWZbWV2tlXs3v3DHB17ChVpYWeeJeY61k7dgxrU7cKNPfu6j3yL6d2suNyNEDu3T34VkdRT66b1a7pxOQdk1Le+elPfNtDvmBTLksbyX11e+ti5cPurY0UHdiXsfueKYeeeQJXVsclv7ftWuSzw1zOnf2nOLt4dLiMmmLtH9G07Pz2rlzt45yE3CMG5aZmXmZNR5vR+bnd6pKLXW4IVhn7Z/mzcDK6qp69FVNP9tWrE3LKiFLNAcw64JhvDGRbRkDExsKUQCr2O3CCmgzYA5PYWjDvpFHZaPLkRmLuMUomYYAABAASURBVEo6jNHFXCC5SEIuyNb1ATlv04QIVCqBibQAJpk2jNiQAD5QQegCRRFREcjLJRFRp4Na31C40SzdlGtUgd0kRQbLmIHiZBjAo3mqq0nN5MrRisasNLphr4sxGcvRCWP+69PMhJBi8VdsAEFtyw6Qu4yQZEWgEhiS1MByySMmnTbLsT1Kl+C05Tzs9gs7mf4xVuAp7Uoel/jGKNqam93v1tnJZny0jS/4z2SINtZIiUPyznvv1czcnHbv3av9Bw+oxfTOvTXFf0bjwTpP5n2+1g/Vyn21OKw7bFhtXvN1WEwTONO11FVSl/LboGWJ6ig9qxxOjHUK/7gpqMmTKb8GQV3Rdq6MT8w/lSdHDn5x6JtDXx5I0FQNoX0NeGOQ8ckgry8r9VY1ww3HnpkZHWBDmGXRr11b1HRnQrOT0+zhVtyH2ZVS1dKQm5KtTsoq/Gh8EWR7hCwLjORihwGpQqWShhwHTNNW0VYUUZahWEQ8JkETbU5RZggFxWIUlUwjfovggcZ1JCq2LSehc2MUxBEhQu2GL/GIJ0Xj6rarRAg7Mz6wmIQUXGDEj0jRZMk2wAFolkNBDI0YnZX4iRjgqNOIkqZtIReeeFR3ESOiKNtKAJZSVaASotebkchobeoqkDAHkWOcPqKUn2Pe0fcxtwJq3BdZG9iK9eAYO8an5OQNlsijkItecuQDimDq4qLSkEAROERguRpJinbEDUePm87A0tqaLvKk3mMePvLIY1paWtbszKwG/aHWVlZ56h3wypzVxA3qjrkdOnb7MbW5GY/v2PHv0ePgj4P7vmfer+/8zv9aRw4fVY8bh/m5nTp8+JDmOWg5V0UVvBZf5pv917ROnWurK7KkZ9z7LP2N/+J+Hdg/zZM2iixduriunXweWFqs1UqJm4iWehyck50prS4va/fcbj3j9nt17OAx3XHwdj37zvv17Lvv11/7lr+uv/Lsb9ff+I7v0D133KVn3H2P7jx6TLvmZ3XowLz27JamuvRgLdrU0KnJHXrwa49qdWUoHshZj+JtwkDnzy5q0MtaX9nQ3j0HdOyOu1XRbuP1kFcgJ06c0Fe/+hUdP/44bwFO6Py5czr++GP62te+pJMnntAGh3u8nbjCm4roj5pFb0fuTAkimNE0dNtVxjUXhU1aXNBQm1yRkqHFYByRHqyNxQgKm6wSmG4a50/oAybFzKPA5gRBJ9IbaDM0tiopIrhwhksASp1FhaTtvJq0fIPOtuyAZG2VEX7ikoRWXyfE3rzdJErZlKOxoQgqXl04U9lWKpxBc5FUmC0NIh3n65Bxs24SiMt1XYai+Y+IRoVFp0Tjg4JbF4hjTJvGzBBjBrgQVKBtAb1NhKqJJRsuoBsC6kazyRTRsuIS4emyYTU2w3LrMto4ZFT8Dv+txDu42V27+Pa3xqJq675n3adh3IYPB5rgtK44bGenOprhtWJm92hxSLc45INWbJ5VLCY2LLMQXZ7Yh2WSi1DSoTGGqdSNwMyq8zAYwUo0JDZC2/DlYow1gjfLCiY26Fx8HyqlgcyTQgJx4yFuSvLGKk/6Q+3dsUNH+Pywd+cuxZ/obbc6EiUO8FPU42TkLFNWQMURZNR2RCTjtB08wBKNbCuR14aiTlAnWpZMmoCJuEJ/I4oN6akShRRby/q6oZSDVVBIXLbJ6WAleG0LobWN2iLS0wbsIr0QIi6RS7QIdXBjII4u28VGxDb8JtAYSEIl2BgyNTxSMJRMatEpAuogOaLAiLH4sYgDMLp1KBsVVuGvbThfZzjeU7Yrb9SRTYmoitzQ7bYNnyAVoOxRurFFcdOVcSigkm5FiNwJ1kR91so6h/3VlRWdvnCRp+5Vxb9tf8Yz79MsN9kzszM6cPCgDh06zOv3Cc6DWvE35M/zfTpewXc63fKUn5hDaxzcKxzANd/y9+3Zq6O33a4kaenaVRXd3q6OHOlyAyEtXpW+8qUndOLEKcUv7X35y1/iBuAhTfPGa//+vZriJD58ZF7x5Hvsjn0csgd1eO9R3Xv7fTqw+6DuOnK37j16L7rDup/DPQ74+++6T3cfvlN3HLpdz+aG4/777te3f/u369nPfraO8Sni2c96tm6HPvPuu8U2ovj9WV4GaufsLp05dZ662uWNAt2haE+nM6k777oDn+/Utz3vr+vgQfqAG/b4wzvLvHpYoc/W+eC/Cl1ZWdK1hct8uz+vjY01DdmrLl48z2F/XAP4a9eu6OSpJ9CzF9EnzXBkVnlWfFpRjGMg0mQFa1Kj/xJCwCVNpBmoCaTZjWwbnUkztLmyKIUJFppAlGd0NrGluIk0by/LwtD1wbbKT1ALvi5m8aIp0EJjW7bpu1Tg1Mg2MnwCNunQeDBALQxlGFMISUIhh4yQUpIByqe9rOZnu1G6XqhF/22qbMMDOiMWREbKFML6wCwxsaUowOiajHXhCj+6u6Yr0ZVc5Ba89Z8qZA6uuAssjlCsTfQNFp437ba4TRXlODyFFh3UdmHHkW2ZAZCsCE1My0vnZLRoykUUBmgKuSmiBzGhOCmigtBVypRfSoImvqEN2jNSZ5/mpm/Xrtk9ehZ340uXLmqCPN12kjVUxQThEUNxiHYZA56H1aKfKm4GKp7uK24EEjBgGUmKGoY8RdeMpRswmczky1VSgm9VlVJFGqhAzOhEelUlhRyq5KSEHwkvqizKsyr4xOFclfprtfGnzU1Hm7rbHPh1b1kV3/qHG4tSf7V8P0zcfCwvXVP8Mk+0v8cNSZen/JnJKfJndSprol1RV5ZtIFmSbVlSIq6pr45xQB4ROMm2qpQKUqqU4AOW1YQMAVx0i2zLaOLKURACV4iRLHssFdVmZLuk2ddTlJs2m8x2G5TkwIwYPeK2Cx2SDQ2MeIhkLqAbwpbKtNWYWZuBMoRGUDtpHCx+0JV+gY71QW0HiSlD+5uN2CN7BaU/I9FqgkNHHiPaEcPQj7Zl6rSDGuXNVxkCbCNlRIS5HD8wtiOpIMYm7ItAZFs2GPEIXMhWQ3XrEOXUzM+JyQleJfc14I1WPM0/9PBDin8OF9+XpzncY8+5fPly+S34J594Ul/64hd0+eJFHdx/QPfEQVklPfnkI/rcH/w7/cmf/IEuXjyrwaAHPV9+ye6JJ44r/vBUfO//jr/6X+i++56j2dkdSvTJgQNzuuvuSTE9dfoUT+6XljQzO6Woc2NjXS0+FczP79LOnXu0n5vj+bkdrIlWmdNrvALPrJddu3Zr3/795SbkwKFDOnL0qA6DI8du196D+3Xo6GHk23Tsrrt0B3vIs577LXrOt3yLnsXhf+TgbTp84LDqNWmwymjWV9TtriijuP1Y0v3379X9z3qmjh29TRXrud9f1wzf3+dmd9AHV7TMK/yVpVXFZ7eV5RWe/NdlVZqZ2alW1dUqPi4vbYiuVWdyUsvcBAzrpAsXruqP//jzwhi7GM2aOUb94zGL8SxQCTYJYYxkW7aluKA2jBSibAPmN7RiXBJzNIAoSi+I2sQ+FTBtcuHR8vAQOjjsxpcLU/KX9OtTJeO3aR/ro0xc0rFzchlfO/JHmm4OmCryFGwlO2Q6zJRcoY4SIH+pix7Yso8CojDjrApEcIM47OGay6UhGtnQDgknwsmEU4Y3m61YNKbTjIxBuWgiZtGiIpaUTJ4xSGwSvsF4M9/I3rZsIwEuiYirsVNxkzi0BdqMLbuBIjiim4GJtifZW1LDbsklN6JNhGBb9i0gk9pcwQUaid7Cvnalfm5JEzt05zOey130MU1WHa1evaoWr+NnOxWLXdyJZ1CrxUHa4vV50JR7HLr9goqDPoGKtCoNVZVfwqqZgLVa3CBUSehckBBSVSm1KlW8jkupUqtqkQbgK/gW+ipsQNAGSRU+l8OeyVll40/iZsNq084CFlMbH7r4MFEN1K34vMC3ew+X1eHJf/+e3doxN69FnoCWV9fZcGt1Oi3tnJuhHT2+jV5T5knAIlCXXTiE5soNUYz5iKVmg7EkRRbbKmFEmYbkiSkyLqGkhoJ5mskzsh+pG5IbMortxqbEI14ItoOMrFR4G90m0LlBqZAadctg2dsRRuHDGCE3yLIythAURZJZrEVlVPDE6BKkKIQAysW8CJoVoeQLRpQZqjyyR9eUZ1IQxlcob8FH1rG6ZPCmdEsmxmQr4esYbxk2HD7Ylu1G3ozHMt5wjdUxX0yFS4tLIpOWOagefexRDq2ebj96V/mncV/+ypf14EMP6goHfZu3azt37tJtR27nKXuK1+kXeOpd0u23H+NJ+Vt19z23Kzb448ef1IMPfklXrlxQvKK+fPGcHnnoq/r8n/+xvvSFv9BlbtZjbcU/m9vBN+w4NO++66Ce9awpzc62FfMh/ob87Oy8os5Zvr932h2ejjcUnxCOHbuD1+6HdJin6gMHDvApYF7xW+ytbketbltVpy2zfhIIvkIfaE101eamJg7cyZkZHeDNxJ133aN7775P991zN28EOqCrfXNJh/aIz4K1Vhcv6snHvqJzZx6nLSvas2ePLl2+pD/8d3/Ajcmp8vsCcVPS7/XV4VPcgQNHtHvPft54TIMZ7Zjfq7m5Wb77T7LWslJqcTOwoXvueRZninTy5HEN+cRnzg12P4mhsq0EA1vihBx8koo8msaNDWmhFcHGChAr8ghrIWsULH6QudBkxQNM9LU4uzIQcyFgoS28MUmyAbpkaTOvtgWKKubQcf5tqTewYRQqY0qLS0ZucqC5oOFJVSAsQ1+XtMY+5O0ImxuRtiuiwwJFR2OC0hZIxAHY0RXrnGqKNKZhUVB8z8WxcK4pEyucUy5ZtjVqpGjU/wnjptxmICi2iPgwdiASAJfs8BqbbZfFzy30Qi9CaRc0LhPZJYbjChYibA30HxDMRDdP6JyVGrirNL1bc/uPyixw83Tufk87pydAV10N1OYVU5vDuk1nV+Zg54k5FQyY5EPF3XeL0Q5qyg0k6kh8S4+3AKnkkxJlVNilKviEHKhUVS0lELQqBzwyizR0DcIGpKQqWS3Qhu+4UqANbTtx2FMu86BFfRMtabJtTbRq/N8gbU3d1gA5a8+unWp3u+rXteIvhIV/c9Nd7QzMTqrdSoout8aBAabcGOGtId5KLVYlg8nnIjbRmPcNesnaCkayjSIA2XZR7TZJssPGIyqCQVwNpekhbMIoAgrH4QsltRQDpWVSk1WhsyxaT0zKpn1WlBHQZjCcZeIEIs3UUSj5mrJIKBYlRbaBxNBRB2UyR8I+rEqCDDsGbLks2yKSBNVThOiovJXmYmsUAcgtr20ZtqdTVmxu16uewnbTaFTPiFDEZkowoU60Y4onzRVuMv/sz/6wHPJHjhzlFTwHOQfapYuXeDqd5dCaYA62NcWbprm5OR3k6XqCg3OBD+0XL5zn8FrjQJvXc5/zPD2LJ+AhT9qnnlzXpQurWlrs88p+qIvn13T29BXoWb5fn9HDDz6uRx95UgtXL6nP9+tWq804mINvoGuvEacDAAAQAElEQVQLVxS+iTA1NaX4zf19e/crnt537typOOAP8hnhAH5E2uz8HOuno9RuKd7M5UTrUpK4cVeVZNZPpAXi8O90JzTNDcRu3gT8led9h/7mX/+v9C3P+qt67jOepzsP3aMJVRquSL24BxpIe7jB6XAD8cjDX9GpUydku9zsdCnHSorfYxgMat5k1LRnAf8XtLa2yhP9ivqDvtrsY/FZomJPSW7xBqWnZz7zbqWq0iT9KA5aPJYo17YsUaoLNXzckEGKXCiDWfRhC+OSErGlorMS7beNaBEVWJYCjrnDocp8z0Csk4wPkGClsBkjyqAselGwihJ0Y8ihBdBS9I3pRY46AZewK6qINjOQP+RtyLQziwxBAzekhVjSg9mGtI3/T8LiwvXloCgVQ69PaKTieDg8QqP9j42jskAzcE1peEEdDX+LOPqUDrYt21sGsDYRmkJ4GhUTISZaosPHIKsaKwyDQyj2iLDEzWVb9vVoUq6Po7zWYIUaqG1qr1qHv0XzB46pxQIxrwF3zrIwO5XaHNqdVlarGlJuX+ZwN7rxAd6uTBpotVSxqNpVW52qo3ZBW+3UVgVayC1oI2ObQJWUqqrAhU8K6tCxYVQgRblsJi34KvSB2KDalAutCsVPNpa4oah4iq9oHCVRb0vtqq2W26BSRb9WvIFoaYNX+uuanZpUt91V5YqvEQNVvNafnWxLPXacuk+HxRjHASXF0IZUOowtQTmRbiDZ0LiCqgk2CllBiOVxHvKFjEIispGARmHMcj9EaihNxNwKQmIQFIINomDKGh4n4OSY1ShY8YNgwBVk1CqRpAhkk22eKCSLwDwMahLs4NA1KTAoiYtY0kiHcikO7QaGD6RCiSTTj0AYcskJFRUYnW3FT5QcUIRg0JMQ0i1he1Mf5ptCMCRxaZsJPBoUxGHxdXFTmU+Tg2Kb8jdtGLdmwmxqCsNkOsN7835vQwd5So5DN+Z2PRxyWK3xyv6srl5Z4JCf1gbfoZeuLZYn/MxdeZf1Ga/Ql65d01VuDE6fPEGnZt33jPv1rd8WNwyijKIqVVGFLl7IHPxNS1hOpPd15vRlvt0P+BxwRLcduaP8Qt5uXskf5qn7tiO3oT+gXTt2FOxBv2/fPu3ctUvTM9PqcIM8Xo8WM4mb5fA9ngLjaXtIOxqwP+Jz2YOxiUXUSpUqnDhw5LD+xn/9X+kYr/YP3Xa7nvPs79DzeMV/+2FuKvbu1sbKqhavXJKGmfWZSl+cO3tajz32kM6cOaXYTyr2k7NnznATc1Yr2Pf7dbkBWOMtXbw1ySyM+I4/GG7w9mRB8ZauS939jZ4Sg5UsJfyntyTmu9gfYu6KMYvf/xHyFqL/aqxzyWMJCixRlMbBcmGbuLC3jEqfkFJjHyXDXncZH8Ta2K4seTJzCijSSUQacQjl2iot0oqK6Dq+5Ed5w7WppohxXTFmmzz2wUNuutKNGrvpgia+MbWRS2FU1khNXHTB3qAP1Q0tbVR4vZmnaIhGutAHmnzRBaCUG3QL5LjhCqMxrk8qWsqPjolyo312xFt2RSIygyvSzFQpvEaBgTWsxY9hbrhCFdhSW7ZFxGWgWwfK1WjSFj8dZiVSnjusQ8/9LzW/77BW+HZdbyxr784p7Z6b0gSnTYdDvXz35u6zTcMCHerspJbaHOwt0G51yuKt2i2501YqaMEH2sgtpXZVwAqV4APm8A6kVlJKIA5xqMGmjK6qyN9qU0eDFou1gHIqyqja5I0y4BO0AhShhL/G7wraThU3IC1Ndztyva48WFbb69oxM6HdPLG0yDDZrXgDkDj8k0w+ix+LWE1gfLlkuyCUsEGEpqEobG/ywgsV2RKXSjAsdbgIJbJDCIi6RzR0hS0RCZLQ2SGDoIUQyQpRhJjbMeSGH0OyIt0OOoIki4COuFy2lQKk2BaXRP8VGoUibV0ubKQluNicykaJXdDQq5hEhIWTbINiDM1AoKHsy/BJktWEXIiRbWIQCttBthCDsik1eRrxBjuUtqM0CaqnCNF/20u52ezpU2+239KEqx0O63hqvvue+8vT9MzMrOJgXFtbU5t5Pjc/r0OHjijmeG9jg6fRDQ76S3ry+GOKw+4Sr+av8QS+trrM6+11nmav6urVy+VpNg7jZzzzoG67jTd0c9b8DvE9PWlu3pqda/EqfKcOHtiv247u4y3CrDqdjnbv3s138BnN8cS9d+8+lmjFkGdNTk6pyxN0rMWp6WnN49fOHTs1zxuGKdIib6vdVqTbbqgiKwc860ex55S5gJI5FDcqmQO/Yk23Ox1NcqN9x1136v7nPEcHDh/Wbp7277z7GVpeXdLZ81fV6/fL0/mF8+f1yMMPKX6HYHJiCp8nONhXdOLE47p48Yra7S7t26lu+Oqk4g/rOfq636vV5+3kGmWur62o7M+SLAmXicrFmhtRRYjxBRQQc6HJg0xSyUdbrK2fBD9GlGl7ZEl12DZxWR3oM8WNysKu7FFob7youuS8UT+WI52Couix6ukpVZY8T2MVXkdytHkTeEFW1Ft+I0j4rm0hbeOlKAnYRJLshmp72OZNVBAVbk/+Rlq2Pc+4jNAFv70sXC99RVtQI4XBtvpR3nwxcW9WloxFHZy2NcvXC0gWUVxQ+MJlRVc0kmU1wXbDu5HDz6je+GhSHOoSBRO4TgjFFiIJxH+DOExWL1XSrjt14Fl/Q8ua5i5/XR30sxOV2qkvD9bU4pBvsVjb1NdVUteVOlVLbRZqi/xVaqlCDqRWJQO1mLoFlfJIVoWOPAqgy0FHMAsykKAaBQeNtoMqJUVaVVEXm0psfhUHfUX+VFVKFemgos4CbjYqbgDanZbIKopQqqw2ugk2F7MBzfLdsOLJvsv3+zj0J9rS3PSEXG+oUl9dyprgqSXyhiuZqMwf+oFZgtRclmFAGBZiNJaQbagkj350XTASwMa2bEtxBXRDiMq3q8IW40JCP2JGhJRQNkihpExBuaTgYxKBsu3cUHYctBqFyBvmkc8JJROvyORtymlWYg4DFEESBg47oEBkizSVAoqkkLfZFT9KmVmOAkjX0wSbzKQ3Mcx1F6OTG4XtpiSo4GyrCdYm2yiuj329eCuJacC+ERUFbmXx1LrM/AsHqqqCWDGXJ5iP164t8NS5xBPzjLqdLvxi+SZ9mif/QKvV1q7dexRhOBzwPX5F588vgiu6dPGCap6cO+Qb8Nr6GjcBvd665ud3aH7HDg74ecV397gpj0MvnrwnOBR37NhVPhMkJ3WZ73GDQcOKX92SvoMbgz3lSX5ychLbGc3MznIDMMl6aqvFemyzFlsjVKzDFGAcHbCUoA2SnPDeKuWLfhgOBsXvGW4cnvu8b9PBI0fKgf/M+79Vz3jWvbr92D26865n6K98+1/Vt4NnP/vbdPc99+nee+/TPfc+Q9/2vL+qv/k3v1O3336n2vRPSpVm53dST6W19aZsU58IbXyNuVnz1i4jN1dwVsJoZCbRjzF1A4oQgw0NSwhXw5FFNITLKj8oLDHtPZKlmNaRPRNltBAFT4owV5n7lgoPheOCwTArsmMBD7t5Rf5NhDbMo6LgA5ExaGDE523pI1Wk3oSwi7IjYdMuGHwY6yMtQLVBNhFDuylYzU9RROuCcURbiHJDikrplWBpcaNt4hDhykXUWGzGjUPb9DhZEkMVKMKtoxtcubXRLbVRMB6P6jLt1Lb22aExOQEXjCK9sEQ2EYNhxU9JUkxKWtoIuj4YMaASSbZBUN0i1OiyWiwEpaQ+C2ydu+qJvYc0/63/vQazt3GUM6H6a7zKW9fUBAe5B7wuGyq+c7cpu1PQUseR1lKraqticQcS1BXDTNk1dnWyAhka9eVIqyopKIetOejH+ao4lCO/yY+XtmnHCLISZQYq8heEXCWlqlKiHAcNOSW5kqqWaWdSm3rioG91WqraSRUHdwtdBSY7HZ7kK81OTEOzOom25nW+2w+1d8eM9uyc00SnUrfTVlVZiXbYVgnQ4OyI0RRK3cHib9ESGV7ANgTo5mA7LCRoICTdEGKzcejGEba2w1wR2VYEO6hlhABk25U1SlaTlkkboVFovM5CK4xtBwFojPnocpmj0liFGfxYUglhI9cqaRGFdmQSZFOFkEiLeU4XKwkFMjUSX3+N81ynvaUSi6YYGC5sQoSEAKTtvP5DwmiNR9Zgm/0mpG8MYR+HcRw88Q15dnZWFy9c4PvzNIfYMxSv6k+cfJJv8Bs8ifbLU/oqT6OnTz+pc+dOa5Wn0l6vr4lJa2razG0p/mjc6VPneR1/RvHX7Hp8f792bYWbgavIq8zjCruW5uZ2aG52B31gnoq7mpmZUYv1F/RQPFHzZL9v334dPXpUh4u8S+Hf5MSkWlXFNMmKsgO2lQIpsUZSKRMR3tQ3lq2Yw0kiPTdgDqkeilcYil+srsjkZPagrP0HD2p6bl5HqP/YHXdy0zOnQX+g8+fOln+V8OUvf0F/9O//vf7wc/9W8Yd/vvD5P9VXvvIFHT/+iC5fPq/LVy7qKjc56/0hfSetrgxKu8c3QXV8UoiDPhtfgAjUnSG2iccXGgbXBbE8GpkOKAbFlIYFtbflg+dSaEgu5tw3QLMye26MfSmAyPRD0y9WhQ+JjHbkjPqk8LmOPBKWRFyUQsyFO0WLf5m25Kgxo7/FVeokrckbDLiF3XZVk4ccGWzWTo0hF2y3bvhoS8NF3LRDtuWQnw7b/Al2XPk4S7gw9iHKio69EaKXm7TMhBtDTDAhNzQctFTkzc7P+suHp81DIs5FPVGwbdpvaUy1FVBp5AxUTxHIW1LGNITgA8Ffj5rvXD1eYWVNaAdP8X/lr/13uv2ev6bcmdH68lXVi+dVDTnsOOBiMaRUKdG5UVpwlSqZn8Sijo2hYtGPaUqkgITjsWjDsgA5dCnywW+lJcpuUFFuAnaSXWl7IEsRbcrfhvAhVZWiXoicJFdWqiolDv9y89BpqeKA7/AqvjPBDUq3pXa7Uhz2LQ7wFjcYrdTSRDWpNj+J4Ul5yGv7lg7u3aPn3P8cVamSRbBlW1GvpcJrM7jhSLdd0uwxVSOLgI5487Ld8BAuFYx1SMHaoWVxYYl7xCJFo+DC21BQlNBctEXajFAXHssyrYqwLWKfUG3qAaEOwlTF1qW0WBNSLRQqwSUuUSaO/LZlByRLIGI1YRsrbCTLBrIibI9DDnUplw2lyCVqrAp7U1R2gpu0tqOokd4jGgSeK7gbYUdC4MYUbZWFTexFAbFGFOE6X0Px1DAlTUxMqOKAneZ1+ASH6NTUNIfr7eWQX11b1Y55DmSecnfzBH/ffc/Wgf2H1apaPOWv6+qVPgeYsM1aWsyKPzCztCjSpEXo6ZMDXb4UPSh1mPfJSX0O/qnJaV7R71X8D3XPfe638mr/qPbu3VsO9P0HDvDqfrrUG7o5DtvwbZLX8xP4OsEbhy602+0q3nQFjRuVFm1IVaVYGwE7qdAUVIqbuEBKRuByklMKhjTHhquXyAAAEABJREFUylckoVH0Z3uiq92sv0n6Y/eePbqDwz7oLJ8UDhw8wtuFAzp48JBSlXgDOdDS0rouXVoC0It9LS9lra4ORW0a1lL8D3o9Dv3spA0+gVSttnjOUROij3KZ1i7jSIYyz4NmTLJiWMOvZj3kUi4J5Yo6HFHkhdoepY+pSMkcQQEXGmVFmVFAWJnGx/jYSAWRomLL0QVV8YG4SSCuqWWMjPwNXxiP696ex27q3q4LPnwt9Ua+UHwdxBhumlCkbG/KNzJN4RQ/8og6bjS5Sc50JznQR/MjxxhbclPuWN9Qup48Yz7Lm+XkTX1TLuItr7HdDYkj36OVdsTj9LAX9aiE65JCU0zDJtAojHX4FROt8WWcNqaSbW2F0Ae2NMF1OhMskKO671nfqmN3P1ud6X3atf8OtUhcvHRW9fqy4rfpO5U44DKLz0qyKsqOyWgnpZiUKWigwi6pVVVqswHFL9i1Wx02rwat4Cv41CZfS8mVTG0NKvhUsOVpKr0vJ42RsQiMJ3zQpmstO8ySHP6w6BO+GaSUlKpKVZXU4tAPtKHtdksVtEIftM2CD7TwvYOvndQSD6EabKzT5qxOZcUvJlWkV4kygalTImoY2fC6IaCzrLhGEcRFJIkhtEpoGoI+yQ6M9CTGxoihYtyDqgx+JqVBlFNsSpas4ENX7Ea2jg2LHi1rA7uSjhy2dBN5KK5cYZFHXCElCvsCWXZAMvmLP4oQeQLBO6KSXrgShSrSA/Cj9sY6jBsDNCLDCJFhZKemhi1JonpFCGob2SE2QC4M5UfZhd8ekW5jH1dgexo82dhIt9cmYSaNYhFCtomBDUV30/VU+psMpcQc7PU2NOAVe4t5eI6n1Yu8eo+/7haH6759B8ohHK/dq6riIF/QBDcDR47crvg39Pfdd7vuvOMgr6sP6557Duuuu3br7rvmuVGY0uHDkzpyW0sHD3U5FHdpz+4DyHdi8wwdOHiYV+5TspMq5vv09Izmec0dv1W/a9cunvbnNTU1pU63o3a7rbgZTvhqSbbJUyn8SVWlVFUNz7qoUipyqhpd2FSpUkqp5LOjBAlpBHgLXjKTkQs7eDH2DMgEnwh27dmt6IsZ/Dm4/4D27d2ndqtVbkYm+KSwf98hHTt2VEeOHNLBg7tp+17aPKu5+ZaoVsN+TWkSy1era5m3GtwErK7ArzKLYyYHwiTLrBVbUCl8SVLh8UYFbAwZG4RymdgmDlAaIvbIwdwAmlMO65rNi6uUkosN9s2lKCYRpZHMhOTK3KjUinx5686k5MwUGmVBil3IJeGG6Kn0281sKlVgu3aLL3WECLNZXtOA0F6H6LdNhd0Ualt2A8mKsFlQCH8ZlIojArHRMTBlgGIQQg56HZgEY32hNanbdEhl0wz6dH6UvNT5dDZfJ820nW7YZtWUZ0eKSM0jNLyeItjelpLhs+wtnZ3KpHnwoYd19dqi9h++TRPTs3rsa1/gdfxQe3fNqcNMq5iKiddqnHNMest2Q0mzLRQFsYhTaik2qhYHZZtvg632hNqdSbW7bBadKbVDBqGvWl1sO0oVSC1F3pQquWwObZVy2FwqNr5Wu6OggcRKDThV1JsU1IbKsq1UgMzqrrBJKYkLVKQBdBVlBBL8GBWbRmxkLWg7fCCtclWmTea7YbtK2jE/RxvwlXQ7ScCmXgGobgxF16QRq4jYGEhmUVqCBh+wIyUgCd42JDPrGDticqBnXsKLOZ2BLCnmHYh0XEKWhHtjfdOIKGOUN/KDOOSxpIhIy8ECaNlIqJfFjKJcxipQBPIGxUKoucZ5Yt3Ao1EJwQcQPELkRRV5Y32PPSq+ktaYZdF0NTqNQi408hSmRGFdGOy3+EZzcxxljq0sNwahDG6zrU09pc9CP0KYRQ6bOIAejvg//qqYT5l11uXp+MrVy6zLWh3WT5v5P+TVcrwyn+ZJf/euXdq9e5fuOHaHjhw+oipVusCr+6tXLmqdp/4+N6W99XUOtT5vwgdqkR7fvHsbA6Wq4qA/oKNH79B+DsrZ2XnNz+3Q/gOHKOuo7rzzLr5zP7OUffDQIe3etbu8op+anlK8pp8YPb2Hj51Oh/XJOkhJtrcQ8ggJuoVKCV/sJAOpyZOKjZUogxTZ6EUIaiGLNIDd3Nyc5ufnS5sH/T6f0To6eOCgdnJjEvmrRAnkGw4HPNUvamFhgRunmsNRUCkOwmSp3UqsO8pOUps+NntBJl+BtgLLSZiXKRg0Umy4WHPMUxWEVps2pMo2kGTdMsT8jcM6ficiplzOpqTG2GSyrdhrqyTRpNJ+EWJWlrw5F/8hULRcJONO6MdC0YjiVAJlFkqEFTHm1NrwEd+Qr1hcH4XVlubppC0rmrAlBGc7yE2wb60fG36d5LHZ/z10cwL8B1THrIrhVjToaZocSQFpK45813e7NoNt2d6StcVLQ4a6p//6v/kv9Df+y29Xrtb14MN/rh2zbU11rP76ilruqar7qrBMfBuyLdsiKrCtxIw0izhVHbk1IbUnlTjUzSKq2LgqaAukTgc9YPNKrbYChrpVFT5VLRlURqa8KrXUqtoszI5a2LXbyK2WqirSk1JK1/EhJ1vxk6TyKSYhJRGjD5ocfCW7wsIqeUo5CV7Uk9SuQKtSB1+ivIp6o3+73Y6mJjqqkiUBs2GIECyAu+kKNVUrzAuI7NCKENSjxRo8Ki7bsgG8HJFkwwQ0DuFRLFZkkohvsmmWruVIZPxG1opibMvo3RjBRSplljlcRHJsS2xU9KREVoW1OJjwHn58uKu0JXKFhgS5/Ih8jdahHAMV11gqNLo2ejXKDdtASYhdrTBbkd2kRmwTc0XqiARbULJSUZgo/IGxsYorqLZCbKQhlTzBjFHsSoai8bZybDe6ES3CXzKqUkWOrKVl3rNTTm+Dg4yn1C7rZ5H38Jf4Xv/k8eP66le+rK9++Yt8k/6cvvLlL5W18cxnPqe8xp+emeYwy7yOXi9YXV3lsFtSzbrduWOH9u07WA7uKHN2ZlYHeDV/5LbbdNuR23TktiOKP8IzNTWpSO+wRlustXbQWAcp4Z+i1QyyCJYNGLBUVUpVA1dJY6RWpUBVsWZpXwImZ1w2HNeYtxEoSyCnJApXhFBXJHE2q0VavC2M3x2IG5Vd3Ii0KDtuOnbs2KkKH1Z5Ql9aWlDkr/A9fAk6PTepiakJ3gi05SinLQ2GUvwG/5D+qUUlAeYJmSV427INC2R+tLmnxLqJb/WZG+IckyXsRDpWhjZXKaxht8VjbdSZsd9MioyBUIyot6VHPYFIjrzaliYCq7dZf+EPcnO5IbeKM0psg8CVK7HqHXiKbFFHmQDbM2FfMt8iYiS3tPbNpYZmrLZD2rK/nnu6tOst//8jRYsDN5ReNsxb6G8YnOty0U4rYRFtMlRFSqG3CDWgTHhUKreRdDJjRd+jVxNIbpiImZExcIlNuXxzTk3qgG/P3dkZDVmM+1jkU2wSS4tX1eLwn5/uqMu+E7901yJfO0ltsrWptALJSQaKssivChnaanfV6k6qxRO8OfAzB7+qrqrWVEGCJr5/J24EWi1uBtoTcrujBNxqCyPZVLyJJBWeFtC8zJ2vIkSbAiRHH4QrVWWllGR+6BL6Q4Qmn8jnmluVuKUPrYm2XVsiXM6yrVQltdstNpekKLVKpA17mmoNNT/ZVQub4TBjmyTSsmq5wBqH7ZxJtYk9Tr2eZmUUNyRij1Ia0VGqIuBmkFsi7GyPs23ZRBVF8ihuaBEiinQQm0nxZ8SL/pMsioRkaNY4bHFjTUOxliwFSj4pWIV9FBflB5qBCq2uC3ZkRlXoiEcM3yDXX8XmelVIUWpjHzWFJBXTEsFrq1x2SI3DOM9YDhqWkc227C0gRLJcYkHHnL6hYHIUz1KlPvMre8ir5BVdW7qmQT3QmbOndHXhsuLJOw7nu+66U3/tr/91fcdf/Wu67eht1DHk2/s5XTh/UvH36+PmfNjf0MpST2srWVPxfXvnfu3jtfbeXft0+OBh3XH7sfLv4ef55j7Hgb93927NQ7vttuLJvcuTe4cb80A73sy1udHutNUagxuAVFWquAmvRnzCf5u14koptQqspIDoLxRChERaJZe1Sjo02woUO1kRMqT0S0z0QHxc57t6paROpxMmBfGUH/8cr6avutyIT0/NaG5uN6/z59XC9yFrfoN8G/0Bh/qgrND1jSF9K3a6BKUWR1E1Ua2MhQpC36C89cLGJsIq4gAs20/G4xwstJBRFLrASNxGxnljngW2JTENmzx2UgKNNLYg58iH0GS8layMbrtdzujUBHKI5EbYHudtObaxYWIZYtkALikMon8QxpfHjErqlnQ9l64XkUqh5IYiSbCjSONgo2wuVMbEUMluqJ4mWH6K1GjEUyTdqC6mtyqnJNxofYMc+Sz7FqA3bPQyeQIQLnuLR2xSUXGFCMb1jqmYeEARXOybYai5EwVM4IQ2kVxxiM3s2qkDx45pD6/sl1bXZRZF/Bv5+Et3FUYt0K6sNkKHBdkGVUplApqFnVjk4pATuoqDumKjCOrUlgom5ASqCaXWpBIHfOImoOJpvx2v8kHQqtMhra3IW1UtiqtkU7lATNqMwyDjXzydjBeHUZuoQTCSt/2MJZUyTFewAJivRhbloUEHI0IhJRJFqJRJ9a0qqeVKFUkdbt7m2WNmWlabAsIfp0ph3Cw6jUIpueEpiEvaplIJNyk2F3kk2y5Z7BEN5dPAdkndHosSQo3rlK1RGFlEgkkJMSjtoTPIMTIjadwm2KIP01Fqkcd8ods3jlBQprEaQ/CKMbWuCzGWgVK3I9Fy2Cko2LQOLzYFGAsT2VAJKkLDw5TWbGt0qECkWw5ulE9Fitob6BbBJgeXsA1iW1wAKhVKpBIcsREdTKG21fwU1WZku/COVNocr8gHHPara8vatXuvNvhm32Kdxr9hj18a2717jyrm4zI3AWvY9AdrvJZe1/yOGR27/Q6e6g/pyJFjOnToqG4/elj33HVMhw/drr1793PQ7yf9AE+006pSpZmZGe3ft4/v9bs1wcHeYi0H7cYB3+6ozU17oAUfB2ar6qgVB3tqqQrKejeHvfC7gRU0OyigTQ2f5NRAtkx+u4KGrgWtyBf6kFPh5WYssqCseY2QefIOdNgvZmdn8burxaXFQqPv4l8WDPo9rfBWJF6LR7ZMXS3aYvaV4OP/EQi/yi/kDTL9J57s481m1MbmwAOQ2CcV8xc/8CjcAZGeZXS41Vy5IWK2GUhNoqGWiHXLULJFQYUJk00mhE3kKHO0rvBs3A1QUmhcrJuaNwqw6LSJm0sLbzaLVSl2m1jYzUzYchUdUbgZDbEtLhA0IHiNQmTejpEaEv0H2bocLBFXcE8JyxI1ckH1jYeSjei6HHQY/hFfp316IcoIPL3VTalksYlIaIhpxhiCDzSyCI0NzLYrOs3bZMtFiph5WfhxVPITlbRI9IC5W6tilFss9Hjt1eUu/q5nPZen+mFuMLAAABAASURBVEl1J2ZIs7pk4GxXlaTEIV6BFghapaRkEig3VZUSiz2xQaSgo4WUc5JcqWp11YkDvTONXRddW251lHiKFxQBT/Ams0QABlyWU1KVWkqpAknJUGCnJt3WOMS4xWQfy1KT5qCUeSMVZViJfqDcQqVkh7XQQi2FTH+Vu3gWfKqsKlWKPpiA7+YN7Z2ZUovvph30A6gsRTllBen6YETbsoFA0AISxtdoMY9F2w07IiKfxjp9A6HkK5GkMW28iz7bKiGTmhHLNgKvAo1CkxKx0BtALUVfKYIjatILRzua8QhdVricSHDkoO/FmBSoZMShpl4GRBEykUtaxE1OUQiXZBHCgmzUg4CqKEfUUBU0kW4ZmrIswdhQfeOhmJco8jR57RFFZVvlxwhctmU7OME00Cg0TWmEYmJVrcRmTZ/QV5cuXeKw7egw3+FjbsU/rzt/9qy+8qUv6vN/8Sc6ceIRPfnkV/T48Qf1+ONf1alTj2qNT219vl3HfN25Y7fi+/XhQ0cUv5F+iCf5o0dv17Hbj3EzcERx0zAzPcMhOalOu0NdbbVZx3HgV6zpVtVi3gcqJVeqDO82tI3cKrCSJJw3a7iAsdEIqIVOCYb2WAkRCC5BQwcVNNa6sStdkiTBE99wMXMxiPllUuLNQ3xqmJ+dQ5Im+MxRsSeFMDu7gwO81gaH/tr6utY3enzKGKCT+oNarU6bflYj81ZuhU8cxWvWfWbNN/OxVrji8JdCGz7DBYp1wzMXyQbPZcm2LAE3xYiAjri5muykN+Kt4mjjuIZIjyw51g5CRsjwWVl1nZUL6sLDojXA8KkukxCA3PIijUvbXS52KENX9kUaXHhqCrmpEcfouwyK/SiKfhuxNxObUhXYSrNHMoSLBGMBRnq74YlJu9XlWynRhYMQSot4C0bjLTE4RK7gngKWfT1QFFuXWIjBuVB7O03X6bBUBEcEbLgRGoLfqEji2mQkWJtIowBfI/Z4JK1TXSZvm4VbDyvddvhOvsvtVfxpyCol8dgv1rISeSonVSkpFmHA8EJvirWJQ25VwkBOlcrB3ppis+iiigM8MwmHytxx2kmpAjLzFx3f/AfDvupeT/XGhjLfI/PGgFU4lFh4OWfsJJs8yTLUDtpAhLCp4w6f8jNUsqQkb7MdyyTItuJHxHim7aHoLdkeIbGhWS3qxm21qkptnmI6VUtdXvhNt7OmO4naMgvMtFFKlcmL39oWKE+WbKv8QJF0qxDtafSpELvkkA11URWeqBEivqG6UI1BtjE7omEMuCLNNkVZ4tJThC2ftgzi808MTixwsajHNLPox1bsQxLlE3FRARcMKhguBaSSo9TBeOMWGi7SbMveguRyhU2x1w0hkkGYiXxSCE35ukWwXSxsKAgTGz4YYJv4xsuyAWobahWZuKHoFAG9ZNnWOGxjRyrSuDAayYJ1mWfT01Pq9dbU4ck6DuZuHGAcvPHfr54/f1ZLfK9vtZIShbZSR5OdjlrJHHTTOrT/iO664x7df99zdOzoMcWr+iMc9Pc/837dfdfd2rNnL0/0cxzu0+ryZi2RP7mlVtVl3U4UmlKLdd9SSpWqinpSBR80yQ6nG19tF9ke0y29RsH2iGuIFWUkSZadZJDYRwzkSjZ6jaHYjpCwZuA5W5TU6DIf14fsHWxp7GFHNDs5pZobnL28BZmZmdPa2orWOeCHHOpxH77B3mLK7/EEj0p9Huc7Lck2dhmKkJHZS8z6FvM6QDJp6IORZDWB6VqYTVpmskq6bdlAICiOs0NoHLavk7EuaJnX+BD8dmzXF566oozgwzwO9xpHijyimJQiTOzSlrBE4Gp0ESPcdBmvUeK34JhW0qiwSDFSXGOqYheabdiqqihjzAqzGW3m3tQUxuJnVKANj6ygJjkQBBnytNfI9CabsV9RhG2KHgPT62T0soRON4aR+lZJYWo5iOwRRbLh4wpa5HGkYhdquxgUWQQrfgpDFJcjKrCD99hCNrxVaPxyS7+VNKTXY5IkFvPGANkTeuTRE5qfndU0351j0zabiu2Sj6VXDrw0kp3Ql0VJuVWSOQDjtVjiEJRTMyUskVKQmYWZlZYHfeXhQENeRQ7jYGdRqh7K5EjkS7GZ2MhoyNMc4IwME7dGjpM0JvJ1lLx25MFOETL5oZQnypPxwg6FBC8CxWETOqYvAhcMCZtXpFl2QEq0t0pJ8R/blCccJXVoa1sDTbes/sqSuu0W9kmx2CRrewjJYx0LPliKxsQjQK67Gr3d0LAfJ4dmzBeK8zGWuQhEyMRPf2Ec5Xh7wSWHSyxlKEYRj8obETQil2UHJFmj0Nij3lIxNpn2lvlEgkmxjX0AEoWyqTb+j2LsSQnLIFCBxj7KaWrRZoiU7UUK6wa6LpR5c50mcoZiTIMfgQLtRu9SXqMPDxuOmHTbUkBbAQ0qq/yM0kyyXWLZQVFoTAUHzyVCkPWNdfV5Cq35Hh2/bPboo4/owoXzGrKGut1uef1+37OerbvuukftdpsDbZn5a+2YO6B9e47qjmP36tCBI5qb26H4TfqjPL3vP3BQM6zviYlJtbl5qFjfgVRxmLN+C0V3HY05D+xmDdmW3SAVffDa1JEkqdGJYAdvuK3LtuyAFGve9kjeoqLsjD5yjaaDHAIIaqREevxNj/iXBLEmY3zj7wvs5SYmPkdMTk7GNkEO0UddVewFrValFm2coP226c9aVbuir+NJWKp4kyGnkkfMXcVh76FCZ431IikXOA5P5nDMi6ifFK6Md5LtiICuC6HOYw15x+x2ur28MNkqe7tVcQEvXdqZBS0IfcZwDMl2QbIUQCPJetoQeTCIPa8peWQfJNKug2RHgp4ybOu9p7RpEm4sB5mLNJdKbMPHNabB/yUQ/fKXML+VaVPz1ylou58j3nIpzrbsLSBwuUkrsYpsowMWP4WO9SoB1Yi60HGUmcR1aikO/CFGw6qt2b2HNTG/VwcO364ZFsf6yqIS06cseGyqqIMCoiTbsl0kM2PMBqGUlNgsWiyeWChD8vbrAYuIBYJls5iZfBzoNQf9sLeuzCZmDnyzcZmNPkpMlJtcKTaQhreaH/Iy22OyD3lir7EPGrLIQxUQb+bDVCi4yO0k45/totMo2DF1WU4Yl3LwGYkFszV2jrzYZ5EXRNsSN0mxUVT0W0oVT/dJHd6O5N6qPBgoUVc8KVhJIo8Itom5IMGOIdLHvE2iIoypNFYFtfiBsUc06ynDOKnQEklk062CUdrECQRFjmsbG+IIo8JG0nZij/JDtusZOUReQdO/MIrkMUIufc5mmQOjsciMb5NPjT3VjouPm4YmDaW2B2MLwnC7epNv7KmiyY7ebuxtI0kjAvV1kLUVophSyJbqJm6zoCbFpoAA4ohQpDXmUW+70DOH4j+0id8an9+xS6dPn1Sbw+lAHNR8Tz906LDipvehh76qz/3B7+vypTOanprRjp17tX//Ud15xzO1e9cBDvUdmpic1t59+3Xo8GG+3+/U7NycJqem1eVbfIcbhlano6rNQc8BGNQV85b6xXww1KmSWeMFITvht2XSt5xG9hhJqaS5UNvaHuztMny5vGlru5QvjeqxmkCfc2ksxiBmFC0O5onuhGJPiLT41wXxzX7njp2aYi87duxOzc3Oqx8PFuw3VdXS2uqa+v11zdMXbCdaWRmqxc16VLRKWs5RUrQjfMhSGso2qMJkG0hjrmbAxsEMz5AsY5GKvZUcZVh28A3VUwby35CWc0YTgNxwNWmizkhwRA0/Mo+swQZKYolCyvhThBLZTd4iRHSTGPYo48LWclgRW3YDySoBOejYt+DHSGPmqWgUMcpfTGw0wFF40EDhJRutJRhthpA3BZF0g0KEDBiqiP9D0ZTaxN9IGbiqsLaJ44LaMGhtywYyRVm2RcRlWQQi27ItogaKgBxElu2Gg9rwICmplTuktdRnEfcnpnT4vueq157U0bvvVfzb8JqDuJIUv3jWZtJXssYTVwTbcgJsABXfuFJVCQN6j8PTSYnFlKoKm7hdyBz4A8UBX3P4ZxZForyK/En88B2/4hxwPK0Dx8qjDmETiyRVWBsgM6VVQhkrJGZyBrZLaoldLBo5kY+0KMe2uEqiHbwLH/m3oyiJmtSGMfVnVxK0051UarWkRNn0X5IUf0hoplNpaeEKkjAjXZVsazPA2y46+3oqWRFcaMQOEVj2NqDZvNAXnr7gojOQ6ItoC9xNF0mNDuOwgTTyZuzClWJLVMTyyrThtuKwtH2dbxolo2040hvm5tg4U7a0bU5kbgKZKcyh4XUZvM0mEoqIsuQPRcARbWF71ZtJJWPYRM5NIRQF9qalErzlhgYPhKyvG7bKtSlhhHE227B+2pKMRWJuVVXFFKs0xaF899336PCRI4p/Wre+tqaHH3pQX/nyX3DAnyvffquU1EotnT5xivW7W7cdPaYJ8qWqo717D2h6elYtbsJnZma5YegoDsdWa0xbqpjPFW8FEod9qpi3VZIpM8MPq5aG0DrkVAmnlJMlm2uMIhZZJTR6yYpgW1zAIRbYwWeZHxXe6A3rEYWI/YQ9IU6vmDMBTnTEXOZ7lRI0q8dbwcy+EW8/ZnljcW1hQdFPmbchJv88B33lpD6fBdeWV2l/Yk8aquaT4dzspObnumrzVD8xkZTwZX11XZ12F76lyYlpVbTb+CKCbWIxTyHhBjDY9At1sSCyIxLlJNmWSdt+xTocy2VWRjkjZLF3Bh8G0O22obo1MLwxgbU2VkX9xovAWPdU1CQU4LfII0LIEIVoI3FpFIoY0UgOEm0KOkYaM09JS4El2jQpEpFtcUmOK6IGxLLdQNZTBfup054qz1Pq/xJl2VEvcIV3bjDS2SFLNtRjapUfSzBcHkFMCcWxItuKYDd0zNsmTQVJ1kRNXE1oODmnLq/31loTSpMzanFnvLq2qsRCryxuCKzKifJdYPImYCOjt9EkNGwQgsYG4FgUqSWbiSox/5vJV6GPzShuHsihKLWKtick0lIBWmQ0bGDkY5Ka7/RlgZvCqI9YtjcRciyCGtvMTURmYYdOMheg3Iwvoq5cdOEXejUhN2QrHiWZPLZlR1sqhX/G605nQq2KNyLUldxh08Fnyu60ksRTQnwfrKiTnIrgiMCYwlJmI1lGtGzI9guF7ev1xiBQiGVoXOPFtEW1uQk16SM5hOuw1fIoq4A6RckGhVpiIGQHo+uCjQ7YVvkJCq4zegqBoaLYqB8g5AC2MYaBIocOoN68Qv//o+0/4C3N0rM+9HnWt9PJoU7l0F2d0/TkGY1mhDQSkkYCgSwhhAARjJF/Jhnb4Av8LmCba5MM5gIiiSAEAlkSCmg0yqM0OfV0T+wwHaqrunI6Oez9rft/17f3OftUVfcMuvLa611vXDmv71R3MCMc9J3BRdyEhaRNyKshXyM0dUFNPZwsBd4FvaaLMt1S3GJPdJKx4lcEEYQw8KtApNXn9pkZY/E/sjl//ryuXr1skIkRAAAQAElEQVTKM/yc4g/K5ubn9da3vVPvetc36F1f87U6dOi4rl+/rgcffFB33XWXutzUe8zl+bkF9XoTarU7qgCnSjkxToGY466SCpT5SwmRC1mu2GBjPMMbkJNiDtXQA9KoE5s/0GceDMADky42LkA6HoFkW40b4YZrQmTobWMnwJIsWOaVGhcMVGnbfV24jymD3IhqNvy52Tm1KdsMrx9rKyvaWFvTEt/s21Ul7hrqs+HXPLtdvrTCBt/SgQMHuOX3tXyz5qZfa4AuUa+ataTPK13VqihTlMuUZM9n8aNgdTmk1pQhA8XL8aPsiTaBlI0EoMXlSALTMRQkEELSDIp0M5YUIXIBzFqKYszbJSU5Ko6FZNkGAbqDK7o7yL+MKKKNm7jklcUkJj/hoEcyXuZk2qKUCYx25NOIeFVMOk31RcLDSpC7ZTXOUBYB3g2g1y3ORgfcIpbtW0WN7A7y2wxfQ1CilwrvGY3q0Uis+AXtCIASp2DLDkgFI5Ks4mzLDlDBWOiOzuNSF1uiia1Lud1Ta/6g5k7dp9Xtmie9eSYHA5qJvHBgSamqxPQGpIpISYYmNAAleAfNgmgWAEEXgDZxTTqyNXJW4udGFIOY03ZmgpiRXDZyZIEzvJisAZln/TiVh51Y9ISzrSYRhhtxNOYyrw+7LGaKHKNcw7LYbtQhC7pAQmaStBLyEZh6JepSgEXDqaWKU35Wkpn4FXVsoKMdFoNMmSd5Aq23t9R0uSUB5EEoQTsAXjjbEmDSkyzbatwIDznktmVYkFQCFRftVYicFfpC3xbEiMtDaeAA2CGCkiLNAKmQisQCFG6fYQhkN8omRLRLQO/6Jh5FQ4IBcQihhz76CpPQF6DfYWOZYMkIqrHLYSdiDkU5N0TgEYSljQ0+6AB7jAlBpFHwXmDfatPoUrJiHNiW3YDUYNuQgMZcU6QiiDI1S31hCYa2INvCI3t1H0lFGl0OlDvbO1pfX9HW1pYm2LDjj/Ba3L4neJJOKWlzc0tnzrykK5cvcmuf0t1336fFxQNlc4+xGRt+m5t8bPSJzdhAinE8HM9BhywgaKHfBSXJBvCByU9Apm1i048DQ+CQOVUYhX0iSgDxJOj9WCMX6QU9wkFrZFsY2Q3PYJD5NdJoHZX5FXPMalzgEezQJpmxNDU5KbHGdNptZQ5NO1ubmp+bU6dtVRUrWy3NzLQUfwuxsnxD3Y7EuYAXlEk2/y6b/YAlpy45x76lW12Mw1KcrMzalOHjkLrb91EgYtuW3bQJlOTwBLrFlbT2y0JUgACviKtbHMkXccEkaxqsAHSUSSggFbA/6u2SRk9O+Ia+JYy0IhoQhwtYRWc0WApau+72RNKu7lWIEqUEjYHtpuBWg9U4w6ESSOFsB5Ld4MJEAG+7kYNDFEBfBdoFQ1kmHPmGthtMm4aXDR8wMhvDaBQwJipkVKeJkpUg7D0re48uxgS2SQcAwzY+6AC4IYIa94bxMB5kQ5X86s6E8vSCdrqzUtWRdgZK/QEn201tM0HMZBAj3ERzxIvBykR3YlKDBb9vsleVUqtdIGNfM/gDiK6mfkExKdi8a/LJbIxiQgZkcIGMDZCHi7ttBEkmLxUZLB4TZaEr+qEA5JAVgAlscMQNCL4AsuItIw9IqcnDDpkVfEU9G0AX9LBuddjAtzq0GatNhh/QXi3qz31B/a0NVZaEHK9wOYKAkQBsxQ+hhwAScgUfNOARU+RGokbSkIWmCI1wzEbhsMEHxUIUqClFE6qJq5ELy6xIYrRQhaRoG+GtpMLYNsja5wqbEdWA5Phl2lCjlCGKZznKAHSuzTBwrMuKYUHnljLnSIb42gUV18gLuS+IvPYJtMd5j9xPjSVGdaQmKMg22AoHCRrSUK/lx5K8g1mTxu0KKosPeU0jLC4uscmvaXZ2kW/IK7RLzbg0T/GHyl/MX758WR//2If14osvapXn6HZ7Wvff/5BmZ+fZ6HvqcRhodzqqGLd2JadKBHLQbsljkIJWpX04ZMU2Ec8a/ZITyRhbICEN3uCUpMCWBNgEkuw9bEMDdHuRB1YRWXYDxNCeMySAhyg+xnuwBbJU+CEWbpoNfpbn+5pLRLfbVjzPx7f6zY1VtLXmF2bV6VTivAS9SFse0oGlg3rooYcLv86z/crKhuKfMMYlo8OhKHOQp3aStevIkmHKekZnEzJeQ7KrxtSyR6BCy9pz4/Se9FUpshEZ3kE/SmiE95ejiZDJGqA8hR+Z3jlBpFGjJrs4LETetkmjxG4C+IYgtPbrNHJ5RBRc2rBQowA9cUccGAHhrd6R/DBDGw4QAIWpAcHuxwjUSFTciN6rWhE3AWk1xm5QI70tjAEbsKuIeLuMbhuMUZv4o6LMRhpKljlQVjSEbTVuiIeoyIZ0mAQQCXGWHQoPMaIxP1QhMRA+KzKq211NLh3V5eUNVSy0i3zTyxtb5TRbM3nryhqkAba0TJIyk5oMlA1NokRR8A45EJtjYlLYSeYnnIMOW0bKoN5Wv7/NgtVvJgUyCcvUUeJ1oYpvYfHv9yenlfiMkHqcyJGbb4k5tVSTTrRQTZyaQgTO0Bk60lGmXApHmixQYqFSwVGeSoZ2hgZEA5h4VqUUcsoZOJHPCByyKimlpKpKBVtSG5sW9azY2JXEQlKrldp0hYFaeXtTqd7BsgZGnsIpAN7YWTLpyhDa7/ZJhswQ7Te8Axd2tknWaAMCNTgPsx8VA82ut/gZgzIeERca/BreRTceFkGk1BAlJM3SzthRLtFeBvAjraIvo2zsbc1Gj31dY18saN8hHqEoGgMIz7iMiKEgGzIO6isCY9wsYBHx9ii29wnt4E2sfeLbmJxHfX7ndG+L8CqCSKfTnVRvco5NfEXdbo8D+EYZZzUH8qe/+AVtbW1rYfEw7SddvV7rre94l6bnF2RelapOWy0gDuKKsieLZpXAinHXqmTGdPDZ6JDnIYQsimUCK35JtiX8LiicYQFLoRZuFwshvHaxbnMZkwYSZQOwzQaTSAZ2Iwxp21h4V3wbEXrUcUjKda0J2qwivemJKU32ejrIK+VEr6sArviamGwxhvpKyYqDerzKra2tFHpjUzzhb6rLQUFifrsiOxInbPz+/s11VsmX8YinnFhhTpEgJDspnMVvJAzBODgY+qIkXQJpiMaIMNoF28ID4KHUhgYk67VdxiJjEgDC71Ewt/ioV6O3bN+ivTPb2O/pmlYY8nlUu0gsIOTECHkmt4AQ2WTW+N2MbRfadB5kmDXgIUI4JFUwfKO5PbSLxZ4CHj/kRzpKRdnUpKbokHjSSAwOukzFHlPbCj70dXbRYlx8or7RAAFhZfQ2UuIICFkxvGNQMi8aTAuOYE8anBRpRLkChIuNk/VC23yLykTc2tjQHO9WNU9cNJ3anY6cKiYCJUaQTT1TVk0h65RUU77a1MOS2fgSkMllwCkaK6XKqjgy2yaNkGT166y48femZtSdnFR7YlIVm3mKvNo9JaDqTiCbUovN3t3Y8GdkJuqg3VXd6im3uhI4gSvAppxulxbMtVX3MxPV8G2J9EhMSt2SdqSfODSYTblqkU+HgwR08K46ctUdAvRQLrdU9NSvzRNoxXdOslGtpl2qDgtA1LXT1oCx6VallMyivEa9ayBjiS11H43bEJi2sh3kbxuYNEtilmzLGjrKNaReA+1aYxNlDoB8LR95DEFDbO+lE/WNrJ0TByAAXTP+ssyvSdoF8SDC+KhLG/aJZCCjKePOtCNmwYvAtL4zPYCNsmljDPEmTbKA2vOYF8YR3qpE1pQxq/xyFiLZxTrIApFNIUKMzvbQZoSLdjcI+4B9gl3mtYkoB41Fnagzdet2ptT8Jf1RIlrnXzmvG9eXdfz4Kb7LH9UOL2M7O9LR40s6fc/9qnimZgCqAUuMzQIpSamSAVXQtqgEkJSQ2WBXMrgAMpU4SZnxLEccQADlMriBCJMccZEpANsMjOJkWeN08Bm7AINl+jCAfLKYK4BEnADkAiK9XDC2CZshLVySIxVC4SxzAG93OkpVpU63o9m5WbWqRKQB68O2trfWeLKf4ha/pAHr1bXrl7W8fI1Xk2Vt8amk3a1o85ZEeSrSyAzOTjvaJkqn2xw9pQGqel+n32bWCNygO4WmBvbtmmaM7sljjIRsTzKMBLIJ9hS7lN3IIzT5jBSGsCOEKD5Sh6A+DELaDL7UqwhKzHFzFwn2X6FPX84usmE23mZ2a0a26Z+AJNsKZ1vlF3gIIVfQEDZaALLUzTakUe8Bgv3eDRttEGXLagQ0i5rFTMzXRmrFD35YgSzajzyyJZAYupQZWlJCaSQKQBk2kabGXMgU+gIqLmOrEW8SGealkUNW8olFEl1WxSSY0ubmjtZWV9TrdbS6dlNVCysW1n5s+KnCkolO2jmJmAC0WAAyk2AgKRsg35yxC6zIWwqzGIxxyq0RxQLU6vTU4dWAU4TIXLndBTrKTMq61VLNpBqQZw0InfkmmdjkKRw2PZlDQcWtv42sMzGNyYRabNaJzTulDpm2ld2SKyZ5yHszSl0gMPbmhuT2hBK69uSM2pOzanWnCh8yk3bqTSshEweBTJq12qrBavUo+4wqyrTNJrOV+cTR39I6t/eBaw1o35q2kBN1rzRgAY6xoaGLtggItpjZ2DnYIdBIGkGIoFFjVuxsg0dy6CB3wVAJMDZJhIynCBGVNOmjUhjSDNEdIcsmToDAd7QZExY7ybbCNWFQ44A09AwS56ZcTAriqAGFXorxUWPDespmLwUuxZWEuIGggWBclBkul/kKUbxNepFm4faCsBTy0Ko4yzZUoyn9UtIkv0aEbuh3ecuICkRcAI/kTn43UlGOc1ZwWRGXoaIgglZxmTmWsWB2Mr+spC5jcmp6tvzzutWVVU1PzerBBx7S8s1lfeapJxX/xTz2Jr317V+jCQ7QqWrTfnVJxxVtDoj56gKVUqulVFWiO6Q4BKQkAXZSsQkMyNYIHLzgA0IeGLCtxC9CF540wNROGuJCEz9wgKADbEvYCD4bGij6kAFB74FUhz5sKWuNOSa0k5Sh8bAuJRGu1W6p0+3Sdl3Nzc1rfn5eU1OTGA/Y5Ndl5uvq+oouXLzAmresAWvdHDYbPO23O0lT01OaW5jXyupNmX5IQIw5k1GAxlwZO6JXM8kPIdS2kQbAWbK9C3B4SwLw+v/LWSQNgGVSsuw9QNDwELYFA+jVHXUQkAkaiHpBDecHKTTtjE3T2yq84UuiIxwM9K48eCABd/S+o3QoHCmjAiEC2wgDxvlCRzCE0AcUFvuC9wehtuI3LqfksPaY3AjCI8sAUYJr0FAXKCo8glBGSjSfMoOuLH40ZAymEhklvpBlJYOJAQVSgMgHL8afzE9AzmYy0ClkUmM1goxhRo9GUq0EMM1ZXCtNzyzyPDVQpPO61z2ky9cuspFFV2RtrK6q4tcuGx6xSGc8TaUk7y4ilQxPBuRMLmyEfTa6AbdrXtBYeKhp1VKHBavPBbc7AgAAEABJREFUQhSfDAZtFiRuyH0Wnn6rUt1ps5m3ubW3dJPXhdWtLSUma590tyl/6k6oxUZddXqKjTxXLQlI7a7abNyhG0GFnZGpxeRmk1cArwODzoS22LTbMwva5sa+yYqxA79ZV9phI99kUw/9Tupp211tqaN+/MuEdqTDAYCDQd3qap2daJUNfp2Nfpv27lsKyCygg5xohgDLtipkwmVgn0dne0yUsReQCQD6yaU1c5GZfBpQ40rU3NAKButhesEl6LAf/YcuGsPQNFSEGXaUgkjDtmxDNmDxg7eGLo9bI0NHuOttR4yGJ/FMW2QkUmKIW4UE5d26iRpS7mIrxqQZK1LcjjIyDd0YiT0pZhSZAC8kcMMwKJVsdCdH3iGmmIHuACVB2UNDLDIpF4j8hHyog5KEAd627AZgX9UbjUkv+qXMe2ghzMRFBRc51aKx1E7WNk9uG3xKu3H9pq5evawDCwf0EN/gP/HRj+ns2ZeZuzuanJrToSMnyrf5LnNEZq6KVjEJM3dUoKFTlRR8yS/0AeQTfANNvKBNwWxCQNB6DWd0BSIImjh42QY0hIbW0GVDAAWLVjFlAzJxcvCoc+gLhgg5KA/5wJC7ntjEUgFhG2tVp9vT7Oys4kYfcGBpSb2Jrro833d7LVVtMeZyaefLly6ov9PnQDCNrGaEDjhE9Zm/pMyhnumncOP5xposUXbGd6awNZDJWziKilRFG7Rw9pAC5ZGGOkOi3fMjsz3JkMp5SOyhfbaku4/fM9ulMLk1u11dEDECxUgMXyCEQyLaIPaoqHHgREoV5Wf1jyELZCQlQgnulFcqmvEgrMb5V6Ox8zB5D20Mb0c4FIAShbWRWWhrQBK84PVqrtQslGFf03EZGEVocEadGxJqvzeJ294vhIv+ahoU5g4+0gxx2GSGXGlY0spkxN4UqtugxEG/XxF5A3gl46P8NSlJfRbhNrfTTT5Gzc/M6MbNa7RQXy1O+TUbmOusPCDVWtinAlLgFoIhsFnadDNpRzVtqyZefydrZzurD51VKbV7xOlos4+MJ/B+qrTCNeQDH/mIdjgJmA1bxN0ZDLS2sa4dTtibW5uKp7CYTCklRboDNtgoUmZwJfJOrZ4qNu+q01OLPFqdrlrwqdWmLpSdA4csibRzbWSUgxv+IDb99pSq3qw2+tKO29qoW6om51V1Z7WyVWtHpMFBoZqYQz4ndaa0WVfaGCQ29RZYWuezx/rWTvP5Q0mmTBSRfJKSW0q0S4uDjIqjPQtugihWQzWhvSfZoyTbMunY1qu56PZ6qLQph8xvKCjIhIkzY2BTPu2OKg255IGqYVyMi8/kmUU85CGgRQOpyCOpwt0paPIgQzz1LhGHEUA2wR2iZezwIsYdtEMRBiN94IjT1KHR23dOO7QeaxXbISoQ6QRR0hqKY9wFhJwCFTQK7DAK0FiKahw6u9E1gjuERW/ZFoHCjZaaDFFz+GcaKl6FNpif165d1lve8lU6ceKkPvyRD7Ex7WhlZVnHjp0sNq9//I2am19Uq9UhuQpISolxQPq2lZxUVfDIMlkK3q7kACEHwsZCBm1ABSwpQF/e+Q52RWTZlvAlCBwgiSmpKE9OLljFDmXBlAtsG7Gl8NDCQRLe2duhJT06s8NlYpI1bobPgLPTM1qYm9Pc7Bw1q6EXgHkdPXhYJ48d4/v9Ic3OzGoK2/jvDsR6A6lOp6OKdmrTdqWNhumX3MmqhshATQEzAFl8Y9ZIKA2ajNxggxMQGIREgA2PD7oBfXkXcUZxi3UkEFCY/UGxFda52ZBpHw1dxLAJA5CFKuZEgcJkKddoAMYnhEhIYV4uElQnRXTMtOsQKGBXUAhMC94NjJFtKUD7nW3EgBoILaJADViyS6BwhQxiBCEIGhMMta98Id8Fo85AYMkKBx/oNaGx3DW5hd2V35EI4xgatO24PjeMjR4vsOUiLJMFKkwC9mKiDyW2ITMLCMs2A71w6rNrLi0d0qEDS3r+uWe1eICb7mAb+Y563Kadk2quqon4tlUGuqKrIl2pZlfr9/s8h21piw16Y31dW5ubfOfa0g7ymCysPsqpxYaetcGJeYUbyvW1dTb9Wvfcd7/OnHlZL585q5dfOqNzL5/V5QsXlXkN4JSg65evarC1LXEAWL1xQ3V/R7FxVmyerXazqKWKQwdHcwNBG96pkihvHYMzFjV4zhza3u7Lra7WdxiwYHE4iI2+4hk/vv+vc0BZBWJDX92qdW1lQzfXt7W82WfzH+jyzVXd3Njm5WFC8ezfm5pXZ2JGA1UcRCold5RzxURqyUpKLBCJvDXmaDm4YWhjB3tHb42UDiJsAeEMFO8MiukI2vVosbOtJBETnlAjF1EK3cjtwFKgoBztFYyCk2L4RJSY71hpz4U+Y1UDeU88Ru2XWrbRBoBGfp9RUpaBUOYICrhkvscXYQSIxmtv35J22IwgVOhtK5U66o7O5O9xzavljZFdgnFrYgdrhSqocRin9/Rh2/RUHCyokqLNBxx2r165Ujb0r3rHu7S+vsEm/0FNs2GdZMOP/+xtp9vRxMSEHn/89Wq3OiQfaVkVc6CqKsrgUtdU0a5kGGlr17mhkNtBA2DbJZ4NVlKEjeGXDyN9mxgjiNjQAiewjQ46QoULHghSyBWu8GFhCdo2aK8csCouMitEE0Sb2Vbk06oqtVKlxOZsWxO9nmKj77JmLMzNs9nPF7tFXkjm4AO3aLNYyzbW13Tz5nW+2d9ULbEW1qpccXHZkazi7IbIwRXSyigDBFY4bGyUjVeQghZEoDCREsiKn0K+C1KR6RaHfldiYaNdZyMYcrZlNzAUqZSQ9QKxdmGkHMOZhox6BKZSRZMjzBEy2wIFDzRpQtzJj9mNq6PGuzxF3KVfk/C4FgYfEsuBSmgHDRQs2ZaFI3BQbhYzJMWjBiOMMFAjgBv5qEFWiO0wGMnBsLaLrgmQ4ZHARlgYgtf2pM6Gsd8mD9kG76U1pCQ39YjFQuHgA2moMJ3MDqTAFJFBnNiQ+4r/hvbq8kqZDNs729rqbzNBrFYrqRs35IoTbUwaWQoA2YayMht9/JemtnhqX19bU8A2G3Ns8tvoBqZbU0uJU/E2s+b8pSta3dzSjZU13SDPqtVRh+fGVT4TXL92XTev39D66ppWwH3srl++ovifVeywyD33xc/p0oVz2uRAsc6BYofNP7HhR5lyDE7KmJmQZsIKWo68rVQluaokJv3W9jZnhoG2uIXHWeLm2oY6LJwzC0vqc6tfY5M3T/4bO9JG31phg1+Gubq8pleuXNNL5y9phbhhU3HDzzzxr29l7QwqNvuWxHN/zm06gvzY8MmUbBN9Sa/hFc6SCxAIB2M3tG10RrjnbReZR6IgAsb53CSe1SgMJppGfW1s7Qgh8LtjJNoNfqSyaavgA9BJoziBA9Q4yNxQWOQCVLpIcgnHA4yxGEmCG9ERh6WjsFGFmsj40l7BF0VZbULacONhiYshflwsjSqkPWfFT7IdgaQG24aywtkNFjjaqEAo7gBDy6KxTZRxCLEj2A/Y7QmG+iIzU5P5RDWj2c1YjY1+bW1VfQ63v/SL79Uzz3xOsSEdP35CXTauKFv8V/IeevgRHTp0SFVKHDZrkVKhE7wTHECytCKtxRoQNJmpZCv0wKhMHhHj+I7CcYNXoy17D6SgCZEJZ8ODw9vQhgITyrZK2W2J8suS7QKl/Nrv7EaHAQpLZSBlLgZ9xf+qNv4pb7fd1tTEpGamZhSb+vrail45+1Jpq00uJ9HOB7n0zHCrX19dKUlcvSbFHzom1rAoT7Rpk4dwlgmTU4S7kIsUdugpmhqRQQEaOktFGciyBFi2JQHhgx5h3dkVkwhQBwqA3OdJghStKKmGLmTlNj6KkFEAeMaK9iAmV0Coh7howxCZS8oQQx4KiQoIZ2Dcj5dBYWUbNARo3eKGGgmdbTUOvEs3klFYJtBQh5XMb6Qb0baLKMJCMjEamjAEI0SlUDW2yApxS1DEBDbBLbpXY2PyFhgaZJqbrMrCVxoXedSjKbpBQAgwwqPFylINZG7vgTFSogyGAClADM6+krIrbcTGzGie5UlrBzzgJt6PXVBsYP1NpapWwq6ASirkA2Yz3eB2vskN125xWx7wjavWJpvkGpvfdp20vL6lF8+9oic/90V95vPP6CY3+TU21wHpJ+JfunZVN9ZXtT7YYWPdVtVpqTc5oavXr3Ghrynbpi5dvKQrly5pZnJKZ194Xs9/8bOKg0Hc6DPlqfl+VrPpW0mdiWll0h1kEX9AmTa5Ca1oa3NDNfWZmJqE3mGdS+pzu2+1ujRFRxcucchY3VSb2/na1kDr2wOldle1eb7nG37wl66t6NL1FW75W7p6c0M3Vrd18Sqyq6u6cn1NV2+sE69Wm6f/OADUqihdAqxOp0PuWeEcEhPeAqHbBUuoZX4KZ8l2ARVnwiyTKgRhUA0EH/2dIGKjp5eVME9Z2GvXwSraJARGk0wMK6jSPrahAXCxtchHxUEWfKdgOBx3VZlU8i53Z6LRN+FuJpiauAUMM+6HpmE7IsfVt9JUQSQFNAnZlg3IutUhHkpzJD+mjpwCxkSQ+1Ow7D1AXbxLuBdEKgEhGeHovcwLVLRfdFgruRxqz7x0TfFydvjwccUcXb55k9vmsm5cv67nn/+S7r3ntPq8wkUe0cf0ohIlj7Tq6GHWgVgLcqGzglYYKzcoCvHbCdQ/krOtxMCzLY+woS2BFG5334CxaYGiI8A+w8tNbUoEN/pCY09NSkgw9MRrvEBK2FfEr5S0zUYem338lwJDFjf8RQ73O1t9nT9/VlHODi+YbdafpaUDUrK6kzNlk+9vtdHTos6qUpJZXBIvnankShs2ROHGA8NQBEJsCIMvBYMOnwkC1BjJkTb52kZktAGS+Qlnm7DxRhagInMjVOAGbMt2kdtmPktW42yoETSisRDdruWYOMhRZ4FpCiXGk4d0w6vEjDE4SiXkARpz+5orlLvGGAUdBoGLjhYqNLpd+ZDe5cdswnZfAaJIJSEihQ+DwCMY8g67Aiphw6txNFZ2Q94aOqzRF7xP6X3cOJOxp8iNiAZsCMJCEy8DsCOPeenAwhcdE6Ewe4FNnICY1FFfVGEaMD0/oxpd/PXuNCfdAd/M5aRsq82teMCGLxae2KTMRp5cKcVgJMlMmeLfjXb5Ht4GNriu97nBbu3U2LRk4p+9eEHnuZFf5za+YyIxia7fWNX5S1d16eoNNvZanakp5XZLy1sb2sh9ffHF53kev65qoqeVzXVNL8zq2Ze+pDPnX1Em7y7ljEPITQ4Cyzeua50bzzovCaGLPAec5Hf4PFBTvi2+8W+sLmuLg0R/Z1MDbkbNyX1AvHUt37ipl158iafRNTbqa7xkDLRBG7x09hX12aRvsPGvs+Hj2cTXdH1lVTuk2+MFYGJ2Qe5MU84FzR+5S4dO3a+5wyeoQ1uXeO5f5tv9Du3VYYOPoRA3CJs2oP0VGIlWP0AAABAASURBVLANOQIUzgQ1EBgI3rfwQr4LmBoYeopWKDuBLdtMRt3BGVlSzoEhw2MrWBPDtmxLAvAKN8LQOYowrkM28kW1y0SkEYyE4BCBwmfyU6TVJKo7uqG9PSTuaLQntB0pClSEHoYWP4R2YMnew3LDq7jC0D6F2RfsL6ZlWwQKZ7uQthWEbZBV3Bgycyrx/iPVKl1AP8em1UCNec1Y3S7/Y6mqqhTTcOngEfW4xfd5zu9zqI1x3GVjiv/c7Wk2+kSf16RL5Ft8ph5DoAylf8BSoQgb3ShSzOsRPcL76zySDnGTzJC5E3JpA8KCJUu3Au2koXPo4G0rAaZeTkjNmAZsaH0ZZwmvuJJnXhWJWdazTqut+F4ffEVaxw4f06Glg9rZ2mKzP6eUKl25ckmLi4uaXzjEa2fF66N0ePGAvvZNb9Tx+TlNJmuOtWmCtagi7RbrTctJpR+135lSGBHdS4iHMbJc7PfW6tKE1CvKldAnTFPBVmBLexhjw48gBR0yIOgCKBN85Bu86UCSxzKEKKEiDBD56A6OKEU6Gg8jLMaYGbdSLntPpFGgRECGvImItDSKkUQpirQE+zjakyI0EcOUaPACsooOwa3y4JsCZBVMFqIAmFIo4iEtlQbvepQ2wa7gDkRRR5p7OrsIIwflIT3SmlIG3ZQnqD0I05G+SENQCIKSBbEoM9OPomfKrSa1bO263FBuNA1TaOKCMzAUDlFWiCwN246mZlDnKmmGWzwV0NryavmvbSXkZoPCgrxrddiEq5SIBwQGSEWxyQ/ij+jga063G1zjB5TRrbYuXrmqM2fPFXyRW8c6rwTi2Sx0x07epfjfZba7PX3wwx/Wx594QgNLE9NT2mQRWzi4pOdffkmXuek/+dnPkM5ZHTx8WDU2l/heGfFS1WbiVlpZ5mZzkwMDnw1SVUlAnbMGTMBo1j75bnOT729vasAniT7P9maSVVVSTdnjIBN/iBj/ffA10tgh3hk2+arTK5v+tZsrEk92K7xAxB8Vzh84qAcffZ3mwCs8519b3dLatrXWT7q8sqkbvGKkqTn1FpeUOZCskH/NQiCZopUW1ch5ROzD0U+AxkGiyDIRAugUjVzhh0zUO2KJPpAsu4E0xHbDCxd2I4AVxnjTxyMba9yF7YineRV8QMyxBkbaO+H9aQVn8aM8YR3pBAQdCceCkoMoAgID2KuAbndFP1YK+JJeSR8mcAAxS9MMcY70UAtdRlYwtIosBLdCKBpZlLGhmjA0doSSDQZi47WhdbuzaoQl11LTLCvKllmZR2n3Ga8Dxs8qY3xpSeoyX25wuI3NfZ3DbUpJE4yxU3fdzQFgQk5Jis4h5VfzUZoCubGIdm6iQEEMxSQz5EMGjLVuE3E8jATHeFMXw5tBOw4pWXZAKBuAU2knQWGvgiWQisM+aNsK3ATQGnMUmmYrgmJGYIzr4fzOYKNttVqqUiI/8Soyq4r8rl+7Bj3H0tRRzWkq/s92Yr5e472+VXV18cINzbalr3vbm/W2xx7TN77znXrdfffp7sNH1Ma+Tdu0ycvEoRilD8lqn49ZvzdnoySoKWPYExWm8QlVQp6G2FQqaEaGEKtgRayskiZ0yCL2uD5kJIE4lzgQ4AizggidIWzDWwWpcViQqmiChhqNxSLEhFGhSF8hYMNHtOtdqIhXCIJGAhHWgXahKf8uS6RiCy4To0YzgqGMxtAddHkoi4nTNDLxiq0UFVO4SPuWHO0QhjLA2A4BtqgMgbdMOPSQURoVA8nllxXfPvYlP9TrNVxJ5zX0I1Wk6yFjW7YL13RMQ2tf82aFNOIJitKpdqUdSct8G19hkz925Ljin/KYCRCXSBO/06rU40ZqBVfLjLyUKslWTKS4WW/y7L/CN/XIYZpvW/1B1io3+CluvO3etDrxVM4z/XXyuMSm/8knn9DnvvhFbXNzvuf0PWpxMHjmmWe1vLKi6dkZxTf3ufkFbW5vqdvr6hzP/hfOX9T8zLwqNnKy5ml/UhXxdti4xYCLTc6pklNSlK/FoUK4uh4oNvMGdhSLZ81mHnnbVvwdQYf6bfMCEN/s19jsj504qUj7pTMv88S/ree+9Lw+8vGPU6c1xX/7/9wrl/TkZ76oM+cuaauuFP80b9Ca0BzPqvNHT2jQmyqb/MSBJc0dOlTKQ1FKPckyyCF4iEVz7tF6NTeMbLlYjIdiwQlhoABhY1sJMJ0O0q6DyUSu6d8YLwGQxMiNPRQmu+Z5l9ojMjaRRjPG8p7itahilolZA7cYNoWmGLlRgEq5CmdFeQIKe0uAKfEoiUdgRdluBSonDW0UidEuGRygkIv4gEIWuEAWKsBCXCSjYK98SIoybBoo7Y7MbnjCURdhTD7J4AAQh+Qau1IO2OKzlBjLyys3y5idnJjiUHtDMc63NreYB61itsmL1RQvYsHYVqoq3VZQ7blYAguEiDwUQBDNX+oDETggTP6LIZsoASAFNmEDCooyChhJcuQNKOIBFp0iKxxsQ2EvwLLCC7qAbnGoS3VCDJ1kJWwbnFSlxBxsqcuBKV5GJicmdP3a5bI+7NCONZeMmamZsvFfPH9Os6w3Ua7/5ru+TV/35jdqiVe8Y9z0Tx85qmuvnNNnPvFRbbF29lhrKvLTmDN5B0v2gTTChRkGtofUEAVL5xQx1/GCy0KcZQFFB0Y32tPCJg4ELnaRTta4LmgTT6qRh49MJBJUuIZzYT0UkEJQe0BHMCwowZ7mtzw+hqmmIX5VtJvVqFR3soxS3UlOUXcrTHybALtIMwDy1X3YYl4anFJCNrYQpplsN3yEkLaRBiPZ0AF6LTe0wS7KkuU7Gud9UmyKPQXaJ5foG+23xYAOzwwIOym7pTpVEgvDjeUVLbEhxcZKTLVbnTBWt91WlVyAbFRbEoRNK5BWzQa7zY3j+vWbuszz/IsvntFHP/pxXbx8Vafuukcrq+s6eepuHTt+SgcPHVFiQx3wOjB38KBWNtb0i7/yi/rC5z/Ls/qaxOb7xc99QZ//zOd14ZULjE9rdmpWYnzO9Ca1vbyhyxcva35mQf34RMAhYcDErJhhGaNWpy3RDFFvV4kDQo+yhkDKnLbjhj/guXOH8sYf8tV1n2e5LW1wa1rnQDGgLq1OR6lq6fNffEa//P5f100+MTzPs36fTxFvf9s7dPTYCZ3l0LG6vqmpmTkNEm3Iy0KfdtzkcPMSh5EvPP+CllmIr66s6/y1ZW1S/kG9qXCTkxxOKFvQBUzZCrEXINpjviIqejmAtBj3WfyGiST6qQDpxGSHhRp6bDGFGcalPzPNJRMM46P8bfSRaIDk+JFfMrRNtzVl0JijFg0XNoWCIF4hx4Ky4ERdxmRB2pa9H0IuGQ8o3AhDY0u460NjRzgUFdKyPRQ0KFi7kQWyXWxMO9oN3VjuD21LAVF7bGGiAxUuWsOyeu2e4gB6k89Ts9OzzMNKaxyotxj7YszVjLng72KO2WYKcahlHMccyDRuAMlEkneGTCvTdvg76qNtoyxFuUsU7ssGsVZEOcIwokZZMmXMlvbAQ9oat484Iwh5oYkn6qRIA8FeGmPpDeXFJuwiDtgx54hbM+ZqDdRqJcW6scmnwqtXuLHTtm95yzt0zz0PKuqcnEiiUse1vv3rv1q/5xt+hzLrxAYveNubfZ0/d57LxzlNTPV05eLLisJPTsxo1w3zbfgsFjPtutBRll1+SFhZoXLJ21Q1ymDZlgTgVWjtOjuEI3acFqb7eY052yo/sAAXXS7heDCSNJgQTzGLSVNeFjc4mnW3ikGPbFDhI/UAyDGfxujXJiPT/Snu2hfViItRHDDkG10TNiJTVzdkCYMOKMxuUCpGo6iocoOKNpdwFNhGBxhJ0ADUrreLYpcfEUU8YsaSDOsixiAGt/bVObQBxWI32IuOrolUdNEJAZkS1q60bRaS3mEtHT+tRb5TrayuqGq3lJgYvU5XKfqxtra4sdfRhmyCO+i2qsx0yZTEqjgULLEBLrGxH7j7Hi3efa9WiPPs+QuaO3VCV+pt/drnntTHXnxWF7fX1J2dUuq2NDkzqUceeUjxb/dbkrbX1kt+169cL//E7hlu/M8+/bQ2+XY2feCAZo7xVDY/z225qzRFGpRvm417kxv9Jhtrhw23SomaZSaJZSflAa1FWTJtF4tizTfzirzQlD9wWllb5rv7FS2v3dT15Ru6fuOGzrx8Vsu8RixwM9/uTmgwNa016v3BTz+ljz35WZ25fF03dwZaVdLciVPqzB/Q1OIhdTmAtCZnNDW/pMTBZO7ocS088Kim7nlML13rq92bVfyTqPgDoKxaLuUwZeyrph5pd/KHJgCDr8CHZUCYRr9GNwWUDBCONviRjWkX5eDIO9M+0DV2xdNOClXDQI4YbBWtNuKLwV4Q8bAWEGRYq7iwb+JFHmQVFhJGtmWNHAVRQMPnMbpI9tkWyWsG9l7Kgh7jvmw8zBubIWETG7BNUkZnMOgWbxsJEB7a9KdtbBtAud+nilpaGChjF7Xv88ScGRuZ2ZUkpWzFZ6qjjKUka2tjXVPTM7rJy9f2dl+d3gRW5gY6q4jX6rREUruAcs9zAGAXw2egBsC72qBLDyHZT0dfhgTF0BsMUDYJPIQMzmSeEWWwGS9CJugCwhU6SW4gF1xJIhKwm4YYlyM+q7RIDt5RmsZWwRdIqkMOKNocUGU1SYOhRXaZhc9VomUznwSv6PkXntPMzLS+/hverYceeVin7znNZeRQeUW8eOmCXnjhgo4fOaSvesvrtL5+jZe/TdW8Dm5vbOnipcu65/5H9dgbvkbtNKnB5kBLs0uabrXVog8TvWFTwpRkByGVnRAyS2gDgoIJH2VDZ1sJcIKRmriyEIkQEM7Afu+hpkjDeMQ7JCUIooEhW9YFShItOjJvDIZli0UEiIPPeP9bjJOxoiv4UcQ74mGGt+jSOG/f2ShsxjMP/k7QFFJU507akGWNsrAjrwDkGRjzuyrkFj9wo94lGnYUOgjLdhDggu4YhIX3lTBjDwxltuWxmHmMTqFzNFljAVu0ubAlgB9hSNJsOKtmo99JXXUWTmpidkkbbJYTkxOq2m1Ns7nFRt9KLfJOMrf/ne2BVrilClksPhIpkbc7xJle0Oxd9+rwI49r6YGHlBYO6Do39Njo3/wNX6ff98f/qN71nm/UsdOn1GeynDt/VjeuX1HNifrG5UvavLlc/m95s3xvvJtn80cffEiPMfkOHVgQw0pH77uH9E+Wg0N7cVFzR49qmleB6cUDlH1evThNb2d1UltVThIbcbu2JuA7uVJVJ1Vs+gMm6er1G7p59Yo21lZ0/eolvfLKGV4ebnCYWaNGNbeivu6+7wE98pa36u3f9B6941t/t972zd+id3/7d+od3/StesM7v06nX/cmLXCwuUEeL129oafPnNcXXzhbbvAXrt3QBfJ4CXj9V79T9z/+Bl1a3dEBnvvinzB2uaXVAxac2NxpQrEAZ8AujEQplIPQmbhOAAAQAElEQVS2ctAFVFxIbh/NuYhymZRSHMgyMZGK7ikLR4yTAJe0TFoBIDzRCEUMFW1KSbaVkuUAg4eQZQnI2nN2Ig8A24RdgNJI71KemheVkk9EJAnbsi0C3dGFXQBKK36FkA0dALvnTdmtspCqcdEWQdmWG0K2CwR7K3ifAA7bPZFVfshsKO9pbqVQy3aBaIdRW95qV3jsRNtlW0QodYi+YwuGzqpCTrvFvyq5+67Tilpm5k6fcRNw/eZN5WzG/pRafHuO/op+j7aPTS1AkUaAwkWDBkCzsRDS6UO+YdS0YS7RgqZ4yKRI28myLWkP8jjvRLmjlKEn6dAFuQsNQerFjulYxsYgU+osXKOnysiJTz4jsRNpl/RinFVyqrBPMmuYbLylRN7Q2aioX6qsTqctwfd5vQv5Zdac9/3iz/KS+LN65+/4Gj3w4IOsacv64tNf0KXLF7WwuKC1tVV94Qsrmp5JWlsHT3V1ffUal4FYIzZ0jW/63d6UUrur3vScDi6d0srVZU2xlh6emtE8a1iLcihJVUqqqkotIFUIKKNt2VboZYoHYCZUCrHgbSuFUBKkJITCweAhbvFD9Ug6Yk28O9pjaNq9ydNw0q5dNDqA18gFHe1HCyPKCtzEgqWtCYsnScZkLnQEkaZt2Q2EbAS0xoj87cWjyb+XahQooJEEFZUJ3EhuD41oBJC3+Ch6aCXHzyrODmIERTQWZCxz6WSGsmxrvBGDC+PAKQe1B9G+DRihmZcjgC3ehJFaTBqVdCOPkg4VHajSwK3yxL3KTX6bp6l2r6MYkFWrYrKx5JAna4syG2Wq2lqcntd8a0oTg7ZaaqvNjaI3t6Rq9ogmjtyl1sFjusBb9SKb/kNvfbMu3ryhT37ik/r1n/0FPf2RT2r53EU29y3dfddx3XX8qO49cVz3HDuqw7NzOjgzqwPcVnq0wQbfJa9zqh5srmp9Z0Of5mZ/dWtH/V5PrYV51Xzz3+CWvd3uqI5Jx0Y/055RZ9DRdHtaM9yep3JLkzvWPBNwqTOt+aqnLk/wOV4OqGvmkDHYWle3yrTdtgaDTb7XXdJ5vr299MpZbVGOrVZb2xNT2pyY1sbktPozi/LsouqJWW21JzVz5KROPvQ63f3I63X8vkd036Ov1ykOCYscRL76W3+XvvTER/TT//TvaPGA9fSzT6nX7WqC9mtrVu2qR79ntZhtlVPpH7lW46LfrBppLHw5hMyixBKZoMtp3BC3+Ix+v8iyrRJH+x3JKebECMoowTasKE6JZzfx7T0c+oCI5yAIYsyYSKUeYSsLFNqSbNhmDjOj8oXODpsGwtB2oF3IMrWh5MiHFBIB0SoqLlOJOoc2ICMLkIiiXQezP+WhBtOIX7iw2QUR37LUAPJYdBP1s3elutW5sSaEws5De7vhG/uSKfUCI6foiOlVbCP9lLCtpMivclKAGeeH+awWm8XM1JxWlpd1jUNk1eqo251QfLtvMw/k0tQS6Y6gSV/FRV13gQNqEd4WkAhecvkVbELSNBLhbEeoYE1gEwKQskd09AflMaAxCB6oh7IoRiljlZR4Saw4sEQ9A2PCGpSZA0DNWgTEp7d+v89hfKBRXNNONKhynUXStJkVfwFfpUrx9ztnX35ZH/jgB/QLv/IL+uwXP6d7H3pQX/sN36Tf/NBvcDM/r8de9xiH/E3FITz+mWL8R3IefHhGW6xjO6wTqarUog9WOQDEYSCxDs4uLJI/YzO1NHvgsNqpozU+Xb75/gd1Mv4Il8MYSybxrE4rqQ20KiulJAKVOktyw+7iasTbshvAClqSdUdnN4pAASMju5GP+NvwmNreY/JthkPBPsWoB0WxiIvPCoMADR1CtA1j2W7IYUhVh9QQhdqOcCgYQ5aH3AgP2S+DYoMsJneKNl7WMIq8scPLjjCErwKhT1YiA4tf8Hpt55F6aGvihci2Cgm2LQ9Hx6h4LgRydBo6gwNAd/ARIfMcGLhioLbKRr+zsyPWSyAzuDfL5Njmdt+KiYJuwM18J27IrQls2szaLmlPqW7Nqe4sqjW9pO78oja4OT/59DO6sbqsDQ4OV9nU185fUf/KDfVIo93fUY/FvsvJYYoJ0ut1tU1y83cf0+w9x9Q7fkAzpw5rAX6Bg8DiqaOaPzwDLGr2yEGZZ7bLm+s6v3xTN3iunzl0UEvHj2uSU/gWT+WXF0/rlcWTunDouJ6b6OkLPG2e4WBw89gxLZ88pXML83ppdlYvsnFfrCd0eTCh1fairgymdT1P68LKQJeW1zUxOaUeG/KRo0c0vTivbrutuEmJzkitlsyi2pue1gKfOtoTE+py6JhbWtTc4pz6eaADLMrveMc7dO7D79czH3y/Fie7msXuwPyCVlZWtRV/9Mc3VtuME6ldJbVaSbCSoves6Opm4tDcGnehF1aBsdN+Fws56x0LZOhJMywj4WABm2A3SuSQVSsr4oU4tLZlWyk1WBaeQHsu7AOEnW1QA3LYRLlyEAUyfZ4ZYDkqhYFtJfKMOVIA2i4R9aoOvY0N/o42OfILaLSFbcgmjLgN1YQYUOtduiEitOxoN+iIA4zawcP2sMMG/Zi3LYUHGmyFKCXSCkJ7rpSSIJoD1Ciwk6UwdZKYeqrAVeSJrtPpME5a2mbjucYL0hrzK/7518b6OmOnpapKMj/dwe3WE12sGQWGNGis7w0bJbKiHBEEhkOONzD0IZfGBBp3IQ9AFq9r9LaKrVnDGipRr3aqOGS3y/xqMa+Sk8IsylvHps56kQd91f2B4g9pY4MPeaoqVdi32y1u7LRLt6Mu892kubG1qY2tLW7fqzp3/hV94KMf1ic+84SWThzTPY8+wue1KfVZf0QFlhYP6qlPP6F7T9+rt73t7fr4xz+qD3/oKd3/wMOanprR5FSlyLPPGhj5bm5saJu0J9odTbGWJNavGNdVt6dpLior169rgYvPN7zra+R4QUhSqiq1AihbVYAqOsAUIUASHWJbyUSQJcC27CHoVudbBfv4oi3BmJhujbKOJLYVv+AdwT7AeMiPxxlfiYoFQcx0Emqs4ZlWmOXdMRUK27IbCH4EUdsRfQv2Pt5ueNskFCpHsAv7C7kr3iUsQweAxjzFZOkZE7wqSc1e1TKLYilSb3AmlQDQa/iwjUi2AykaA5IYwZdm3c0xdKmxKHoC4jR5hLViJUGiAiounmsCRLx+XWma78lTU1NlwmxubrLJTarT7SpSidNzm01um5t0FTdbJtzk4gF1Dx5WWjqkzqGjmjl6ShOLhzR/8Ig4AOthTseDwY62OP22mCB5bUM5vndPTujA3Izm2BSPLC1phoXrrkOHdfrgUXU2+hrcXNPapWu6+colXTt7QTfPX9bm9WXVLGydTluxwS6wgfbYqFeRbZDHz7//l/UPvv8f6z//3M+pTx2nmGzxVL9xgcPFKxd1/qmn9Nlf/1UNrl5UWr6uyf6mDvYqHV+Y1am7T+vxN71F3/Ceb9F3/+Hv1Xd/zx/S4gHKNTvDgpp15oVn9bmnPqULF87p5vINZW4RXUtdGr1XWR0mZ5X7muq01GtV6qVKC9OzmulW2rl5WZ/4pZ/V2rmXtDDZK4vDxtq2Njd2tLa6rps3r0nVtvq8VCRJsRAkbgy56Wgk4U0fADFz6Ax8CKllBgq5P6A8YcoMw+ehzrIBONuEIQ+AHPqYIxFvXGpb5QdOLD5BC7oA8SIOhQu/m5dtNDHHmT2xscOVdAnwxVby8AeFvSVGoQSpXbePaaQmATekaJEhdTvCrAjH61IEBBHfjhAGv2tDpBEd2mICYVsJsC3TBikleKBgSzI/3dE1GkLi2WCsbBNG24CGPvI1qdgukkBEUcEEeGhqjDo2mooNY2d7U3GQazEvn3vuWa1vrCt0dQixi4Qi3eijEUTjBx26ETBcRuQQExkvRRApWKP8Ze06O5gANeLggYghcAExDgBhlgOCDgaAZV/Dmo085lSfubzD5rm1vqb11Zu6ee2Krlw6r0vnmXdsnKsrK1pZBjggLy+vMneWeWK/pAsXL+qVCxd0gc9+Zy+8omdffF5fevml8k9yn33peX3yM0/q/NXLevSNb9S7vu7r1eblY5v1yMyzQ4ePam5uXg9w+37s0Tfogx/4gJ741Cf1q7/8Reaq9JmnPls2+KWlwwVvcHiIw8EWZc3UcRBjho6aYr3J9ENivWxPTMq2VnnWP3X4iKa4YIgjdIsDSVUl5rhVUXnb2EnWnkOkBBvYtmxARjL08IJ3QKF1m3ORNGEhbwtoc2QxDsIqALZ4R7qNuvC3BlRXMYbG5SVOCIgXdJCNEWO8YUoYxd0DF9koiDqPaGlkJRVSr+HCNIzsJkG7wa8ehVK+qpICv4p6N9XbZsteBIsf+r0bS0byqpkVnW0MDG0wHsQ0V4hToZGFhy4oRyi5GSZgKYKwVzlJY5iBEEqEeWgp+iQp/mtvO6q0ubWt2NQ32OirThu51Oa0agZoiYD5FAM5/p35XXw3P/jwAzry2KO66/Wv1wlOv4dP3qWfee979cmPf0znXnpBazeua8CCNNFOWpyd0qED81qYm96FSU7iyxcv6anf/LC+8Jsf09aLF1VdXFHv+pZm1mpNrg3UurHBBs2kfuGczj33ktZurvBE2VOUaX5hTmeY1IuLC/rGb/5Gve3tb1efyfgv/o+/qh/4q39JT/7If1D/45/QA4NtvXmqI33hM1r75Ee18elP6MKv/ZI++EP/Qj/0z/6Bnvvip/Xj//Hf6EeD/4F/pC89/ZTWl6/qwPy0jh8+wGRt6c1veJ3uue8+rdy4oVe+9IzOPP1ZfempJ3TxS89q5dxZ1TeuqM93/lWe+tcunNd8K+vKs0/q5pc+Q/yuFg4c1MzsopJ7aqUJLS4uKdc7OrzQ07HDhyReQbLbCqgVfSLRUSqu9F2hsFMROwurhlY4+KJUEIzZkEHHhA654R0BMrsQSBofNmUSoys0YtvkA1iySyCRY6QukyIR8KoJMos1StkuEHRApFUXXcSiTLHxhz0QeruxTyyWRMQ3fOjGgZiFNeUjCnaSpQLCRT6g4iMnSqcii3wCikaNfSSg/S5sA0ZS27KtUblg8ME3cjMJbQuhXs3ZoZdS2AJh65TGzKkVZSNsZGEPlQIDluEaj1mpT2YTT6QRsLR0lNemxIa0qS0+PRn7uHXWcUttGkFEosXIIRKAQjBMsEG3hZGvQ2pSa3CEGnK6zQ0zskRUhcsQIc3IctDgGkVpX+jQRT9GSyRevfLOFgffNa2tLGvl5g1dvXxR5868qAtnz+g6m3eR83J3/ep1Xb92Q9eA69euK/7vfSts+PEyduXqNT35uc/qY5/8pL7w7LN66dw5XSO9amJCR+++S/c/9piO332Pjp64m6d+aWlhSSd52dvY2NQv/8Iv6If//b9WrGn1oFblSu/4qpO0rbS2Jg4U17XKy2T8cXKsj1HRFpv65PS0OtOTqjgwtDo9TXM5EHRnalrtyclSo2nbTQAAEABJREFUlxb1npudIcxKVVKVTPoAladpBEtyGTAgeIOzop9Cb1sI8C6gr8RFnK/ELmxKVhFomH5Da8wxehhGITfSwKCvwBfLMu5GxhEfKOUDj8RgmoNw6EMV0LANZXtYQKQGxvyIHeEx1TCO5ZGwlGrE3IKLrgR7CvLdY8apsGugGczkULzJy9KrxIsY2nXYQdvg8GCLX8GCEk/uVrgIESsaqiohkhAAxjI2g7C7HSLHmnQku9Lk7LwmgBZPX/Fvyefm51SxCWeL5y3uyJ1Km6nPU9iafunHf1L/8n/72/r3//pf6T/+yA/rwtULev+v/jKT7CN638/+lE4eWdDpmUorz3xBRzodtSwtb66JT+byhNXpWN7e0PNPPqn3/6ef1OWnv6STBw7p5F2ntHTPKR25/26duOcuHTx8WNNHlzS3dIDb/5zuOnxas50JLZ8/r2lmyMLBOb3w7Bc1wcK21G7rJM/hS/Mzmpvr6q5jk/qOP/wt+obv/TYd+po3anD/Se2cPKp08oR65NM5elw7MwsaTM6pHmzpMGntrFzXLLei6VTr7uNHFN9CZ2bnNTkzrR0NdGX5Bm0yrfseelT33H+PTh5c1Akm9cTymnZefFnbzzyv3sVzOrJ9XYf6V9U//7wOz/R04MCCUqo0Nzeviht/q5UkFt11bia/481frbt9QMtn1/UjP/Yb+mt/+yf1fg48fVUa0IeDFNNMjWPSNFxuePQKaDjCoTyoIIHMxlAWWGS2VX6GeRU/sh2po6RuYhGOpJSesuxy0PvjuahCRhHKIlFomHIowD4M4m8LEgPUtkx/2kYcINlDrAZr5G5hR+J9mPSb/GitoFE2PMQdfKOjcOM68rfJDJ/YWG3LBqCDjwNAYBsZMB5V2pNBScED6TY7NY6sU+jhbCvsLAlS4aJ8delHKc5Mg/4AmxQq9Th0r61vsiExBnnejpe4AEUCWGTVogPwGagV7c/Qw5Mp+lt9iYaq5E2AxwRBhCCak3RKknfEioxj0RDlKxcMbCl7TcH7fKaiu5V5gu9zMFm+cU3XL13SNW7jL3zpOZ3jwP48m/QLzzyni6+8orMvn9P1+CepvIBtb/aV3NJEd1LTvRl1qp54yNPl8zf0qY8+qQ/+6od06cxlTXhCs91ZHZg5oGMHjurIAvN4/ojWlrd1+eqyvnjmnJ5m/Xjimc/pQx/7JX3msx/V44+9Ud/1nX9Yb3nTW3Xi2AmdPnm35mfndfTolKI9ov2nZxY0wRP+Kp9HpKSUWkps6pscDAaWqm5X3alZ9aZn1Jqc0hTf7bd4pdtYXyGtadq9r+xatmXGkJ1kWyOXlLXH7VGhHzML9r8I8h2sQxbQqKCiUxqmhKYshdgX7C/TPtUdGFKl4xlzY7qoh+1ST9CYRkr7uNACthvxCDccYcgtuwHJKg6+YIKhBEoq4hLoVVxYU+1Ar2IxEscEoGYjdh+2rPAFpAYh0j5XmmZXEmpyxtaAZINHIKnRaeiybBe6CaXABZAH3pNoz2XxdEapwVv9WoeOnZQZgCLO5PSUKp6aWp2OUrJ6Ken8F57RD/+zf65zZ1/Uo29/XJdXL0utHV27yuZ2aEZH+IZ+GNzfvKmd1euan2hrttdmYnY0yY2el2xVnOBf4Rn73/3wD+llNsW3vftdets3fZ3uecvjuv9Nr9dpXgkOc9JeOHZM80eO6Mj0AR2YW9TMErff+P7F9/eDrZ4ufupJff59v6QOT3kztdTlk8LK+Yva4GTfZnNcPEK8u45q4uiiZk8f1+TxQ5o5fFAzCwuampvXxMyspmbnNTO/qM3tdcUkbHU48HASn+DbWvxh0zQTdzsWmG3rUG9W5kYxuXFN09s3OOZf02J3SvdS1re+6U16w2OP6iCHow1eMC6dO6O1G1e1vbGmzCEkFtcZFoBpFoAWbSk+LgzqbT315Kf0nd/1X+m7/uwf0z/8wR/Ut/2+P6BH3/Qgi9u6pJayDA4A4Wv4kGXoXCZnULUQh5fGpktmUYl881CDsnjbSFzo8SDGbyxoBcYV2I+zjJZdttgSsWBKG1jY47HJuxDyzOIfWDkrs+jXw5s90RSlCYimibh2cCpy3cEZjXfle1SIIo/IOdJV5DWE0I2XXcM8wv52O6F2geQkS7Kt+CXmgQ1FYW0woFd1Lhrbsr1LwxR6VMZginZoI7n8Agtnm6LTblQsyhsHcSGLT2kBDDH04sBaa5OXuPi39JaJqaga2RARjhSG4X4+FgEXe6MH8IInC41c5EtqpEcqwzat6cdMPwYeQTxl1+RYU6iauR5yIqlClnnu7jMnBhym4w9sz515SWeBV7i5X7l8UVfZ9K9cuqjL4Litz0zPKv5bFXdzEz916m5eLbb1Cjf1q/GvZPhGXrPJnr73Hn3je96j7/zuP6B3v+c9uvuhh3WdW/qNzW0NmMebbMYLJ07ozMUL+pv/+9/QR3/tN/Tg8bt134nT+rp3fpN+57u/VXfz6a7T7ir6empiSscOHdE9d92tY0eOa2Eh0aZ9hYu2jpfOLumajX5ru1/WyKrNGsla6SqpMzWt7uy0esAg5vBgoDZyceDKkYhFywJghhB5WnZAyKw7Ow9tGlxsXMIvH9BXNP2uXQ4+uBEeV4Y84A5pR9mzjDXK4gnCdgS3sCNxwbmEewH1FWlpzKUxuqhG6dku/EhvNzxoJFJDe4xvaLvBu4o7EmFDxQKN9LuNsysYEQXfWp/dRkVrjX7BNDRU8UydgvcHmRgBSKO8BSSbuAAtrjs5u9EbZQBIxZaFVtqVKNweZwZsV+2JSU6etaamJ2VGYZQrVZXmkH/+Ix/Xv/g7f798d3rp4hl99LkntbJ1U1/7zrdp/cp55dUbOvPc5zXdlXbWrqtrNqCdTSWezDtsbFNkNsXJ/joT9X0//VN699d/nb7j932H7uJ2vXDwoJ594QX9yx/6If3df/SP9Bf/2l/T3/xH/1B/55/8Y/3Nv/F/6J//23+jX/z4h/Usi0H83+kuv/SSzj/5GS1y0j/gtnqm/BxUttn043awODenyzeva9BK2qmkmkOGe225VZYbIVGLBaD8hXKnq5wqDVjAW2zyXRaXCTb4mel57Fq6cnNNH//0U3rvz7xP//Dv/j197IO/pn/5Az+gP/Vn/gf9v//639af+wv/s/7xP/sn+vgnP6a5uWndc89pzUxP6yyLV+bmUpF2h4VhAL3Mi8A6J3xpm7V1m7Zq6cknPqEWB6SXL5/XRz/yYZ158UU9cv8jatWJ3jJlaCDDCQgcXRl946Zji1S7LqRoI1rIxsassTSyRHsF2JZtJOEzQQCtAxpFCy2sFITGHMIY37tA3xY6TJLlJNkaOgjso7ix8A/YIOphBraLXUIZJfcwRkHotE8g2KEAXaFKoNtck12kKPYZ2mOY322GRbA/keAKUAnb8hDLkm05JXAAtIxQksHa70JkN3LbmAxhaEapqDXlKzw6sG3RfJLxCYDHQ+ALofJprcsBvNfraYKNKepaMbZ3uNFvsIleYSNMFQNf4ciFukffRGaQIWwgGEdsgPwaocjaiqzswICsKGWY05iQ2AcD5Oh3+jMDoQucY5NnvA/Ag35fg202Xb6913zCu3rxvK5fuahL3NivX7lcnrfXV1e1zvf3tdUVbXNQmZ+d1SMPP6LH+Rx46PBhffqpT+t9P/ezquu+Hnn0IZ06dUJLvKYtHVxQp5tk1pp2u9L01IR6tMvrHn1Uzz/3rB5+4CEdYW350f/wH/Ti00/rT/6hP6Lf87W/Q8enpnR89oAWJ5eYg3NqtzqqmKcBXdaDOdaA06fu0hKfA0+z4fd6LQ4Zm+TP2khcctQkc/rgwgFNdyaYy6bqWVHfLnO/g02bftnckWo2+sleV+JAlEtbS9GawhGLULJHEhWXw5a2LQzBLWokt/s8Zn+79hbJyDa68RaV9hdlnzZTkDxmEKZ2hCOzcZoqk0+UixE4NGj0TTgUDVEa4jGEGX4kaMgm3CvDkMdoXzngf3t9JrkA0Ffq71QgGiQm4R2TGFaliWaqSJNk39k0ihKA1rZsQ93ZxyALiFOqGeQnOdXucEJuddpKLBqbLBj97S2ZCfy+//hj+oG/9X9qgrTveeBevee7fq/+wt/4y/qv//j3avWVc6qu3dDFz3xO557+oi688JzqtZvKPNWbid3i5tph0neZ8K8w2Z771Kf1Z7/vv9U73vIWPf3EU/rpf/Xv9f/5s39R//v/9Ff0gV/+Nc0eOKCPfuGzeun6FQ0musrTPS0zmV/3Te/W3L136UvnXtYr3AKun31ZW5evaKrT0SQTa5oJdpBFITaQ9773vbrEzaCDbmtzi+9ra9piAVlhMbl544Y21te0w+2ixSm83e5pq7Y2eH+bnDuo7uS8nn/5gn7jgx/Ve3/257Q52dNjv/Pd+o4/9d/q6MMPa21yVq//1u/Sy2lJ3/xH/5SW7n1Qz/I98X0/+17903/yT/ThD39IB1lcDh88oDO0xRrfCSc4KG3SFjeXr6mqag4ZfZlnvYVuS09++ANa4QnzmSc/poVWX3cfmNW9fK/vMCYqus8yHQhk0JhHUjQ8Xkihi74OGLMZkTHZCl0iRSDFmhOgXYecdMi2SGyTPgAugrEg0sN0V9LwjcRIbQ/jSrY1cjHho38yC9mABXCUV8LEBLaxH6YD3cRzg0ZhsAHB79oEMwYxP+jTkn6T3JjyDmTYK2bDUBfpFpBsAxUE8y4l6KSELMA28vBgNS6XTBt6FNqN3m4wiYxU+zH6YkHHQDb5kGdKVmIwpCSlCMhjls3w7Jnn1O12dfLkMT4zHS0HgJr5epl5kSIB4Ur9S8vDhC+CZswEOwYWv4hnBaVbXabfMnk3fUg6bPLahZon+VqxXphPCzW33bzTV80mv8Nz9+qNZW3ywXsLOjb1q2zy25sbZWO/SnlrbCe7PT380EN6mE1+i4PBb/7mb+hjH/uwjp84qnd9zVdr8cCclvm8ts6L4SD+65Le1mBnTVtrzOnrl3X9zAuq+Jbu69f0nre8VT/89/6+fuB/+1/0VXed1jc+/npNsyb1Npe10M6arFpcEHrquKuWW0qqCrRSizmKrtPTXcdPaLLT0tzsvPocopITeW1oJ14MLl5hndtQi5eDOJxs7+xQlh2ZtbPNfK/4xLC1LdU7A81OTSnRp81GT7tp5GjoIWnv0aL1o8e06yzbu9xvF7E/j68gVfr+y1qNinmr7VBuB2Hqsz+lNM7aloon0NAhww+ZBt3Kh9Qexhlie8iH8v9pICub4A75xMS5g3ifyG7ipiGONoi1ibVMgcO4JmAcipkGNF0YQ8pu4mrXwceg4ykpFg9FYkpKDPwtNuNenD7Rra2tcCvPeurnf00f+79/VvdNL2licVZv/Jav0Rvf+WY9sHhQZz76KV196gvaeO4lVVdvaF5Sf+WG2lWWzaCvdpBsQ/e11d/Q+asX9cf/mz+hmxeu6J/9zf9L7/vRn9I6syTBkYcAABAASURBVOHo3Xdr6egxzS8c1Oc/+0WlyQm99KUXdfbjn9UmN+qDE7M63JnWIpPy8MSMzCZx/sZlrUySz+KkJg/Oq7Uwo622tXDskP7TT/24Di8sqsVzvld5BmeDr/kenrc2tb29obgZ7MQhJkvzM3OK/9hIxaGg1e3qNz/0EX3huec0zWR99PT9esOjj+mB++7TAU7o9ZmL+uCP/6R+9B//LR1KF/Sz//Hv6qvfcK9Oxsbcbuur3v42xb+9/Ymf+DG1eE2Y5qn+8vlXFE+VmZeNzA2n2+uykMT9dYe+6yv3t/QKh6Qf/sf/QK+/76Tmp83nhA512dF2J/qKJvwt+v1jy/QDQFq2CfEjNORpDoRNCCGFfqjT0I3SzMqMkqwRDysYomSVKInIEHj4hg6bzEZUA3RCY4+BbZXfOA4aGGb7FSOblACJMc034gQ4UmfM3zkRKzuWmWK1a+Ih5dAVqORUSdTLsdnawg+t7ozssHGjhA7CthzErYAQL4UeqIAUQNGqlFRRhha3dEhV7Zbipvutv+vb1eVgfmBhQaI34vAUL1Xx1+mljZGGb/po2FclE2jlUO1CZhMvawdyspWKnYoLy7JuQ8QmH/1cANtISYExCLoAaWVu3zXrSWaDjD+O3Vy5qRts7qacoYuNb5VD8A4bZBzQjxw9qlOsA9vYv/fnfkbnXjnLt/NH9djDD8n0XcyfTst8J++oxyfBbq+ldqdinrnc6mteyRLzv5+31J6opNZA3/p73yN1BjrAZ7zPPfc5TRxZUF6a09bcpPqTLfXd1yBz6DY1iPIDdjCSlXTi6AkdWTqswSYvDqyHV69e1YCXw8zm/b6f/DF96Fd+Va8894J2OMD041MCdelzsWi1u+qwucemn+sdzU1NqiWKFIs16ddkASsyCa99jjZWSMNWvzVHc1F6KbB+i84eFfK/LAFH2e8Q5Xa591mlfdxXwNgkANjgkqmVCq3fHsdg+C0nRJHwlIoQP0qn9C2M0YDu6BMT3cbCDMqYWOCRYUYeEBqjc0ymkXIf3ouU2Ihyu6Pe0gl1gcRz9fWby4r/qEScPCe47f7CD/+Ifuz7/7+a7O6o39vUH/6+P6C3v+5htTmdn/nYp3Tl2Wd14fnntHrjCrlsa4Hb9zwwxSSc6CVOwhOa5i1/c+2Gnvn0p3Waw8GP/cAP6jd/5dd033336+3vfKcefPQRveFtb9FpNtPZudnybez1jzymtyB72+/8Wn3Ld3+Hvvs7f5/qyzc1vd7XQyfv0rvf/XX6pt/zrXprnPIPLak3OSG1k3ao9zW+kX/hs+f01W97u8QhouYGoTU2e07hrAPqtCq1ktlss5I2mYTSm9lgf/1nfkp3Hz6q97znW/Q9v/e/0pv41nf8wILOPPGEzj7xSW3wknDq4AHde+Sg5ivp0ERL87w0PPWJj6m/ua6Tx45pfn5OJ08c59PHlD7zmack+qLHQnzz6mWKZ4mNPnPb6bMA2lar09La1oZ6qUXP7+jls1/UXScPaKAN8c2jxCf4ir1JxVgbDGItzoF2wbYUIIG8CxpzESOPjXFTh4iSVagxy4bMoACQYmWJRTmOMYpIjNloZRSSiG8pA9qNoOKMzvRJwwSnkAAiQhgHSJGkhs5g24of5J43ZAAa0cMBhiZ3RdnQUkwrlYKYEdNALqsvlk5KJV2woiYAvJAHOIUNIEvoVbAppwrkki70mDfqgNxUY08z5ENnWzZ5gkcGdsgaSNBFbml7h82MsdPrtvS6hx/UwcV5xTNzh7GWqsSw3yowsg9sWVScMDJtYHdTzrWi8DnwEDKFzdzWM4eyzLgV8gwYCD7kwibGdI0+Y1cOb+CgM4fxPGBGsnHX4B1etNa4bfd5Sev3t9WqrPmFeR1h3hw5dlScZPRJ5tkZPnl9/e/8ej1MvRIzoc13/qNzUzow29P0ZFI39VXV23J/U21wl826zcyfZM3pssFPz3XVm2prYmZCucr63j/2J/TEZ57QCp/MJtlwJ9mAO6x7ZE9xKR9li/pUKSnaOFOnVFW0U9JEb1IP3v+Q7rn7Pol5u7p8HUT+tPOhw8d19fIlXTj3irauL6viUpG3d8ptX/RVi9eJNof6eEmcACcGvZtWLs0mufyErfa5oVyOLtmneVWGMZexp+gRYpbHAPK30duU69b0EJmcbd+qKbzRFWIY3MksDXW7yLvU7YRt2S4dZoOj81IjM7Q9pMHC2fBDTMTwcF+JJ17EBb6sdbR+GFkyv/ABhdbQYROTbsjtIfor7GyrxBnimLCxGQuXUWQxjFgkQg1VpDFK6H+GF+xtntww9sS0Jg6d1M7EnHJ3SlM8B8YonJmZ1tkvPaenud3OdQe697ET+u//+p/TV731Ud145hn92o/8qJ795KekjVVO09bUgSlNL82SV5/nq00mcdb8/LSmp7qKG+sLT39BbSb4C59+UjXf0d/85jfoDW9/sx54/GE2+NM6xtPcd3znt+t7/+Af0Hd82+/SX/pTf1p//s/+aX37H/v9evwdbxKJqlrfUIvNeqLd1gab41Weu1989jmdff5FLV+NJ/GkDovf9MSE3v21r9fhw4d4NttW4kmwxQm8TRvXPAeqLEoD9boVN4OsXntdb7//mA7kbU3RTucvnNeVl17SNt/4J7kxHOm2Nbl8Q/naRX31V79Zv4tPCH/ye/+I/tz3/Rl993d+j77+d3ydvu1bv1W/53d9q46S55ve9Ea9653v0qFDh8p3+gEL3TKHjyi3YxHk84jZVNot6kGbLB45oheeP6PFQ0f04rkbOnnyoHa4lVS0ZoUtSLe53EhM39sRSjYYgIDRbc5u9EZjRwiBt/foGDPj+dkWwworkayVDcgauSgGD7YMmcyQzEXMdFPCzsaOyB6BKvTIFGlAgiMM5GTiJNmhlyAUssDCZfpOTfJwQ+80JG5BIbZl8gtIrqDhHQlkaCnxMyC4kGToOlsCG1lAAgswZRNrRwZEWjIaG1WS0GfiBdQ5Wo+6gUNeoNhhi52NjkrYgcN2CEN7hw15OfKB1tDZRYMEDC30ZKkOt/rYQI4uzevk0UM6yKH06NEjajM/4j/busI8s4lDzJKUJVgCNa60Rw0dwHqQs6JkmY01l8qErOYGG5thX7EZEqjmpj7gNWzA2B2wYQ92dpie29htq+YT3QB5n+f6AfIdPpdts8H32UwrDiC9Xk83b97QJi9rojAHlg5qcemAPvO5z+pn3vuTeuSxR3Tw8EHVHCY6zL345r4Uhxg25zik9zpdUTxdu7aiLz79JX3kE0/o1z78Ef38r/6Gfu79v67f/PDH9fSzL+rqjZsS9d2mfPFP4o7wWnAj5nOPzZ+n9i0uKnW5gW/TCX1RFEX5TPvXHFD6lL2mPWrm6eTkjN76lrfpsUdfp6tXlkn/i9qkDd757nfr2F13q+JCxILEM/6mtlbXtMHL4SbrVJuNvgusrq6q1+lwsBRg5okUQeQpa8/lPXJEhdqUI/BIdieMiWq6MbpNMKZvI/1EgNdePmOZoLCNagjQAoLT0GXGa8w9D/nAthW/kjbUUBWWAIVAgIlEYGMJyMFadsCI1j4Xs2lXQPl36TsRJDNMzEqpApjSgStwySQsVGxUHPxI7hBYzU9g3eKsIiz2DSmcbdl7IFnhooEKjqBAI9dQr9dy0Vn0yShGmDrikQ8jkwaVykDELnQFHGETydjalgISWPtddODsASbZwcO6cvE8A/Smrl67qonpmfIdrTvIPEu9n/P0jr7pe79bf/CP/zEd4zDwoR/5af3if/oJdac6mj99RIfv5an58AFNzEyqiok5N8Pm2VUrqfwPNy7x/f4S39Kn2YB7vUoPvfUxPfZ1b9Lhew4zHjfV5Xu1zemeZ/5W3lS9cVM7vA4kNsZ8lifvZ1/QJk/4W3yv3+yvajmv69KNS1pfXtbEjjRVt3SgM6XZzoRqTtMT7Y4uvPyy/sJ//+clqr3DgjIAMptti3aICUDL0XYDmTLGZlthuNDNqvKaLl48o2Mnj2tiuq0cN4e2NODJvV1Zq9evap3PBX1uBjPdlh657x49dM9pPfLAfTp1/KgmqONEt61Oq1IL+5N3ndQxbivR1tMzM7rOrX5qssdhpKPKbW2sU++JSR3nJeNX3v8Bra9voZMmOKhEnGRKNuDYFl3Kyh4TnoIrBS8pUe4UmIqkoJHDvqY3dnIJQd61tffoyHtXUQgr0XbCjaxibAfQicqsLoUOPQaJkiXSiziBbSt+qGUnKeoVc1IVtMtY1sgZ3g1j6hPQcHthxkby8JdkO1iwpEJaJp9ovxbtXEV5FK6O4I6QsZEsZUAKSnbQAQnBECi3SDtTh2zTHVaWy6tApFGTTg2fwaHPwpEEXw+UXQ+BFg5ZASuHPWmKNE2bmLhCpoLJdxw3CcnYp1ZSG+gx7mameppnjE2ykaWUyj+1i79HiX4hNyXsbcsGhKNhg7IdDICP8lGamoNwzUYWcWkQ1ewgfV6gAnbYwPtlk99RbPKxgcdtvUZfs8mXGzyb+gAIXZ+5s8PrwwBdi4NJq1WVMpTNj1e4TPYf+NAHdP7ihXLzjgP84UOsS7MzvCL2tM13/k899Xn96M/8sv79f/wl/Y2/+e/03/3P36//7q//S/3Ff/gT+iv/5hf1V/7vD+j/+Okn9P3/+bP6tz/1lP7tv/uw/tW/+DH9ux/8Af3KL/+Snvni05qjbS5deEWbmxva2dlUh0N+HCKmJrpq016mBysmVrtKwlPnPnlvqubAkaoWr5Izetub36ZHH7pf5185oxfOnVWPA8g9jz0qtZK2WGO2N9bLf87bHM6pVjSdpientcZG3221VTFPUk40dPRIDVZpC9uy1EAeYmTadRld2OddyYiI5b+mEUMbZc2UN1KnexU5BVQknpAbYDVBXpNelm2ZhJysAgbDh9B2UAWCinimjWL9DDo+u0TaacwuKpzjFMY4CjpsbSulgCTbDcA7SQnQmNvH2qagANi2JICKFhw0rG2ZWJFQQKEJXBirMbfCuUGQQThS2A8ZVQAobMPCQWNlIAGG/636iBudEvEjmyhb4OAVvViIYYCxyU9hgC5sG01WlC1OibIUDdzQWa/uai3MzRWoqkprnHLnFg5owCBt0Vbrl67oyU9/Sr/3T/xhve3xN+hf/l//SP/mn/1LfeCDH9Ljb36zHnvLmzR/7KB6bOzTC/M8lU1qhvRmmKCLi4s6zu10YWJK69eWdeXCZS0eOapH3/FVmjx8SJqc0iCeqrsTStDV9Ixyb0Lt6Tm1J2e0TlniP1yxvrVevqGZb211vckp/qLOvvKSbq4t68ip43K3q2m+rx/ic8Bcb0oz7Z56rtTqZx3jppBZfFKdNeBJbbA9EOsV3/Q6alVWi0ld0TgxATKHgEx5TvAkf+XMFzSRV3Tw0KJmDyxqnReA+IOhmgVuhxuASLNiwmwxeePb+wUOMVcuXND1K1cUC+sqt6gcfcNgnpid1oMsBAt1milNAAAQAElEQVQHDuj61Ssy+Q12as1MzPIqnzhcbWhA+c5zwDr3yiW9/PJZnTy+qBadaZvyZpU5U0dMIg99pD+S2C7pFhV0YBtZABqKEqIh1EIUXhqF2CmASazRQBQuA3IECnXS+EgvyqILqqY96t2MrJhmiUi25WBkycbHEmGFi3iBYyxHfQodwW46wdwJiE/kLHAA6UpRtoQxAE+oCmxWbDs4YG+yYMcydGs+LmKCDOx527ItRToOLBxYQKY+pJuHUIMLoMvYm3IpAFrFuYSowU0+ERItmgGZUVHWiEPaAnsEpOFdqKQoSyY2bR9kt91Wj/kQzR2b2YBxevbsWTXOcgLcgKzwKjIi2JYNKACdgWKvaCigLjf1Pht8zIUtbqux4ceNvWYjrnkxi3khnrbzEFhIlJlwmfUkoOaWvMNB3LYmJyc1P7+gig30N37j12VbDz30kC5duqRp1oN51gPzAvfRD39Uf/V/+V/1v/7df6Ef/ZVf149+9KO6OD2hVyjz2Y1trddJnb50/4707kPT+v3veED/3R/8Bv3pP/1f6du/85t134OPam5ugfymtMHcXVuV4sDeZlzEvF/m4L587Yo2WE92+PQ2oH6Jq02burctDtSZzX5L0T8brEk71PMNr3+DJli3XuCT5cr6mg7yEnnqwftVE2eHNSLSreM1ANsBuE2frPH9vt1q0R4DGjQg06aG/sp8dHNYWsQrEFwDI0nY1DABIw3NStvCRVYB43FRFhEYi11vFyk8iWHvWBcicSQjTZiMQ5L3LR2YquiFPIh9YxgZBkU8vt4gS8DtPspRpCYE6A3bshtI4ESHxmAudLJQAlLgLJdqiHhykh36UIElmZ+yivNYWEiCkO2BS0U9lIPwwXG2opFsk1qAZHtUbVm4YR5Qxd/CYhvikbTEaOIhHkkhiy/a0nihGULhi3pfQDH03DNfVPxHKmpO8AcOH9GBg2zCTM7LL76sv/jn/wd92+/5Nk3Pz+ov/Y//o66wkW1i9/v+6B/R6YcfUnd6SvOLC4qnuMnJCU1OTSramxorNrsneNb/8G9+UFM81b3lLW/R0sElDhMbrAXMzJj0axviaK3EgtTn+3nN4rF67Zpu8M3LTJBpvmmxuugm3/TOX7qgc5zGBwy6u++5V29661s0R94n7j6pxYX5sjG2qF2LlvnSF57R29/4Zu2scRpnYWEnVR4uNnGISVQ8JSsmc4oOZmb0WZwGqc2NaEpH57q6ef4ZxWGpouwLh3l5YJJuxE1ge4PXjpu6ee2yam4p00ziOeo9za2g12lrGnqGdulAV62KElkbTP6jJ07Stoe1yrPeMk+GOywa7aqrdqvLzaKnf/2D/45NPWmHRfMe6henZTNuaspFlWV+UdTYEDMLOwkXb6Mp0IxfO/iiIrAUY1vRI7BDH/WK5DAdSgQbY0W3OOKjMSDAtNl4HIUr0Zr0M+UNNmwojTCXgiH/QJaYIxFGscJSxY3iBRZ9IdIpirGgVGOXH85b+EglUrQJnaQAgeXmRyEcYKMDkEY+Adp1IYeJxEIPOfJ2oysoyBERtkAUNROnpoB1FsWPspF/BpBnwA5aGkVVpCMc8zKDit9Vhm0YBAZIVyUCdKnXCFu21ThSoSBtbpXxvb7Ni1av21P8M7unn/5iMdk1LdwwQGiTRnjaqEk+GMuJfEizz3jfWL3JU/QNbfOK1Y+D99aGBjzFZw7HNXN3wDN9g/vMiYCdgjPrSIzhgNKnpBd/VzBgDYkSxGHkczzXd5lDS0tL6rMxHgTPTE3rEt+8f/Tf/pB+6sd/RrnV0/d83x/Xd/7JP617Hn+TrvIsPuC7/NGlGb3u/pP6vu/5dv2//th367/9zt+jP/pt36hvfucbdeLwrJYOzOuhhx/V29/+VXrd616ng6w/R470tMU8vskGv8mun3l1qCwFjjptDzd7xx/nMc/araLkzLKjTrsF7rPxb+uuU6e1xGUmbvHXWJ8mlxa1dPyEEoetDTb1uNn3mfeS1WcOb8Uf56VKNReQWqx/dJlL30rSfiBHibZi2hB7pMvMHTWgW13GfAREJVZEN31qEjNdmSAgUZIOCccoNUbZmcQCQHf0ocuR4q52N0puRLZlAwkgM9soRkpIufkNdTZ8AQmRxh1FHWdfmyYZJbsBSTaSFBC0cFSzlMPQkTRAo+OLLcJdHPSrgxs7j1mQF8LwNGc0/pgOMsm7nWX40mjgfZ4OGPEOe5gSDzqKTapI9vw+nvwjDqZ7BjC2x/g9sl2xGTHx1jbW1Jmc0jaDskUmv/aT79W9PCc/+PDD+rX3/pweeOAhvfVrv0bv/N3frIkjB5U7LcUE7aWWKuwrBrHptTipz83O6SAT9vTp03rs8dexwR9kgA1kJmfFibnNBtliwcg3r2nj/DmtnT2j1TMv6uozX1D8t+D71y7p5rkXdf5Lz+jmxYsyN+BDR47rDW9+u17/prdrCbrPxbTLN69JnsnnpifVozwxgc+zQDxw732anZoup3FhGN/aova2Fe0YC0qKzo6VmQNHBrc6k/RXW13aY36iUnv7Jk98azp+6pTiL2cPnjqphcNLancrPkfc1LUr53X9ygWt8DlhwOLQY5GdmuioSzlarBwtxlsB8pyiXSdmZnT3gw9qhteHdTb7SxcuanNjS9Nz82VzYC3VBs/2j9NeXerUZwFKxM2Uj1mMzxIljA2qpryBEch2gZQChyTABAB1bMYGNJLigwSIVti9INLf4/Yol/TDniyg9zQUiiKRA1FrFsUASJl8E2Y2cQVYhBl5YOHyEEB4UoiakdyIimQbm6hnAexEehJzV+hJMywg8chGPNiMQ9vC7wNi4Y09iBwLUYLItxCUAUz5R3k2eRASzS6BItGoY0zTiDmAoEuIy7GxpuY15Yk0NLKPKNDwtiOUbUkAOAMNXUkhY5Qqoys0eHhocOCAIg9LywYkXqfMRmRN9Fqa6HR16tRdfAZa04svPqdtNpyUUmMb9oDCmSBooGSXgqdtkMdmvLa+qiuXOWCfeV4vv/gsm++LunHpPJ+vrmj1xlWtLV/X+soy82FdO2yeA+b1gO/hAw4AOZ79eao344KGUYydVispLgWBB+h3OMxf5fLwhje+UVXV4sDbUaoqXeFW/4vvex+vcrVOHF/S4296i173lrfqrocf0fG5JT26cFB/7vd/h/7+X/oz+ut/5nv1u77hrTr1+vt05IG7Nc0rwcbNDa1e3dTcxKKOHjymAweWNMPL2tTkhCY4ALVYqxJ17jBXu+2WKurNlKV9sgb9LQ7bm8BWodmZy4XArJE19ZvmJaJL+8bGHZ9Ijhw6pAF1XGWeGt0Cl6Wq1dGANs8cdFrtNuvIFo0q0qkU5wYyauYC44YWv807S5YagBZuJIN8Fc9IxDbGbRjYJj5QsMTIhM+7kHJY1drb6IsghHTXHm0kJhao8VFmwHBRJlDRRnvaibZMSim0pGEWaUiKIBsijEdQIqOPW8xIBk7Ano8EREKKyECQu1ojHQKJR54BNpMPUECxHUUaYaFyBA2WBFdAt7iYFAEjsYdWtkciMPQwaRsaiYZ4iEKikNlDvRpnN3yS+YVsiC3ZVvyEy1A1ALnfW0hdQDgDd/Z0CgOxZpRvc8rcGmyxcV3Vv/qn/1w/94Hf1Le85z26cf6i3vjwY/re7/0jOnX6tBaWDqrXnZDN0InVrRYbKqkzqLuczCe40UYfZg4MU72JsuF2mMQthlo7tdkou4qXgGlOwAd48lo6dUyzx5Y0fWxB0zxZTx5f0PzpQ7rrDQ/q4a96kx576xs5lT+iI0eOqN3pkJHU6XQ1zcY5PT3NwjahLZ7W449trvMa0KY+i/Pz5IYpZTKImch8HZRbRixCQp6Qe5CZkDuU35qamEZSK1H4XpdydhIb+Ss6cmhe99x1WNq+rJmprJMnD+ruu4/p1InDmuxhc/2inn36s/rkRz+oT3z0A3rikx/Wk5/6mJ564uP6/FOf1hc+8xk9/bnP6enPfl6XL1xSq2rrwOIBLfJJYImDw4FDS5rnINDmcePkMenY0WnlOBCxGDFilRjnsVgGiPaOlwlRfkFTVPRSJauiP8ygjHpp3GUY5AqANLYBkI23xJDSyFlmUQpoUrKhh8pIIpJr2KDofAUGGl9UxY7oZp4mD5ChJAw/WohYK6inmea5wEgeyWWCiJHRhEVAxC1AcSJu5FyHHQyeMhft/oCyO1kglZVV4SJl8AgRGY+g8VGOTNuydpMmRuNKTAyEDzvJyqWygUWXRIlrHn5FyUIb1qUhZLuAho6Ui40soSKQGkK3OAxukYxYe0wHnYBOu1K7Jd1z3z1qseGsra7r3Msvy6NIUDWvWwPGUJQhVZXaHeZVSpyJB4oNeHXlZvlL8ksXzuvihXO6ztP2DebW+Vde0ctnXtKFVxrZ6vLN8j+d2eBGG/+9jW2+Ue8AfQ7zzS1/R/XYZt9UOIPIiwP41avXdOTocebvttrM2wOLi9rgs9dTn3yiNOAs/IDDwKmFGQ3OPq304qf1umPWt7/n9XrD605oarZSv5U16LU1d/wQnwYPaHn5hi5y2O9OWAuLs5qenC5zrkrt0h5z8wc1MTGhinpXibqTbxzEY0OOMrRa7ZL3DuvXNuNgh7bqU4eaw0vNZk6Ha3Kip/jMcOTEcaVOS/GqucnBZaveUavTVkoGkgjU6nYVnww6yNutSvHylzkMRiuI+aHfgrtjFDqzpDlU2hbFUKK1GZ2yrdd0mdjUN8b1CIhaokTMiG7mo8rEaGZflJ9aKpkQgwpIKZFXKvH2gkhhj9ujKHSkuSfQvpgOPUrSjXAIIEWCAVLoLEOouMJHUDiCmKCBqCAIn7HGHir8KI99NOoSbZQOvE2AkT3EQWeCXR9MgEgfKHZWQdpz3iP3UZabyhMhaN3BZWwCQoUZnIMUBH5I63ZntFs8vdWMiOn5abW31vSL//Y/6MpTz+ree+5STGxmvhIdGf/GfD7+TXqrxeTNZTIkMovmi4WxtFdhJIPj1BzfC3ucoOMUHf8RjJnuhDqqVLH215s7TOo1rfGMvc0TfktJMxNTmmfznuK5vKoSWfe1zk0hvtObUddhBQt5m8nVjonT6YistM2TX/wPLTa3ttmE71aVkrZ5WtzYWCcWg5LCxeCta2ggESlR9ypVinLGi0QvWT0GsXli6w6SZtXVfXwnfObDv6HL576kuameap4xtzdWlZigvW7S0oFZ3XP6uB55+F499tj9euC+k7r39DHdh+y+e07p/ntO68F779Uj99ynB0/drRN8FlmcmuHVoMXholbNhl5zc+9x03nbm2b0xscf4Mbhkr4pj3C2CfGULeqQKX+AqBlSamHZI5AsFdBtjj6jHYo4jIKIeLdah01A6PeBZQeEkHYkf1IkpCS0Z5StdEaoHQFQcFZBsCOPOSQ9SnpZsRQF7Fk5YhiTwIECCh9EA5FfpBMg7HKZmMOyRKmCz8E3EDYKN5ZOpCHikrH/gAAAEABJREFUChd0AeLWBSTWPapEIujHfSQR0mIPEbjOWXQN9qEVKVC/SJs6CsiAUNkWnuSIaNDIh3CMt41dAxAjq30Yk/28XG6MndaOTh4/qkUOlDWH2aeffloDNi4X6yhnTVkByhy3/fh+vLG+Xj63XbtyVZfOn9eLX3qOT3rPcpM/o7Mvn+Wz3XXdXFnTjZsrWubp/Cb4Cpv/jRs3tMyGv8wGG//Dl5h3AzbGPjf7PpvjADwA19yII6/L3OCvEW+HOdtqtXWC5+7JyUnZ1tVLl/XsZz/HS8GKDh46oht8KsiktXPjpi5+7gvaev6MTh08rKm5ObVZK5aOnNSpu07rEAeCLhvt2XgB5JVwjhfHhaUDarFedNhoU2op88oiXkPie330a7c3UfqoljWgHVLFnMQucDbjMdN/dFH0ac1mj3GzVlDODoeDJS48gu5jsE0ZRePiyafW+saGdhDMUK7Eennj5k1N88LYJo/pqdlIqvTEVxZkUsqYBtRDLNZYDR3lVFIdVtQjhBUFYflUYg2hiAoQstDtQaQnxdjdAy5DuS4yAsrZ2ER8kipRI5kmR8k2EFhKQcuyG1BxEb+GCgDt+pDnkn6Eu2KIBOx6Q1kmxEcckIZ8SG3DAcQiFNURAo1ctEdEG1UwJmnwYWO7mEU4DkVIkMMIHN5D2nawBZwL2h8gS8UEguqNzG2TQqaRMLdkuwBjDBz8CIwNuqiPpaaXIy0Vl4UwSzZYAF5ficO+clKPDfN3f8s36z1f+y79b3/hL+pnf+TH9S/+2T/X4sKC3vCGN+pNb36TDh87qh4TsqraGrB4RD2Tq7JgjNoxZGYWGX1FOdoM8h6TIp4SJzs9TbHRLzLQZ3kmn8gtxYY6kStNqq2JulJrh4G2uqmdlXVts6jsrG+KKnODb6ti5FJcxeSd4EQ94ICysrqqq9eva3N7h1P6lN7w+OuL/TaHgz43gQ71cophudcYUcbkpCoFtNSCTvRJh8QXqF/HFQeRpE5uSzeva4bNOK8vyyyUk+2OprsdtSRVxGlXVgfodSpN9ipNTbQ1yQGg2zbPdBJILRaCFgtF/LO+KSb67MSEFmdmtDg7o3ZVKz5nJF5T3vT4G3TyyCHaqEUdBopyasw1bVyX9q5p4wwYvW2ZuiQ7ONngADU4I424wZZJVcQlQMPMgBT2xa6RUDMI5FkEkEKvIAOjNctKiEOfg6CwkXaZVwgcxkYBTbjroxx5uJBQfNaSrJrBnsN+aGUTMfwuWDagEVBmyjDKq8F1SSvokkyO0MiwDSF5ECWEQFGCww9t6oztCESZcgN1Q0dbZ9IJGKWTIVAXu5CjRoKU5DP5gSIDUfQGR7jLhDagCFWM0NmWZNmW5OYHbVsiTY3cLo18JAPTDeUA6bytY0eW2ESPKz55XTh/gc9EGyW9qMuAm2lgUYQ+G+4OB+Q1btI3rlzTFV6dLoU935lvcOO+zOa7vr6tNT4zMQXU6U0pu60Wc3hyelZVC7pqqWacx8a+w/f6AYfXRNEy37m3OHDHYL569Yo++clP6Mrly0rMuRa32xKHsvSYEx3SiY3+xvUbOn78uNqdTnmGf5xv8g/e/4Be98hjeuzBx/TIg49zkH5Yp4/erYX2hDYp3ytf+IKeeeITXBqua25hXr25GW0x/zc2N9UnfVHzqmrLrtQt5a/U4wUvw9e0JdNTSlWBuszsVEZ46OosDVjPMjhJiq6Idraka6w9a1wmJlg3RIya5/o1DkEzfD44cOIkeU3oCp8eb/CJY3pqShWRYy0kqhQJ6BZHHiNx4AAJIWCgoYkTIlDoc0lopEVC4ciGNnYB21gECBzWWZGOCRn0hBkUwBwijxgXzXiO0Z2JowaIgNe+tGXZSQbCyskKZ4MpR+SzB6EZQtE1+ZH5UNig1KD9oWWFYhQKXiNHYrvVj4xH8sBusg8yE9DXytgEDSvbBQotBxqDkdWeKCzIrhHA2AQNNwwzqWTKCg7DETA4HLSGcvjMbTEgJkeAqWDig0rg4AMi+QbyMP3XQFEUwCa4zcyaTV39yd/3PTo6PaPcrhX/lbmrvVrzPC2/7e1vLzEqnrn6nMh32FwHzIoAUSPhMhM8JmwZHNCJmRE3+gD2Mb7fm40xselVatMCcXvupErTnKjnJqc0y8Sb5il+gok+2epqFtni7JyWeD2IfxEw0e0plcpLiQ3NEt+8NjUgr6rV0uz8nOIZ/ASLQ58n/Db6KowobwYwQxIC0NAHlyh/RZsEjlt9l5O/WVxYAXSDhWq9Y212yau/qYlsVTt1AW/11a7FQSAV3K7NZp5LPTtOmmBBmeBAMNXuarLVUdQr0k/oyFLRf/EiwNLImwHxBtvggaY5LEy0kqYne5hlQPtchqtp29LOsVkyZkJmu7EN7GZch5wiq2Z1yuRbo6uJH7KAcToij+yLLtIICHuUmbg5eLAAPJrbfUljTBzDmmi7kih3Uzom+Lhi12KPKOpIYE8kIcSDIhR1A2iPmg6uwcJFHiOIBSSSoKkgyZO2EG2mqEzYBlDoYi8IUpYStijwIScWPIsgvHbjwZMWvugizbBFCh+Ge5BprEy6tmUDeU+HoDCIFbSNHoAhySRTFgEFZ0vQe+BioyIzuqGnwrksti4HzpMnjmpp6bDW1ze0trauNofumDej+ZuIH/QWm/jm2ibf3pe1Da7Z/JdvLpf6HD56TA8/9ri++mu+Dvh6Pf7mt+uBx16vA4ePqcUcbsX8ZO7G7bzmJLDDHBywya7zfX+N7/cvv/Sinnjik+S/ovgvRr7ljW/SqZMnGedTmmbN2eSZv9VqKQ4IfQ7sj7/jbTp+913aoLyPP/x6veXt79CB06eUTh5S/66DSlWl+txFLT/5aV36zV/W5lOfVPvSRc2xuR88cUoVG/iAjTnWBrGRD8rYSIo8WpSz152kHSZVdSaUmKMDbPq0Q61KQeeUwImVuFKmFzLx67KOxGiQ4nbf5wYffT4xOaH4Q7sB+la70iZtFn+IN3/suBao4+b6us4+8zR5Wz3WF8VY5SAUuDSu9hxdR26K5eGOIFzYgG7zMfZCGGUKbFv2EARmTKSmNnD1LohaNkAKDOhMXTMTJgdNQkhlE38fZNFEcpKqSNdWCgxo6DJpiPyG7G0oR/pAsbmlUiR7m/2ewHvkiLIsUQjd4mLO5KEsMhySwnpE7uGh4UgX9qV8exb/ZdRYeUZpRgJ2w9lDPCxNtF2FzGZKglNghJCyrfhF/DsC+jvKx4QR//DhQ3r4gfvV5uTb2e6z8bc1zdYcG9jS3IJOsoG2OLG32bRiUG8xkUftUDNwgxYDhJ1XgUMWIBo6saGn1FLF5peYzKlVMcHaBVKnrdRpSWxuuUpSVSm1sQVEHWNa1aQbg62qrHgdiI1rk1Nzi3QmuAXM8Mw/C0xOTSq6qmaA9Xe2+CbGiwB2A74DWklFqcaFXcYuhCbf1G5LLADmsJEpb04JtqUq1ZrodZQYiDVPjx1sW7RpQMUgqEgjDi0tEm+RaAeIW3sLXVtUJ+SWOqTXa7c0QX0jDSPvc5DY6W9JfNMzT459Ppkszk5zeBhohroIG93qSDfKHXWsofeZUC6y2osBk8MmJJSroBFPfWyXsWMbVQAovOsI0QWKkjaRrYQsEWZw1p4LOqCR7FHB52IbqQTXQOSVSvWifKMiNTrJdgGCYEANb1uJsW9bjSNVIteMv4BIK3C0SWbcNTYxcqSaMTQCuoz1FXnGAruI10DwwC1+pGsWwCZeRI2xGSWhJiJBsg1daAKaRCwr9FFk29rnyJtIQ5GxbMg9Cp44toOQTX33IiDb720XG0Ubyepw0Kw5QC4uTOvkyaOM50ov850+DrMUuKREDG1x493kEDBgY99mXseT+jKbM/ukTt51t7723d+gb/rG9/AZ7149+9xz+g8/8h/1gz/0b/UTP/WT+qX3/5J+4qd/Qv/gH/59/dW/+nf0kY98RBukEa9s8ZkvDgqf+9znFLfdd7zrq3Xvffcq/kAwMR9efOElfQbdJz718fJfjry5vKwu8/nRN75Bd99/n+YOLuld3/D1OsALV1wuVq5c1/UXzurspz+rzz/1hJ58+jM6t3pdfZ7GJ+69T9OkPbV0RGaNqmNMcBlJaqnLK2KbzTy5UlV1ZNahTm9SvV5Ponc6bPY2s9UVW14SBrRNzOgET5vTTwyf4Rii10l7wCAa9XKXi8GATb/N+jFg7VxmY5/iNl9VLQ5N1zXgpcT0yVE+T7RY/zIHofhrfEaLfqvORAwA7flRgUICHfpYtyoIAyEWhN0wtmFdxBn7Ms6peZRrxMe4RlRsJJdfspQiLlxFvVJAsqJPEzIDGjrMhlQz4siG5CLcFYeCbPbL0pi6kC7hVxCEIWATjJlH8gFjorFiljIUfn+ssG5iuWg1DFWcCQNAr+lHNrZlA1g3oQovN9hOst00LhPENKqdJMAOI/0XOMrNIl+OizR51DCSOHb0sHpsOHOrN/XK+39Bn/9P/0HdSy9KO9eV+yvqsIuZwT05Mak4cceiF5nG4BhwOIiJNeCmXzO5KFHpuDpmRyTuSonNs2JCtHm2b7GZOgZ8VXFqlmrq1Op2NMGz1vTsjCbYtDvcEFqtjirilXyYXH3SjwmfUtLU5CTP5ADxMhvwOs/3O0wykV9899tickX2Si1VTPTMBK/bU6q7s8A0eba1w0qWsZcrmUlasRjUhW5pmzTjhF5VibInnu36ypzY21XFmSSpknkezTKHiIpZwVFFsbk3IG72YokxdlI7JbUiXmWRnEgI3ycFphRtmlkkTP1iAWgpacItXTp3VjXy5CQi0FNZTZ+pcbAi34ZpQtsQASD8HtWkgKj4kBcoQRGJwuxCiBVulwgGKHwEJXMEI9/wmbrUQOTWaBp58KYGgRv5eBjpocU0qpNLHdQUJ2jA9hiPLnhAOFqQZiAk8u6YRB7ZZWRBjiD4EMW4oOsVOGQjvSECSjkbAsnIhyAg+GF5IUcSyBKt4BJQoShEmWsq5Rdun32RuoSoJOpkwwO6xe2KqMCozLYlfGTsyIf8KJlsy4y5gLghHzt2WMeOHmSjPq1z515WOCwYX3WxLd/MeUqPfza7w236BM/N99x3vx56+BHNcsh//sWX9PPv+3k99elP6/Rdd+kP/qHv0fd933+jP/K9f0j/9R/7o/rLf/mv6B99/z/VP/6nf0cLiwf0sY99TC+eOaNV5uS18y/rrlPH9ZaveqsmJ7uKz1iffeLTunltWfff/6AevPcePYi+vn5GHdeamplW1W3r6tWrWmXDvM6B4/KN64r/NHSMjTZrx9zcvE6cOqlTD9yrw/fdo/bBg9rigLCJLldd6tRSXErK3wVNTKobaw6be6wndkX1K8XGX7E2JPiU2krQdgsd8y07mhSwjIRmhYZAnlnfBkDIoodr2r070dU6T/ebHHCEzTwHlKrXVbTr5uqKtvhWPzc/r0NHj2rQrrSeB1rmU8YgMW5LBqQ99FuwS8wAABAASURBVEQfUq+NyPa1DdDabsqvrGQBRqois5McP2yqlIZClXqW8VUyiBoiG3lLmJOOgKQqJVkCW4kMEvmE3rZsi0ASWCRbxi1E+FuSDdGtkG4VRDKlTLcqbuMj9SFEpNBHYcA0twQdFbRRAlb8VFzEgpWQa9y5YUKc5OZnFSyENoxew91BTXsp4kaelkWLyrYi/cpJKWiwLClpiKxwTRhUQC46mrjgosshD6gJRpAVi0SXATjNRr/x2U+p/5Gf1vn//E/089//17R87TlduQRcfEnddlKv01Gs5ROciElENRtUbKx9NuHRhm+x3JSO5fSLUWb0ZsqcmGwVm7eBxKba6nbVYUPvgBMbfzyv7fA0nlUppQ4DqKMWuEW8lJLanU5ZeBY5LU8Rb+3GDb3ywgs686UvaX11jVzJt5bsSrGI95mQsYH3q7baMwvqLp3Q9In7NXXsXk0sHFFrYlZVe1KuukQiTzb7PvXZ5uDiqlKVKuUsVVFe0og61ug6rRblsiqZLshgbLBrw3VSC95qOREfGOJWpFdZFZCZ6Cafym4OC7Hr9LM8wL5O2lpe00vPfE41h5WwyQzwHIsCEwmrUqas6NmAoGCGniQplWUbSQBo6GN8D0lhoHCWAxF6F4rgDkGxcKOwLRto2FKyqFemXpnGj7xy3Ics7ACFi7IGBN1AcGErxojUGBtsExoJWIBtJXgaTIawg6H+dBCeNvEQkKlxttX8Gj6TB0VTnyDG2oCy1pkS4IuFCQGikdeQaESE4UeGe3mEdBeI0tBhl2X6LdIKsRW/RjsKo96G8T6dJSLZYIXLEexCwzVhCC1LbJAirz2I8pnDaq1t5sAcn7USNksHFtTnyfgym3q706a9smJMxw3etuKP4Y4cOapT3OIv8s37k59iQ765qvg2/g3vfre+5qu5kZ++SwcW5jQ/PamDczOa59m6WyVtb25LlOWr3vHV+o7v+C61mTPXr91QixeF+06f0PMvPasnPvUR9dkMH3noEd1334OaYR4fWlrU8itf0sz6Df36L/0s8zZreYXNcW1T6zzbt5nnM3xvn6XsU9h2Dy6qDV23KX+qtBV9qaSU4GszPJK65B3rU7vdFV0sY0egDjf4siY4KfRBVxU391qq3KL5SCcnamEpmng4NqKfhDOaWPtyBIZLSUxXxWeHAZeAbV4RO92O4u+Yumz+m5vryqyL21sbandampyd0lan0sXNNa2QQd2qJNKwhnmqcZF1Q+2FGfsRZ1sC8KCggwVrv8uUPyAqE7ZUEIMsl/kj4koJutVqqaIdUkoIsaZ+eQgRx3aRExLHxEmK9SwhxytZamjLyRJeuEABkCSKj84Yq8cemYvJeEBJ9ljWPmLv8V+eyjI5RyV2I+ZXiYVdMR6qrfgp6r0bVeG8GwRRrCKPIkZijyiYMW+HHCi4Udgu8QlkW8IrHNh0QjSinWRbqeCGRk256gKKTYQFNtGKI2AJLDojFx2owOgRSq6BrGt83xpw8txYXea72bSOsjjM0DF9nvW6TJTB5gaTeV0tBmc1hNjkFekUIHUmXZaVKV+mfFkJNaWDt1oSfMjN5m0mZvBloYVudSbU4uRdBbR7ctUB2qpaXW76M5pfPMh3+EV12ez7PDOusljt3Lyu7es3NIX93PwBtdmoB9xI4vmMQqjqtJV6E/LEjDQ1rzS9oGp2Sa0Dx9Q5fp8mD57iBnFIvclFyR1tsrFubW5RrJa63SlV7a6cKrXbPU30pjVgM47FJya1GdCJ6kV7QNKsA2XaPrHgxgIv2jjav8KGFlHQKdqGBSFooydB5CIeXA0GrKpZnHhGnUiU35YTOtKtDY40hGMSEzEEAK1uy7YI8GBZwQqXgVu9EdiE4QPDCzpQwBgZrGwkeKkECmfoAJFBZqxk+j/KFDiKF3ITBIjyRzs5Ig7BLKoiLtUmGsRIOcSO9MnX2NuWaQjT6CkAGnG0ogZkVgOxGNaRYCiwz5bCPiCRueGjbDXljL6kyBoEXeJYthV2CVwBSfBDDFKAZI1cJs8R3eCs0vdhUiACNE1EiDE/ipuRRUHl5mepMadVYm5G2QLTfpnaZsZYHs7hxk64SKQmXpaTChbp7PBEvLGxrarVQW612y3Ff6zq2WefVpWqwi/zXF7TELHJHz9xQvFHZb/wi7+gqekpfcs3f7Pe8Mijmuv0NMenpGk29ymgokxbyys6/6UX9eSHPqZf+un36ed/+r361V/+Vb3//e/Xhz78YT3C9/xnOICvqKMvPftFvfzUR/QAh4TJI3dpdeaANhZmVHNQmD56Um/72t+te0+/Tqsra7pw/rxO8G07/gD42LFjmpub08zsrCbila/XZYNpMd4ZUQPLO1KX80Vvq1Zns6/W2raqjR1lLgt2pTZzf4rDRHdyMhpFWxwyoq7xh4eHjxwRU1GZSZVr1CJNxkKmX2KMZIQZWjiDC40sIjV0VqqamdxnMx8MBrpy+ZJWlm/q5o0b3OI3FWNomrwDot3USuq3rLNXLqlP3LpNnski6wI2tPZcDIuatg7IiANsbMIXSLKt5ifZ1u0uK1PuzNhpdJFKxlal/Cb/VFltNvuUKplfLvUd5SpFspgpbG03AsZjzOkA27Ik27IkO0I1rtDUEy5Tl8ZnOKmxgo60tN+lcdbGFL8rI05TyJEEAYnYjVETho4sqcyQoiGCD27PIrgoFNGHBVLBjUXYk7YaV2TkYVs2IEtgjRzsiAx8C6vgXUK0Bm7xRmcTOqk0ODSixgoarwBK1ciGdQuZi2RYVjpc0eGlUjWaAHTwz3MzXtvakbmpp8kFzRw8rdnFI1o4cFCHj5/SwqGjPHVLG2yErVZbo+crU6aKAdJi8x9mS7qWDWgElDu1ZCafVOHbSiw+qc2G3uoJRhry7d6UWkDVnVRigUndCbWgeyFjY9hmYVq/dlUbMZlWVtXmO2Sn0yn/l6gdylbz3N3U0RJlEy5FvePf9a7EweCyBsvXpI1VmcmZmdw7HGY21la1GbC+qi2eDAc7A8ZwpZS6tHlbXcrSYePfxHZ9bU3bHApIWik6BCKlBJ1Uk1ekmcGxqLRomyqhq5IqgFLJZuCzYO9wA4jyxiIRthHHSepNdNRtt3k94aChxDCMngWIR1ZiwCIDweS9RoeTHD/s8Np1+2zo711FECawbBdM0PjCN+ReGDYNZ1mNB2tUFqmmPaNwJcsSKMxoSzBZm/qoSNQ4ZCp8k46GzoYHjM4mHEKigRLtadrddrGmZWgSEiI/Yy8gVA47iCrR9kDoor1i7A7Y3AITReFsKwF4sFRwIgaEHViS8cwVkHZdSSDLIUeB342/KxvTlXiZMFZxcEQHIbDilyIvKARD32gVjTqUjCPbsNiQh2JuBwQNtNotbe/soJcOHjykVqetozwfx42+H/OE6T89NaP453fnzr6iT3zik9pkDv3O3/lNOsJ8bw69VocNts1t+Mbyqj70sU/q+3/wh/Q//a2/pT//9/6u/sFP/KR+7pNP6LmzF3Tp/CVduXRFL585qyeQfet7frf+9Q/9Z20wnxKbbMWmX3entc183monnrFb8sSkTtzzoA6ffEin73lIX/j853WTw3uiDWanZxSf6NqsN5UrxbzaYd5tbWxqnTTX1zaYxlxANrZkNuxuu6OJmWnNcPOf5Lt9m8NB6QzSijVr1IRrzPMDCwdKejFeA6IfhEGMj4BGlrGpVYcSKHJwHCwHtHMd9mBanxxqLV+/VtaOFT43xFN+6F1ZFWDmRebgtb3V1+WrNyS3ZNaIAqSjMRdDI9iSHwTdVHKhNHAiLzdgaPrfhtDIDelAAZF2wSWQbaVksAoEnVKijC3kqRGKlohKge2wbYBopTmTjCZ83qWCC7CNLECyLYm1bgj1sGIqLuIOIRfBviDt42BMIqDiRw1BMQsfgT1u4RDdAUI+BOzHDUJa2ioKExDKEYa2sQAItVsUGLzsCPfEuoMrFqRX8Lh+V7BLKCqfnOTd3yiCG4J0GmIUIh+WYSRp2iYMm+EjhlDA1dUbOs9A7U5y+40bNzfa1sycUqvDE9uSjp44rVP33Ae9qN7klJpbrZTo/VQlhcsxcA1d8rQctBrsqsIkdElm06/YONsT0+pMzarFJq6qI7d7wIRSh80dWYebeOjbbLAxSWpu8ts3bmqH20RiAZuamNICE7rb6aidklo2A7ZS1WrJ8PHXv32e/7Zv3NDgJpv78hXV117RNp8h1s+/oPVrl7XKwWH5xjWtrdzUJpt8wAbf1WJx6rPZZxaQATf5OP232u3y1Hnz5k1t8PrR5yRfs2GIAdJiUW2jT+TbJv+mn6TgLVzN6ARqnlJj6LOC4AcoiJ1r1WQQ7VdVpsUG5e8PetTLZqNn0S7P99iRCrkRjQVHQA6AlSMYgg3rEQMmR+wgIkogKWwCdAeHfL800rLKD52TBSMRZCBwFCorHHkha2hBAREnQBry1CkokhHyRko7aL8LtQhsy24g2jM57fLjMUqeu7qksK2qShXlbVVWAoTL9MMAqANKuxCTNnYS6QLYk50sCZFS4S07ydCywiscJAu2Cm+Yog6ckIENbpTkIdwQxbQjSyqNAI+mMSO0LdshaqCUEXKIYwzAjflIIOZz4D3IGminv61UJU3Pzqgz0Ss4bu2vvHK+HF6ffPLT+vEf/3HFfxvjgQcfKjj+Mr9VsfAz9qfaE+q4rSee+Kz+9//zH+gv/42/q5/59Q/q0GNv0OS9D6vHJj1/+iGt9sVngb52treVmRNnX35Zz3Oj/yN/4vfrS8+/pM9/7rNSNS0x72v6oc88KCVOldLkpA6evl9m/sxxe//gb35AbfKf4Nm+PBHTCxV8p9VRfHef5Ht8/BHu5PS05pj/C4cOcRE5pHnwxNyMUjfWkrbMOmMn2VaLORlzNP7qPf5AsEqpXFZqyppjXtG2TctlhnJQ0TVBgwWgjw1/QMfV2NfwA+ZsHJhSq1KiHhX59DgQHVg6oJmZGU2yPjlJ5um5ph+q7QFtVOvixcskmNRi+ifGoMJFlqQZqGHJ25gB9bBEI13oqRQIJWGh3dBNWIQyv/Aq6e6LLRvtEBJtUVWVAjuiDmGcJoKCbyAPx7yReWg9hnZFQQRQj6IOOqAwBBm4s093Ft8egbo1pqjKhGq4O4fjJw1ujaL4GnPjRRsT7ycxMvHsEkpg/Rc4Yzsqp226dtQ4KPBJLj/IPe89ckTlYcVvVY3kI7uSemRopht4s6r1meef1sHZBU2wsfU6bXXnptTl+avDRjs9M8ukOqjZhYPgJdmJyUipKKtwfU6rkXXIrUpmchobFVxJBmQJPqWWcqpUM8DU7iix4bd600ps8GYy58QkJc/gKw4ANS8N61euauPKZe1cu6Y6vsezUFQVNxZO85kNmZMHm2VWm8Wh6nalijbk9N9nI9++eln9q5fUv3YR/Ir6V15mwz+v7RtXuBGwwW+slY07nva2udFsb2+WBWuHzwDlDw/5hj6IP7pRq7uzAAAQAElEQVRLLbVabe1wyIg/tNnilWDAq0DNZA1c2pjx1mJRic2+ov6Gj86ssYu0ag4Hwj7kLq0hGaLOfcxq0k/qb2+pR7u3yEu4uBmKBWYXWGgQYy8gMpAcPxKyoazGQQt5A9rnRibCxm64IdpnN2IsQwY0ecYfIZVpE5FCnJBTqZCxPyiACGVBKAtN2IRtSQcNfJQ8IwtoxAjDI7MLISVL0KYtE+NlHGzLtsJlBl9DBaciT+jC/v/H2p9Aa5Zdd53gf597v+HNL6bMyHmSUqlMzZIty5aNBgsbj4CxsbFZFGDoxg1mLFjd1VVdPazqgrWqi2roAqpY1dVQ4MIYsMDlAQ/Ig2TLkqxZmRpyzozImN/8vune07//ud/34kVkZEq2Oe/ss/fZZ5999pmH+15EVSdVPJOSvfARVekzCOcTDlFClfSImGPi1MuVgAVPc4fl1NWRiCgmWqwcX0KdHOkkFToUKo5sbotwufScbSj8RTAXW4gv2AWTF08jl7CwjoJgDgswNqBbjrPR7412CVsFC/kyt90pZT/2xjfp4x/7hP7BP/zvucEf6nu+97u1tLqmKRtXhVzN+PV4XmEe7j13Uf/8//3/1d//e/9Yvc2zWrn3ft3+8Bv06cef1kc/8Xl99Lc/reeev6wxm9h0NuJ5/FBbHJwn05Hcbtv7u3r9W96pp1461GGsq+7VHBwa9Vv6pEUkQiPsnZ1c19u+7p1a5kWxZfP92Mc/Vm7tPdYH2+J2q3s9LfECsMYmunHihNZObKi/saq8OtRkqdKolnKVVKdKFXO2mklibZhx+Jix0fZI+8qTX9E999xd5nBmHmXaA6nigzBofAOkIqAKSN7YF7KYTZtm+WafWIOWVli76koT5vYul4UUEsuPBlUPNY1ytJpNx2pYt3zQuHDxopJ6GrSVXC/rjaNuzfKPyzC/QKhz4Ax0ka8xRC+ecjp566ZiJRIRSsyriFBgdAT4CKRgwsCRFCouQnggK7AyClOK6KiIDqu443Rh/K6C9NWlXcDXIDZXlOf494NcYsg/IpQchDoXsaC6+NccYhge8Wx1YBUchEcqszrHYPVACWIJXkeHEoKOG5y2AN3Cra9v6hNPPKH6tQ/psB2orgeU1Gi8tyd/ux9xiz7g+1NbT7R5YqCVYVJuZ6qYPBULQ8vmJUZhMDiUKICyOzswiKg9yRJ8JQa4KvKHAuEUtRIbfEWZqUCtCIbSdKLJ9hXNdre0f/mC9tmwWyZtM5uq3++Tp1bLopAoP1gEemzynhgz0ifepHmenLHBBpPwYDbWNs/u25OZtliULvMt7wpP8Je56e+ODrU/nWmXhWE797WfVnWQhzqcVUzeYEJL1uMFp0ZXSkkTNuN9ng8bDhyYqoaDzoyJ7vKFS1Q2wF7UK0HRPhlbRHP4xiPiNAB6p2ppx+Apn1JK06QqtMpillKQVqa8NajozEl0N2pQRGhfGJRlb1sC6Yhw9JXB6cBCKsKU4RWykBQRwl8XiI40Mj8Cik4viCCii3vBV9l4VPJHwBcAjggF9XSbRghXAkXEESToAimpyBVckV4pRxls5LPv8hQZ8gRyVUqq2bx6VWKshoSXrredKS2c8wDHooUsWbqMJS7T9K+KyypZEApswcs3OIrtcOHnIrkI3H/FBDNI8hih2YSoogQwnXYMCoeMBR/jR4SSgh+VZu70eMw0appJ+UWxHrfMtROnderUPTpz+mE9/eyOPvTh39Cf+jN/XA/dd5suv/g8Y3zG5jdjcz3kZetQNRV58sI5/cBf/3H94uVn9Q0/8gN68O1v1UP3v0Z3rJ7QGW7hp4eVpmzq/fFVvfl1D+hbvuWb9Uf/6Pfpz/7on9OP/YUf07d92x/UO9/1Lj314nk9+Pp3qM5TVc1Y/sejkisCNMxf9ltlNua15Q099shjes1Dr9FL5Pn85z6v3e1d9VkbDK5byxxqmXNi/qSoSlfWHMLrSauaC0oL3YBpFqV+Vn95qOWVFT6F9XWVi8J999yroHMmHOZb1gdRvtAlu6AdATdmRJijCONAxBt22SYZyRgOv+px0eAAMWETn9E3/ZUlvXT+GW3tXtQBr4K9aWj5YCIWC13gxfRimmnl3ju1R5lVWlKeVgoOPJ6/LY3gtQM1jlKvrqxMOZSmFjOMi1El6GKwVQC5iFCibgWgdYPr5G9gOWI5ICIUESLAB5BUXAhaxUEW7CDieEzIdPGIDmuO9Ht089JfKTfaM3A82aOjzKpXqijCN2WB87vwZHbljJwLOkotCaELi3gxg8jCioB+pcq4w0nGd50NgQaHHZTBAGldnWyhkPEEX9CZOOCCgDhqg4UMCo58LpvIxa0dTW87q6Uz92l3byyxcXmQzg4P1LAZDutQnxvC+S98SvXhtipuSkqhxKm22EE5HmQRSUcum6Ie3BYK6TYhPaVaMQeVCes8FcJJwaRv+A434WAxvnZNe5cvary3o8noQAd8W59RTubWHjzhDdkQW2yIKilThnzDv7qn7aee1wf/6U/ov/1//tf6b4Cf+5c/rYvPn1f5rscLwS6fAfZ4ft+lbrtM+kPyjnKlSzuNfuOjX9LP/vuP6qMff1xjJqtP6v7nd0fc4P3NMyJoFhZR8k84jLg/IjCKNi4hExmTVCmwqe2ABarhJaDlQJABkSmczmLTtlMFAyQ4+de9pPFon3ZYLCy5pCXkvTgmUgKgKFRkKIOQKVxJYNsCEm6OoLx2WNZQorKYKLeLOXSawbQhKOZ4XEXcOg3CWYfBdiX6tUpJQeUjOomIKOWEZdFWMCotm0pakgJQKGIBjpud4AFF53Vc0dcpVUrwkdKtXKRQYlwFMlVKKhu9eUlymuYu5rhDjNOMcV3kKOw4ToPVRaiJ5LwGWlYBEbSlIRExRMBE0q1oynJ0I/0mk+DrOrt0+HjTzmpwgyMFl3GELqmFxgiXRV2cXuRhsRuRjBxjLTMGK+blIQfaVgOdf2lHH/zgL+m//L/+V/rZf/ezetPr36IrL11VzcvZydvO6GC8z9w6KDZt8HzuP2/7+//t39VpbtB31Ks6OU060VQ63esrmIuP3HlGP/6nf0j/6L/5z/TX/sKf1B/6g9+sBx68T5ubG1pbXSkH8UPmx9Lysna4yZ6+/awC24PxHuVQa4Ol7B1MiWokVVFpabCkO1iDHnnd6/XFLzyhz3zq0/JhOkWSoQJTdeRpBjboBCrzAnVMHxRWNEOlmbgEVH3l/kAVNmc2/yG6KbDcrr2x6qgzUIJ3O4Kws6MiFhgupPvB28sCMEg1l4sWPVPqVfUq7e3v6PEvfUEXL13QNp9C91nHLm5t6dlLF/W6t79Fs2FPLW2uqCXak6cBzMB4dHgNPQKKhFt6/Kg8eEeeRExSRChSKAEVB9pUJVV1VeJupIyGTHvn3NIuDe3TSvSDAkSaAJMBNm09bueUEjqSIpIUoRCp2Ag68gE3wmGGUgHhIoIQD44IBTo6CAm9IX7murpykb3JU+pNnONRt8jx+IL2yFjQ/5Ex9cBsARhPJHSjc3wBJcWRQny1IHcCc9RFutDVdAfS9IWxoAvuRrvcyXKHlg5056KIzlaJQ+u4axVsrmMmwzbfyU89+AgTn4HBIPU3pH5Vif1HFafX0XNP6cJnfkfPf/4z6rPZKhIaQ77RRoRSlRRB97kjAdvUsuhkNtIgHpGkOUSqFQz4IJ6gk8jH4WLGAuFNfspG3/IUNuH5b8ZmPAaaJK2ePq0Vf487eUpNv8ekzvKfsBzsXNP2M8/p6d/4bf2Pf/O/0G9+8EM6vHhZzcFIuy9d1uc/8Sk99+Qz5cYy4Yl+5HJ43vfN/ID4L//yh/SP/vuf0C996NP61Cef0W986LN64gtfVIpQXVXqbh+tUlVRB6mlXvv73QLp277Bt43sGwd5IqgPdMvC27hevBq04AyParCwBTUW+gEzGKcVh6f9nUtqWDhUeNHJ0Hbe7Gls2eU5kR2ZQ0QUqgtV8ulVnXMbFkLQ2KC5busJtISTSTKKRdwRA2VGhFIkVanDpmEpbtYVgmcIJX6CPBGhACfyRpiWQEopiZgiwHOw3sInniwkJApW50KKKIHC+VOlLk+oqoAUSkBEFDmQIHTk5nXMtLV582hpjsIiyEy+fJQgJQQjoqgBgTs6ETGA4GUxEpCc+xYMBLqg8AFc985TCo0Ms4PsucvcNjaU9Pn8tpg3O3aMMu3LPMPIPq9eL52/qH/xv/4r/a2/+X/Sv/7XP62dq+d1cqWWf3flxMm7tHb6Ts16lTJKEhvEgDk9Y4z++q//up554pLaCwfSF19Q+8Xn1L94Ve9+42P6i3/uT+lP/sB36z3vfKMeve+07jy9pGayqxGH8NW1ldLGIy4G/g+mam69okJf+MLnqYvkmrrNuqoH8Q6c4nJr+mydw/ttp07rbW99my5duKDf+s3f5BPDqKuypFQlVcjVKalGd1VVqqpaVYG+Uj1UVEtKvTWl/jKfEvbkP79NqdLh/l75E7+WOdkyfw2ZthLOLQ3S9bk150SYXVq7darjgJ/uMzjVtVr6Z8pL4vLqqg79cri7refPv6DPnDuvn/zZn9W/+bc/p8377tKLL52XqiSRj4B8VIsDS4sNtsPgfjTOLmvOFy4HsvO4LTNYT0RSMqSkiraoaYcE7fmXyyaPJuwTNciGOV0Gi/W6HECAzYoU6vKHStwFUW4ICdNmQgsGHpRRBUCZbYhgxJNYbIYfgPmWMia15EEj0Qzc6GmhY4w4Rh8nX57veOrvm840SFFyrJyIuTHGkEaaV043OxLjWBrRmyXc1wWOJ7g4DwA3TkdD0QHHZW6k44ao89zAOBbpR6LhQy9ub+vU6x5W44HCBukOSXWvbEpTvnNPn39G61XS5avXJPL0eRZ0c2QOCo5Hqgtf9HCLbXjZZW6tmUHnai94VVTySM8cAlqevxpu7C3fy9uDfb5n7Wq6fQ3Y0mhvh4m6ozEbc7W8rMHmScVghdv2TEtrGxSbtHvxks5/9tN64eOf0LXHv6Q/8p5v19/6C39ef+PH/4b+PM+IH+Dp8es/8B7def+98mcJf+trOcgMxlOt8B3vpcef0grPft/xzY/pu7/xdXr/1z2gP/CO+9VHRtd2NaQ+UxZAf8d0O1a0Sc0EHzOpy2/h+5MCC4fr2jKRmqOFBGl8RCjCrZmpcqZvAeo945NCw9O9gWcVRR1SasFJOSFPHi/iYR2A9WuBS4QAGcLOR4e6sIuU9s6pY90URgR23cRUdAwjQ4ljS1HUJTmMwhdhsNAYkgKbDSmgI3TkbiCJkBYRigglj7VIRQfRwovo0gK+AONgvKSoVeTJkygrSYoIBwp+hIsIQhV9tiMRL7JVV4bpiCCdOHkiQqJ9Mn1M10HTN5lGxsu8AvDkJJjzNMvKeeFLoQgDVEhMJvRneJAyA5w7EM4qRJx1l9jChyIAygMtmNdxyXQ9KoUoxKH8W90GBpc6aDRhLu1ceUFPffEj+hM/bA5l6wAAEABJREFU9H79w3/wX+gf/e2/pf/LX/tzet1bH9XaQ/crsTGdPnlat526Q5trm1rmBn/+/Hn94r//Rb31XQ/rx//vf0M/9rf/M733j32HvvED79bbv/Ht6p0Yqlrrq7/cU8uc2GPN6KWkU5snxGmYG/NUY+aqn/97vb7uvusevfjCc+pDN37NCnqNOrrNDQEdSvIhOahNTR+vr67p9jNn9M3f9M26evmy/v3P/bwunH+JdahSrx7IehNlxlxXSrXqPnZVPSX0JZ790mGra89e1jZP9vvjLe3sXuXAsK8Jh5BmPOYw3ahlznpNNbg/jHPZeFs5Ljv6KSLked3SBx5Phc2BPTPPKU5Vr1f+fYY06GmfwwRV0Ic+8WH9zf/h3+ljj18qfwr44Z/+X/ST/+wfa2N1SVXidp0mrAONXF62HZSbGVS5FDwPwyXNATtMZWyQgUhECK+gLVKqZKjZ7BNxKaQyrqUW3a3tdT7rAWd4na5AHbKyC5U5k8DoiICP1zEX1ltAcjIhPmQX0eF5AiiuAzojQsLrq7j0VdIx2LW4lRT8AG6VdAtevMyaLm9pmBvk4ygW0dFxc94uK3IhMSoIZZGIAIVESII6AOELl86gQrDpdAaAWBV88j5Sp46yGFk637E62ko6Csku4QbZeZqRRRs2umeefV69++/ju9a6wn+XyulYSvLf00/ZcKVK1XBJ9zz0oGpO6xFhq9TjJqBI+Ap10ZnNQDIR2J7Z1IQVHbSlxuaLm2v2TZeb9ZjvWiO+mU8PtrlxbGu6c1Xjrcts8ts65CAwPLGpjbvuVn9jXQOeB3vLK1o5cUorp25Xn9v9jPh0dVkbD96rkw/fr5Xbb1dvZU29pRX1V5ZZCPrY3Jd/wTACO1PWwXSXffyaNk+t6U1v4/vg6+/TG972Gt332ju1eXpVK+vL8r/KtcdT/4xFylWaMSmDSRWplsBEecqfslC5n8SkAjj4UG25yt2YCUVEidNA+ECuJQ8TfSEI15PMbSYOEZkJ6yywlQgwl5B+DABv3TCEVqMCcTwWhUVgYdAxH3GUCLejI0IRAJzOR4e0wPMoY1iGEs2KID1SwaHFT0mkvgGRlKlBnsspBVLOJ5FNSVKEoUiJZCKSWGgy/WQQWJEURz9Ssghxt4tposSkiFACFJKcAJRoSJEIJAXINx5jYrLz3MgQOZNYMOabgfWCl6HpYYEKIPIyHxHoBuYpMccLVMaCFb1MQ5BvIWUcDm4Al3sDg4h5SSEPiSBexk4rpSbUa2u1k1qba7frHW95u/pJGi9taLp5ly5tjzXbPVCP79+zqqchB/Y1buNunwM2wrd93dv0I3/mT+l1b3uj1h88q9W7Tmrt1LqWB32dGqxqbUyfXjzQ+MK+UttX1VvWEnNtxsbvzdy32qhqJfrNf7O+wsZds160TKCWzRFTsFoF3BwLkB0Rt5N/u9553vu+9+mB1zykj33iY/pf/uk/0Ud+/Vd17ukva/v88xpdOcc6cUmHV8/pwpOf14uf/5jOffYjuvDZ39Clz31Y+09+UoeXXtAer4Pe2FJVSQnb6afMvGuZvN6887xMY3pdlm1J9629pa/ofrVzmYgodjuMSJpNpur1+uqxBmbV6vWhe43e8KYHNKKiq+vSQ3dJV3gNXecgMCgmoJUD/fHxZHpefZtg8ga4ng4V15NsQ0QIL6oGBO2u4hgKPnsBuazTrl92fUqqA+xw3ILCWIWUKkUkBT8COqwbXRClwEy6fQcZ5nEgeuQDkXQUWxBH43bBmOOXS84TvjpaGHALSSfdgt2xjid2tBurSxPGSw4iQnZdaMowl6chHVMnKIEt1wEyHQEbWriCcjd5M/GSnw5BrkRLHArv1ONwnIX48SRocwyQ9ggzdtVBVgXvxSeflng2Wzl1pw4PE8/zbJA+nrIZp2aqmqf9pfUT5c9ZPJn971oHk2fEhi1weKShp2Vjz0yU7Fs8WEA2r50xiBsJ3LB5t3zjDp68YjZROz7Q5ICb++41jfe3eArcZYM/YDMeqa17Wjl1RgNmzZgN15utXxPaVEuc5FfP3KlH3vnNes2736N89z26tNTX07wQvMjN4vLBWPujhs8RM3nDvsYNZMKhpuZgMJbgjzVVI//CXrU0UO6F0rDSKE90GI0u8s18n0YKJnMCxEQoQH3reXzGaXkBU14IWM/UEOA1tb1Ac2xRES5b53zcuEsjGN7ER7RFQxktNF7JAX0lhLw5kbX4MmHR4aSIUBTuf5zAujpw6JIprZRVSqOsju8UIvhQRJTCw3ZChYLQHlzq5gWWOLM7KikSYy6FEjgiinRiOUolv7WYcptUygEWgJzI43ID2cAms0o8JCsJZUWEQhKIAA+BV8cLmVZxuYRHwTzqvrHOBd/swqM81C/YXxN23k5QCnWu6OpIwgUXEr9IiyNpmF/FB+k0K2tGLsCupGn51+rq8vs2X/nKs9yQz+qFS3v6+/+/n9S/+oVf1t7F8+LqrQnjtd+vtbQ01JQ56d9F+b7v/36dvv02zZgXY16dDicH6Nkqt+Nr587r4jMvau/yjuq0pMrP5KlfXvn8GWyL+bXLd/mWRu4xb6uUNBgMlcCZdaBlLtB1CiaHbXZ7RgS1zTR5VkSSYy3pfmFY4yn/gfvv1/vZ8L/1/e9VjzXlk7/5Yf3az/+Mfumn/7V+8af/lT78739OT37uU9o696wOr13UiM9f+1svaVA3OnPqhDY3NqnfMrb2VNmmqqegnEx/tj6ccPhomZ8lDk8hCZsY9TYVE2EQF3kKeOe3HJA51CNQ9K5vnpLXyBlr5X333iWWEbm6/p28Q9a2yhVmHbSaNgndlIAO2WUHHRwjO4YY1TBpPhcFEIcXEcIXqKqkKiXVNZi1KSikxc5Zm2UTW8rByy4iQJlh0kowWwRAEnyKAUtinhGVsDnQBaGQHRIlAZo0ipCYw+USShyFJORONqvDkqLo0NfkaJqvSe4VhOIGvjvVlcs02w0JjhRRUmyoKwW2rJMs3uWFiVxEKKIDKbRwpC7IDjsJOSkVqWRFbpjomqYLu4afs7t8hG5MrJGCdOczkE9OKNrUZQctfF7wC8PCJowpmXwZ6PIniU4d9mpd/PJXeAa/qDsefYe2mzVNeNquotaYZ/xmzIbLgPATWX9phQHcMlDQyeBK5K17AwWneFvYMhkzw9hGNWzqxpnDQDMZq52OlKeHZWNv2NynPHVN+KbVsqFm4iNu8vsGZC7nsfLyks7e94DWT54hX1YdlWYcPBpsGY1ZinKtNg01qtaUbr9fd73rW3TnN36zbv+6t+u2N71RJx54UKunzmrMzGqpS7GxqrTF5v/S1khT+P21E0rDVfQMWNqWOFBsavPsHTr1wP069ZqHtcTrwHBjQ8OV1XJzGfDE2QMGHBZqFjFR78xAbmnTNou2yZoZKzPJsmYsIphLLGgwWoYZ68NQRKhtGjUcFPocWJRqafmkJok6MggCa0BCTJ5MUuiV3auldbkwCRvE3DbV8V4WWo0LBEcQLAQyefAqNnT8iGDoJEWAZR4CRhgdtIUKrwszMo7STIoqZFzzqaKuJLpD3vBThBI/EZWCNjAIvACnKsJeSRKtB2TBktvHOEhIIdLND/lHuAWGfGUfL2+bTL0z/ZfpWC+WLX2XHaclF5sDuYjlV2zXtkst6UgxbwitF7AxtlvF0lBHq3MlHVnHMqUQ72JE0Gk23A4RdlyHrSK1mnFYbWncX/3wR/X/+Yf/o/7u3/7bet973qu73vCodi4/px6H4Y3+siryHh4e6PKVSzpxclPrG2sc9A90uLPHjfiKtnjOv/j8c7rw4nMa7e9qmpl3g57GHBBG06m2tnd0wGeunb0DjcYT5smaKubFbDKjH5LO8Aw/aSbyjZ/Kq0pJKUKiHQlVs35UzCHRxj68VVHJ1Zuh2/Ge09iQA7h9c1NvfuQRvenhx/TGhx7TI/c8pNfd+5DuOnMH5ZzV5pmzWr/jHq3d95B6d96tWF1XrzdEXQCJuZaBVqXvKL9hJ7ZdJe6+dfNhWyTLZ5UDOnbNmMBT5mkoqeawQFeoYR2qqkpj6sw0Vp91sTdk3Wx66vU39LYHTurKtvQkXzr32rFaUVvrBlpIRYJjkCIKAwytG53LymTIsk2JxFCQV0DCTqaTqghVKSkR79OeiXgraYbNDbaX/DkYgzDnPrtepf4N/Eyb5IIzeYODg0LUVrRbdDkwJJtytACxcCnGBikiFBLQAiouIrArHcX1VVz6KumvnowdmhflyaviCrNQ14M8lzrOySXifDRFoR3EXDIiHFVBHVnii4D2gXRCIAMoiItGjILdlB0solmRhVTuALF4xdpHGUClWRFqpRIvOYlnSjGtQqOI7zaCZ8g55AFwyARquEnWPJ9/6Dd+TSde+1rFidvEjNCACdsyIIINe9jrYVcw+EMZfTWbe4uFqa4V/ZpypUz5yoQGTq9iURD5xaRiZqidsMkDeeYNf6wM3Yz21Bzuabq3rcnONTXcIvbGh5qyMd9+74NaP32bvKFWdU9LfKf35Arq0DKASxHBxuiZRqMdcIsPbtrD1U2pGqg3XGGjv11rJ28juiReNbXHAebkQw/rLd/1h/Xot323bn/0zbrj9W/Q0m13qre2oXppXWt8t6yX11SxEEY9UGIjjrqncBsYoCvq7z/rczvMsGXiSUV7zKgvXi3t26hrE1pEJMkucxBqaQ+PJ0xWbqVe9FQnYOO0Rm2UvOHEkilJCSgtbA2AFQIBGUGIh3x1j7zcL4ZbSEYEpUVJCSgTEWHU9asp6iTSIuAX+6xUnYO0lXFMPyzlSEAUEPkiQq5OYjOquQ0kFgv2fOovBfFASSAQFePKkMCpkgwKfjLQKhEaQoICIhQREHiw2w+k4Kd4R/TKLkgKOiPRPxVtnaA5iallkDWAD2WOi3SYNGUGtQVym5XJ3/V2IUpQuE4A8EWmpX2aObRwWgp2s3ZAJLKyWHyxIRuwowU8XgQWPENCBmk0ZHVplIDeQvMa1ZIyw4rtw7GusWl/x3veopXxl/TDf+gxvbR9yGvZqjQaUp0s/4tuzjfgVWubz3Qur05kpt4zDucV/ZLbqVrmc92r1AOYqJow3/zde8oh3v+6pPvo5JnbNVhaVURoMhrrzjvu1Mx6ACxUikrh9iIuxlCqKtW9HllrJfodj00zTfmMcMgl4OAqh41z57Rz/kXtXYG+ck0XL12iTtu6ur2l8WSipaUl1UPm6aCDug9m7GTKaYCMLZECm6RMuS0bXGYOup553mYgKkxbErZEGtLd7xisChthy79oGBC23zr62D3o93kNmahKtaq6r0MOOHvjsR573UPaO5S2tkS5Nb1RAQm6UhtJUshhAltnkuYUmIYKbBBAE4FateTOCHq8ICiqg6BkmurJ7eb2NEQEfRWs1ZLHWmbcZHShQgbUo9MhUSs1kEcARSgWP8R13KHDuSwuZArN2HCZHbSwzdXcmW7nknPWEYSPivYAABAASURBVOpqfBSdE+bOyRtR6Rq3xo3sY7GAnkOxMFFJV9BAboxHoHhLFYPdGkWnDUWO1JIVfNwXkS7TMXZh3BSHd0xBBPEiscBdGYVF4E4puqG7lCwvXB1dmDcEmViWdc0B/RmejvMWdLEjiLlJkwZsZnVdqz/IevbLn9LO6IoefvfbGCi0DYM32DhnPEc1nNo9uIVuBW1oUKhmcFd1r5NnQClCnkQNh4OWSZVZHDy5xAIZQMvtvvXGXOipphNu1gf7mu3tyf8q3QUms2+1Z+97kA33NvWXV5XYVKvBkAUjFKnH4JUglCOgs4JJPWOjrZh4S8gPOF1X5MmqyvP5ytq6pmzGu/uH2rzjbp198GENT5xRwwY+w/4dFsNlNvmN227XKgeL1ZOnNVzZVMusqiovQhVl0V4JLDB1V1UpkWY8YzGZtq38N7XGU9rBi2wbbqfAVsl92jLWMrItssayrlaq0ZOilj9T7LNw+YAQEWQCZMhFh+Yuq/uZR4vEgu6w5YEuUkJrIRs64dsDJeEVAhd/PcnlYegRw5mzIgJQgRRgqdCyI95FAnQdEoI0C80WqpIKpCoU8FN0OEgI2jdSpUgIRUJHB8IFFTFQGWL24aBABCkAGeQnxcKcBxHX5easgswtZTPpUgqFufShx+kR0GdtGc+ZVNqDuPu0gODRtyTc6AubwFyUWoScaq17Dk4qQHoEgXUVBrVDpuhHhfMVsBLs7NYDBLPzIGuStOwtoeRr1Xis0XaH01Y96nXly0/o4m9/TPu7DZ+rsl68+KKubl2T/1nZ5dUVBTI1zyxTNu79/X0+oR2yn8+4Gc40GC6pxwaa0T1ivo64GGTWBbpOEza2erCkM2fvVB+5hnait+RfzLvzrrtKjTBNKarStpk1QOix5Ym+Tqw/db+vxDymGmq5fMw4JBzu7OqQw4RH3sAvausbGq6taWVzUxO0NuS9srOlly6+pK1rVzh4HEisLQ2vARPbCIyBKTomgO2ZULcGmUzbCKM8FxfQ0KemZxwECk36DFnbVFcVa11PFWOyrJf9jl5eWtYya9OANdB/njhD7xj7z57e0HIl8SipmnaNSGpZT1imXKwi4uXgguAbFcj0KzaASpQMCuoNFywgJELNXZpjwXOejC6yU17ugLzZjJZjAxgvt4OxcM4j8kBKVq1jjvhCTiaIH6Uep4+YJorGThUkwxama5CwZF6LfGPm63VAtHjnMsyzdBt0SbkpsCKDFZNEgYQv9+jq6miBDmzDEZDDXFDxnUZRiVCXr6N13JUMcZxTZM0J+eeGpC5S8nTkrcLSUbdKmPMCHOgG3eSDuJsR8M2+QMXJecbcaDRNYw3yjj7z+G/q/m/ihruxrtzra4lNMqXEJDqUn9H6DGox2P1kJVXqsaEmT1AawaYHpWQm8dECyYaeC7QMdMBpPgSwSEy5LYzHBywI+zrgCdB/3z5Nte5+zeuY0JtKLB5N1Vc1XFbDRJvSGTMxe5hUfh4fTaaqsdGnVi8WnmQtdnhj94Iz4KSfKcsDczAc6t4HHtLJ2+/QEk96rRILWKNTt53VxonTmjC5o7+k/soaT/1STrVmTIjG/EgK6pwqJnevr0T5BNypxLLKoMW2jIztmMGZUceGdmjphxZ+Nibu9Ja0jN7syZID04KFoKcp5RywQB1Qp6bws8rQJl+EWxXia/bkLZnBx7JSGpagxGWDSuRYulkFSnnzBNtLnYoxgb4icFNgvsUBvEp2FUodrYLDC16SaC5V0FUVKgCNRyYAKUUCAxVQ6CAekkIRYQTkjpauY5GmztGEHUEYEYoIqFv7RJpTI0WRS2CvJy395E2hYXU23bKI02FFSUsbtqS7H7P55mYHKjp0zBUZ5AtG1vLO25qGb9GIkPCauyKLvlIOfdDCN6/0Q+lbc2BqDnM9jlnO4LwNOiYE17YPVLcDfefb36P/6e//E735bW/R2m0ndJUb8xJzo2Fzsl1TxqDrP+j11PMGDPY/fd1nDkYkNYzTZso2yyvgjEPpiA20Yj54Hi2vbiixFngjrGjDEZ/87r3vPmXqVvrUxgEt7RkK+jlklyjDIOQwV5l2bTkMhEKeyyduP6uTPMWv8Rlg5eQp5vBZDdZWNVxfU4+ddMJrw872NW2z2e9SnxGvEjPKzrMph4apGm/u2IxiRYSLVCkHyv07Q25K/Tu6Ww8bDitCtKoqpZTkdnGbzpBrsW/K0/2E+k+B8jkRHf1+T0sry9zkD3Rmc00by9JDD5yVD1mBspb+bskb9FVQdkQoYg6OCxq88LlYSQz5hb0RYYYyKMIBUZCUya0Cwjk9H8OQVB+N1uWhgy0yTT6niZwRQajrjrgjRQ8EuZ3lKIdIjwhSvrpfSFmX8+WjfIuUTkfq0CIslhIp2cD2mMEzoCvs2KsB9cNglr1FdjNsPvGUQ/GyzOguMjcmJIxlmYeJPc5kINZ5R+Zmo3ehlFJFNsnJhVBxmXI9kIr9mfIKV4oI+UfHXCfXMRClLi6AnEQ6qksjY0egoxCUIdkmQ5Cc5EmaoVRJdRzquWc/oyc+91uqNtfL/7RUMdk9OFOKsjGO+Dbe3UArsf4oMbFtT5QCRCtmeYFxHk8WT57Wt3qDmERsvFMWiYlv8jzbT/1sD91Wqdyw3/D179IGz+j10pomOTGRV9l4Q030lNloa24MszaUen0FZY+ZcL3BQBMmZm9pqD6b+4jJt88C5Grt8fx37tzz6vO0p7qvF55+hlvCAfqyvH9Z13BtU32e6hObe5NDqxsnVCNf9wfqDYa00YCyekAtKlwgR8KuVmM3Qq+v3KvVJGmKHbMQNaUdkGmBBmgxJhvoI9m1DhJtFQoWykNuMAfTsWbUuW3DiQWuUyX6uwucGZsiBSU7azgodORC0l/g6PhQxTspm+X5ZFy4BCTgIYSO4wkqjqJkEMqtMhyBTkQKEE8GslaMt4o+79VJKYUiQgSSNURSpIpoSPbhABKcbZhBnYsgDTICjFfJoM6Z11E3hGZHhCUFAkKJ8rpbW83ho5JdS996/C4g50XtpUxakWlb2jATB8yYgyXNyeS5Di393XLTbpRZaLN1IBgRQkzmOXt2pCMIM/pdHoLEOp9FC0Ga53RjovijvNBHnj7YTdJBf8iz95Y++D//Hf3kP/8neus3fSu30WX5b81nbPCWnzJ3Rtzm/SSfqZuCjLSNX0dmbJZuowrelI10wgbaYz5u8go24GbrdnKWmnmWRR2BJTbi0l3hOmY2Xo7AKZQSeoUDew1RiLZpjOQ1Jxgg1j1YWeGgP1TNvDY9JN7jE8PGiROyzO1336U77rlXG6dOa8A89L+g2WJboKmqe4pUKZeLBropNyivpUVbJn9L+7u9uoNcQ7/A5QZf6sFhxGuYN3Zv8j68mD/jAGLbHXf9/UvJYzZ581v69JCXz73dXW2uDXVyXXr9w69VRDeeXJYhUX73ItP1WyikMOhlzvKWchsWbIkiS3uSJRdaKjqpU5R0KfiRHWPJOjCNdoBBB3V0VulflDqdFHJ4XMHAPsePA2rQTikm5glhTPkRQV5Hfv8wHxVfi6JbG7rI6dRCF4O7WBfCLQubYzeBoyTf0ocUQVAa55ggZClCOJLxXWeYKKw5AW2PuJGcZ0EXhoMbRc2ZAwnZ4OYBC3AcHJRm0ALP+cVMXXeMfQX1Tk5vpaqa6guf/7D2Ll3QZHdHMzblUZN1wFg95Pv2tfOXtcKC0UdvQj5UK0WFjqTgx4MmM4FKCVSk9cBi81tMKm8CLQvAZHqo0XhfE2712wd7mg76ev07vkErp86K3V3RY4PlFiHwJGom+op6y6uq4Y2ZhIcsSBN0H7LY+KksM6E3Oe3PKOvwcF8VG0iDEf4uv7LBUx+j2xuqF4sDDgGDqlaeNnrhK18RRsi/aOib/pRnztmsVaSeUtVXXQ+lXKmPHXDZyLNS3WMjl9pIbMwqtFiYmpQ0oQMb2mFGQ88iU9NQS9yQjbNbKUnQGVnv6T4IXN7d1/64YbHTTS6IG0C/G+8sKRQR9E9SYFuEvmaXkVwAZPGZOnmAYjaUUwu7lDGnRETBj71wEcQWQDxBVykp0Xa1cQqlCvvg4xVBvICUKIVkFccByO0leCQX1q0Cp4X4MXELgYiAG4oIEeApGzuqlFRXtXpVpYpCK4WHqjJjrWXxF2Mtuop3fGiP7dIKBJ1tuu5Ix9QSd1oHWD/nZ+aIydZBJ1XCRZDhu70LNr2AojSKWBcWsgSYUfDLAsZcmtGa00Z74x1tjy/rYLStn/6pn9ID9z3AUz7zkM9XrW/rE0Yv8rYr00ZBu3izm7kNaJtc16p5Pl+97Q6duOseDuW3q8cm31Joi20Nm95kf08D5ljm2Tx6wRzwuJ5xK54oc/uuUlIC5DaOpIiAT22pIxEl+qHmpbDmoO1x0iM+4Gl/dXlFmxsbPIcvq0/cc6e/vKy1U2e0duZ24DYtMdcDO6d8TphgQ4s9QcMYMnVoqWPLrbyhX12ccJmGzLYB+1tgcUHpNnbb3tnmvqhSJefr93rgrEQ+/4niFOaMMTLlIHA4OtBgUOmOTemuU301UauhHPtEQHEqQN4EleClgoNQBeT1qthNoLmLOV6gkl9FPh9LM5mwhx4X1QHgoCajE088q4XAk0yCbuGOsekdUdTLhWCiueNDd8TvL0xfe/ZjFurIDCqHBrcGDYCngo7DJlIqQrSTdn4DDLw7F3SjL3nMui53Pa/56C0lXE83t2uL6KwKc26EruFv5L1qDB0ZpbmU1dWii89pl1TS0QLGQyCN/UeWMQPKAsZIbDMKo1GeHejFJ7+sNBsrSF/mtJz4PrZ51506c+edOtzeldgko2WgKyFjCEUKV7wDSooI+YfilJkElKxIUqpCM57uZ+j3xBig+85HHlXvxClVK+vKTHL1l1QNljViQg5W15S4WTep1lPPv6gJ5Xpz3BsdauPkSWUWgpOnz6iqK42YZGM2/xkTvKGMKa8F5g9YEFJ/oNvvvkfLLBiH/k2ZqFRFaOfaVtnIZ2zyQw4SPQ4yhoReiqd1Q1M2f9NefEa8IkyIeJFZ4tNGsOj404J6fRkm1LVNiQNAVltVsq0+iLi1RIuIchVJXkhE+iG6z126qu29sdqcFBEF9Ht15EeBDOE+iUISDflHX9V5dGTq3QkG0ejIG0LYJX40R44JBSVRE0VEkXGYoA0RoZQWUKQkWSIIAzKECBCS4uhHc7col4SOg3A34h0lNYx1LDkU0YFwkEdx21GlRDck1RXAAbFHnyTsE86tUMYuY66lXxnIHZe4613SMmXCtY8IowLmWqYhnzfOVvwga9qfcaxbiBc5crRHLd5xSoh85lAgY2TsAz0Bz/ktY94RwMjIugzjXOyUkuc2h+A2jXTx6nP6o3/42/XBn/znunTxogbMi2AezzynJbWMbZuSeKWq2NB6PO33uVEvscF7vA8Z88ONTQ3W15V4+fJLlqpwVTTs1xqkrN/5zY9ohTTrHLI0AAAQAElEQVS/3mVsddu1vOa12ICJjHPCkCKSA0WqlKqeFi4RFyIz5lrD56zZeKLJaKQpuMe8JKtcpRxJU+SGfI7rs070uPFXzOHEgcS6XJfGGzuQ6Ycgo/sj00YFEIqACbZ3u3XQyjZPeMXwPJ1xSLB8i/2pSqppGx8Mp7yEhEI92tCfCut+D7tajfkk+e53vU1rS0kzVcrIaB4mqcRCKtihaeESHEOJYyOs4nMJ0eAE2wt4bfaps8OdgJNNpXlZpq0ml3GQqVOWaZKdhMIOOYxY5Hasg4hQBECGAAoXhRFRSBLtO5rQ3FAo0S8JmRSS55JxREikya5UyHFHrkO6Tn6NlEdBUWplmHhDnFIw9rgmL2aLelznI0ekCyHmPhW9cMlUtJucpxmZZ3wr6Oq6kMhF05Fcl3gUVYlfj9JF1yNzKoOPg1Dtqt4I1B+5iA57wIr6RyA8r3SQoXXUckzMi+efU272Ja7tKzzNneH79tnXv04rd5xm2IaYy1IrXFZEdKCQoAVSwRBgfCnFA2zKxPGTlzfj0YibBJPvtvsfVI8yEpN1WvdUsRE3TOY0XFJig59Iqpi82wcj8JIOfSqPpIqNdefgQIdM/l1eBfYPdrV99ZIytwZv+Fcuv6QrF8/p2rXLyPbUQ69P3j3yTSczLW+c4KBwGttC4/0DbjZ7CsrtU1akSl7kghFasWhUTGzz/CdEUy+EFZMXqFjM1OOGH6EYDhX9IRt7MLmTxIGlMb/HAaBiEUvkiUqKpEx7RwQLRh/5pEtbexpPKpqtBgIZ4cCEv1vvXo4IpQWkKDoJFRLgUEcuH1HHiLjORQ155DVFR87JmREJ0IAd23RHdfJz+mUI3V6cil5MiQgFbSIOOVJCPApkdZjIkc9QBhCems5FUKEjnQpFREknuMFHREmLCHkBikiKZAhVVVIPqGmvKiUJ7LLoKqqYVTYAxquADIdOlJ3nk0HmmXEElspqmU8NeVrapzHNxDFdANlOP7lJz9YRDtlooDOypBQqE5oO5JIa5wRe7ostyBiXPNCWyuRpYqTZdEtPfv5j+kd/97/Wc888o1O8hK2wQSbqPGVTbdnMbGekpGrQV49PYj02+tQfSMyDjJzTvfnNeBZvsTeq0GDYl/+S4sXnntQe8/HEiU1NDg+UyyaDvdTdm2fLrbelDEVI6IoI1f2+eswfKcoTunDZbcZGOiu385EmzPPFv0jpzburHyrqSsEcDeZhhY5BOYisq0+drLeqe6pIF+U0lB3zMhd9S1HX+4gyFZJlhHMZLXbDKq8INWX00OUmnaHrkPXHMlPsbGG6HYesCSMOJY9weZlyeBIrpqxUImyBrAjJQUQYyQ7KSApdd+jMxMoYgX+cthwsUh2GIkIECn50k7ONBg8hV9F0pl9uEjsWLSUVTQE3IsSqJVkBNIQiQmGC0DiCECBUBU4QVRK0FGBCCVkVF4QG0DFfxI7Ffx8kyt1qaCiTAKyjwnXMuaKlWpqLX09DhbNECUJGisBHobucKs4NWgiCCNLB9qb8vNKVYM4rQcg/r5T6cn4csSJCEQYVrCN3veZHrBuIVvuHl/XSpeeY6EmjVjpgEfafvA1WVzXcWNWEp/MoeYL2CSZKV5OgZ1uFGJ+ESSmqgoPQpTbctCfcunPj7btF1ymltRNql9d0+eCwbJYNE8knc2/oExr/gOfEcSvtMXkmbLLrG5ssf6HEBB7zOcElT/nGfe3SRW7nl7V15ZImHCI8CVfWN7W3u4cdAkJeNPosWGMOHIc7O/Kp3AM+WHhGfKrgmq2ZFzsOAsEniymvAyP/uR83gmDk+pd2DvkGWLHgYRJ2ZNWDvqLf42ZBDbG9rWo1yHpB9GsDu7lYaWS6pT1EW3hAV/RNShU6krZ4YWirJZJqRSRF+dHvwTH6ossWEQrrCimiBJKM9TJHrpfxzEDaOeRNVI7A9JimpnKeDtzf5pB4C1+yUX4sFByTiei4aDjimhPYLdLyAiitK+tIDCKA+fIDmUWgBO+r+VCEIRWcoBPlpYp4koxTSjI/Iooyj2cTrrs3Kw/wDMNxYRukWUYvA28AlivA4urx5jyZDcTCea7cco4fKSoFwCEP4bwUU68O1mddxqUs8vsQP6EuU8afeXl8VZ/66C/o3d/4Lj3++OM6yctYj03Mda+ZHz0OrJ5fLjQz5wy3KrWYThM1JLZ5pv29Hb3w/HN69M1v0s72Vc32dyVuw4m5FOgRtpRNmt0mxE+QEbsSm3WifFVmlNaR27khz4yDvaFBT8Pr13g80/bOnlZ5/RM63FctMm7OYD5ZVz0Yqr+6ouH6hvorq0ocupXoXPRbXoly7CnbYwyzygEjU6GIUEQgnsBJVVXJz/OwRApr31Suw5CLiH8HIaHLhy+vJUu8HG5ubqrhEHDl6hXV1Et2rJ/KYYoDc0ZPIY8C676ZiSlH6QsiAh0AYccyfRTpWCWEr2MKXWJL+W1W5xa4i+mYKMPPiQELiKwI40AmOloSlOyCIHkFQ8695nhEgitFlJg6Z7qjXi3scr6iRH7FlEXjvrKAU8iPocUuRwvAK/jWQSiOEuImOiKO0kwc77CIEN5s4NXLQOCYrGNfHeJVRbrU4/ZIHU83OLawPNJnPvvbiqrldspcrQZS1KpVqe73NWPjy56sKckThxw0dShShRxd3zGUrT+ud9+Mk6/z+Uktk7p521k1vaH2magzJtQBer1JtugdszjUTKbB0jK39rGYcRpwu5gg4w23YlPd8m/bAltbV7gRj9VQuZaBN2NRqFk4PBlXmPBXr1zW4f6OLp57QS8+9RWNt7a4xe/LMlnSFQ4HdZUU1KnlMDLlIOPDw77/xGd/X44fcHqfsPFHMKQJXFbV62tMnUbI7/JtcsYNR57cpE+xoaKtgrqkqlIK2kaJiUSB9kw8AROeJ/0v90XUEu1HVqdKJkK/J+eN2dlF/oikiKBkgQGpYNdbc1doZObRghw1UNsSPwrQadr9R3OTXHKb1cE8vRRiTokXaceQN8MAWRTAph0yhV3XFIrOYglKJHSi0UWRNTscyA4B5rBLmcckyygkA6i0CXQEkYJJgYwIRQpVkZTcVykKjnC7AQrZeRMonYchlGbjCxCFXTgWuw6wFnmMvXFldqNMhpYVl+QiG3P9ESVKcESUlOsxkshLCD8UERJ+HhRbhLN+z7GCabgWaFJWg2ybK4ldv9ccqBpd1vkXX9QD992rx7/wefV6tfqDgSrmVW/QV0TIG6jnbMvGFdiOGtHMUkYZZckoSbM81eHhjj79Ox/VPWdP6+IzT+nC889rfW0D0UoNB+mGeSWw0ONs7ivbGLSzKKu0h+cJdoh+cNzpQjiT55BPddd2tvU8c9hrgOcuSRwu9th8x0KFKvJHhBrWk4ZDQnZfMgcrbtm+8edI2CO1yipVID0oKxmX+lijAZmci90RoUSbjHhZ2Nvb05RLwh5z3bd2lzHmktGybnjsjLmMWCYU8mcHrz865sw3lLrBb2VKoihiN/uMndd5UWQzmuFhk/VAwQ2jlwEiyJLLyrOgDddlC4VQRJAWupUzNyJIFxAqjjgRRQQgIGQX4gfegi44pIgQzStIFVcafhFb4JIihlJHvDykBlSVpiIJ+sZ88OwXzAU27ziQzzqOkrMi5hFQRtQAepknufAWWDcTN2V0chwJRcnbBTcJwjyeSvTlvmQpwfW0ud0R13PHUXnXxV6NYmiw6E10+eILeumlF1Ux8SZs3A0bb2YCudN8q820WSmGwFY0LidYSFKtDGYtYwAHRYUSE8yd2LJJBx094Xv44USqhquql4DBkvbYLION8+q1bV3b3tE2G+wsJA16mjDkhytL6KUkFPkf9mj45udvgBO+h+2xAGxvXVNV1eUQUtWVBkxuL1LD/kDBQrV76YI0G2n74gU1LBrNbKLt7S0tcXjoU8cqVZoyUfuJAliQWmytWTi8yDXINmzyLZN8AG//cJ9XjwMFefwb857ows0ox4ulJzDVVCa9qnuKqIpsRIgaIBlq3EDE/cuB/iQAU4l4BJU2mPH7AatRyKriJj2dDZrbIt2crmPO+R2NuVSHw6wCrobXEjq7xB1ERJGOCKIuzUB5COKLaIbAd3SRs+wCyNZpID0rH6WbfyuY6w/LLtKP63J67trXyU5CfwRE55WIVympon+9aKcUKslgZzHYZgwy6cpAUp6su2MdD0vKPMn5boBjeSIoJyWyRgfE3S6OMezn5ZD0Cr7IkeaibijDSuDbZxT5N+ezQr2oVXMgnexd0UsvPE29W73u4dfo3IvPU3c2QmxbHOQpnLUgCvgFMtAZ6DDkjM3Ma2GvuM1fvXRer3/oPl18+kldfe5ZZV7Ghisbit6wjHXPRc8l2+g8qKKkkOk2ixt8VqRaUde2VjPmoG/GtsWb6he/9EX99sc/pi1e3nr9vho2cqcNegPZWf+EzdiXCDoGn8ta4MN30Kf1YKAeF4cZm3JjsAFkTCmUqqqAoAMwNngs+ECROWis+5MAa4XjLtv5zJ9xoPf8d74a2+u6J9fJl4IlPnlkamk9AguXqbIUaik/A8aauy6tkyRpnkNIG7IWLpyCHnMM1/lSRCg0dxBRYkjhA7bzGifkXIeCoSPMlSI6rOLmtHlzsrBvFTidMpIxEEEggwgD0NzdSM+ZBaUSHg9Q6AYUQ0JUOpjgBh2pI9WjR6S6xcBy2qIltXAoIv8i1tlmHvkCmCc4GxrnMVkTgAAZ8DC65nPOIkuSioMwEzoiyCPZzojQwkWEnPt6aYuUV8dztUdCEegBFowI4mhexF8RhxQRWvx4qve5yff5Pv+VL36eSTpTf9hTy8QbHR6qQjbVwVP1rEzG7JxVrRxJqeqrP1hWxYbtTS6iUl33mTMVe+xEfsJreH5T6ms0WdGsXtYBEzYjd+/9D2jMQWJvf6yDvbGN0ouXL+jabF/jutFhPlRbgcf76vcr7XNDr6rQPs+Fs8mBghsDZtGMreqqGzJ97BjQIUOe4pdYBNb7tYbDWsurQ03Y9LeuXS1/x99wK/cmP6F+uxwYWmSDcdNHTw9V21cva0J5y5SXOQys8kR3+fJlXbz0ksaTQ82aiYIxWKVEO2X1vPhEUp+Fxb/glxKLa9XDtsQCFBJyDYtHot18mzcmI+kZlAtGUAsXJgiCWZQiCdKcAkgX3DFDdI8Uxc8DFRcwDSVC4EUGpMyPyBREIhiJ1HuRBkslDb7TS8kmaFPEmH3OjQUl7gS9qmtJLTmchUimDUocvn2mnEz9pOSogh+pgiZOGsQxH3JyYZdAOOwnzCUpuH3S3o67juAouuBLzioRhiRnD7ct/ZKAqqqUkiGpZvF2eoIfgX5X3PaDM+B+KlhCj7XNMTJ0pI67wrItznc8YU63pGXqnhXYLqhABTBPF+XjJVgRoYgoNARyWXa2xRtPZjMzbW5mYxebMYNL0UicR1UzN5b6I40PrpbXrodf85B6HJAnHLhnHHJF3yTapBSByu+QSgAAEABJREFUkoTyRCRYVzNztpklzWYVRdcaH+5q//JFvfD5L2htEuozn/ps8GmwqsxcD2pSBfKTabnpTmcN60ou4Nu57W3Q6U14TN4Jc3mfZ/894Nlnn9bP/fz/pueee04bPItvbJ5QMG9E/3iehYJeTbRXKHMZSawl3RgiLrHOTAo02K2UeKFs1QbNRVtHJCQk93Hd72mZeV33+128rlln+jQZ8uS1jS02tmzsw+FQEaGqqqjPFDrJrqVfrauqkhJlVdiZgjTKC3AEBG0R5FvI07RqscXxjrbdSdmDuEAqdXO6wSqsxXQHzuX6dFB4CEVYCgBHgJ2Qs4p24gnofh9FqpKUgrSwELDAkMWTD4MK+dWDmzN/9RwLCcxYkB1uGYSZjccDueOEwg1JxAtHyyBfQGcj1YOw/HFYNE2Qj3qq4BLCuMnnm+K0U/mltEA+SItwCOHOgQdF29yUC5Egzdxc5MNidLOxoURfNbD9jDvyHBfz8tCqUqOKSe1/yjNoo9J5SFL748JHtE0I7CmMUKES8jVDrx+tzr/wjC5dOgdnrF4vGPSNPNCrXo+Ssqbcqr1hMUpU1X2pGijVQwk6V5WUkiIqZQz2b8+O+A7v07k3wMHGmvb9BHawr5l/0Wb3UOeefl6J2/7WxUvav3pNiWexnRfO6eDcS5qcv6h90qcvnNfs+XM6fPIZNc+9qOHWjtrLVzXjFSCzQetgpKvnzmuK3nEz1j7vAXtpqmvTA+3sXNPk6lVNXryg6uquTvGU2T+caphDbMOqaLPgKT1T7sy/oMfrwt61HVUsIBVjKrNQHe7t6+qlS8rNTAd8K9y5eEUjvrFP+HaYoqcedW/Rl6q+ZiwKmVkU/Vot7ZF5OdBgqDZ1conFtseikSvaNjzdGb2MU+EyQMM7VC4dFXJ7uq2NzZvnIN0jOeS0iASi3VOQd6EvFMRTgBXwQzkbJzIamzXHkJ3PQlwLbip9GcSjS56HGUwpMm6zQxj2zmx8AyCJTEs7t/BpVrXcDDMjV0pFd0RIBoEBkxGhRDTCQaUIy6rwpOBH6gLd5GIet12tEjGrkAMAr0JLoKQohWTorFRJiThdoypCnkuJeUHLSe6rPK+LaEJo0JHPUG5esz1faWyRVYKZ5yCEAqZ1VjkrsjMlgmMenueOOaGEXVWBFKYBeFh5pNfjrp23JzUQzVzSMFephcPa0NlDrpwV00PlyT7jfqrxaB/dmeHZJ0+WXRBk6j5LSf4dnTZqpTqpX7fqt7s6U4/11Id/WZ/9335G6eqOTiyf0CSTv+qrYh0I1gPlKHUL5fLEPvVBgtexGa9j0/FI08mo8MfG40P5d3impO/zonfhwkt69tlndfbsWd11zz1a21jXcHlJfeZMzVyiCmWOtdStZX5WzLEZB4UpMEK3DwyeIzP2ihE6/XoWyFBRZeqVONgYV2zqHt/JuEpKqVJlOerfMIelLB9+rGd7Z0fXuCD488CiHFSpTuSBGHJQ6FV1OQAIm1aWliXsC4wN9LmfjTOBQWDYt/SlF26RTjFFviQVIQL0y0BK4aM4KMzjS9gfSTKUsQOdgJrxbUgRCicWDC0AWsUxzsGUgHrCeRmwrNVVM3kMkCElM7Z1HDwI4QvcpXVyxzKW0XwU90C1YFsKtLBkmwyFkIpBLaO8yCJiDPtlvqhQwK8ABIthkF+Ddy4DpV2X7hjX4zdRx5Ozy4WRiwwEOLshwK/kSz26DEh66ixKz9Y2B9NMajqZhoCXr6uDPNLRFSkEFBEF3OH0P33RqM8HuZZb77lzbL40T6ZtMgPXE0kpuM235A01NGKrpJoncp/IJ9zKRVxlFFdqGOSGYCD5mXvK7brhZOynxMPDA41293X5xXN6/JOf1v6Va7p07pxm3Kz3uTFffeY5Xfnykxq/+JJmL11Sc+ES+KKm4HxtS8Gk6x2ONZw2OskG2gf32KgH2JB395TR3e7sS2zEvtX3+F7Qbu2pz6a8zIJYjSbKpOlgrGafRc9xZGYcOmb7I4lDR8Xxn3WNBbFRS77Ei8T4cMRiV2vr8hXtXt0CX1VL2TscNlxH35aCie+22eHbvnjOa6j/TKEWfsssq+oBbdZXD7stG8oS4P4xEBHiKi6kIE9EyFi0v9O6HM4lmRcRwkuhubNERwbMRCK+YxCXIfQKrssbyCTApVAFiXF1pKOIEOCdrmMuoCNCEQFFKuMEX2iqyQKRPTxNwrOMIRU6a04bOb8xKWZ3aaFIIUXoCEsqbYh9lCYRI1U3uwi4N4PbFn2wFdGlJ3CVQlVKqqBtWQK7DCyXy8glJJj7mGMPffeh5SxjdonTAHhHZdmikxhq6T5ziJDifKbcQNe5QUp0ciGcg+MACwkp0bZYZyOIl/JLIHcdCS1cgbMGtRTtVOODXXGCV4+Nr8/hs2FjvMqB+JB5GJZmDtfjqVoO1bsvvKgrX/qSvvJbH9bP/bN/ognz9LHXPqrbz9zJMF9Sf2lFPV6yUt3ThAO8sCNzQ5/yucxrR8MGPzOwsc+AKRvylA3eMOEz3IQXszGyBxzUr1y5Ujb59fUN+Rl8eWVFQzb5wRJzp6rL5ls2W+RHHM5HHPRtt7+VU7OSPuNw7uq7/cekGyuF6rpWRX19YHA80wneM2RhAssl+t5yjder+X7ieK/Xs3o53eB22uf7vcH2hMT60NMu69OJEydpV+TR2w1N2p+yAhsiLBluYXLgSxw892SZUwEORQT45b7NHpUdlFTE8EoKOQtFKUiICFElxrMY16G6CrAKr8iQHpJ8QNDclfHqwADPNrltOoAhyoXpuGOdGAzaUAUK1wFgPsiFlLR5HJZ9cnADOB2N+DnbOQ2ohulCc8t0KXTbyThPR3n+IDiPgIImYcRLbGYEX9VHdGVRRx2B7OZ8yqJoM46gSyHEHzFvJsh3M+vmuEUMpRImFgWhF6+IUOk0vbKjZUgs0gr/kMdYNH4CMhu63/f8FO6B0etzIy0DvVVLuybkZ7OZBE5MOKWeclRqQ2pl7eF1g2R3XVJVMdCR6/Etnjmjckp2ErZvMZkvsXj4v8HMTPrR7rYuvvC89i5e1M6LL2qDQVxv72py7qKC2/X0Crd3nusbFodtTtYXz5/XNovN5fMv6crFq9pFZrS1q53zl7RUDXXHqbPqN7W2z11Ru32ofk7yTdKfDPZYiPbZ4Cds6r7BH3KLPyDe7I55qh9zY9/XProOOCwc7E2YuPAPZxxExpSzpYPdXe1ubzOp+3zjPM/C0tA+rUbo9YEnK1TxjD+jDm1KmuWkNiplwAthxaJasSBGuDEYp7SHx65wNKXCP7RxBFTALD7MLdTxIIhElLCkB2GGZ292BJw5mEeynG4o8aPgGCdgAniRVYLosGVCmNsBmszR1+Bcv2x5MpuGtFpFhLxoSm6LkPCZwBBgkW5mCFdoY0PhQFiSNlSr8E/AmnuXZzLMX0DRASecIuU5NkopVKWkFKnginia59M8X1bnWll7VlnEO9YRnedxFeVde3WsLsVldfFj4Q1MdNNOKuJB0UnCpgA0dzHH0nXKtNvW4A5y9k6NKR252ZTxPNort/nM5j7jJuy5P2Sj9jP21vaWnnjicf3mr/6qfuODH9Snf+kX9fRHP6aLj39Jyxx63/jgw3ro/teqXt7UNNU6ZE2Yoafi0N/r93S4t6uGTd2vaxNu6BM24wlzfMLG3MGBJqMDjTnwjw/3NQIbDpEdwV9fX8d82oAG8HrTsi41c/Av5Pow4M31kMPBAXm3mYszXtosY3m/DPhz3IxXhBa7GuyzDkPQp26Nipt72eBpldaLE9htBVLiMJCqpCkHlZRoe5hDvtO7bSbodPuOmev+jHeOC8qIC0DNOpeqSgMO8BcunNe9996niCjrgssJ6kIUXgICEA5cQimkAq41lZddkYdwGtmhVGSEsw2uB8vyIgluqOQJgUsg1zdRZ0NVMa6rkG/zdUqMc8tp7tCGn0dAxZJjumHhS7nsCS2N5RknUY6k6JB+Ly7dnMlF2xbjm9Mc74wgFSNsYYlDlOhi0lnwGESEgrgBdORLOWQs2Nwyo4khL3QWBP/mfE6DXbxlEvncyYUxD9CCWAnpU+zFggzMk0GhiABf907HnI4xr0sX0THZG/PoFVxRXUSDvBIhNVJxvnEHgyEYCGLwekC33JQHvZ4Gg4Ea6IYbb2KC12xWTZaCDV+pUgFv7tDZWqF9IFjyiXx1Raor9YYDVb1Ks2aqinL6VZJP/f5Wnvie+PxTT+ppFplnH39cH/+VD+kzH/5N/erP/jyfE57Ttb1tvbS7pbe971v0Dd/1bdLyis48+Dq998/8BX3dH/njOnnf63T6/tfpDX/qh/XQD/6g3vF/+Iv6xh//Kzr72Bt0jfq8/tu/TW/8439Cr/nO79Fr3vd+TddWdYFPBav336XN196rK+cuKA978p/oPPfM83ruhYv6iQ/+sv7BP/8Z/dQvfES/8jO/qM/99idKO5y9526trK+VP1GacHvwhPPA7/Nkl+qe/Hf33vTbSKLC8nN9m5KCumfwiMWnoY1Ey1skIpTgB2BsUHGhCKDQtwhIQ8Ae6EZaRsxQdIepgBMl/bpeWEe+hbIc6CYfQb4Fr4iUgHEbcp09ejuO0G/KoK/qAonIoUrBj0Qxuu7MCymSJEOAJYcRoYiQXTZegODhzb8lkGZRp0UE0gA4lTKkiJAUcryCToBKPGQLeOgilgG9ovMLUEVTRtZNcrQSfGWXIVygs4MbBRfpKJBdRZAQOQ4LGSkiFFq4RHc7FvQN5bFYLLQIAl/4BMiRzgb4wvPPcjg9lM3KibxAlZI2Nzf1wP336+u/7m36xrc9rDc/cr/uvOusbrv/Aa3ddY+qk6c1W1pSi3kti34zm2jK5wCRtz/oazw50HS8p8nBHp/nDsuBYgw9YVM39gY/Ij463NOIG/whn/IOiB+QPmLzHnMD9/+u57XGa84St3nfpgfggdcP1qVUVUpVpYrnid5yX2sn1okH69NE4lBQ0WGz6YiLx0xLbNK+ZMx49Zs1jSYcQhrs9sbvBszK8rxwOzS0m4oLVSmpoqw+a5/t8l/gOI9FGg4WwvmvAty2Q2xDDb5VRNLJEyd01113STRrEI+AkOQwIuh/qWKg0FsSXOMQDmXGBmJFDrEjbLr0IYm2w7ZDFu88BQgiQsmQQhSvVFUSdanAvSQl+KJcz2GMxi8sQKMV6+XO+6nLxkTQQq7ESvzlOb42DubcQvAVjMDSIkzxpVDjOaOgo8B2LYSPmKLKOnJFJI6iNxEltfCKSJSwxEvg0TLXFnMsZIJEN6Uo21XIImYCvm2dk8QkxHWzy4WBJESnS+UG4Y53PCn4gSd1GDkaQp1zpKMWoaVLOQ7CXOxRkoIBAfZTWBnUPG8Px40GJPV6tSISk4daNNflPQB8W82k1f2+PHhaBZtdIz9dp0FPqyc2VDNJiyWU58nXY1PtMVFrRt4dd5zRXWdv08MP3S//W/X/4t/8C8Mnq7EAABAASURBVH34qc9pjYXm1Hveqvu/+z36hj/9x/XId71fD7z/3br3m9+pN//R79Q7f+j7tHL/nTrx6Gt1+s1v0O1veZNiuKpJhGZsqmt33qZH3/ce3f31by5w9g2P6O53vEmn3/p6PfZd79PZ96Hnh75b933bu/XAt79bd/2Br9N973uXHv329+qeb3i7rmiqZ6/u6ckXntGd99+v933rB3QPm/zm5roOWKBmbPK7W9s69/yLOn36Np4wlzTkYDNmIzdMeNpvJdXcdnwIqFJfMxpo7+CQF4ZGCu6GpfNLyyiEc4D90cVgHPPmHwdkoiR3IVEZIkIpJQUTOhZJ4LSI6CZHmi0w3JRyLEqfI9CZy1icj2VQGWqFj7THg8yE7jyZOuJ6aDsSUsaRMNmAEVBHQp5Li6wkOSrkIwJkOJIshEUNJXJTgLTIhIcKCQLv+lAP4m0xvssdtFvCpsrlwEqSEFFAG4SzLe5XY6JH3umdfNyQJ5AIOAF2eoIooAQX5q08yiMQBCJCEYGUIYEB0iXiOdHaUd40GFpuVPrDfEHbY/i8fhmpmW/0vIzt7+/qKq9iSCHfqm39WpflYlIVirpW77Z71L/zbq0x5vubGxIH2RZ+Q4kTDuszkacO+U/5xnVSLPU0GvlGz6tYO9b57cu6ePGctrevaGvrsrZ3rmpn9xp4S1euXtYOh/eta8R5Rdja2pLXnQsXX+KwMJHH7xKvDBEhb/6HvLyN+CQ25nXAa1OTG42oyzYvfds7W/Iv6F69fFFXL17QNV4Md9F3SB0PD3fFUsA9I5TQlSWs7wBSmUZrOPhMucGPOWQ0HAZm0ME4cDkzNnXf2Gvq3SLrQ4g3fkPLoSIFungVaHgZoXm1NBiyNhzokdc9oszFKFFmRChcGFC6Agtsh8x3AhgtRKOAFHqZ6zLCDpkMAo+3br4VtpSMQwGOBI6Q2zGIV/RpBa8GR4REGahAVwvkYpHjOuYiQhEx5wTVAxj4ni8udyEfsZCZi/4uEKYdly7NcqxQp2EcJZUCbSY0yAmd4Y6XWBdYzo15xHYryQYaOpnrYVfe9fiCQha/iN2InRCl7AU/IkoJjpMyp69TnU1OfQU4ZkZHdnW2dBDQb/RtRm/bYSrnAVD0ZgRe1Qf5EMDGDAhoWDQa8l28dFFPc7vuM7D9Dbzh2a1hYnvyt7nSlAE85YQsBQsEGVIlVTVQie1LZNOY9BkTyPoYG8o2ljJGfAPMnKgbJlBVh8aTQ+3ubWnj5Jpe99gj+oEf+UF95x/7o7rEraBZX9LJRx5Uj1t3/4G7tPb6h3RtWGm0vKzhA/fpYGWgAxabg5R14rUP6I43PiqMoC0SoNIXDSf6VW4kDQvRvqba9i/r1VnV7Se0dM9ZXSb+4uGOdtZ62l6ptdVHxakNbfPCMM5jnTqV9MM//P36hnd/k1Z5Vpz5+Y7FoGViNywILW3hye/vdMsrqxrDF3VtqKOqpAG3n4Z26vMJw7f98WTGYrerKTqwUDQJdlKmPZGIgBcSXjhalwlGOI+LdENQRgHHkbMPBUUHxSZVVQWdJHhlXqBCr+bi1RPzPH+GwNv0YveCVo4St5Y8p53FtHkLiKCgAkkRAXQYApEoUPKJsU7MtAS/yIK1cJQHSVFysl7FdTajLx+HlnHayIt8y6bhClGEjgB9NDHsLM+pRckJHb69L+KIXfeRoVslwuvpUJGK3oTy5Og8PYG/mieLYv5j2et0EO0gky5DtrmLOkLThsJl0jC71IP9C04rP6e/xDOzNyvPReOW+WqNCaGq5nbeW9Fhb0kzDqr+R60ajG/Q6U12wrf2fd/EucE3VVaPF7LN0ye1tr6k1ZWBbrv7rM7ee7cOeY7/4pce13PPPaPz51/U5SuXdO3aFe1zUL62dY35MtHW9o6eeeYZ+SneugfDfhm/vk33ex09HY81Ho25tc/kNWTEmuQB577Z29nWztYVjfhscOXiJV29tMUnhJF2t3bk3wnwJtxw+G6ZczlnZRYo1zEilOpKda+nHuX0Cq4pu6acRjQbrxUz9fo9Dgq1/GnAh4ExLw8NujzH+m4b1jJ/ArE9CZ3Xrl7Vg7yAVIl5SN/TZE4CMiSQ6RsDBbhfdJML4mUoGQNkIoRLnkJ70JPRdSEB1jyBsiNCeLlYipehSkGdOkgRssMK7GkZ/1kt7WGwFqdJIcslRBPyoFKGN/gCbWe/bnDz3Dbc4DQyphRCBfoEhr5p0N8UzQp1znhRwY5DmIG5f1nanG90XQwqplgrRVS60WUqRU0Ib+RLLjsII0I3upvjpN6CBXfuKX+h3+Sceyt0c3LmFtiSN5fGzIpoaETbC5hHeqnYrZSZh+0RQb4QgUKpgHJSwwCacDrd53vZf/iVX9T5c88ptxMmzBXSpqq4sTe51oQNzgukJ4xv8lihVPWUacuKydJy0o1AP5r9LW3CJPOzfVRJY07kwdaFYk0nY62sDHXi9AmtntnUMpvv8MxJvf87v0N/6X//l9Rc2dWzn3xcO3yH32eSzzhVH+SsQ0ltVbMwjIv1VaqVlpc0xT5RZpIUNEdLF0+xqcnSLE/k07k35Ak38RabYpeb9eUdNdv7spuw0E3YuFs+Tzzz+BM6weHgT3/fH9ObH3qN1jipN2zSpSwmxukTJ3XH7Wd17wP36/WPPSbXraXtZtziLZOxrBoMNFxaUZq3TaTQPgednd09NchGaQfGG3Uq49YYQ+gGQtGeQoJ0Yq3T3KToUKKGYMvlgGkPDnipqlTRTgWgYdPUjBj6xDpQ9bvyFKsOsIN6O2JbzRPtuqAdR4JkM+UkWVz0R4nougt4QfsEfYPJijAnaeGsqyViQBuUfTjoZC3fRQvPbZCPxQvzWFB0WCmAxzgshWhYoAtwm23p++zDGS0u6wpkoAPjDYIWtJ/nhzOJZB13Lj9bJmbUTIogV4FFvaxUEgi2EoFBX9WFEJW1eFMLyujgekbXj+rAyNhFq2VIbHVoBAfTA4DDOAiYg0FPzz73dJmP2R2FArwy6S2H9CkH2pnn+awVQ5W+zMoWKOULm4gzwVoOxOpXHGiH2jyxyXzmYMDheUbb+tv2Y298o97whjdyq9/Spz/9ST3//HNs9NeIbwNbunDhEjf8Xc0od0qemvUjpaqUNWZzP+Q7vDdWryPerGvmPYnibK9V5uSptTWd3tjQxiqHf/JGk/TE557Uz33w53Tt8jU1fFqgaxWqFJFUoTtSyHrcTAbRNFWVlFJSWRuwxfEJ5ffQ6Wf7nd0duT3cLg2bvG2zDt/0HZ/By7SPdVy9ekWrq6ta4kJSMQdF75FEGzIPIbweuVzLi75QcaEIQAYRAgh5nIVwDDD3v+tuIAkmHn1HKog6Y0SAADBVpc4CMvUL+B5JlEqfz+jYmTHQkpKB4kOKCFVA0CZEZJctR9t4HWlhdPYjDM3AIyzcDrMAB8ajQkGRBquyPQgceZKO6I6Y68tdzHUFGGxUlHDO7ZANKHBDC3Rp/9HC6Azqwhu1eiIlyg7FjQnzGCZjO41tArk5+2XIdSiCx1IyHX6rLBFBaXFM8hiZaTV742PsQs6zMARRi+Xo94C+dP68/rt/9Pf0n/5X/2d98N//jP7lv/lJrfF8NyZ9RGdneqwhR1ZiMjWoCkVU6g2W1ShU9waqucU22JV49vcE7rPxLa+uasoCEiyqPZ7vz9x5uzZvP6Vq0NMet/s08MtA6E1veIPe/83v0Rvve0h7TzyrjcNWJ3NP/VnWiFv8YGVJPTY0931Qesamg9GBRiw+h5S5jZpLvUYXellXWHj2WDD2ef7bZZP1xJ2y2Vdry9rlGZOzklZnlc4sbaran+qTv/Ibun24ph//s39Br3/wQS3zKjDg5O4bh/ukotw+h4olnjL7vQHfAVck2sX6G2YxpvAtf0kNi2RNvoS823fKYmA7drmNzOgL297SDi0rkQ9HrXlzoEroLCFDgM7rSFo2FBHEouCIDkuhRPt7YfHi06tqVambRi1lNJTtMoRcB5q7ABtAxzzVuV4uNjnJ9toSt4Ghbc3BTNJdPxCR4snrHDdCRCgiJLzAERAG3exKKUWRyynEzSLzeAQ65vQro7mdRWBOY6zbxJuHD2gNneYU2BSXWbcAdbo7G0rmry3osiki5J8MNhBRRNBPAmfJu5Vu5QKmISmUpAIVdEDf6NEiz8GWVNtuWztwNUqN5hk6ycJhPMw46Gbq/MQTT5BfmjE+ZhxyG/rU43RGetNM1LJRZuhut6eXSSdU1evLv2lfMb6ruq8lPll5XrjsqqrkDc90zY3Z36vf975v1bvf/S268NJ5fexjH9YTT3xee3t7zJOB1nkpO3v2Dtnt7fLsv7cvj+GqSuAeMkNtIFO+hbPuLG+saf3MKYlLQrW6xJrTV7Au7F4Z6bd+7ZP69d/+sp559kBf+MKXGIdJrlumzpkGcv1bY5qyof6F56ah/YQbc/nwJr7gR4RSJFXUybwB3+NNJ/pxwHqWyJeZ88pBWVYU2tne1db2NoeeVaVjc5Di1DSdHCbQQaZVHOrmOFOeGH96FUctUGB7XCKKimxEYI0AcFpAEkawaVMH0mWQ6M4WMM4q89jGwQ8F5QfyItsch4pzeQ3lMgTmdZWsLryhY8hcTDc4mKGABeDlDMQWHusW5Ktj511IRHSxUCxYL8Nzket8DJRhznFO7J7HjMyRIuZYuGPyxF7ZO8s8n4WcLR8vDKZ5i44iWvzNMoW5CLoMZIm5TQmNhkACCDcdmBhCpBFiQ5Z5Bimiw2JwGhhayqpIcF46nwk/ZjMe87T+4u5VffqLn1XD8+YMqcQp1fZ1i2RTJpEnjG/KHjCGms0v1T0lFoPV9Q15s/Pk6vV7WltbZWDNNGSTX1oeaJnNdrA00HB5WRV2+Wl8mW9z3sQHy0M99MCDuoNN98v/4bf0iX/1s7r8ic9pmZv4ytahdO6yhtzGB2zaK610suppGR01dgY3jxl1YH6rxo6KjbnHx7qKW7rxMk/qh5eu6cpnv6wrvBp86uf/g5775d/S3uee0jc9/Jje/ppHtEKeoA3GvGps7W0pqlTaQSnJg90LVcsEGfGUJ9yUW1DFBKPFWRgS3ysP1SDYKopFo+lIB2zyo/FEiq4PMu3astFn7M3oYgaRnd4qfZOJZsEAQqGkRL4kgZMiOiCqSJUIKLdSzaJUV0lVolxPTGywHQ0Hj6yQgACMpYT6VGJJKli4Urwx+TMYQ5CzPkcgCxOadEKSsZValnDOQ6p4p98IQTkhAhUHWfA8iOgY1jVngbLMjiDNACcCGvzVvBeoW0HLBtbQ5t4IWtrIMl5hy8JlpQyeDLxCJSzxCmC7FiDFDT/EsTv06lqPmhA5kV84WkAib6bP/EudrWmgdZyxkAsEI0lzF/SIS3JZGV5WzTjxTZQOY3wkPf7451X3Knn+Thi//iTXcKNv+AQ1o31m3LJbxqfBeQy5aRj/rWxL1esxh9l4N09QlhjzI7ktK8ZgphI1CwIxAAAQAElEQVTWNyO/+/LM7bfrD/6h79QHvv279Za3v0MnTp6UnWV76FniQL2xualTp89wuF5Wn3XEm7v/s5y19TXWjrXyi24rVV/9y3savHhNoy88p4uf+ZI+9Wsf1s//25/RxQuX9d3vf7P+xI98q+69/04+ERywuc7KOjWlPhPqZTyjDg12zaif1zLXdTKd0CYV1QrNWANTlcqLx4ib/RiYMG895/cP9rmxr8jriNslM4ZCQf2jtP2MMfPiC8+rJn9EiCTWgUYt7UGrgZGjO4jqZoe0xZXoS9PH0zMp+TjjFnQ4HyBF90P54TgQEdgoutC9IewQdhkTxxj3l4KcBtaOYJ0jiyJCIc3zGmMFHhY+KyIUUDf7iFDEy+G4XDoeiYijqI0xmFEwaRFdesSN2DIvh05G6rDDI6CyC7pL72IOZVfSs6mbwDwaq3BNF6IER3kdc5LB9ALQuSA1t99x180ajR03HBeVrDnR+DQVnVji4Gy+k0gRLh8Ds0LIa+EsmBTOB3TcrJZJMGFSjBmwiZtz268Y+NPyn1fUAyaCgnijMRvpDNlU8ZzP4uAJNCHfYLgssekqVeoPhvLE73PyN254JnU1Z2x6NXoHw4EqTv1VVUksts1oooZJVfdq+Xbfp/zbTp/WUiPdu7yhwyef12//y3+nD/79/0F/72/95/on/4+/o4/81E/rd37mF/QT/6+/J/HMv44t66OZ1g6mWtod6dwXvqIXH39SV59+TjvPPqdLX34K3pf1+V/5iL74Sx/W5u5M737sLXqwv6q7qqFWaSP/XkKvX6vl++Nhw+KVWg359ri+uaY+hwTfevwJw98gl/hsMOaThJjwNfVYIn3EC0KVkvbY2Kt6oClph82hxrTPjMVFNEI2yC6L2QdhLO81xEMSQKdncMYm5SAtQdFnhKFKEUkSfHBKVVmoqqSyyCT0W68XmMZty1NdRodykshfoNCBBimFwFlZLABA52FCmJcdWMI6zOsYFFESSj7YR97JnbYj1g1EoMuMBTZ9A3Rq0X8Dd57rRt6rxYodBJ5LR0B7tLQHaz3dFvJNRbRXoAgkGppoVnjpjlZ2TjP+qhC5EymIoGTM6FK5xHsRF4VEJ9WF2GfC7WUbTS8gAkkgw2jd9vS16OuspDaSclTKwtIcYOLmEzfPoJYwy1VSps6J9H5/qIo5usd3baFjzJzx/PVhdcrBeUa8YZw2NFDDOtCqRTdKJDQHujp6yKvWGW7jwatVjiAxlMAt64IPD34FO+BzledLYk4vr63ojnvu1u133qGl1WVVvaSKw7Rxf9iXyLuxsamzZ+/UvXfdq1Prm1rD1j52X33hRX3x45/Ulz/2aX3hP3xUn/q3v6aP/uQv6l/9Tz+rj//qk7r/nrv0Q3/qD+sPfOCdesNbX6M3vvVRDTg8BIf7qLAtBU1BPaiP61Zs9OGGdczz158JWupru70ukaMcXCbc8n2Yn3AQuHz5kg7Z6FkkJea00DVjTrvP3B9NJhdrwMULL6nncmk1//VVi9wU3Q15spCR56BucBHmBzkkk4thpLlzvvkwmXMk59DLXCgiJLyMKWtxMKTjZGc9M2xpiXS2M/IyEZVMhKHEuEisYanoUHGWtYEFwylZjmHIG3xEKGIO6vBxgZe1AiLH07Uo6Ig5V1bioZelu2IlbRHQIeGC53E3atfEC9ODFE8aMKxAgU/6aFamLJW8mbA9guwFAUWZSSFckALqfO7Q8dB1MNs4opOOiOsilOmI040Nlhd6cwGaic6QwMSFC7BVRHkWbOHYmozNWD7XF+SJCClRY7LmQAxvlN35QCZu70EvNoM+ctuXntdGv6V2FRuXNOJ03KQaMSBqxCqg1pgFwgPb3/oPeC6PNuR/Sa72oEH67O1ntLyyzGFhilFSxYLjcvp1H5NC/scz9vf3VDbEpVrTU8tauu+MBrdvqOIV4PbVdT32mtfoez7wrXrrvfdJX3leVz/8O9q8uKuf/Qf/WD/3d/+h/sN/94/1G3/vf9aH/+E/1eoz13Tplz+hq7/4W9r6+Y9o/0Of0OHvfFHf8NpH9c7H3qxlnuPalVrNctJsJWmyWilR5oxn/1me8t1uzOeGiTIfJVpu4BUTeIknwyUOIYYhLw8DnvHqui4LgzeQ8XgqpYo8oRGLyYSFb6QZbTNRr99jfLaisVRFpRq5KiVFBPKZNBqJvgp3gjvHIKelLi0SAqEARwrRaEClVPX4XNrXMgeNng9PCrV8Q/UNxN84vdCglrzokSGUKTMiKfixKowSSfRvo4YNIgOyHV1AXikilBA2aO4yijPjpgUyi1rRM89zPXuhSKKO87R59jmKojsi5nGLOo+hY0WQBkSACysUBSM7x7dERUVWS30KYC8RbnvB9+EodW3gtfRvSz+XucxIz4AbvfRFUbwojQjyR9Uo+s2jTZ0fEHlLfrAWgtgdtB2SL/MZfbeCCMrEu4gCQd8h27aJ/aaiDtwWafcW3oRXmzZq5WCMCcwwq+DXZOzRsbUqqQm+aZ/Q3Xfcq4df/0ZFPdTGyTM69AbfZM24zfrzmjf7gpspTdVSCwBdgZ7IiWYJ1bx6NZlCUpTf3ZmwJpCgXlWrbBR1XX4v5erWNe15g/S4HPQ1XF3RybNntHl6RcvrtdZPLOt+5vRb3vI23X//Azq5uanJzp6ufOU5Pf3hj+tJDuTjzz2h2RNP6akPf0I/++u/pZ/4xGf0sRcO9Zrb36zvf8/36A98w7fqzNnb1OfA3h9uUKfbtX7yVPms0GPO9blYeO56s2vp54ZLx3Q20YTPd+6nukqMA+pCW1+9crV8WqiZm+77hvm7v79P1Vqd4PVihQNORZtWubQGbROkVcq0ueifZnKgjRVaPI8prmGMNRrPpmDrR455L+s2lhSRFEHBCQx4vEREx1PILpe2J4VyzcmURqkw0ImA7TRfyGOWBDaYztBZOASsx3TB6DQO0ikOAck4Ag5Q0Y+BPRHERVFzeShieCsCiTFge0wuIKLLo5AiQsEYiQgdd+l4JIJEvHmujCjMtCEpVIACjS0W4VDH3M1xJwU5DSr5wyzA+g1dGTQjrRRFUsipUBEBEYqYg46qDXXMxzG6kBgJdsOCOn+sLh1DDAyhsJOFwpvOlGcyE1ixgRpjHww5MQt7gwmomx18rM/IBlhHLsiRiEWBLszQmZuHccep2aj7nEYPr7yk6c5lqb+iPRaUg+lMIxaGtmXgeoDXAyaK5AOAn6/6dU+HezydTRsNueV74tds5ko9nebEfurMWU3QccgEapHJLMI98vQtk7NmLDwNp+WWsqmWBnyTWzm5pqXNVfU3VjQ8vanhbad14u67deree7V59nbdefasTm6s647bzuheTvj333e3HrjvPt1++nYm3ppO8Vx44sSJshAN2JyH3MZXN1bl20SrRm20mBdiDjKNZmpZCDILXWKQ9vp9tZJctwl2ra6v68Sp01IkjTj1jycjNUxm3w6GK6uqB8voyJqQNkNPg/6sznmMtbS+Yz6Uod5k4fhQmQtlVnYApG5c0EZOF+kR9E9UUIloB5GSzPYtIlw67WgNLqt1XzEGssgnu6TEppCobJWSasApHp9evGcsbg1t33JYyLlokEdXhVBFIVUiPyBoHwq4dAmx60BZmgNms1l0wxqTIFRcLpFCfs0BxR/JUvQRfUviSDhTflbGQNepwdgZY3jGt92poRVjN8ubpWVaNgJiqGyV6TfR8wHldq3QaRzwhJxoo2yMbucxbSg64BdMXpQVH4qCHSQ6PjF+Km6Bqapk2vzWutxoRJrSD618kOxzyOynmeo8UdUeqC4wVo8DaY+x2+d27HEd/WXVa6c1OHGv2vX7NFq+R9P1hxSnXqcTD71DZx5+p86+/l16xzd/l567sKXB+qbYIUtNZxwa3J8zxrjLnnFwn1HHBsAcak2LYN8ym/X6xqZqNlHf2Msc4Na7z2uW4XB0qJKPwe7bvF++WtrdN+mqqrWxeUr3PPImvfYd36RHvv7deuPbuIk/8pg2VOvi576kZz76cV390pd19flzurJ1oE+eu6p/yWe2n3rynPbzmt7/jvfp+7/3u/VN3/p2nbxvTcubA77n91X3+qpYR+p+Xz1eEm0bDSslRi/jzfXyZwrXrUpJLTxfNFy3xnXmoCNlxkrm0DMrnzWcNmNu+5C45IN0lURTqwop6ENC2iWUo9aUOmYOEWdPbmhjKSliBggXyKA3grgh4EnhnwAXvjGAXZEqRQRga9S5Eo9iW2Z82PZ5grp57fKkFJVUgPrJ8ujIWgQQJs0o5A0B0uRoOwgpgkBzR1tlA9EudxbdS0wFm74BFMIiQEBH65hLx+hCBhnCFIUYLcA2mB8RigilSIIC1BUsFVpzF0EqUJghRYRCuDk2bYBDYzqcA+kCSp/OWTegYlfuWCDrCPlHxQ7hLOJGgqRTaGgIRAmvezeSCw6EDdelLGmAQ5pzRIREfcWgyJRlumBoUrRwGYIxQbjgBhJESxgoDChLXQf/GZE73FKJ03uPya+DHV18/ss8uS1JdV+Thqxs8jPSTe8ejLgJtgz0Rg2q+oOBgsHm26QnuP8d65oJuMKNvMcmOFhaweRKK8urTJhKVRnYSVWvpz6TFe3y385OeRZvKf+QJ0BP0lxh1aBSWhmo3lzXChv85j13auOO28vpfcnPdUlaWVkqLwdVXcvQG/S0sr7G7WFTm2z4g+FAg2EPG6RUZSVeQVIFzQz25ptZ4DKLbFJo6MnNopHZuGxbIDjDpqpXa8yBxPb1oP0PYRzyGjHo91X1ejzzHSijpy2LJI3injeSXQjVcj07MAnPTMohdp1NJJPPwMoEnwUDniwLRCTIUAhnIWQRYighB11YxpaIUCCfopLrUaVadaqUGNwRQn1bFmgv8A22Z+rZjduswP6UpIqFrkpJKYhQpBeclkHWAC0Hw2z7gZIjIwBk527V2YQeuL8HH7+rPEGZsciRs9q2VcNC3NCvxl6UpwxWwwzbm7lMzg12Al6a2dQE9ote2eCZpG6HDD/Tr5alk6kRlUNO8C1vyIs4em2GbYlw6JgUbj+iEWhEpsU+Q4YWLiJUMX4T7d0qmF9iM07K9FlijlSMs8ScWuWF7LUPPqBHX/c6vf51r9V3fe8f0Vu/8X2689F3anDXG7WzdLdemK3r+cmKPvXCjj7+5Hl94fmL+uhnH9dnv/ykXrx0SS06J0I/ZU7Y7PwCNHM7YdOMejbUyy0yI95i32B5Wf3loTLy23wCOOCT2z6b+yE4o2fKpum5D8k8XFFQV4+WYdXXymBFp0/crvvve63uu/tB3XniNq1x4Dp4+lk9+1sf04XPPa7dcxe1s32gK3yC+8inn9DPffrLmmpD3/uB79UP/+CP6Ovf+kbddmZZwxOhtTtXldhU3U45JENLwRnbbLftdZ/DwucyDiCUqoqxXNFlbdnUx9jeUFe3f8t4mNEOM+bAjLqYN+j1ZfD6WDFfqpSUvvXc/wAAEABJREFUFPI8yGBFUpuj6FpmbXnXO96q205xGIoWGeEwjrB45BL5q7kNxo4vIFKFugrR63kC0qAstfSDbTJNdxS5bBvmELEQDo9CiyEjdbKFJALOgD04LIWAMblJz0WbkxeQkSnlwjDOjIsMXTx5C54HnQ6hIwBj3eDS8VjEjUJBogVgd5kh8DoOiMhyC8BiOd18g/nGC+jihPgFz3lMu2LGTvJkjwh0hQhEqIVb1NG8oOYFk7hoNMeJypnoYxp/oVnFBQlRKAIroEGdl9iRR+0RfTPhvJbHPJIcA829y5uTlKIjUHGZw0gLD+wyqYj1lPpnCwS3h1Z9np4vn39KTbOj/qCP/FDRVGoYrC1PcjWLTot8VDV1C6RD9QA5BuwBp/zNjQ35+csDuMe3+wHPX3Xd50LksiVvKC2DpnX5VaU+G6snVVBSXdVK4LH/sRkmIhFNkeVRkdP9RNMek/30CflPfLwpr66ysFShaTmFzxRMyj4Tb7A00PLqqtY3N6nHhDJnTJgphU/lRTxbN20gXOuJRIUqym5mrddyzaYth4+xVtbWqKPQ36CnUYW9tt/t1lLm6GBP3vD974rPuNFXlF+6FL0L73rR8IqAA0QEdGALYBuIyyTJok3wpElun0xkARELITmXpW8Aj7IiC7cF6CLUhlKqVLO412wkNf2XsFE4y/oWNONWUhY92qHTTE4q4eIsW6VEm7nGqdjUIMceKrqlAw+6uZ222VBsoYxOXyF+V4HLVgnm2VyGSUyz3R2YcQzm8qVs+tP9OsPQGRu8YTqnQaUe9DTt6JYyoBhVufR2LkUHbaAStyRAhUu6sQ8IpGXTashJOnHLl2xwhPaCSpBLNNNOAjJpHU1iiD5KZWxV7qPhsqpl5lAsay9W+dR0m/LKbbrtvkf03j/4HfoeNvfv+kPfoff+gW9S3as1Vq0nzu3omtb15HbWMwe1Hr94oJ1qRc9evqZDxvqDj75Ob/66t6ri+/jO4Ug7hxONMWlKPaZscO7/GZv9TG2ZbzP4DXUL9KtXacwYGfPiVQ16qvo9ccbTBJ6xu2bIYToUzJEZFZKWmPdrwxVtDte1Vi9pdPGKLnz2C3r2w7+lJ3/5V/T8r/26Zi+8oApbrm7t69c/+Xn99Ec+ritNXz/0ge/Xf/rDP6bvf8s36w7mcdautDxWfyOk1Z56HPz72ODxLPo8qqREu7ntqrqS52dDXUT96qoqY3fGBu6buuV7/b6EKtEPZaxST1kYef+J3/bWllY43NTWTZqni0e/s8g8hSIABRt9ll8kh3XoLY88rNtOrKsuAyBklaJxIlLXtynJB+0KmwzJioWcLBq0KaAsosVjHgkYBeE6eczY5jJuBL9I3Rggisit04I8iaRAKKhXV3KX32lR+PJSNS9XBZeymU9k7+LIkVLoBe5sKrFbBukGLqehUgoNdX2SZSVKoF3ldmFNl8G0eZSmkgcZqS10Jn9O0NYObbkIqoUX2EaFAlmqtzBaMqcDZGRQ55DU8bh+D86dhEUlZ6cPEtsIb+HpDdel1KlLdh6Lu96inSrYjssJ0LfyEYtE6zN0UoFug1BgLognfDla1CUmeS+P9OIXP65BSopqmWdpBjQrpCfGDBw1G7cqJrt0aWdXvdU1tWyUExbVjTN3Kqda3uDbqLSyQhoFTTk1+ynN7V958KNb1DHVlYZrq+ozuUajMYZI5k3Z7A/RPdrb1nj3sqY7F3W4dV7bV1/U4eGWUtUqsfEPlvqUMdSQW4fpGn2ZxXc2G2s03tcYaHgCnU4PNJuONBkfaDza5+AxVWYAlyGQkkS+hk8L+zv7qqKWXyMaNvz93X1NxxOVQ09EeeLzq0PDwjflGT/zXA9bOTA9VbQuvV2UqjjYSm5ZiOyZJtJJsTxITsooyE6XWyRz027FfsqLSS76zCVpntMxhM2YAy0hF9kBMyYLtaGIpJRCdZ1Yr5NqFsWaeKCppe4z+mvGotgCbgt5AUBJpaANOnB+YZ9LtU1kK7YVTDktujKvPaKWohJkV1v4pITt90aol7mMoOHGhLgxSizED3rFrhJ8rw7T8myiENJf5mF7nGbqUuqIMVPGrOvaUGY75+dCuyWoGXkchxLFqTjXGUBMmTwdZPnHciWOHQUzZ7KBuKJFBQqRVImbhkJHw6bbWiES3qiWeEHyL6WdOX2b7rzjLt1959266/7X6MR9j+rut31Ad7/re7X66Ht18k3fquF9b1H/zP06d2VHZ87cruXeUEsh3bY+1ImlrDS5qhODmU4OW60PsXK6q2/5lnfq69/1NtX90IUrl/XFp57R3mSiZ8+fY7M/VGaDDENKZZwENmKpME/VYKDh+qqiX+uAQ+yYA8EOr1iXt65qxJgf851+zGHXz/Ut9ZxRtxmf6Ibl4D7UmdUNVds7uvyJT+j8r/+qLnz4N3ThYx/T1Wee1+409OWDiX7p2Wf1b/gm/zxz7v3f/D795T/zo3ofB5L1/oQD9AvYsa1qOOMz3rLEYWLmtmOORTWfZ7RxNg+cGNvCpaoilII6ueVbD1rhiNSkOd7v9RXBPCHN+Sv4CXlfVOpeT2tcEtwWQb0SWUNRQgaCjqDwUBqhqqp1Ym1FZ09uqh8N62lbUiNCESHrrqrUzcM6wFF4EaHiXAcDkUxdTM5TiFEk/OOeUpXDll3nuh5dXofksRLAesIZEDXqUkl3nPSSD0x07pHCa942JjPjogWKGEEGLLzApl8NbrQUSde7GFboUKgUIwh1afBCEoAXa5Y6k6+HzgGTnFkRoXCEWMypEr0puNngID3CIQS+s2NRBgx8xPV0orf2bhDA+hcNbDOc05U3NpTMpTcyJEAeiCPv8hdyHWYgQQTKfLBZCMaciFhQZrhkdJplKCzilOEUswxwjlqp4nttYmNNbJb1YEljbGvhzZjs3tBHLJzlP44ZT5U4IY/YxGfYMlxbl//Rm3q4pMRk6gGj0YQSg6fvGZv/Ct/XllQxMSoGakpMWAZU9+0s1F8ayht+f3lJMegrp1CqQoejPbbuhg1+V1cundOFiy/q4uWXtLVzTVevXdGVa5d1Af7Va5fkf47zGnhn54q2t65oxoY8no6x60AHbPL7owO5zVJKmrGBH+7sKdjwqqqnpaUVTaHr/lBVr68pz4wrK+vqE59xCNjl4DFxnVNPvd6Aw4Jr3Si3Ey0v9dhIdeMgIRqA6I9QQBmuI7PMMWRHSPKG27I5tbRLC2Z+KdNXC8WWy8gtfJfU9WRGByNjnhSKAGjDKiVsM1SqUir8lowN/diwybdsUga5MDYql0VWVVVSIj9edpk8nU2UZ9uyud3oJEkGwcM7gThygbbocGESWA+o+OO0yyxMArIp2NRDQUxHoctwHgMF6NaO8op9rRrasYHu6tp6/RLRAtZhOttoIFBucH2T4wVaKtBB0D5BW4kNQKRdh86KTHrTTstCHknywUJ1TwwW0QFqWeRjuVZvc1kn77lD9zz8kB55y1v12Nd9g+5+/Zu1ds9j2k4b2qnX9cT5K/ry+Ut6itvwM5euaK8N7XDQqU6c1PnDfU14KXt+a0+f+8qzeu6lS3ruxfMaTWa6cPGy+rwKPPzom7QzIn5tX1sHM+VqqByV9g7H8Ed6lmf8fVp1QgMw5KlRVtDUNX1e1UmVP5v1e2rhzajXjLbpD4dqaM/RaKTtnW29cO5FXeIAsetfwEuNBv2kPuOnHe3qyS9+Xo9/7rN65tnn9dLFbV3aHuv83kxPXNzRL/3OF/Sh3/yMRldD3/nuD+iv/sW/qu/+tj+ou0+uaWmyq/H2ee3tvaT+etLa6TWpl7hUtNjUl9u0lahLaMZNfcIzfFKoTztPOWiYl1JSxt4WW6u6luMRUXi2PSJElsLPkiznfNZ1+uQpDQf9srcUMQ8GxBmKcrmeN9YtMkYk8mb5gtCjzIfuvU/3cVgb1BVdjg7WOSGTnVmhirWsSq0MiRUt0GhdnU4V+wjwGfVZduFgDoWbCUlq6becuzzWUUScZgJMiqkOjiuBU+Tp06CUDmDizS9Z4Xc0ZdGGCxrDUEvhFgIC8gjI72JKHPq4T8cjR7QzLyIRigCIO4wgpOEiwPCKR57SC3mroKtIlKQuLORRgL1H9M0ExVC+ZB06cqXAo1hEKCKO4jcTN0p3qRGh7od4ADRsqYNbaRE1ngPiMsyjYgVUkSdfZ9v1Uoo6Uo971/H4YLI0XUhuKLyL9VjM6rRVDILe/pZ2LrygqGaaVeJWO1ZmcB2ymHhj9/d69kFx6VVLn/RYeAyeIfVgyK1UOuRWHjm0srSmjfUTGvCcFwx+T5gZNwAPINtpnCkzKoYEEyuYNBsnTuj0mTPyRB2urGhpfU07+7tiDmnCxr27t8Om/hJwTtu7W9o/ZMPGzmtbl7XDAWCfxXCfb4kH3GAOuX1UwyUlFsD+2qoGqytKKGrgNywWtoHxrJwqnbztNp04c5uYqSwkLbf/KXXJ3OQbJdKXl1d4GWhJHrDRt5pODnmum2nYz1I7ogVVQHMXkRT8KBwmGQtHVCQB8ENz9rxXaIuyoGGU20V0oA8nosdKD1EUXo6LvIUmQAyJwiWt84lCEm1aVYkFJimlpHAe+tKbX0sZLX0hteRtVfSzWJNFHSCMF5kyBRg8lgxEMa3kKIVhAjoEz1FnMoe4uQFtlpMA6zFAWgD1XWKEMYC4FPOfIoJemBTqfAV0a9el5bIIu34zDjQz19d1Jb9tN6ANywIl1AG+aAMo2YQC8EocTOEqQA7RP0KWjMVbTyFot5ynEnjG7plTX2011KhJqlc3Ndw8o9Xb7tLmPQ/otoce1h2v4bn3gQe1dOasxoM1XZj2daUZsMFfUcNB8pAb8wEH0xmHiwll7jFe96jLPh1zfn+k87uHaodrurI3ZmyvKfrLWt08pcNJqwuXrnJQDV26uq3xNOvKlS1xptP5CxeVq1qf/9JXlJEXLwNYrMy4SMyJfq+nHht8qpOYuoUf8CfY4m/biYaZTqaa8Pq2u7Ojg8NDXs4mZU4c7o30/FPP67O//Ul9/Dc/rsefeEpffOaCfvuzT+tXP/64fvojn9MvfP5pNcNT+jN/7i/rv/zP/2/6we/5Pr2JdliqEq91F3V1iw1+tdLdr71HWq7V1OKbfUsbTjioj5SwpawTpduizEHb5Ghvvqn3qIM37intFRHyeHB/T5nrVVXRv0FbNKqRF84vdN2fIIb6HPAjq4z9hWxpB+QWerKs02AKzNgS0Eu17mWjX+oPNOESkSoOdfRjBT9Fku3rY/+wV5V1LBhDWZrb14KhiTt0WYaIUESQlgFSGIvmQxEnD/ILHcYw8QtZEvEB3OzRiFyLGoBEchASZZxRBGlwIHKJoxkapgXmIBW98I3dZgbhokuB6nzq0PXQgnE92lGUEWS0cHScVwwzhdqYgl9Rqkt4JV20KZ2cKVFzyPo9ObLZjgVYByxFuOQAS4SAuXPAfg/IDFdZxUVEwQ4ioPGmDSZLm4UDu9oAABAASURBVDmYZzDPaYZAT0lyBNoD1mRmUBa7GGj0Gix3e1JmMEpJzrM0nWjv/FdUNzvq8a2s8a5OWmKQZnRVVU8p9Rnfof2DkTKDuYXXkjbmW3fNAO8B/iW2fn9J/XpZG6ub8p+kzVhwMxMbUUVK8iSIrHKznrGAtGzOY27Ply+8pN29XYnJN2ZzX15ZZtNlc2UCD7ApyJR5RuwNag15+n/2xRc4+Tc6xPZZJK3ffodO3HmPlk6cVr2yruHJM+qtrqtJSaL8AfqWOUCkfh8bKvmR2a8RExpq9dQZDeqBog216PLit8Mtxn8WOOEFI0dN3aWG5/ulQVIdLEIxVmFSlxyiPUPZlVQiTCJQ2bCxu6MRMrsK2SSZr4yKzM2lBbcSbRVAlh0htCkDMaRNzQF1pgLlLl8pBEkbB2SoJp4oKMwkp8dAyybvzTAzJlx8MAYTEGrJI+wKRQTSmJIB2kNWvsCm4ecjnEsyoSTyArILwac+YEcNpfz5QmJaRTYIQ4kfUzruMlpvguPJx2nrwyyxL4o9F8iiiiwPGUCSRMtAESdi4hZgmQJyvg5uFsvUoTXw3TolywSt11Nv5aRWTt0lDU9rVp9W079Du80p4IQOtKm8dIrb/Rm1S6uqeOoe0zdtr9aAsby3vy//96jD4VD+p1ndRwf7B6oqxh0D9eqVbfqm1pe/8pQYjlpeXtN4NJVvl6vDoZrDA+3zsrUcra6df15DdL/Erb+hMT75qc9wYz7QJz/xaSUO34fMbR6seBFoNGHulvlJfV2nTHsn+r9lk5x4XnKD9n8h+9K5c3ryS1/SZ37nU/r073xen/rYE/rQz39UP/3PfkE//U9/Sb/+C5/R5z51Xs+fHzH/7tNjb32PfvRP/O/0d/+Pf0d/7Uf/ih597I3a59vDQUywdV8xHjE/V9V/7R2a3LmpSzHVJFXa51CxT9qEl5JxM1auk2bYNuXUYtsi0dZ07Az7ajbxPnPZsEQb9Hs9dS7L7Wc6ImivmckCLQMkIuS6OV/D/MrMiV7FCAwmZxmNUcZIplyPFJdrsIJc5FtlbMiMgUQ7P8jhreH1c3trmwMFucpcqRjRtWpVbPg9pnoUzWTDtlyg00EJtHmgy+tbUIjnJWjus1xOS8aMHEit555TiRdE4DSsFolYDUOSCtVStnV05ZQUl1Xytl0U2vmd96gc17PwESl4roOoPTGjW0I6zrXiBZjvyrmShSaICBpGNJYKlh22BrgDItA3+lcrnmpj8HF5ikD3XI+VHk+c00dZINyQCXHbWtrQ9Fyua7LktqJjkCzyXaLLESXZ68ghUxjG5EZpsFwE20/pcOJyvOi5tXEdN8u/cMb4V1En0bEG+NgnXKZjy6Bqicy9x0omQ1ZCHoDfO7ymrac+qyFPZ/6f4vaYXBMWhWBT91NeQ4HTlhxMLjHJEhMzU7nx4UgzFoVDbuCJ+B6L1urmhlTXqpDpAX3AdGai+RdlXMe6rtRSxownOE/klsEVrGKHTJgJrwM1E9eb9Ok779LKydMa8oy5dtvtWjt9RsGLQuLGvnrqdp285yGtnLlbm7ffzU1A6q+uSwMWP8rc2t2VFzJP6tI51GGJb6VeyJpJg92Ntq5c0z4L6SbfTld5ylvmkJCqHi0ibfGNMvWSpqyMLXUP8vf7NX08UcUS5PGQ3Uc5aMlEW4pWlRZBRILuIEWlFDWQ1LFRhi9jqZXopmIi67qstwwB3dpRnBTOTL6COzoCDERKcl+kFIiF7Dw7bGuBeaHmIV5kImKOE+JRJJze0i9UkXjAX/hMwaaRK8akklfHRJCQDzoFUOByZaazARYNMiQaIwIKgF28ZS3q8k0XJoFp8ywaESK7Fo4i2OBDLf3k8W5ssKHOU7CFFhlsDBsjOeTxaBBzTvAKNj2HLr97pkV/y4LeKDECKvW1PNzQ+7/1u/WOr3uv1jbuVfTOaOtwoCsHA201y9rXmpo+86G3qkNufv7rj9F4V/1eqOXm7I6nJnLdfNtcZmwfHBxoMBgoMWauXdsmrdXly5fVIN9wCH7yqa+oN+hphRerAF/hxcuf3C4zB9dOn9KXn31awRx98YVzGvaXOERM9eRTT+uly1fURE+jNmlcQBoz56bMy4a52LCBivYzlEM4n64abH72qSf1sY98Xr/wM1/Qv/nJD+sn/tdf1oc+9DuaHYQ+8N7v0l/6sb+qv/ZX/rr++l/+6/rzf/pH9f3f9/36lve/R/e8/n5NV2bMn22tT0fq81luMt5jTk7VHIw1uryrg70D7fHJbcQE2OFVbp/6RV1reW29tL7HgW0rmzSRCHHQWaZNJG/2wtWW90sgczsxnnwQ8JzPjF1v6mSReUUP8r79D+qeaFCJF5SatcjtLwuSftybb0AVzZILOB4Rigg28lqve/h1pW/PX76q3XEgM1A7rejfWpH7ClWMNvi0bcvBIqPMOmBSfqYuVExSSkkRAWV2Ro8A8pHc5ihyzlcAKdiCiZpsBIe8yElgibKFY3EpEhZ1DoC2doaihyjJRDsiO41cnTevo24ZkpxvmFNSuqUgTC9oAXZhRgbHA2MXYF4BFFvesi6AaGEvgoCYtxPUq/lA+y3SrdBAkvXTNBRlRtZxvUH6zb7I08g0ubOV5ND8J0pU1pEKnWF04ChdKGM3kmUiQqmAbnRuVGcrXBOGEiFY0GDkAtB8QBWbkKAyDgvK6Eey0N7Eq9GWxi98SZe/8nnNqtCkqqVImrAAeKMfcbNWqrlNryr1Bnz/GymqnmrofW4fXA74vj3o9FHuwcGhNjZPaImFqzPFC6VKvUajEU/9Byx2PQ36PXmieRKKVqiC1miz+sMlrWxs8F3+mnpM4IFv46srGmF0xUa+cfqMgs3+1J33svnfrl1uOMO1DR1iSMMmn/jWPlha0S6vBdY7YRHrk2+Pg4iHviinQq5X91VHrS994Qk2fm4cnM6Dup86dVq204urnzEzNg0HPbK1SmzyOU9lFw7mkB0xKPgxMyTaUCnhQ1UCVwA4ItFWpBOW25QxUPqKBnOKcLSGFjRRPLEAoDxGVFK7uI65iBt5gVxXDrVHfymH8pwlCBYAKVERRESVlclngCBpLkW6zM8qsoQqLBNzsCSJ81iHSvlW7HywgjZIgHFElwN28Z5PnSiWQjheEl4lKDLoRvxI6la8zi4EdQwWC4tzFgVOI1LMos2iVQZaxnZd99hs1vWOt3+j/vgP/Ektr5zWpcuHPJkzfrSiqZa03yQdtJWCG/yEETNik070/XQ80lKvJ3Ye1YwDZTH+a/nP1ho2gVRVqoBlbvre+Lc4+HrMbm1vcQvnFalOWmIeTJFFvWbYNM0zjaaHCj69+RCxurqkQHeFne5DIkrQTz79nNrUA/plw2+i0oyOa5gzLbd/H7obNv4qVXyCW+aQMNAK8/C1D75G73/v1+sHf+Bd+tE/+536Kz/2J/TX/tKf03/yn/yI3vXOt+vU5poG0ari09aYz2nT3SvaufSCrl58Vsr76g1byhvp6s4lXdq6oEs7l7XNYWeflprWoT0OAfu8lrVVIDuU5/uQjZtWd/MAWQ3zsmEOR4RSSqp7NcDaQVu19NfM65OkiniVkjL9ZL7zuM8a1rEJr387vNRN6YsIykIukScAOciYa/omyLaAhqSYkpLZDE0HmWboNbzhjW+UotJvffwz+tVPPaFJb13L/VU2/IxUJRE6X0u/ZQADKYwaoshrte2okOnmtIpzToplHuYCiBb+UQAjY5s9ymDnDjkTaQIyUJjYLI5OGVzyHMlIOZMVJbnIOt6Sda7LScfgSAZ5JI+ldKTr0VGEC+GANoBu8FEq3LECZADd0i90lcR4Ncki8apBaYBjKqjqTXUpnE7HolFKhTsx57c9xhayqg5C5cZwlJ0OLvmMJVKVAoz94VhAS1ALyNBZ151pgzl5npaJGEDFt+jMXVq2faGMfgF0IwOHkHIyMAOWq0bL020dPP+4ylGQCTNj0k+YFLlK5eQ/5vYd9VCpHgBD5dQvJ+8ZA3z91G2Cyca+on1O6RNuAg2DKTgMVL0+aUkJPV4kKzZSRpI8OT3wI0INE7Pu92S+J3liMSyfAnp1OQy0KWnl9OnyTT1H0tXtHfVX13iar8WML8/4NYtD4lDQX1lVDV5Z31CFjbvXdmW6N+DbPfb0loYMeak36Gud14eW8m/jULLDremQ7/3e2CNV8sFgwsLcsIiEsgaDWplnxfJky9OtcAHY08TKseh5OOiMCJoboHMxWVQBe0IV7ZDME9UF6Ak13Cwyk5AC4FgbSFkuNzqSmOUdC/jqgDIKoZe7CORCJGc5Z2cfNHbi4cOmJaKA5nHNHRnhZANjPRduxzPZxU0BZiMHdcwXZolbNqPDFTBetJIlCjhAMiIsYlMBcs3zkPQ1+5KlZEWXBzewKG+hxDao2IuMFkWRyTxsgIUPtYxJodBzt+ggrY2kwfKqvuW9H9Bb3v4NGjF5ru4e6mAqtTHUhau7OmTTjOFALX084rY6Zay0bMb+FMSOpdnhWDW3vOloooROb0JTXsV6dU8Gb/IRIW/0a4zxrWvX1DAXPR/4BK9tH1ZTaGt3W9Y9WOrrYH9bgzrr3PNPamN9RS+8yBM+c8Cb3crqqpQqBfr9b2PMlNh4axXMEtRgbwYaNtKGDbWqKj4NjOS6izm8trKmzY113XP3nXrDY4/q9W94WGfvPqXhamjcbGt3/wIH6vO6cuFpjbbPa7p3QcN8oMn2Be1cOacvPfO4Pv3CE3oW/vPwLu5f1UXWmpemO7oy2dM1XiIO2ez7zMvVzXUNsHuKLaINQlLw01D/GZuq6fForBRJU576e/2B1tbWJGT8+aPhdaKq63JwinAfZpnndhhzwfA/eZvp00zf9llbauaicBFBdT0GDDCOe1il/8nnAUqUVMIA4a0rmLtvfMNjets7vl6/9tkn9VO//CGt8Dp4YuOkvOZl7HO5FCKVuT4Ftyy1WYm01IoREQWEa7PtQYQybXuGZyj5oe0dJ9lkYZs2zwzPb2NDKVctpgMIOe76FBninYxDl4chyHaxRdhp7UJ4zgPgidzo0/FoVwBKKbrjdyoioosWHDSAaAIVFxGKCBHgwfqP41pFaWxry5ToBjYt+BnQDS4fxcKUa0qHtLDdGQY3oqsFSyhGQwbEc2yomC+ZTeVpdAtq4UiHTAhVxiXNeVti7hYDNAMq4Cx8YANDAsvNyQQGyTL1XFeVaH4mRmZ5ieiRRtl0gjW6GOMRAz/XocO9S2p3XtRqNdVw2FOv3y+/bOLJoqqvKQvCIU96B0y2yUxKvYHCt2Ju17OouFm0Wl7dkBfDXPfkv+H1LTyjZ8iiVVW1ltlwl4dDbM7yCG2ZxHecvVOp2Ch5Ug95CVhn811jI75y6ZIC+5QqHfKs6Zv2jAm9RvpLFy6o5iDRUNd6ZVX18oqWT5zg2/1UQ25T/RioGlEMhlTR0+aJU9pg8p2lPB9kztx2mzZPn9DG2VMntl5mAAAQAElEQVSKfq0RLxEjFuBLFy9rCTuXeAVI0cq/PVuDQ43sInHAMHETMBykCIUSAA4VB0tRhRI3spRCFZCSJPqB3nAzyEHQv2VDhq+Fo49JJDkvOFKEMqDiXIiVlchRUMYiMSTVgcAAapxjASqOsaVc0h3NJHYx9EZSABJMIKJS0BdyBcwSAV5ztyjXUY8t19G8BVCMnEVBJoPABVRckUPIeXPhdEGROpLveCr5nAKFPUG7RoQSEBFaxEMLlxVEgjqYU8qizU0bEkutlCBDLWPdG11mgmd4Ta60fvKsXvPoW7ix/f9p+7MY3ZItvw/7r4i99/d9OZ+xTs115x5JNtWkKFEtwRZF2JZl2IIBGTZs+dWAH+wHvxrwowHDL4KHFz/ZhiGB0EAZlClS7JZENqXbHO7Q3ff2vbfmqlNnzJNzftPe4d8/9pd58lTVbdKCvHOvHStWrFixYsWwYsiTZ6IFu+4LFqfN3p7mWbqcFm3du6U07XSBU5mxG54wNpKCkZeUS1JZF2QnLRa9Um5wkKcaoLWp1eX5pXoW02uulc5OznR5dqmHHL9/wX37gvGWEuOT/r+9va0J42eHctc4xBn9tF/SQ5YTTbvbOP2VPD7O6Mu3Ofm6c++e7j94oOOzc13Cn8m7ZFdJsRqww4Id/ZIxeME1nO2R0HCfo/NdFgh7lNE2jVrau2sbTvRazfYnmux1Ktuh4XajcqcFGm2/s6vV7qCL6UqfzZ/o04sn+vzymR4yp3yMw3//xRd6mpb6fH2mT4+fy/+Ez/V1V590U01tL8KGciICq4XEtxSHiW6U5AVJw9hzk624Ujtmwb9kPppxetfh9C0jlOX0Nem2tnhOT07kI/sFC/ecs7pJq7ZFpjaPGSkmIijRtPCnAiSMC4MRkws4rxMjQhHoRXwYFvrVX7ml/8X/5L+lI47xf3L4WG9+8z39yq/+ira2pswcdaTLJzfFzt59HFlB/+oUahGYkUcgt4PnXLcjU12NowQ5nPoqmNdpFZDn+DWQI6DZxkxfY0bikKvMcYyhvAlj6stvGOXjZFAw8gyiIeSn5rUsRzaQNuEYuBVEhk1YHFYtCtUF0Mqr6FpnpDsc42OaCzJNzgOvDFXRMsr/Jd+CUrwoW1XccIUKwpyzpm+oY7yabkP5amBZV9SRH7kQLYdCalJEUKeKbkJzOl5QG8AOQRQ2JT421FWcKCka8yHX2jhHRTU+EaGIGCN8XbY7kXkrwMyrIjqjQolBkiHYnoWyCzaseeAI1vhtf6p/+Ht/QyzNmYwuJXhSTpowOURKWuDd/Qt5ewd3cOq9prt7mrFzDgbZskgtjtZ/qKNl4KWGnXPulNkB7d57TQ20Xe7aExPcUHUI9ewgJm3LYmKhu5wK3Lp9V00mzq5nf/9AHYuD2Z3b2rlzRzu7O/CvmMRWzL8DtZGWl5c6OnzOwmJLLRPFG+9+g9299PTwSM+PTrW1f0dDO0P/XbWTbUWeKFKrbjJVTlmPP/tMa47zPHn6z9927UQDdezaTk+ePlHDpNO1oUkzKMVSESsV97eUsM1X3zCJT9kAhQmjK3JSyqFMaEgpJN4i/3gCMBgvEjRD1NDYNQkK6RbuzJARATZyFqHTK2nmBeDzGxGKMIiw6CqXS3AfcJ91WEWQGoHOgMMrSCnLkB1GVkRCmG48peKuSUX43MSJfuVFpS/RyEH/4EUltERkwJFgTCCJMAJEIQcVSMe8clpK0FErATWNT0TUtIiQ/ALyQyG8lEMhNYFMDpX4JuiE9JehNEqTXR08eE+rdluzg7s4qgudXpyzi3+mJRO3/w16M5swoUtN09bF/ZqTrWDBsKQ/03gukb4rDZTvHXtQypw+3DSNvMAdmNWNe5Fgx/Tzn/9CdvIv2NU7bW9vV3a8hTkzkDbgpBfzJdpmJdojKWt+udQe11gXLAqePX2mjOxEP969fQs9BxbfvQbupS8Ye5fskueAiDctOiPDJ20JG066VnZQW9sztSxeUtcodVmlCfVdaJhmxVarZn+m2JtquZU17E911vQ6wuk9X13oeL3QCbDK8JPv5OJMaxbt21tb2mM+2Gd832fM3+eqbJd5osnIpCkS7ZRTkuiMEaHJZKKGegw4xbrwotFa6tQwl1ywoDnBkS85FVl5ocRixgsgx3NKXMFd6vLyguuVJ9qizC1ODKZdh71CESE/EbGJJ0H0C0QFCLzgkuoXXt14ilAYSLQJqwn9c7/5Hf1P/4d/VY+fPtcuJxT7bFZ++7f/gl5/8y0l5peSGtq/HftBrc8gTynNIBaELiHod0UDduqBQl0rwEsCJbm8UYEgMEAkacxXeSE4FHkcVoDmuAPHybp5LSFVHYyNRJQxoxUbCTe+pOE3KPAGbUTTGGy+ZA6AVoRgpV8F1MWgku1pEKXfDEe8WA1gzFtp+uXPWLGR96tcFOBCXkkwLwSMzJc6beI1guY36JZ9DRvDmi02MiPAANPIWYORf1A1TEgRARSlMK6vfQrUa6B8WG9QQOu74aDTjWVgJ3hNlRJl8A3J5dxs2ZrOZJWHuU4ef6pHn32shoGUmQC22UFkBuDl/FJrVv6RGs1ZRd9mpxBNKwEzjs8OcNT+zdkJOwE1nc4Wa+3euqu7b7ytvpkoTbc0297TDnfvHQsDy5wQDkw0Xdtpzq5ltRrUIG+PxcOALbdZSLzHHeH9117T2dFRPaa7ffuOfuM3frNOgN/81jfrZHt6eqb/6G/8TT158lR37t7XG2+9U//+/jY7mte/8z0m56lO5mu9/s431KDHITuBHvk22VNODB4/eqQJg19MymJwDUCLTs+fHyqYuts8KGkF+5pBWoAAf/mWK5R2rCj9O2xk4okwUlIiHAGciY8kMY+JzqXiH7dZDZFGm1mO2xCSX4AySTI9IhQxguOSRw3fSPIz5jOzwRTBMfLzVX3QkcJB4aG8mqfGigI5I8Bd8VBKSXwVtR6uQ5agCar8VBlIJERZqlVM/Qp8PXXDRl7rUbDFUGFTL8pIkZQixFuZxzDAo9JSSLCMEKGAUHUO44nEkJ8IhwZ0hVAoUyJOY4TgY+ctIOdWbTvDOeIAt+5q++67WnV7itm+htxJkVh87ukAB7qDA97nePsZi87Ts7MquNCHCn1sOV/K4QVH7kuugRbLhfzYEa3p+z1gRzXDAc05CbCze/jwoU5PT+U8TdNomzHYtK0KC4Gd7S0N5PHCINAhRdY+p1sRoW3G3jFOb4HTa7sO/XZwcpf1n8Zt7e5wR/5COwcsoJH3lMVDxoGusPMKeZn6WheXgyilHPI83Xatbt+7rQdvvq7pzrYUkhc0k71tbLPW6epSl4yRo+WlXiwvdMY1RexMtW5DQ5O0psELAjvGU8fYvsX4f/ONN/TG66/r1v4BzneGnTuglR13C0+zgZySMnPPBD076mPD9thVPOZxGqiCthaKnZ2dynaNQElJi8WCuqPT+ZkuSNvd2dXWdCbr4j4aMfIF5QjcsYj6JffVW1Qpphu5It8ITTa02JDdh/653/pNCVv8+Mc/lk9L3n7nXf35f+YvaP/eA2m6q2WaaIm8ARsX607miFCSmJZLHTtF1JaP+ycB6vLlDQNpZOGrqptK1DwDfbnyY6NCu0IchYiHtKs4JUAY31GOv4aRRiahiFBJfiJIM4jCNUByeAVEN6/136BjEChG1jHCt+qAENMi+AIRQUE3AD4pdPWQXNFKuYpUyqsfy36V8vUxq32dQqT8EzPCdJUB3mLjUgcb8TqlKnfFdBU6tdSaODnAEvlqe1MPXhmuuYuxwPYGRwaBAQ4dN4j4CNY7TEIn5hmaxZ3AOcb0gNPlQaXUIL2oD6kXD50j49w9kXin0bM69iDyDsS7+o6dfTeZKTEQS8rcERZ2zXv1r28tmIQyaRlHuqJ9tzkijwmTErxLunBJnVgnaDLblieURP6Cgv16JTvXHEm7O3u6zeq+yW3dERVW6MePnujk0VNtNxOkJE0owwsOqqHde3f07V//Vd3mSP7b7OYff/KQBcGpLtlJTVl8tHt7Gpj8vvkX/5K+/Wd/S89OTtWyiNiF3wuSxOT6+re/qy0mvmePvtAeR2wZvXJK6pjgfD/fM5FFWaLPivKHarOCrgLDYuOLrUdk/EYESCgRGiJCgcxkYHArhSpgpwIIu4uWCMJC2xVomEZuy1Jp9KoCSCJJsICB83XctgB95S3mr6AxOTQ+VyExowEPBSEM+cah+40IRYQS9ojIAlPESAvqASaD/JCPFzHIQPGCziP5SlNiYQjyEJpMhgJ4cqJwiC9f0ytQU1vcdYwgL1D7bpg3RLSCP9YpRVIF7JtIjAhl9L/CI8ij0FceFwA9AMnTVSjTB+fsmNfNgdL+OzrLt3Wet7XOU11yvB6p0en5hezYj4+P5GPkyWRanXLKuTpqDCLXLSIUKcn9NuemOl9Rlvu/66kIxsRQHbV45jiozzhtGrCjx4qhbZrqDFcsFjw+u7ZVmJfFwZRyLefo6AUUMY52KeOC3f1cDflm3H8/ZDG7tbtTj/C3GGcTrsdeoPf2zi56DWxGcdr+65CWz1zmMhrmgimnFE3byCaybY0MtLFy0nRvR3k6UZ9DayadJfpeco9wenmugbadsIPdxrEeMObvcZr3ztvvsAh/S/tcrzWTTs2kVUv+gYrY4QV287xSXDNskinX+tt2iXbM1CUy7ZPI4Jdwxhi2A59MJqp6VQsI0xd5IeXF0qMvPtPe/i0lZLaU0aJvBg/KCSW+AkL1QW9ygxYC+jOY4K2BP38KuPyeyhROMf6Nf+2v6Ec/+pF2KffjTz/T5w8f6xvf+w29+Z3flHbu6YSN1TKL/hTYL7F4pPwkBfOARLkUT1DrMWBX49qEmBo+eNErIkiC2S/pg9uOOrg/QFINN3HL1VeeuJalimnzDIRIQL4KilGKAlpAQ8diMArX1WuuK1wRIfGKx3msCNrIOKSqixskIhQxAghvokkkKLp+AnZ43AlBiVyn3EBe1aZY4Rup1+jGGOY2j8OB0iDzVdWvlqHxMd26V0Cm+Y2DoodjIp9zGPTKU/OakUpH9PLKmWpINU5AJGLM57pVaXx4q+zAyNo8YTlXgOAxF4kjM51/sHlHsEwYapKiSumZHHtlDdFqrUYNuxjE6PLiVBfnp6yK55oyiFoGbc8ATznr8PBF3YEfMzEs2YWfnVzomDu+7bt3Fds74qJepZtqQac75gixwZGuU+g5E8uSSeyCFfZqyeW5Bq4D5rRr4Q6zaM2pgdDL/9zt7utvaTLdk+/aWibJFvqUyXdrMtUOznuP3b6P7i+OTzXJjd55/Q2ZJ/WD3nnrbSV2Pp6MHr7/oRbWYWtLr733TU33bmmP04i+6TTD4c9ZTOxyGnH/7Xd1zknF7u62To5f6DZHbts4/vnlqfrVXIGNB40P4wkkgJuvOYijqyJLhB4fbr+IENVXJCkiNIaSPHDkJqVFMDov7TRQEj3QEdJ8yECVhOmJBK3MXgAAEABJREFUSeTmgyDkR4SunoiX+BUNYfDTv1A4aqFJwU/9Ij9grH3WJRInWt+IUIQhE8INPiaIeFAXp1Ff1B7I58mlUEYBR3OK5Quu+oy8fK/zmVx5nYeKjTh5SDCOAFUnuEkTsiKQcAXwgVZdgnoZz4ydHKIM6SpM2EghBcaPCEUApulLD3lphUosCsKklBpNpzua7L+uw1WrR+eFU6EkNVPNtnfrPfwlTjYzHtq22xwGDdUZvzg8ZKHYMUbmqF6QlbRil50z4WopO6+OHarDJfQOp52brAm0p0+fynHv6H1sv2axvc34mVOWeI6Ojqq8S478PQ6ctrU10woH7cWGT6cKfM731ltvVWfXY79djpHbyURTxgUXUGoYD+vU6PHzF5psUZ/lSkecIpxylz8HPzm70HJV1E2o7xYOnXrOF5eUjQmoR46krmm1v7enGXpPm06Jjhrcjc+ZFxJtl7D19u6O9u7e0e0H97W9v6spi44J0OHgG+od8HiMuNdbz5STrGfLQiCTntuGvj9ISegyUc7MVZTj/pFTVkTI/U88dvoRIdfd9lpjk8ePH9Y8M+q7xeJmgg0iQikhUFI4jFB9CCL4OGIj3gwVjBITXoUI+HlNtR4RoZ42voO9f/V739MZc92axHOuWI4vlrpYJzYnf17f+pVfZVdflLdnnHhSpwYhnBxGrJXwCWXoNTA+BkolkDBSAYQeL0HXj8eNbVKYc1/Cmv7Xw2MYCF2pQbW7E/MbQblABKEJG4gY4xGhCEAAYU2uAiyrxq4/o0Wvoxuk8pWx0MIgt4KETg0+EUGFQwRA6OueYiJJEXzAxy/I5kXqBhsDG0M10xj3d6R9mYhd0eWaClJlQyOFF4Izb2AkUxpIqa2ySajBwHfk97fAA4EXibypQtS6JgzoqkCSQX7gdx7npWBTaLwajDw1oX4qccxX6CRFdsyFzuHUQsUTwiOilqX6RO3wEQH/UOUmnKY4fhPOrawWyqR5R1EIU9dqzg48MQBfHB1LTBRPnh5qgTfqOJZnFKvZ2aMzFx1xFM+MqBWTgBhcAxPZJTosGOCT+/el3V0tXBYLgjU1WXJnqEhwhBYM0AWTzQEr/+l0pl0mmp67c3Ek8PiTz3T2+JmOPvlC54fHusuK+dmjx3XSeePBG/rg/Y90dnap0+Nz3bp1Xwf3H+iMiWeJvGccxa9w7CcXc02ZrCfTbcId9UwYiQnt9OwMJ3+kna2JEmccax+z2hbgtqFKqHjFjr5XbWK7qj7B1+CA0G+EgjpFhJRCNWA0BCxuyyqjjHZ3O5lsecNmLNSQCXMoUDfgAWM5gVzzh4LAQMBrbJSLxsgWAVrrmo0+di3DiUCBjxJUKEN+xgIUEQriEaGIAJNCVICvNvGCfs53U0fHDa6jc0WEotY/5HyoVPvbQN5hU1fzj0AuGKzKYLsbEc+YVc7PhyBtQEoRyikp5aQMJPCcwA05KyVDgj8qrxSSkhRJJUJ+HNASwpuo376ji9l9zffe1fP1VM/O12roh3aSdtDnTN52WFs4jyX9yb98Z7rrcoiT32Yh6t2kKCfQwU7YTkg8E07FUs5a4OB76n5NZ5yYds4R/0cffSQf59tZ2SYJGQ1jbkpel+F4RoZlm+4+fXR8rPOLc+3s7uj5s2fa54j8csEiOidlxl6hLIfnLBhaFgbiZGyPsfH+Z1/o6fGZWsZtoo5z2mTBeXuvVE/GFjhu34OvGH/JNO7EV5yYCXmW6d8dyCnLm4E9xvSD+6/pm+99Q6+z8N7a3pKvNu7cu8vOdl+37tzWFvpNsNsO+m3t7bLImNWTjI45omkaiYYY6I8DekTQNkCkJEMmPVPvosIiZCk79FJ5aTn6SUM9ndfzlRdCH3/8oc5pq7ff/gZjeptpqFOyLCVJoQiHxhyGpECy5A9dEGTz1kj9kDaGm2FEDgHOR37kud2tRyvpnbs7nOCfqOkmusU14jHz0tH5Qn/8s4/YVOzoV3/zX1Yze0PT/TtaxEqlHTT+qx5w5h3/axz3Eds6ihi26On5h7omihsBhLQCrbbHpl0KiyGUpSqDxhAmCyFGDkUEVghd/ejmU/mKguIi4Agpgo/82PrFyFcA9q/QKgHdZOUMJliEQ4uM4AuE+CE0vQKZCp3AFavxTRpcglWvPDf0IdurSaRdyQBVxc0EXOkBsYqMmrNUHMv5JalU6vghh/MBgutlClg1msanpo+dspaH7gn+RGoFCmLqgVJoVBG+BDeWC7YIUilfrz5OgGK5RjGRDF4lOyRpI49CKFcGGCNC7qYDDjyYWCuOg5sYXy+14hhODKZu0klNo8SENOSkBRPcAuc5Y2edOZpb50araLRU1udPnrNS3dMc2vTOPQ2505IOussd1ZodwPY77+nON7+nu+9+W6+9/W2pnarFmc8Y/NE2TNZZiQHZ01nvcud+eblgoO5wv7alWTtRi6zFixOtcNgff/ihbrMgmLHreYsJ5ju/8utqux29ducNrUrWXcqa7exji6g7rCWT34zrBdvSE2nTTdFtUMckN2EiveQko81Fq8V5PdFoGE0JKIEF6xY9yXmJIdPtbmwETCnxiQilSKCGIAzxEcQaKKQKCCrYttAOIyDaAxWaJ6xrqLRSsyQJMaEIg2OECqjjW8ZAlmc0KGOEUARAnFIUYyLfTQ50ML0mOxFeXYEg8MohEEEEfmqPDYYR0LHqW0NSnL4RHRHonBQRgMZi6JSDeTdQ9a385GVuwgTIBUcOORR8rhfCRHgVEYDl4oJSVk5phEwIJOJXEDHySiEBoaSILJEvaF9qoQL/jIXj7pvf0unsNf3sReion2jGKdCdu3dwLJfo3mtGP/EOvWe3vcRhb+/s1h31OU7a5Xkn6fvhFTs7X4GtuQMXj+trB+S8CX0KdbdDt1Nu21bnLDTdJ7/44gsWq9z1k8eLiZSzGuCCk6nbt2+jx1oux07W5a8Yuz0Gc/9NOde03d3d6gzblnGLXVeM6ZaxdXx64pHNgn1QtDPt339dHz78Qs/Zye9wbbbGJqfsPi843ZpXJ79AlwsdsvNfMA7rb70zLgvtZyfkNo8IRQTXFjus9Wfy7tnO/a2339Z9HL912WZ8mj6ZzdRc/XIf+kxYdNjBR4QaxyfTKsuyaf3aj13XlDPWKMqEnetEzPauJx+M6TmngQsWILbtGXb84ovPWfQ/0TvvfFM7LLy8ECGLEAiE6ngO1bIiQARUIsbSzadqcZNgzmtIG6zUkBj6uZ2zit67u6vCKcizwyMdcvKo3KpE1pJ56exyS58+oi/tv6u7b31Lb33327rFqUfLaYcXSEVDPR2KplVOUf0BJBmIKuVQQu9IIanwFrlNBp8E0K/cLgNt5HG1GULw+TW/FDGGySFoiJ+QxoKQh8yIMBVaVCCqevpMmiDpS0/6UrxGRwXK9WAeUK6gGBqTHnKml0qI8ouchw+4rp9aXtXApBoz8goUtDJcEY0bruJXYQExEFAM5YFcxUG/8lqfa6DyNmitwg3O9MsEoKrVNiuoPIklOppx0wzOarBNLBulQEeK0w0RIduK4muyrp9X+UYyNPhdhvMEmWxjd8rM8M/cGyVWksvzE02iVxoW6ufnCu7dBiA3WalplN35WKVeLrjXO59rwQ7Azv7sfKmHnz9W64mPwVgm21r1jVbLlvtCBmrsqABtexs5B6zuH2hr/4HS7JZ2772hdvdAA7KnLB4Ch94xORTkHNx7TUFo/MG3vqnJa3f01p/7Vc32d+tuoETSZGtHl730xje+qzfe+672kXfntTe5PiiasyDZf/Cm9rgOiHaiF8+f0yNCa04iVsCEnb13ZS+447STn3Whi5PnGlYX2BabYbxSsZCIxgDhl7yYVxFmEqGunyC/QfUhvTaoxRm3wBGYr2nHQQMD1pPdQIca+5gzBjKTUko1jEgQA+BFDF8LJD99F/lXpFGnDV9levVT5b9CSoqqrxRBPqAQF/1TPIjmKw0g3nWshzW9p1fxGIZWrnTWqEFEKNC56i1kI8f17HGAA/UcNvlGoSFZBgxDTw+F12ISM1zo5U+KkCGQK+wQiTRwxyMoA0g5Kzm8gkQ8NXL7wC0QwSApWOhtaWvvQHcfvK2L1aD1kBDb0H8HHMUuJz3H2plt0ZcXzD+DGsqyQ5+wE7WzXnEKdXBwoIioMGPh2LatXLeQOF0blHLWQJ1t744Fs+1hx+5wXBis5FOlzz//vOZ7/fXXtWQh4Tz1/4Mgv8txmYhUzymYF7mWZ5rL90LCZWJCecfbdi1l98rkXSAr54bxsNCbXFUdsZMvLMyfn5zq5x99rKPzS60jqaduA3YqkZVxTm0zxUwN13hLebHh8sYyCvSkwPYgikzfBDIO2ycV24zfrZ1t2ZlPcGAtp3nmwUAyGE/MKWEgX6Cj8wa4Fy4LbLr0YsqwwV1uQr+u7dRSDoK0YtNxwVWGbeV/ofD555/qiy8e6a239nSH68ScshrmlQi6ljuTxiciUCPGSP0WM8BBSNz1HDHINigRXlJevhFX+QNZGTNgA8pzv3ObLNF7Z3dfHf1ECm1tbVf5T46e62w91+HlhU5XWfNhV+98+8/pz/yFv6y33v2m7rIAi2aiaLcU2EXkEuMq0IOSZBtQmCJCfqxXYcwUeIYaDpALQ6mmkN2h4DcEYVQZESOu0CtPRCjiJjgZGZ7brEsF015CeomOWEFZYw4LSrnxHKKWyS+Bgl5GRqyQd4RA+ZEGNiK/5EuWX5LyNWQzG5x0FYJTxY3RiHzNW5iQiuJrqh9QVUHXz7CRFRJ15FX4J4gSJkJmE94BwCqlSEylBVsVcCiqefhUVvHdNADJ6BDCf9Ev4ITgPBRoLiVSK0IWGa/piHcRBO5IC+6lo58rrRejs/d/JONVM4OpYbDO9nYVTCAeXIe+r+dYbwk8f3GsBqc5RKOITlMmszx0SsFEMduTZjsaoKfJrtbqNKSpxGJgi11/s3+gye1bmnLHv0avjrurBTuVZjJRaRp1rMobZE8YKIcvXihS0i736K+9/abuvvlAedKSq+gYZ+3dz2xnX3t3H+DwH2CLojX1fPc731WzdyD/E5859fFEKGz69NFDFSaT1994XYWFztnRocryUlPuzQK7Yxap7uazwg7AuGxAQ03dfBIhNN4RC0WENEZI43WcwO9Vu6A48nkLQKTSYfCg7YehtqNTFFJEUkJGRmZ1WNDEQ0uje/3WGB+yIBAkKfgpFYh+5Q3KDOzDCwYf8iPIswGRU9dPVKyWRIaC/SpUPYdrHQppRCpvRFSdI0IRIT9lk29gYirwXgEKoLdqnQcYTVclElGlVBmhkJAVEUoplIm+Akm1zJQb0pMCnoggS0jBKAB6xixrVGiNmm5Lr7P7S/Sx23WBGBpyo62dnep87UC9W5zSH+3scs6azmb1l+62OIqOiNEpYwc7bzth7yytf0RUXXwCMOE0gAJrjc44Abh95w7R0Pn5RXWijx89kp9AXzvLiMGXWfQAABAASURBVGCnvM3p0rlczoTyTe9ZMFgH63XIdcFAuR9x5O+0iJDHgHf8e5ygdV2nKeVGEadiUy0uFuqaVk3b6oyj+BOgZ5f5xz97H4dT9JQx/fzoSKfQ5yzm12taG9MvWTDP54tN20Bzu4VUKC9SUmCT1DRVbiY07jDjyI1XHvjIKfdr92/r7X7SoksirY7JCHWTTs5nW0zAJ8w7GEouox96Tucuq4yGciJCOWUWInO9eHGoP/rDz7W/t6333vtWreeUTUkUyZCoh8MoQXwDIpRqvQgkeN1uBOB8qafp1tt0418PAX9SRK49NWHjQK8lC6wTrg9PWFB98cVDsiKpkU6XZzphnnkxXytNb6mZ3ta3vv0b+hf/pX9F/8Lv/Df07e/8qvZu31XDVVKe7St3W4rUKSUyKxQRyDIQoGMZ6LM1LLUudAn0kcxhcL109VSCFDEioZAfslcsYoybZqjRSsIerwhy6ghpDF792mBXMJCxjOIrUxVasfHjwq1xqXybLw1WaCxIN3KWMcNXvqYbbiY4fgUberFsl7SJbwJzjWi4OPolfAGYiA5kgx61cUlEQLWIUzfwatyxIIcTjTuslQC5jtf0lyWT9Mprvgp8Xk74o07MnVUNh4ZqZ3JHhHgVxusXVSnHpVRwArVYc9ykfqFGKzVlpWF5oWF+IeaeOrjWDLQpK3U7z9V60Aonf8zR1CWTwPHpmZrJTJ5EuQ7UfNFrlbMKu+/Pzk7Z/bO76FpNmEBbVvyJlf4Ok12zu8MstKUhpbqLcjjb5eiLvJ5wfUqwe/uOVlTo3usPpEnLbr2vbnhNfRYck5Yy1H+T3+O0O+tAHVsWBlPuCs859jy/nOv2a+RlADbdRKlp5MnGu7OLsxO9OHqm1+/f5X7/UOIEY6DewvELGwlZI6Q6QVSSxpSySQvCa7Chr9ML2Ne9AdFAUAUWFTpTBY/SilMG2U0zV0TQDgkIgYpUcsIAhmI1/+B8UE1KMKGxErQAzB9Oo/8ar0B2SgYtCjLVdHhMK46bSFgTHRpIsE4W6fIGbD/GyQWRZHNViAhFMiSNMkaegbYsX85H3peymBmIF0A8ERrrDW45EQE2QgJPoDchM8mmSIoEOAwYnMMhNJEeuZF/6e6Nt97VW9/4libbe/rJLz7UqiS1XPFsczrl4nfprzlnHPuZ/Ngp2cnu0kftdF1fw0C7mbZyH8Q5pZyVUtaCyX5AkPN4V+5dOo2lhnSswe58VXeoRzhYO7sZpweW1+IArb9pdmou2/Yw3WW9YNFrR+5FxR5OfQd99w8OtMti3L+Mt8Q5H7CI9olBS39//uy5aFr5j8h0baclu+G73NUnxsPurTt6gpNfR2JcBTNBMH5XWnCUP2ds99RtwRUArSJhwx5BTH8SRrcDTjj0uiMnjEwfBcxX4HUe198yrD8k51ZBpmkRISu2YnHvepGIPVoc1qDFYinrapv1nGLYLmEd170G5qKeRY/t9tFHH+qnP/mZHjxo9d43viO3Q8b2KaXKx8dDRC4p+F6DBVK6y7RurwJa1fQAgQmcZgT50ov+BZmuaw3B19TNdd6lXWac8Nw6uKUdTitPuFowPTgt2drdl5qJlmwgjs/mOjw60zlXkrv7t/WNb39H3/zO93Tw+jua3Xqg6cF9zbiS9Pwa1L+woBDlSugm1EMx627ZBkGHRIJGIBA0Q2xC8VQ8QCqNsMqkFtCCtq1jiLQaRlIECbB9+U1fJtyM46+xbwCpgkUEXUwVGALF3HAxMRVoQwVprMDIfZPf3AanwGUUsJBSFbSOQUmBHFUg+cZbyGi4IpUrhNB/LMVpg3nE5wqYFAbwAugadP2YbjCBanyVw0qRGGGZIF/z1gak4zg0V1CHetwPr+MEN96CfQzUEEMNTKiwS8jnJRibJCJkOa4X/QyWIjHxrlfs5BnqTSoMDDv8JX7/VCuOmc6Pjzl+XMtHcdOtWc1zAq1n0M2ZEJY4/dx1ii7pGfR1Q8iq9ZmWms8aJtItiQVpnmTFJEld1jqjRduq3d7VJUddc2DRDyoMhAsmqpZJryGtwWHnrSn3ivd17913lChHdLyu6TRpp+ga2jIv8YvjI6qyFk0jV5+SdPjsmXoib777Xl1wtJNp/YWjFv75xbm0vtThky+UOIrumpCGuXyVIa40RE3FAxWsAESEVDrE2PZJJUIRYapCPOClIuCvvM5fEEn4JYaIEE0GFPQeNNDmBre7ISIUHnxALSSQI8NAHoA+PVCWZZjs5CCeYA4TaV/BIycSUooUzjHmRYgqn9PIXPsGvC6hIMPqFo0PyYghhtwBuw7oWgDLGDmuvqGIpBRRCa6HwXw1tPwqAx0ITUOqk5Ffs4wf8o8SpOBHPBFgsWEjxHqU49yhCIBJPpgQI8Cv+F0ekHB8ibbfZ1J9571v6/nRqTK7ppI7be8d0Me39ezZobqu08npKQ5nwa56ppyz/O/Vc8IhUt8ep+66O/R9/Nn5mezwRJ0xS/231JlyikIoxxuys99moTthh75aLriC2mJXf6ZH7Oh973zr4KA6Ou/iXX5EsBjoK815Fywc7OC8ANjd3ZXv+S3LC4DpdIqeW4oI5ZRqH4qIGkKU07/44gs94wprhaPPOHmPt33u6PfvPFBigeN7+pRbJXaPR8cn8l/O80LZd8g9tlNCnqRAPkwqxFUhKeVM75GWOOW1AftYZ+sbEcqkp5TpZ5IwkPuM09c47FDI8cEOnDmlB+acvl0w97huPgq3rXdYeDmecyPX27K/4F7+7r0Dfe9XfkMzbJAoKyii9ifaKYKY3wp8KMtVgeWVtzhGPxzT4KudfhMqOfVV2MjtYTHYFgXafMHJCe17gv0ydT49O+fE8VQXnKhEtOi9rYvLJcWEpvSFg9u3ldtWPWWvqL/bRPQbzXaV9+9q3u2oefCe1u2U2Rk7RaeIJLBqy6o30uzkhxK0gSkGCXWAAEbciGm68USM6SaBmgU0gCRRjkADEJ8II3rlgetlPGq5ViJQycyJtgZ3RqIRYTmkedB7AurJXDNJGMCVsCGcUqhMMiDUu1qnB9w3YWCSThB4Sbl6Sy2DbBgIvJSaUL98iuMA6EiHsdTJ0FF0rY1ticZFw4g6SIUVwFCSnL9YQYOzAGE9DZjfE2kg3BJI0lVo/OsA1lEmiRZp+RGhCIDKBfQreU4rQ8F+kgfEYLxYgmQ+fyNCEaH6eMdK5kJDDtTL1l7gaKmGIvXKWimVC1iPNetPddAOmlKH5dmFmsja2d5RitDTR4/hlXZ2mGByqn8Zau4BTvmwa3FyqbQq8r/59dzgeqwVKkwmeTpTj6zUTrS9f0u9EjuNQc9enLDSpWg6eybtAr3Mc3F2qcyF/NvcZfnf0DekLzli3Nu7xaQ8RaqAYEHSa8VCIVE3H7cu2ZXUeNNqm5X1lB2XeBIKXT4/VPP8mc6fPqJehX4xaJJDOWEnK0s9ogh6UWERIgxEVIW6GydFMkH/dTyUQZv56LVOgNhxYKKy5AbnFNQnoXPQJ6/BRrYC6FAqL4gzYMsEGk6rPIOC0FAYGwVrD4CVD/J55+8qi4lGyHe/780XBQm9yEyIQPmBhl2s5wC/dRzQ233QqYaIUAQwRvylL1Oa+SyJcECG8wyUfx1WfDBHzfOnfUpI40IV/TibTVS4oRK5yUq5UaQGK2RlhRokBvQVAhfEtw7u6tf/zG/rrbe/wZWOlDuumXJHHvgjCcnssM7VMAHTGTTn5OiEk6ncIimkFTtQO76eAV8i1KP3hP5MVGucqOOuE5aSd8UZfTyJz3FeDXpM2kY2iP/88h98//vq10vt7e1oa3umS06hEjxrbFuoT+SsyOgE7l8OtC47+3v6nOPgQ04Ctnd3tcVJWzfp1GPXhGwvyOc+WuvFInhbOSGDet27+5pePD+yNZgniqYskPuS1M129Dq2OOck7tT/WdT2HrrsakWfP8fZuhy3imV3jB/bwVBCGpBb0FEGynEvGYKeNkhkpyxRVSxBQqIOPbbqqZuh9nPsJZ6G8ZlzoyULoH2u5/YYq+c4yaOjYw7aes3P55xInCEs2LXva0U+2zMi9Pab72hvZ5e0op5Fhui3CZO12CIilIgkdAthB3oFZqKrWyeY6A+CphKSQ+JOR10ZiPqVk6nSGEZSQeZAKMD0Hmbbf87cY7s+59RlvlhpjREyddtjF+/6Hh0fci3Exonx5WuXR4+f6M7de/rGt76td7/5Td25/xo27fT0+FKn0Wr25nu6zBMNt97Tn/+X/3VN9++o29qhbXpFTlpTviLk8Tpg3wI+hKqeQVrKWYm6SyZSZ41pI0aENyKJVF19EnUzRISS04AxlCIqp66edIU4dNJL44U8MUihItgQovpgKQ1gVsH4CANc11AsaYSwQNLcqKYYvYI6yBh1DhFIzeSShB006jmW4RLohbzE6YDWqxDWPP6Y+SYInT1BoaZl04YyDNCcrRBaLQJkWsBNcGmAE6/JoYgQHwU/+poHzZBFPl5Kr3XAajWMG/zmgxEKjBjCcesI4cZbKAXlSQeRzVlINd+aChR04VUwaYqO6J1tf3Gk4exI67NjLU5PdImzH1Y9u+lOO0wuCb5jJhzX24N4wqp6/KtbjW7RuW/tHmgIay4NUnUvK0If/9tZ94yQLZx1X6L+4tOEyaftZujWyLQVei25KpjNdvXRLz7SZ+9/rExHj5aJGViw+r9kcBU6Z6DPJbse/+Kdj0s7dmU5J52fnMi6zTiNGJCX6fzeRd2+daBz7vdX3o1Rj8Kuvm27OqHk5ElBmKlU0PUTGim2fhpxdC8Cpy8X6mrWkUcvm4T02EBCIimqQD9VBVqMCdA6jNBD7iuPRSJd7r8+0akauPhqUfIRDnAOhZQiFmmGJOcJ0gxXZQUaCxrscrsbD+IG1TTLG8FxRMrqIlb1MUJjBxHnvwbiv+yNKiA0VpNwIxQxGgbKQqbTBF8dgyTwyk9sPhEwAQ5tjwjkAGSRnTzNLNsn07YpZXCcqcYws7AUzjxwaNt3H+jWg3d1+/47uliwgKUvPXryTNs7e8qpoe2PlZHR0xZt26Ifsw/KTGczRaANYPk9O1HX3ZO3VXT/cr9Xwu7kLwqc1lqC306pYbHWsYv2fX/XtfW66YJ+t6K/2uyW09FfE/m3trZl2Ts7OzUs4kGOd+MD/bfBIQZ8du5edJi3Y9w5r+HCv1dDedZxiXyXTxX06aefyvpcnl8wbYaapqv1nmztaufgtr7xvV/RGc7pghO6XY70t3G2dqbPuQO/ZKd6Mb+kpxQNmCHjRBUhrKOgvq67bZCwmfVdu0Ejqv58mE4GDYzVJQuQNfK9cPZ8OWBHn1CsWTw5vLi4rL8E6fiKBVaP4/ZYdppPWNw/nnNK98knH+sffP/39fbb79XfZ7ANcspUL2i/pJSzhJ4FPXrKsN20eayf5YxRmEBsn8KH192erKaHIrJKJDhCoj4V3NFSGukOxQNLUeiMhVqB75s47oZ29h2IGFk5AAAQAElEQVT9QB8/Zoe/xclk1zXaP9hV4WfG4rBrO/3Jz36mH/34x/oh8JDN0/nlQvdef0NqJzj8E82x2/791/X45Fx/8Xf+Jf2r/4P/vv7cb/+27r/xuiYs8hILw5wT7dmooKbqE0ro1mCHDAQ6u3760hMRaC15XCVJnl+omSrU8WaartNpUd18nOdm/AZeKl4ooMjZRlb0kCtfE/mMShUphkp3fGyEkb/mtCKkavM4v6F2LJgLjVwIE2XxinrDicz6NecG4HHDm7dYp6CtAdhUCCsQuUo3b0/juQEN184eOeYhySrIssjGa8yAXKjmgSjrVEN/vgbMZ3Aug+uMOkp8Kk44ppNaDNSHsIrahFfplcaHLHzh5VsUDFRw9B6wlfWGpIhQkN6I5l5daomj75mU2iJNMlQMsmbAZnLPz091csQq9fhYgYFdnnd7nmDa3KrrJqw6xRmBtETmCsE9oERu5AWV8UCK1GjpBQRHiGsM6njAs8du35PHOkJzBuynDx9qhWNvmQxNO2MC8n/ccc5OoOWYX3TqCWUKfreRjzgv0d2TQ3Yax2qJMgfqjDp68MYb7MJWaklzo3UMrnWPHRVEB38l9zNA9bHyL6GMHBLlSWPfxDy0svNDFo8JCsSEEnwG1adg/KFCwbGAqDCRF9oChChp2BhJ5C6AMw2EI8Ag81pb16c4mVSrmggT8au8lRdZxYB85zNtABcQ2MO8KKliAeFUC6hUkPEN6hLIdqzQYQr5ZDDh6wD+MkRNKc5HnALIglzoVBdcONQxbnkDRIc1E1lJASV3FFk/MSdIpdoyp0yYaPZEGErQMbFSSgr6n5qJhjzVQiweZwea3X5d3d4d3X79bT1n8vVfVEy5UTvp6m5whz60pE+5bnaYayZZO0qD9YoIdmlcD1HnY/r8GkeUm8zOfU7Jqsf7aAnPoEvGSIF/BY93+lv+BT708qTfs6j89LNPdcri+Zz+ueYEp6ffz2YzxsFSDY7aY8jt43J6+r4dvPns8FacdOWcK9+EPl2wmePmW1Bu13XUp+eE4FL73BcHtt/hqHhF3aY4mCY1dbdfSqgHjs8vdefBG9rlKP+UUzD/Auw+zr5hPKzQzXWas2iIlJXQbZDUUIbDQI8V+vVlkPWN7FaAoRTa1jlVx5gd9pK7997y0FeA67Ng7F5ezus1ydnZKXpXqXK5TkdSvUZZUX5DWZnyH37+ud58613ZXgmdKEhO69qWmoYct02K+yjgBYXLtawMv3nhcnQDo55jJJx9lOMv/CL0W2hPOpcMtZ5BUdB6ss9pkwLT4PKom/9p4ppNSinBic1ePSVqu4Zq91pgY+vkX6rcYi5LOaujHRts2peiF5xkTNn0eAHnfvSEK5c5dnvGpuU58Nv/3D+r//G/+T/Tt37tV9TOtqVoNcc+JRJ4VkRsINXQO3KPqaKveUKixkAvO3o7fUOSlBlzI6imbVqWlPE1z4jd+AaiZAh/+UiO6csP9dyQvqQWx0ybBEWQ3yDCDdHcI4wdzBWro+8q3YngNRuhX/MUd1AapifsKZzXSVXyS+mVRAewbDFdhmjPOkjcyAbnK3zgqMUaF5iN44nU+EgbZfkbQQkVHPsqmB+RYwJ8vBoVI5/GZ+QZqm5jGaa7sgbjXwfOHxvtSL/BGhFKCYClzWjP/f3AEV5iMIvOtuRuO3F09pTjw8Kqe35xJh9JreC7IM2r9knTMdFd6oJB/IRTgI9fnOspK9Uj7vTP6JA98inE6uqUCXNnf1/bd+5oOpnpk08+0xcPv6A+wWDvNWVns33nlvYe3FO3xy6nSfrZL36uJbvwvXt31OzMpEmrc45GA+NsTbe1d+sWE9GU+mV5wnRjXbCTefHiSC2TwcX5OYPphRZMfDMGWqEBs5IisraYkAv9wSpGWKIUSV//XDfOVXJcITWsyQx0KqOIkH9qAp+x3QpJXwI61kD5A5l5qQPM1y8NFZ4ICTc08wguy6sklwNYfw9cMVhrOuGggfKEOcYyyVazoJgiQp4QEmEEmgLiiQi+4+syxvLGuL/XmpDAi3xTLJ98oGAjDVzYogCoQVanh8qwCUm3fBI2LwQZNtGKO16UwDsaJadOKbmdO9V69kulYQFtUExarSdbumj2tGzvKbYe6HyYaOfe6/rphz9j4bjS3sEdVAm1TUNfmNc7c5VCfkooAzaRckrKjIMUSW6XnBucUa/dnV2Gw1p+nO6+1CDHC90e5z6ZoBftaAfdsAO20wpFLeOYifz46KiOEed/4803WMAuNcXR94wxy0mUO+km1Zn5F+8G9DFN1N3OvW1b8qy0pizL9h2+7XdwcEBdbIOknHM91vYYO2Vhs2T8dU2nxpA7rdcFGdSBOi0Z3/cevK7v/+Af66NPPxPrDt2+dVff/Ma3GCteyGcxTKTISrlViaQJC/M5C+/ctNhRyFsrp6xMuQN2tE0u2OX637yv7Qipg+NXjt1j0zxL5oklc0mkpKPjI7m+5rO9XaeOurZdV+vl/6vCtn/rjbe0w9id4SD9W/YzTjVyylgYC6E83V1NSsopyeN5oH4+VTDdfZyKyLLdo4xr86D2BnMQ/kiWoUSYkZ9lG4iySoSi2qLRAqfetFssSs5q/7Ac9wG3mdu1a7tanuuWUrD4WbPQO9VHH33Icf4ppzxLrZhXM33Ic5AXeCHp9r279NN9KUI+8ZzR7xbU7yEnG9/6le/q27/2W7r12jtc4dxSUUM7JHgT7IGKSS4/wpJcU4O+5hngL9TwJUSVVBRIDfAgxJKv5E2vxGCtccpyeWMiAojUlQN0GYeJgG8BhFEMI26CCzGr8QpOeoVQqWSSmCu/kt+yI5zBINKZgmgNi6kNbtywESOzwR9h5Iq4Cc1HRiQgCBq4yxxAsYcKWQyOXkFYIHwuS+ARIT/j91XMsSq7ImRyWCGcE6iRl58NC2pBI+cmTuRPfeGs6REhGRTjD3gyqCiHNPQLrc6Ptb4ALk+1uDzR3jYDb36qYT1XYYLN8J6eHOs5997eDfV0m1Vk/QLHfeojQQbCOR2Ug0OdcefmGwKKUPKEyKA5Oz2TUiiDL1jh+7eEVxzzDRi22iySumaicxYOW9s7WiNzBWxv76rpJso5szBYa8XEVzIdHlmWN2MycjmnZ2f66JNP9IwBcu/ePV1yGnF69KjqXvx7C3Tmtf95IczefQzMajajd7iQ9HXPgLUMRfRq9PPk58FmUMn4HuhVCCG8AlIFiQ7IOwC0AhMgCBYc8VpfGrNs6HCTPDh4CciFhb7uPJsIhIAjoYvLCcoiWt9CGi9yKLralLB20g1nwBZFZFWARwRhmEieAOCHZnsUqMTqt34gkBUSCIWMZaEXNaov5Vh7A0wmIY/0DS8R3jGv4JVcrsbHgg0inTZSXegMyqRm+KLCWIcBx0rVJNp/3e3qcnJbJ+1tnWpPT0+D487v6NHTFzr1rpcF3SeffybvpHocjeg3ifohDpsOihjrPNAGdrxoW/tYjyP2jnoNf6bP2Vn19Os19ECnuhPFqVQ6+qzswBSyY7Zd/FvzL7gy8r8KWbLQtAw7QbKqJ99d7mxNM7/jnvRTSnLdIkIRUR2q4xPuzJ0WEcopyflcRoBb55Dq0fY5C1tQLFiUU67lODTMsENOjZp2Il+BPXn6VAecpP3gH/0j+AcWyivKTLKMGQsRQc1NllJIKVms1ui9wpEnZLvehUYo1N07eMft2OuYgu64eW0vhysWCqZdsiDY4dQhY9MLNgyB5CVpkZNy28plPn78uP5zui34WhxihLmkTB7YUa1UOw2ckNl2tlFBj0K5A21kZ+/2Mw5zzeLPRoxRoABXb5G7oykOB8gOI0IBnqh/AIhXpEYTNirO8OiLR6RKXuR59+65bXtnW0GmlrpY3hanR9/+zrd1/8GDeuR/Shsl7OoFm7CtFweX9MtH1PmUU5+Wtu52ttRsTZQmnabIe3Fypm5nTw/e/Za2b91TQ/kdc2HbdpQVCnRLyMqebOnHUbV6+XE8GIMOzZJIuoKsUIoNGJfkNILr99V4XNM3SBH5K36VVMMrYk25+SmbSBFDj8KCUIqI2lah0NVTQNzRawjul3oowZLg98LCMiqdTyGv091QAx/jKiTceC2P7DcotdhX4q9EYL4S4dBgBRxa1iu8lP9q/L9ajO5YJ0rLr3VAzFUI+rWv9aHKNZ+wjZkcuGMk6lDtxK6ZDbTaKErrS+V+ri5WCsLCsX6XC/hSl8fPtb480/nxiyrKv+F7zn3bZw8f6Wy+0pBa9dHoxdmlntA5h8hiIQxNyrMtBceJ/g38R0+fVePuc7/v/6P7o48/1ZRVe0PHnV8u1RGuWTBMyXPy4kQf/MkvKL9AnyhSVsuiYcoksGJQ9wq94JjrkhOEOQuVaL0UCXQ91nD6Qs3qHJ8xV6I+SeYemLcGBceqC04pFpwQ2K76mgFiW11BoZwKEZAS3WcMVQgNpJNQ3wQPL3jNUcPCRCQaq9TGqCRsUDagMTdRGfTysW5XpNrum6RISZ4cUwrxkh895GcMB8oaqNNAWPNVIaT5jRCvgowR4M6mqF/YVfM4Vkn14xhgIUWeNKqeZgYZ5aNp2VSnhvSsGpoGUvksAj4Cv5YcEeJ1FHCaYSAToEFBm6msNLbdWkEfLUy2fZ6pTG9r0d7SWezr+XLCjn5f23de13wt+bRnyZH8E/qa/5fESdfhzBZqmiw7aQTRHIXgZfl2RnYcCxzzgO1IIc+y8qGcbOvidnQEsBNq2kY5J03YaRpPKcnObZ/TK/+ynP8+fk8/tSM/OLilIP3gYF8LJndE1OuAtsPB4cRsR89PmErDphyHduY2dURoAJmwu7WedmiO3717t97NLxkDllnoYxFRTwkycpuc1FCu2y0p6Sd//FMtWbC89a1v6Z1vf1vf//5/qSdPHmuG3EdffKGnLAIUSVKoZWFgR912Xa3XnGP5Afk+al6zCBrQ02HBXgOOd4HtjFvniJA3A7aD7+MTOixZKPj3AZzv2bNntf7Pnj2toX8p0DtcL5J8YphTkvlc10K9HfbY0nhOCd1a2RZN24J3mtIGs62ZOpxgvrFAEE8A43uFjSFiMTc4Y7jAUKizDMgX+gd2MC3lLP+y5dHpqS4lFfrRLk7Y9esmnQJ+6+c+YR077HXOpmNnd7f2twkO/P5r95XI9/jJExXGnv+Y1xmLnQbe23fvsFvf0Rz7HHHVs8LGSu5Lvd548209eOs97dC3D974tm69+T2lvbd0kfa15CRLDadKVCGiV4oB5QBqhZrXL8mq4A9pYQAPg3EDOGpRLMh1TindwOVO5Ew3aVd4UEREEDUQfM1rg1+RzRV1kEtfl83pRdSHzuVG99RgPtOrojUNqpkUroLoH7Lt2MBpMALVbwX4w7wG8KvX8q7wq6QEoyXepNNHVAHiyDd+idbXuhkJdHH4XxVqXauhkH8V/hOFBfUVjZd1pYezVDuFmKRCbQ7lNCjTUTJHolqdKXCQWbzD2wAAEABJREFUdvYLdvdsq6XVXFqc6dnnH6uBrzDIL+mkH37wQf3PcN555xuazra1HkLPXpzqmN36SmIBIJ2DpCkTRTvRGbTPHz/V6em5Tk9OtU2ehhXqKYuDxWJddyZNblnRH4Ozi29apZL06JOH+vzDTzkK65UZ2D2VOb281DnlBPxL5H726HN2ckxY3VTDyQsdf/IzTdanSjj5Jq1rHcdf6ipqc9GE1c3Z6bFCRYhTqf0CQV96bfcvkcZo2QQO3QEUSkBI9VtlIrvmt2zAdq9jRYIHIG+NO4S36qLxicox4m5uT+pVlkkIj4AjRJmqnOEvcq54fUU1MBE7j0E85iGbIsBChGQAlx/QGliAcdPhMU2mgViOk2ocpMYJSeIFwQ5Fwej1+AzYihGAZOrn71UAW40KxEWNTJ6kBlg2kAcFbVf6C6WyBI+6q7nFhHf73d/USb+reTrQ+w9PdDQv2r19R8+OnldndfjsUN61nnKKNDBXbLM4dFkdjsCTcUvfyjnLjpkCncQ4SYqISnMe269jIh48gZje93WnXLBrDziv5XiREBGyvAWLxwt2rovq9AqLhUV1uhEh/6LemgWInYIdc4qxPDtXO8KecbVaM2A0Gj5iE0o4sE49DtoLFes10CY5JU1wcM8PD+uRt2VYh4xDaRkngmfGDj3T8dqUteTeGFPUsbrISfuvv6ZvffNb+v5/8ff1n/ztv6Vjrhs+4ph5WXfZzWgW8q3QuaMcRaPj4xPG4arqYic+ZwzOkWubZuzp0E7X5bsVewpcoXeP7eacsrw4OtKCE5ALxu+nn36qtuv0kAXGc+6ovXlYs2DZxmEHpbuOtrX7GSaQzZFAmIaZr4xJ44JnUG6aaqOGxVfAk7BNhDEivBFB/hAfv/JT+BT6LEMTOcTAiwPBB+BFJPK1XaegbgsYD7m+zLOpyWw+Wp2w0cgp1UWH9YwINehiOXss+PyHwFz3Gbv7Doe/f+uABdCF5iz2HLcgL7y2Oa5vu646/ET+oG+sVvS31aDPHj3Rj372oU6GiWavfUcH3/gtHXzzt5Rvv61255a8WGiapIRhKkgKflQfKlRHpCNFXiwrRlzwGzdtBOimEVy9o5U3MTeK81agYWtIhSPAeM32Eg1kh0lfD5skF3yl9CuMCEJd92G6ggjJAC1SIBfOkCICUH1sfLjgo9mwfoFaFHxVv0Hj6eueKgM+wpHRTAEaRipExCtxEwsfSuL78o2Il5H/ipjrcQ3UnKogyaU5GEOXEuEvNL+QrYsnhqtJJZE3wRMRVXfbLdOaDc6+zUt28xfq0oWaYGLluDuxq5p2ScGOecWRfpdDKUtiBT9pG50wcHfpxKtlz/3TUH/Lt80TOvK6/kUu/wlO+qtO2A18wuSbJjMds9r9+NNP5GOrxosAJk2xSGhw0v160Jyje+/m33jnXd1+8Jq6yVRfvA//ybncXH1IS/I85QohmNS29/ekywudPXuura7R8ugzDcsXtPlCEQEURRIDQQoN7AByjW+j9xOOdgsTERXSn/rEq6mFqNuDAIsWxowZQhFQDAQiRZRXWGkXQhGPOpAGUpkGoVsvMmsE050Z4BWPy6gTnoLcECggkdYAyUhKinBaIVHYh5IQwzBUTydx3prg3OSJ4KNQxAhj2vh1WSP21e+YVrApeiPX8RFcJkCWUQOQL7/wu3iTKdbB18Iobyxj0FornPuqv8QxtfSBVq+99a7uv/Mrmt3/ln7wwaGa3df15Gipew/e0Vtvv6MvHj1SkxttcZVzQR/zIuo77FwXON8eJ+pxYB0b+sya+Jp279pOyQMAjXqckWkLnLQdlfWx3oWPnXnC1k3bypAiYYtS7dh2rSbsiP2LV87fgZt/idNqu67+nXhfJVlmsgGwhxcDe+63lHv71m3Gzko++iYqO7ecs9HqwAcac4vjd+tXdULGgK4uc4Hz7KiD086os8swb0e51jeQ0rGoWeO8V+jzIY58Z3ePnWbPYvtM91+7q3/j3/gfaYtTtT/88Y/005/+VP4/19fcJRfyrhlnOSd23Yu6kNnBIfUsfHzMv8aGEVFtcM7R84IxvmahYoduB4jZ6qIpkOPd+ik74oQNP/74Y+RdMg5bHb14Uf9C4CGO3mkzFiYIdFZyvXxHLDb9u5fb0jZwvQ3GbRvTvQhzOObhi45SyAFfSSE/rp9tW7BvoU0KpQ5MMAUwfc0CR2R6dvhcvhY8PDySryhs71DoKVeErpPLc1u7/VYsYlbszP07C8+Zn+6/9poy/eOYus+x/yOfmGCDyImNyqVOOVmcs3j47OHn+pwFz5/8yZ/UE5rn2OWcxdDp+YXuIOPX/9yfY0QUPefq9JxFgn9R+e1vfEPvvPdN+Q9D7XIVs7W9p0j0mwihnvwYdfhliAhF3ABFZYkYwxrhk4CvfSNgNGxSAwEBbhB0XmJffYsqR02IGPG4okUl86EpaJABMD/tQdNA5g14I+qX2PgWGtBY4TOAl5qPSH0LOSryyic2sYhQBEDck7MrHOB+Q+Hga6BIlPE1Cf81kVx/RFEM3/reQPVVtUhFn4Hj+bZtZOdQNefjicqTDlVUotMxF2jS9uryUi1OPmvBpFkQuYZWlHD0Dc7qnA7bdROdHh/VAfoOzrhI8iTj0LufoCP3NE4h9zGd1X9nfMlxyhLa1u3b3KWe6pLJ4mM69gm7n0NWxe68Qwrh75WZpOZMGCecGgw5qWGFPwFeHL7g3v1CbdMptxOJSf0jJo0lg2vWbKvrVf8FwXTWaeDIN7MjTKkINVQfJq2g3IEJvjBR+t60aVudHB+rZ9IyT4HZYHyE2DRpoq8FJIBTBvOMAKmIXACh2BWIB65Ko8VkAY6DkHL1mnnEg3q7HUaekXb1veKiGa9IyA0lMkSEeBUSYD3h9msYKA0YyFgA3Xjcn+Emj2QcTlU9JdlcBMTNYcyAQA3QHJoTwZbpqJMV9Ws5rusm8kpwxVGJKB0RijCYEv6MgEyXUBivA31AkTSkTrff+qbuv/erynv3dLIKtbu39P4nn2sN/5tvva3zs3OhoJ4zKR/TNyf00Vu3bmmFg9vGeXjnOdD+1i/Tb4xXoBwXnOizhTr19Iur0PQ5iwSn2fm7gJxzdV7GLWvJpG6HO9C3d3a2TZL/5K136XZ25m+bpo6PgbLMv6YM53FaQ5rptUwci+NnOM2IqOWYbr41fbZjAeG42958b7z5JuUVpYT94LfuAe66r5HV0rddB+fZ3dmRFxcffvAhd8ZvaDFf1sWJf59lb29Pv/M7/5J++7f/ovZ29vQP/+Af6Ec//JFWixVzwoR8lxYjl2lH7kjKWbb3Aqdj+Wv0M91wgjNyfEmafyl2zmJkgZO7nF9WO1ivc8Z9T3s84ejeznKLNmosk6pYhgOviWsIoYa0dSiUaT/rYntMuRKcshGwTJEmnojgi3rwyzTGZERSRFbEmCY/tPcY0OPgHZijBnTqPUeA99jQ/4GRFOpp3wk6Zvqi0y/YWHhR4msalz1jl98wiS7pb14MuM26tqN9Bg3Oi44zriN3tneUrD+g+oTct7xY9H9u9Mbrb8oLP8vK8KCWnuL0P2BjlDgRuMDO5/S5W/df05J5qNne1a/+mT+v+2++pzsP3lTkVgrX9UY9JfYRA7UwFCUaLq5hIE46xqbrgBfdfNLNyBV+U7RxZ0S6gsgo2JxEHGzAYq+gMm7ogbKCdcwLkUbhBRnfgYiBJjJbJUaQoWL+UKIFGyWEHaODUEEZjF7nNBNgpo0IcsviXAcDlpKcZiIhr6ocvn7d2R3+00NV4J+a3fLHHOPXZVtdKvWKjDGV5qFzXyW0THqTSafsiqB/YFvrT9sqEc85lNvAsQ8sBtYVEkemXZuo9loxLJXZ3feLS5x+aIED7jgq8iB2J62rzjv78qCICPkXarxbXjGhLVDyiLv8U474PFhOl3PdZoU6YWdwcjHXQ+6sDnG0czrwCYuCp0dHLALW2r7FERcdOjGAYjbRAmX/5P1fcFVwyNH+kXLXcry/w2TY65j8x89YBLw4ZFf/hUqWlAYVrhmoqiJCAUk2DvrEGCPvWl59T5hAL6mTWBAlHFrAIzJ6QDsslZ9c0FRxbR73EqNwFIfBZwM1TtTvhmT0GjbpQZrbICIUKa6TbyJue7fzVei0iFAEoHBUbm6LNI93JLa1Jxh8C1kZJU6snHw2+cacxG+8UfnGFKMGJ1c6dikILDVEpkgFd180j5BboUZefiKQx3vFF+In6FvQwWBEFnKQhkS+vG6DFr623dKtB+/p7e/9eW2/9p52770lcfJzSnslnOQWO93Dw2f1iHyLxaAdvh3L7t4uu8Y5k+yAlJD5UkqUpdrmOeeKO3QfTuhjR5mZXCOi8gxM+ld5ItAUcN29exRSxWPnRIpIIiYtWXTev3+//sJqzY/crutIhwt8hcNr21Y7OF7LMrj8iFDmpMHxOUfhzmtcPD6lOMcxblNX62id3G/ffecddpiXVbZ1ytRpC2eCNclVKGNbpuWccFSDluy4P/30C73FwuiMhVFR6ISrDTthO/DXcTK/8eu/qb+Aw//hD36gjz76SG4H57MTPOPEIOWstu10iT7nODvrjOpqaIvC+PHC6Oz8nDF6iA2ey/+Zj8fnJQumJXV3viPG+Geff6qnz5/Wf5Z2wFi3TQKt3Ueu6l3jReiwAUmJMZJSUkTUucvlNm0jP8HHaTlnwaCrJxSgwdcw5oVAX6M02tjljSDmhAHotcbZr3D0Sxy322PczS+0z855wHE7v202o02sg69Q5pwELZdr+t0SPdEBXd1O1slzydbWtm7fucOmoteL4yPK6OU/8OUFS8MiwW18xPXJyckZ/W+tBfayjf07J4ZtrgIevPWWbjF/Hrr92qnW0WrB4P+tf/af11/9V/97nHxtU88MJKsIRB3/MWLYspA2QsICqFjjNYSJF86X75WUl5QvYc5AEQhRBdEw+spTsDRwRWewS6EIizeAS6pybuS/ahT0JL944CM9wiHRL71ulwFjDEiqGSgyNjwRV1ip4vwxyWXaEMblfLAhoqLi8U7IPKBf+26kkUZGvjVe60eE9wpFFWL/lO+G2bJsg1qX66xQUbAIuxV3fLSnEGd5ghNscPYZZw4LOaC6YsDYwEUZJOVQylLgJP1vKzscPVMEx+BzdVSDqKJf6vL4UNtMqjs7W2LMyf+GnbGvzCTgIy4fYVmNJeVf4uwfshM/Y/Ly5HbOqr5jcHRMSBkH29H5/W+d/c/i5pzxZ+jPPfkwAINV8HwoWjH5drdYSDCRfMgO3r+luuTqIDE4MmnnTEBdDCoXx5ofPWYgXaqdZmUWIwkFDREhXhU+NS5aD92YAZWp9872TNvTRvf2t7XNwmLttEgS5V85uUQe4ehEWcGCQMKOhsqA3UiPGMvRjQcKsTCnbrZbQNV1njCmq8d8L+GK6jD8EcwA5RPli5q0PyXYyWP2Gkd1YcZaZk11gnjIcIUS+8obo1KeYcsAABAASURBVHBRlU1aEF4BqMshqPqBj3aAcP2aVwp+dCUEmwk7UTSkRPeIDUghqbKhlJ1FwbawKpg0Z1v7TGzvaXLwti5iW0+5vjk+OVVwpXTrwDvopSbTVk3X6Aznb53sGLfpV+5vDQ5oxcnAikVj0Mddvp3zkknU/cB9tcXxmicilFPCkbUyfcB4QUnenYon54YJeEW/ajTUfhBymuXUcinLp0QffPBB5XN5LU6oo5/P2dUior4T4i1lWr71WuFMLKNjEJmvweH39D/zWD4qiEZUzpkbs17m9U4yImo5zmPB5p1tTdV2GR4p0a+pDjvGpY5wruc44JSlW7dv1Z31jB2qf2HRx/QTxpp/hyBho729Hf3ZP/tn9OGH7+unP/lDNgCpOp0F7fHi6ETnOPmU80jDgc/ZAJycHnGa8lRPnj6CPpdpKxY929vbtaxjyvd99cMvHsq//HeL6wqDdYjwXDXI/UN+3A/ovMU2dvwaihIVcJumSDK4LTO6RMTIhf5BfNAYjyAEIgjN4QCI4EM5A+W4C4Ni4qJCmxciPY5+DfRcJV6yUfFiYoq9Lqj7kr4zwHfM6eYZfa5HQKLthU5LFgcT+Hb2mK9YWC3pd14QdF0n/xLjCXOV56BIWQMqLEjPbatEm8+YF32H3046rZjfhkwdwZ8fv9AZNl5w6vj89ERz9Nq9fUe7d+5q7859qZ3p+fGpnjFv3nvtTSW1si58JGKFnb9DlVzjfLBOOBjhBkrCSNt80yb8U4MIJBjIDcbXw8wgTCMNVgLqSyGhyk5qRHlJ3mARscE08hFN0BL8Al7NMcbcaHVQigdSUOnYlOtK1KrTsKUgDIBFYIqIL0GqcT4aIRG6VByMCOF3XoPqB6Lf8Id0aHSjMfLKN1TI+wrpRoRUGQqdCBEvU6p91sqxVuuda9lIr/Wj47ALL+VYl/FCH50+0Qrn1SNDCWsNqmPKxUaEbOviiTg3Sg2TJp22watPOMedAbuTRh3Of3eSFYtzrc9faBdH2vnP6Q4rpfVCTz97zq6/sGuYa43DHkJaSrpgsC6ZyOYMELdFZkJ59OQZdU4qtMPgC/fU6BPuV1d07BOO+5ZU9JDJ/MmLZzphYXDGgPGfyl26oz96opPPD5V1W8t5UsMRW3t5Rtmn6toLzSYrleUFBl8rkOcyQugdiXomNYQpkYzenRFkZsprI7RNPd+5t6O/9N039C9853XtcIpRLpZKHBWX5YDNBhYRSybbhaQF8lYKHA6RzVuISxFRQTymuP0MchtVEHUn8frd8MdIgGVE+NpmhZFC4cR44TFNApHktjNYovONUFyUhqFANg5vATQ+5hkxf003SOEfdCdQREjCUHwDQBBfyyLwW4Ug/5WaFPKNIPpNAaxbBfJYZKE/RAR8WSkaNUx4Th+StMqhtZKCzhOpVbl9T7vvvqdFG9q7NdPq8pjj5Ev5iPPtt97RU+5IJ9OJfB+6uFzo808f6oR+453YARPhmkn6gkk606cH0QLVBkleKDS5xT6CmmjTIpGGatVuHScGgR7exaacoBXVkMm9UO8IUoHZdKbMWMk5S0hacyplpxsR9Z94mndwHsAOzU7EvN7BO77FxJ7ogz4G9q45M9l71+z0gcm8IW0bp7GyY2GRe3F5jp4DJRW9/eYb+ozj3BOcwAuuKwr9eNI22Gch/2XLaTeR8y3Jm7HrFgvZjz7+kAWMlOG799p9XcwX9fcezrgqaJuEPXpRgChWk66pZXz6ycf6L37/72lnNiWJsqmbHfbR8Qm8UjuZ4OCf6fmLpyy0TvWc05Wz81PNWQCc4wQfPX6oX7z/J/rJH/9IT598ga17NU2jHEkUqEI9F5zk9TjIwfcwjGd390JIlTXQhkHbGJKycmQFc5zDnJBjEDTCEkllCMQWiVdYagRdP26ToG2DPEMto1eiTpO2o84TBTIG2th8LXoeHR0pcqvnLHDUdOopf/fgjh4/fyGy6+79e1pje9/jv8Am3XSmfRYx3XSqe/fuK+CfseiUQjkluV224CnUu1C3HFnnLF4vzi5qXd2Pa53RUdS7DKIuSbPplpZcpQg5A/T5stfhEXZGxhrexLy6s3+g//n/6n+pf/N/87/W5PW3dJonWsx2NW+nGqLVAJ91HpDRY0ODZZleSLsC3XjSDfwraES8SiNqUoVNCrbUl2GTtAmKKj+fCARsqA4iHA8lQk8StLyCHwu0TPG4obCQhsIXouNMU06BbTC3IgIZ4olrcIcSecKgIN0gQinDnxNxIAzEEyFs8oP9nVVmJjt4AJQfpAKmmdd8UEgQ+qEV+jkeEYr4GnDi10CiF7Q4+k4rMV3JqiBAhUovlHQWE/3Rw+c6pBP5f03yvz0vwWBQIM2gEaOyiRYNPg2duWlbdTmrY6KecbHf4vA6Rl0zLDRLK+3kXml5pt1GOP4z5dWFzo6eaWmHK2nWTVjVFy2Y+HriA47+hIFxwrHUKbuK1954Q/6PbvzP4jwR15Uz6hxzHBWUnRkkbqHPP/tETdNK6GInf8TRvHdH3Wxbi9UAOWuSQ/4TvpllRQrbYYnTRz8s7zbXl+yZqCNJcpgxWM9uL6eEXxrUUMeuLHVvK+nX372rv/Sb39Jbd/egFzGWsWsDBI02KOGSAhDDRxYoiRQgFGGoBpVkPOSn8Kk6bfiJ/hPfmqdyvcQcpQhFjHKvyje9KGqfupqsxnBMcbFj+Y4byF/Ivel/ppDd7wYNRbgeNbr5XPVXMkK5UsGhQWGiochxg6BZjLBVsCglFVIeoThGCn2QJZp6ZWyc2NE0Om32dLjotcNd+3J5ySTZcGfc6vjFkX7+8/flyc+LyhyZxeVaDf1kjvNy/1+xU0o5Izy0xokk2rhQovtaxGgj2yOgw6QxhO6xgwzHbRbL6tldN0z6PQ7bvI7POab1/fRIdy8v7FzPtVqt9fz5c22zk3WZe+zspvRnO++UsyzDaV4ARIQsyw4/4+Tt7Nw+ppGkAWfQ0P8TkRbn3LWtdnd3dOvgQDMcr6/OIkLbnK71dFCfFEzYAR5w+rW/vwfPTI530O7cuV3/SJWru8cR8AXOdbq9y7XI23rMwnvCjjNsECpYmFeMG24jqzBGfu8/+Y+lfqWd7S0VDNN2ndZDX68qZjtb2trd1pw2WqwWOj0/0VOO5R9+8bnOWURssaC5e/eeDg5uax97TCZTNdjTxWVs4rJzypSsWmfb/ArozBITpm2R6EQGFdGSocSPcdTR+ISjZDED/bZy0fnGxPGLLEHX5nFd6HqVMmdRaAED9V9zGtGzwWhzor7Swd3XtM6tVmxMHj1+rh45B7dv65gddjftlKhPRzsvaX9DoV28ezd9TTv29KHe/cfKAj5xcnvbebfkbXIjx12+wVpfQabe/kNItoHQ9JIrz7PzSyUWJ9F08qno1u4+uhX9tb/21/Sf/N7v6df+mb+od37tz0s7d1WmByrNVH00WpVg1ooaug49pqLLY7Pw6JT9g248tuKNqAT/K3FRUROulDX+VSjkC8ApX5Gg8E847atg8U4awd9RhwEjmtuBwZVwaJoL8gCrnBCdK1wGiXENBYpGoBBeJRIrUOsMkgkTCZFARk6Lrh2iRsVDHmw60iEWSC/jVQP4qT968JIquPRP/yAsaJqyXtJBFghEljsiO6FFCh3Hlv74yVo//PBSf/kv/RW9xhFPMJgC5SNC6RoEDqBpCoGH2jr4Gk3bhCMtmsQA9JoxSW+x/d1uirp+Ljt8h7PU6/jpF2I7oWBS2O5aic69xMH37Cjmp+cq4J6gL9h5be3uaaDzDpSzWvU6v5xrXeh8TMi5nahhEvGgSBp0fnbC0SPLFngXTMAF/S/pqvPVuS7Oj3X64kldaASDqOpPmHHYjaSg8UMBEnwB6iweBzklJewxMKi7piG9KKeihjJbFgxb7Vpv3ZnoW2/f1sHuRC9YpPzHf+t3dXS8ZlDMsPfY9lh9bEfsh2ghSBEuC3QT6uqhoT2xEFxRfmk48rnXmGUTXgcjEiSFgu+rb03lYxnDRq9a5pdYYdmkvsxfWdBbBtXYmHgDNaFgJ4xgdAMjg7NdA9JHnJKYTcOAjUea+UOe0IVyAxPhQNiz01hy9XQ5dHpymXX/rW+RHGpgn0666uhnOIqDg1va3z9Aw5D7xQUnRkfHx1UXT6odfajQF2CoNI/7AcdkyJlWpn/aPqhY0xP9wYjzGjypppy0oP+abj7ndZ4ltJxzFe3Fhfm9E1/6NAoHcXR0xOJiXfWa4YRTyvS1xCJgKfN2bVdFOo+RjCzrN2cX7HSXkawPhnJYKBzTKOV0/bsG/r8cXrx4oUIdJ+yqnc+LGy8yPv74I/3kJ3+sH/zwH+uP/ugP9fOf/Vwfcp2wjZOOpLoAWODEzuZLbR/c08effaHUtIoIuWw+EuMikF1YrO/jxBPxn/74B/q7/9nv6cJ/xpZ6Thjnz5491vvv/4LFzTN5MZI5GTi/ONOwWXjs7uyyONnT9vaOdlj87O7uyr8kaYffkX+g3SXGPvpcnl/IC6Ja15Sw16oed4unbVvmpqQEPTHQI0K84iuHsNS38C2iHhWIXL3FSPgjzCmXEfBEwEs9l5RvG6aUSWPU0FeePvqCeS8z9o/UcqV4vi5a9w0LmSUO/ry2RUSow8Fb/BwZTdOy+Fkz/RXmiUL/WbAIXdX+4Lq6nQfmJS92Ukrw9VpjA+M5Z0XEtY4MFxmsbyiwac83qp1RUmvmy7qogOp/YZOarG+8+462OTG4uFyxiHtHf/F3/hXdffObGnKHo281RJalVEDpoQQ6IBsZZQOjAuM3jcH4HWAYsZff2KCBllf4hrQJynVoo4+RYv0rGkEu3k2kBjc/QSbLfklz3oJxAyhVzqBRTWKVzaF1LcSi6mVMaF8Apwz68hOkRETtYJkwhzRCqdIhyU/hU+AtDv0h9BsRitiAQgIXgb7miQhFvISEjvRpJdMYaNb5KlvFWaHFZFfrZlfnsaMni4l+djjo+4+O9Td+/FD/5c8vaMS7+tf+yr8uNuLIGZQVhGMZKaRg4nV9PJGOgBMnYUanmzFoDVs4/G1gd9JqC6ZpM8iQy1wTBGf/YR12/ees4jM7nW651umTZ9rjCPTy5ExtJBYPrZYcPbXs9s9YOQcDt6VDis7pnb/vsvwLVg07l9q2OGsPgJOjQy3YIfQsaG5xt+hdw9BfanH4uS4PP9Pq9JkuOU2IYa2GusVQlIBWqYZXA4UkXT2m5ZSVMgONiSwianKClnNWB8zQy3Xe6ZJ2t1o9uHdbf/kv/47++v/nH+jf+5sf6IPPTnV4suS4csnA7lVwHEJKBLKCslMiJp4AvvyaZvgy/avxOvFCLsDNt1COS7gpxbwV6DdjeJWjbHS5ikuFjEXlJeEKQ25EVH4CRRiPq9RfEiIHo9qRIxmeAeCt2QoyrsAadwr6l39RkilOS3g88SUWfBOOI5mFdF5aPe/ZgXR3NZve0q2dA12cnGhgQrTj9b3c4li5AAAQAElEQVRowr52cp6cj46OdM5JkXHTp+x2mR7o+wN50CVCPe1jmwxM6ubpmcgHjynKR1MV+ozpC5y1HabTUjACEeR8c+7YB3iM29Gb14uLgfSGhWJOuZZxwvGtfxmvIHTGTralnwf1dR4f9e/s7GAPKdPHYJFlOAwFJwJnyOhl2Y57EVHQ13jLuHA5p9wLP3z4sP7Cq/nOOAV7+PALeYfuKwzLe3H4Qs+eP5N/+9//KsX/ZOvHP/5D3bnLXPDf/au1jEhJ5yyObIc7b7xTd3jbHO8XbCzKdDj4VISKMEVoazKRd/SF07vHn72vD37yA/34H/59Pf70I604ql9wTH/IFYLbwKcYrrv1ddx1d9u5nh322Mf5u25d02nFommFbYUdp20nL+K6plHXNNVhTbtObcpqc6OckiICGMNUcUuFpjDyCkSlBbS0gVBEoqig54dsv0w7uE1r/1ASTSwRFpAFG5BgoMy2djVfFV1wp7iibx5yjH/3zh3NZjNtsXhx/1szj1xySrIivKAvur+43lU29hz7TlTZgfyIUEQw/WUcd1txyzC/vvSklKtTX3OKeYlOc294kOlN0JxF1Rzbixr1LK4u0fO1t7+hNf39lIXv+x9+qP079/Q6bTyZbCmwYb2mpQxGhryjLwoNBuo6yLYicfO+Gouo5FK/Lz8RIV4p9MpjvgKRtsXohTSmHIKyKSTiZoaAE5ave+NVouW5wi+pCHVkE0SVtIlAdzEG1Q8E3gCu3sB4ToqACkQKWEdIGExBadCxD/UAh98N5fi1DHhgUUSMcJWwCc3vnGMUnhH5yvdVgztHaB2NzvpOn180+uPn0t//ZK6/+ZMj/d4nST8/3Nai39f33v2GDvZ3kTdgXeRf6RFCH1VaUhCKI++iJkQ4sCDocdDSNIdmTdJ21zDYkybezePoc9Mz8FbwryQc73YjZY7uWo7uCiv+i8NDBSvOHXZfGfk5kjAPk8wg/wbuGYPijEmVEa2EUxU8a3b9a08uOenk+EgpJSbqtR49/EyefBOTxGQ6YQLIOn/6kdrVqRrKHuanrHxXSjEoBvSiI7jMJEErosoK/4DwQlWV3TDIq1zCiIA3KYM3TasJk87U5VH3nWnW1izUbr+hv/Of/5Gevig4+x/rJx8eaTVM2YX01ItyrsswfhMGufLF3wCjLNB/+rdm9GfMEoGQEUXYFXIjvGLFDra50EubPBFj3oAn5B9dP04KYgFdgfUiiPEShGmgfhmtDhA91ksWRsxEZ4mA27QK8NSwKJCZNVHAW9JaaxaJK+MMGFA1dKWB3fypZjpJW7r3+nscNz8TazillFkDWIbUNi3x0VENtHdEyI4kEe7iSDvarsFRmObJtsd5RYT8eDLNtPHAREnRJqGPaL9eltUzUS9YrKZIjGlqWgZZVs8kauZEn8wpKack413bsoBdMrGuZdlL+vQnn3yiFnpOST62r30a3PnnOLWl+zhx8xhW9PtIUfP36Oo5IeVkdllX42uOhO3kz87O6qLGCxvv6EUlrF+ifnY0rq9poy6rUSY28k7f9nB5f+tv/a26qNjZ3pFS1pvvfkvPDo+Vm9ZZVXByA3e/Va+qhRQR1Q4r9F9jn7PjIy0Zw2scdcFGEVEXu7bfKcfZK3b81muKM/SpxoRd79huWdbRpzALTjBcVkRSh0PfYmE0g998Dbrsc8XgnX9mfoiIaoucklIKwPYJSQZ95YFdTooIBxqfIDBQzWI0I4ddrjmSaDMW/lxPIJ42XaDThAXUvNrlydPn2P1ST54eqqFtvemgd6gwxmxXL7IODg7kNrCzd/9yW0eM5TkwVN1zyHhEILuR5yET1syX+prHNrVNIkI55VqmF6S2VWD7y8tzXbAAvGTh1rF5yt1MGac+27utlkVKcEp697U39ODNd5QYF9XRczpbyIv6yAsV/5KMGgyTdPN5NWbum6lfwV2xqFTb1+wOkaqXuDTQaaWRTzeeatBNvDgDeAR8TBCgvOA13yg1wnFVinhMHYEvby0Guucfgms+418HESFXOOCMAE/ECGWQEDdqaN1qHdCRl5SrN66Qf2Jo9Sw2p4T4kHcMlYbrLRxr9miyJm2BAzphQvzsvNX7L5J+cVj0weGgT4+lRxedLladVotBb967p9lWK/pH7VARoy6WKRkPRYRSpNqJciJ0nAo0tEgX0oRJZwKdTb0yHSQBhft6h4k77dQvdGur0w7H+rtp0A6G7VnlP/vsU93CMRcGtGU1OOIFi4CWkXR5caaz0yN0CsqWpl3Wzmwi/295md38px99qGPuOoOJc0I8mFQO2FX0HNdfspu/ePaJnnzyJ5ofP1XWGl/TK0ngIhyAokQ9ICmuPy+RCFNDDR3ffBGhSECEEvXNOcuT4lbXqo2kd9/+tv7dv/67Op5n/cGPf6aPnif9ne9/qB9/8ELnqwYNGhyRJPIrxiBbHr3DPUSbpxBeAWh9Ax6yVPzrPpWf9nAvCwuHKSL4vnzd917GKLHyQ4HtijWCiEkYyqjL3YiD6pd0XpEY2vxscKJmAAqoNSkVL/QRWMB5A6jvmCbSRN2uIMiZIktkKPSRgYlmsBfv4S8Z+3VacGS/yFu6UKee8X1wcEf4Pi05Jcq0lXh6nO4WO6kJfWvOcamvedYwGWp70lcD2yOV8cOIHIpsH0+kDg0DO56h0kPDoLqQdLoUlNdDgyiRTyzkFprj3BJye8rxUbllRFAjaCknJcIXLw6rYz3nXtrxbtKRv9CPOtkJXOnnfuX+1bWdcm40wQkucfY+zi1WBsVzypQuRYTO2bWfcKJxyUmYHb6d6JoFycXlhSzT5VuvBufYta0zqUFu2zZVryU2GpB7zA6vAtdQP/zhD/QHf/B97LrSnfuvcb87oMeWtnd31GLnjP0oWkGYNtA2raYegyxUQiG6Ed8Rm7QTpUis21t4ptVJtl2njjaaUL8OfII9BvQ+Pz+vx9neMacIWc+QtGRxcKUrhqs2t+NMKbHQnlGWgFDiKx6y8h1fWnhE/LUweALQDcCs171xqOMjiCcpNQpgQHJPn1zjcC+4A59MtxjXSbmd6px78aEvbECOtcfV4xE2XLH48gIq217YOyJ06+BArt8KG+Wc5PqlFLoCelTFnd7SVi1519hkoD82LGj0NY/b2O3rBZPb0X1vygYK5Wu/bXPG3q0iqA9j5snzQ9nRJxz+/u37Knmmo0VwDfYdvf72d9Q6L9et7MRUWASGEvNnvgbdeNINvKLYrYb/v3zGPIW600xj5CvZSSEd8o10VxSbX08jg0Kiknz08imi2jVqTMTkBzlWPgoRYAxBHCWtYvXjYq8kSAGji4igLPE4uMLht05fBiEPzusXths4NXM6xOt8bjlgYFCq1k5VBPORcuoYCNJFHzpR0jPg44usnzxL+uik1ZOz0LMXl+xsijLH3Gl9Ia0AJqbLxbmaNsmdKqesgt4USwmhISXiWCQapchAoiMC8CT0IxXniUwBDIIsdKJjBhO0IeGEG47t+4tTteu5Oo7xZ1rJ9/iX3J+X4xfapeyyvNBWI23HoNs7U+1NG6XFpY4eP9L68lQrYH15ovMXT3WJ8y6LMxYOoeXhM12wo3/ykz/U4S9+qtXjT3Tx6APF/Ejd+kzD/ASHsBI1Ua4DKlEHKYIGquAagGvzgLruEcHq+0J7ewd1Yo8IeZKttq8Mwg5iZ9/oYOe2vuC05N//D/9zdfCfRdajM+kXh1n/6Y8f6Y8+OdYhx3qXSlqjQ8+gzTnJAzdh36TgB6H0IX3pKdhYFXBIDr+U/kujMaag9oj8qd+gLqGIDUjgkj9X/Vr1QUfaOcAjgmQAXOHPBirLQMRAQLzWgXZ9yQaROKnXL9aVoCFWkegI9KpqjuWcPruWui1d5h198vxSp/PCxLWlCU7Fpz+DFSDP6nIBVmpdDo9e6AjnR0m6nF8qIuSdkeOeFBN2r5Np04oeK//zuUL/JaKe3eoayCnLbWWzjzCOSbfb0fGRBvgTciNCOWd5YrbMpm1IK1W/QkbTl+xsnWaYsqvquk4zQusREYoU2mbH6qP7ru2Uqc8S5x70mSVXWtbFf7bXf6Z2l0VM17ZymXbw/g9TFhzZrs0fUoNzcLmgOnrxQt4dn7EYODw8lP+L24uLC11wnHvOnbf18e7vjMXHgK4+rl+w8Hbezz77TH/v939fX3AXrZTV4Kx3dne1j7Pa29vV7vaWZlyDtF1D3RvapNX+/gHH1TtyvXrmAcvvcYw9Vy9d7mjVrBmO0XONQvJ4cnvUEL4UtFMkNSlpxgKgR0ZPveoYEA95IkIRIcs4OLilGffj1j1Tb+cnVe47bmvRX20LAjKPFKcriFJOYF+VBBs9sIQGgB4kQS8wDZEVqdUAFCCj+8X5grlhzfzYKtgZf/TZIx3cvgftksXHheYcnadoZP39+wZHR0dqaS/xeNHpNnZ9ck7IliIkf6ynISKwdQtLYU5fqaFekFRK0dc9XUdfaLJOT04lZEVEzUtvpdwGfGBTt6AvFzWt+3SvBbZ+9OSJLuYrqdnW9hvf1U8/fqH9u+/qu7/xZ7R7e0uZU9kolE+rJewR2ClYcOvGk27gN9CvV/QGwzXqCmP96/gvRRDpCrmCYx5y0WH5iiQqSc3BIkK8qFsUCDMeYYzIjTciaGzRiOFc4EgfJMb0yzj87hByOYUIb1SpFZF72Zi7kF9VFiLAB9UOjbABaZUmqe5ewqE0ELrTFo2Cr0LYZJI7csOkgq/Qmg+vltxdXlwsGNCh08upni/v6cPz+/r8cNDJs2c1qwfcklWkIbMKYmONvNAlecWgSnS6FElUv4KEIilLthidtqRGIgwDtHCjwy+rWe0wyHd1cKktEif4almQtNS11aAZu/ntNrQ3yzrYyuzHLrWVlurPnmt18Ywj9jOtfZ/+/HMdPfxQy6PH2tJCd6bSbixx6A91/Pkv1MwPdfrFhwry7QwMrMcfqzl/prOHv9DZ5z/XBY4+WFQU7u1jvaAp1koxyKpGCikH4xqroqzjEUnZdU9ZyXaIBH/I+DmT32sPXsfOaymi0mofC10/DRNdtLv6a//27+rB3mtqmHTOWgYWNllwH/bifNBPPzvTH75/pI+frmiTpS4ZWz0DZs4EbqdSqhFHkQXZFYjWshySjknBftmLBMob+QuqhvwjviPoT32unDlVVCQpApCEpfS1D+m6ZgrVn5BGOUVXT7xEK8n93FAj9WMGw0BsUKhX/WURYgn7JBatjZJ6HMRlu6PH64n6rdtYo9Wb7DLn7FijCS2HlVKT1QJ2DJGS2raVJ0g7sMlkWsedd449C1unLdnFRoT8mObj1UQfsGP3GDXd+Z1WBtsX/UZ2eae2vbWtS3bQ5zjMiFAClpwuOW+4Jjio27fRlXaxbDttUAm+Cxzt0o5/TUcQT6hO0msmX4YL/bGpsEDHFWOWHqk1Jxbe1eXUyAsFsuj89KxO4MYLGREtP4WCXI+maZWwxdbWTAY7KjA7wQAAEABJREFUGDvmDtu0XSc7CNvC8QOct68QrOsa3b0TddkffPC+/i//p/+znj97oYvLpXIzUeSs1DTKbaOuaVjsdrIMH0k7b06Z8nbQc1uTbkqVo9q/UD8xYRXmhYJNtYFgPjLu+rn97OSLeeD1PzVrWfgkZOaM0yJPRKhjkeee4/Yx2AYZva7qbxsUeDEFJNqPXnOFQ5D5Hf5SSKESSZEy0IqPemx8eTnXc47pd/cOtEDvAXusmAv9B3NOn79Qm5MS893e7rZOOS43WD/bZW9vTylCGT0zdrO9bCunD1wJ9MB6AwOnUpUvJfrbSrVfkVdf89R6YQwvKhrk5pThKhroXwWdJXADsp8+faZnzw61pi2++e3vacEctWScrUunv/Q7f0UTjvO/+Su/ptfefkt7d29psj1lVK4kHMYQvYYAR/rVm66QV0KUcaGv0P6USIG/+POn8NSkyodkeAcal3f0wcRJIkG1YUM89UN44/WEFJWjsmISQjJWh0vIW+VVufBVOlyIvyFFigiRs4KxEeeLAPM6/4DhByKuV7EMwPQav6aPeRDES4fTKI2IIkKJzoRIMfVwlJlw7K1+ejrRHzwa9IdPBj06ltbzUJcn0uWltre30b/UzpIsigLT0CiGiR4/OdNkckAH7EbZkQiBTGcJgIlFhBGN7OwLoQAP9pEOD3nIJHLh4EMtnmoyhCYoOaFOrY9/mIzFcf7AScJ6fa6M8xZhLM84+l6yaz/W8vQ5eRZanR0qlueKxamOHn6sxx/9nEXAC4kd/cNf/LGeffILdf2Fjh9/quXJU82PHmmqSx1sJW21RZMk6h5MNBNN2SXNuGtM2AwFpRQq6FsSTEAiHoFNKySllJQZLCllFlAr7Wzv1kGRSG+aVjnnyhPyjxTNnp5cJP31P/iBnvjkoklKTABUG5uH+iFpsU7sQkOPXyz04cNT/dFHp3r/i4WOLlqdnq8ZbBLzuNbwDtiuAFKSrspQUZSir3sCHgFfSQ2ogMirr3kiQhFXIHApheRS0w26ftkTUtQfff2zUShq+ZtI5QSPgm1qhA9xvn6DKaXNA/2Bno1DHrDjWq3S7j2tpge65IhxlVqds3Of2HkzWbk9hL4DjsH3oHaic+6JfaRrvKEt7dyS25W2m7JLrHkosMehrXCkoIhIGhib5rMsO8AV6UEi2qqh7efs1Brk+YRgTZqom51+h9Osu0p06K03cpzfsMKhI4LJekkZoR6dPR69G3UeH7G6TNOs12Qy0YS6eSHg0Dx2+OdnF2rRIUUibDRnkeE+sbO1LbcXwrFpkXU3FHRYsDMXzxn39nZQXrhekM/pEa6Z0Gcty7eTt+6FfpZyZlc6l4/3c2T5T67+5Cd/oj/5+fvqOIVomgn26NS2E026iaaGyUzbsy1NCZumgz7T/v4tHewfaG9nj93tTE3KGmwfjrTzUNQMGoEu4I1BpmzR5pZ3sLuvHerWUWdr2jaNuqZB/kTGLUfIyNSjoW0TYcH+rluh7qJtCvIKeCHEOHrlgf+V+CsRl5gwKYDsoNzAJk3XMkZ7+Z8iSqHpzr7m0WqOzufnF8op6eBgj/RbXCVMsetCn336qfyvCd544w3mkbX29veZki8VEahU5BMU69xTF0PF+0HHxye6YEHovuE+lynf9YiwbnrlMWnNwsAnNhGhlJP8UADvgJmKBuQbvNj4tV//dVGEPv7kUxX4L1i8PGWR8icffKJ1THR4vND3fvW39C/+N//bHOe/p61bB1q3Sf0ktGCXX2VvPpuSxhjtCDJ+Qf6Jb9GrvK6g2+rrM5r7Jf8AI3WigtDBQWTTJL4B1JDKWVZEOACc31C7B1nGvKYU8hRzIGvUg7QalwY6kb6ka8BvgAU5/hoswQ0r8pCffM57JU9VhnmcRrgpayC8qstV2NOZl2tGSO600EQfPr3Q7//ssf7ff/hIv/94qU/7Lb1YFBzgKc7zwoVXQFQNPXgpXkmNcsz0i188VN93NHxWigSgPWGkLIMIlRpJWQpC47lVgKfcVJ6IdB1m8KYEDjsDIe/qGw2im2CPpfoyx6mdM/FdqM29utSrjbVu7810/9audieNJuzAO2hs9ZkIlpriGDqcaMsx0u4kaQtnECwY0nCp1fxYy8tjzSZFXjywWZFwGJnOnlJShhCtFzFJESEW3xoIDYUQol6CpJByzsopY5eBQbqrYuPr5ZNJb72bQe7Wrbf0f/i//b/0OW14uuVB37NIWY8TGvls92EIJojQJfdgZ4tGHzxa6Pd//Fg/+MWxDnH2J+z6Hz090tHxueaLnglB2AlAGfcRFFCh0YqFFUHV+IBXpEQNbn6icgWkKwC9ek0Cd2AArdyJb8ImQehXxgGnG66KM155KhISr155vkwYc1b9K5/jBiJVvvFSxTCfaJLWbCAW8sS0brZ1EdtatbtKk22d4PD2Dm5xz3mpFvv3zFiWa8c7DAMCJU+M59zzRkRthzXO1W02mUzUdZ0a2s735R5LzhApVfv2OO+myYqIa7DMbRaLYUagH/rqtM447bnAaUZEXRCmnJWQAwtvaJcjbuu2QuYa52YdJpMO3qUm6OGFiBcBBe6ccl2MWzfXZc5Cxc53gsPPqVHXdlrMlwp+dnd25N8wL9S1cZmUbzyQY12vnHWE9VrW+pqezZsSXMJ25zrmDtk2cnld11ZaRMhH89bLCw/XdaC+EYnj+8f64vFTXXBq0eHgu6ZDr1Yddem4Z/cCantrp9pmf29fB7TRHnfVO9s72t/bq2CbTKlTk7JaZHYbMG6YUNftbipaoLYbjSL3x63ZlsZ5ayAkL443kzenJLd1Rl5hrPUsILwAcJ0G4i9DWRRga6s+Ub/QQTx8DCMJggAmioishOzISQ02arpOwUI+xE9qlbjj/pyTjtRM6KuijebUc0enZyf1P555wV34m2++qYNbt9hFP9PVKcndu3frL/NFhDyPFPHwQSqSExDaZ0HgEyHXb00fGmjvrutg/Orr38tIKdU8A+PBvOYybYSslLMC8P/W+P7779PeF1quloTnWrJIUA6tmF8u5mu13Z6a9kC3mNv++d/5q3rzG9/VQF21tatha9uiryFdY1+LFKbFlwkRVHEDL6kvsULVC+ki1CtPSNBDIZrslYZ0I0N8+cKXDPBSZRmcK4hb9ghmDwm+gUqvmVwHA51G9UHvQkmkWb7zDJX+pQ8iXlLIQ8T8BKOOyDB+BYV77BEGdm5QLd9B2IyBrUaARKNIh6dzvf/whX7vx5/q3/8vP9Bf/4cf6UfPjvXxMU5vb1vP+4Uu1nMNDErRuIsFkyaZiywn0SnRiaPRokan5yv9vb//j9R1NCDlRYQi4Ctk8AsepiMn0ekVWA5IiY4ejVICcqsgDNLJrRxJ1jwrlCXRh8T8qeQlPI5dduKxwpArJRx44kgo4ZzbKJrAPOGIfzbJ8i/gTcHbPCBjrYa8HQJbH7tTxyb3ms0asejHkS6VclHXJSUWCg3E5PIjlBMYYQmKFEA4bEJBv4ZEQpAf/gQ8ePCGvHsL6AX+NQPCgyiRp20bTgym+vf+zt/V3/7Hv1DLpOYTjxWC1zj2nj6zZtDhY9QTLxTOWNUZ9j4+6/VzTl9+94eH+r0fPtdDFmtorvmy1+nFUmfsHOc4hz6FelQq9ICxY0hEK4qpJCUgVInFGurlA/ll5JdjQeaIpIh4hSnkn1dINUI1JHhDPJswFESu3hBkKfTqc0O9q7Eg6lV5zQnCq8DG4pQnOP2Z4mB3H7yn6e23OLlq5aS2najByVxwrN2Tf8XxpLO7vSzXMGGHOcEBefIXQs9xyhGhOQ7U7edje5vLvA1Oo6eR+n5Qpo873WGP/QsN5nQ760IhEVQKxBPkbDbTwNywNdvW2em5Vtwjt21Hf5zKDrht29p3Enl8xJ8is0O7RIeFlhzfJMaP69EwdihGoaSgHSzXd7veefnO9cWLI426pSpvZ2e3Ts7WfU3d5/MLJdRyf7Du5h3rJmXqtqZu4ukx3ro6jF6ZerZdW8Oewn2qsaa+PTY4Z/fvfF7EWF5Cp558c8D/ydQPf/onYrrSJGV1TahhHDTUtelajuu3NMUuOyxG/BvyE05Puq7TBOfuxdIu9H0WQDs4izYzbpHRbKBNxE1DN/G43Lbt1AHWPeeE/O2qs+vXUm7btu5CLIzX2KivcyvNQwgZJtsIjHilInV8I6Ii11RHAcc3STU9xA/1D3RqJhM9ffaUscesSZtNpixAcYq5ner54ZFOjk9159ZtebFxi1OMyXQi/+a9nfUWNtnmVPXevbtqaBOX4Z19RCgxz6SrEDzCZQZ9q8j9zm3gPG6jcxavrlNEyE9EKCIYBYWF0VBPChTijSpX9YEARUAAHe1heSm7v4VWqyVJ1DwjJ9OeLLRSYrEVeyxcJjp6Mei9b/1Z/cW//N/R6+/+pg5e+55uPulm5AovVqk2AJQaFkUEkfGNeImPFJFjpAX8jl3RTXUh7uDGgwl2jCPTvEy012kg16JBIoLBkZQU/Eg5ZeWcMU5WobI9pa7ozStWs2sGgAe0J7hCPmcoQpMQO0MQExw4LBArJCjg0EqNBw0XYhyJcSVOeoR6GwicFJZBaNKADr2EIzSeOcrVuqEjT3Wy6PTpZac/Omv0B0dJv/v5hX6XnfyPPzvWyemgYdFIl0Vv3ron+RcsXC7lC50vmRQRSq2CASEV5Pq+qY+i26wu/+1/52/Q4FMSOuXISuSJCGdVSIqoX0mhnLBbJEWEisOUpcjghlRDCIpEHuSLOoV6BshaCdxOOOOQmzQop15NWmuK6l1TKHullnhD/Rucf0ejZvK25iXskOff8s+0TWKSK8u5ynpBvkETVhIdE8WMSX57tqUtTy4MsCYSpwYNZaEzGkQ0GgZJxW/SQH1IlNA3wIP6JAZyX4oOuGM9OuEeRAnmhO36Wu+gHN/Nnedd/Tt/4+8pb91RZueZopUiqwADeQbawAPVEDQ61aauGVsUrWiTR09P9bvf/1B/+/tH+uRRq/Wwq3Pa7oxF2mVZ6oy6zVkIUUuJhUtuslCU/EkN9cAc0hAKyroCRag+xV/jV5CkAoh4TXO6FBEVEvVPiCcq4wrx1A/h+DoWEUqGlNSgT8YWkUixTIIxnwjoH9iwiJ+rcIPrxhNhnaQgbPKEdpyqw24HHIu+8+63dO/1dxkvjS7mvc4uFxLl+u+Er3BgC47d8bVKm5+u6UQR1SFGBKzoQGN7J9kx8RoEfYXTs6OLCPnxb3oHOjpWGKSeTE23YzR+wRGqj+h70hrawWXaQbe5wwaNEpNmgx3KetCknQITJsk5J01zmR7oV8jUky6eC67T9rgTb+mj/YB9KHhJXdqN4xK6eOEQ2HUy6epdr39hbn9/TwPj4Oz8VGvqYEe/xAH3yBYpcjislYLGYIw05DdOICxRIRMxnjAUqAbG0ZrJ3vHGTUHZrKPVNQ1pPdpKBTsldPuAo94V89EPP/iA08SiVuTCvhFJOUbuC1MAABAASURBVDWiGuRrNWEMui4ttppNt0YbFEpl3LVNV0/JDm7d0WxrRzm3SpGVsJ9tlWjftuKMI+beBYszt4kdaI+NIkI5J0WEErxFRZ6fB/SmCOjo5Opfg7WibBJhEeqOsIlHZCV0CuufshymlNTStxsMUtsNm678z4Jp/57F+ISd7TySXmC3c051/AuRu9zJZxY+exzdn7Cj9+793v37yk2DhlJDGORZUYc1fbegTE65LvocT+BOM72GzBdRdQzm5h6di1Jq3Bg1DCXCXEFyHQXPoB4di0uMoEcEGGngEUmiDENrZx5JISnnTL5eS+oy0Gd65t05887x/FD797Z0/+3bKl3RullqeqtT2hrI9fJNL9EbGMYfYwUFRszfiFAE4MhXIDaU68ybuJjwxI6QkMHiTu4OYRDxOnAJXVBE6OoxFgqiRRGhDGpoUlJLnCtetZLwO7acBjqbodAwkCVGR4HPk3fPwLVhXUYpQXLawAaHVpiIDWMHw2A0xAogKxMYRRRDklevGbneEZ6tOz1dTvThaa+fnqz0s/NeH1yGPrwIfc598KOLrM9YaT16sdJqRZnNVFKjB2+/p5NDHNOKVXvKUlUj4FkprLfEBNGrRKgQT13WzsGu/tEP/lg//EPuvaf7imjkTmcIJcX1j0Q2hSSHunqIRJjKAJNDKcIhFdMItS3odqkMSGSCSBJjCI2HEWJQxqEFAyrWS/BeCTzR8TIyUinQ4JHkuJjcErKmTD65SEE773B3uLO1pY6JQ8R7BlOOrBY7tHTmDCTiOagfUgI8MXBSbhROAzJ4BQblmnafItO/bFVKSEo0lOoknpkYSrujf+v/8R/ojz58Ijw96cgREK1KwKvgp8h1t66G7PoMvYK6qV9qzaA/XQz64ftP9Z/98CP9+MMXOmRBd95PdTxP3P1NtNKM49KiE5zDycWZluuioWDrQeppZ+86B+oaKSvnpEQ/jkjo4zf4GDeEQmNYxE8pxKGkUEt968SMPZsW+2CLhIwI8tQwKQIc3qiQ5PScci0zIgSDQklhWxmIybDBA5xUmfV6LEnEQ34igvFQdHQ+1/b+XX3jO7+m2/ff4LRwX3fuvaa7rz3QIcfNdri+b6b6KvQB/6b5khMQh6FQU3UPeXymnJVyZpc9U6aOkZLmnHKVWneXKtl+zme7FfpNRDBZ9jVxSfv09ANP0hk5EUnL5QrZBZ5BllmP2Jk4EUl7rtXS/7wj9xGqy0lK6rDrzfG/5Ig50fekJCEzpSwp5DAiwEJnZ6fEE6cA50o5qp23tjlFYBwVxovwxj39aQAKdjCEpAi+VgaaCIkpaO+boemGaxrImK2oaRL1o27U1/NeRCiwW8J+l4sV2Ro95/74MScNwemK60Ux6Ee/gS+nhIxGV/0pp6yO8dICE+zksLE9yFQkNBPl0R+xPVFVAkhBsMs3EKUOUgS6AOIpzg+AigSJfik/9DeTC/IMA+GA0zSsmXQNPfMvrxRJqclyO7p+uWmr7uIp2K+gg8O2beRTmSY1mjQz9c2EcbrUI2zw6WefY5PCacOMvrFkkXnB9LTWd7/7XW2xi59OpzXdztt1iQjqO3CyM6/zsuvbUi5kTTg1yNg9pSTbyPXqGdvug1KoPjA2udGaflnrVus3yMmBDRLpBQM4TyAnIlEEZWJs5+mp+LCpVyiUkyEJlJ7Va831aGqT3nnvLV0sznV8eqTcMevCcn55rgWLAEm6AshX6KshOlBx0yjZwTWEhJL6p3yc24XQ31UFUmGHnlgdUjvoElJ1/Vg+4F17sRFcyZzUAC14g3Idhsjch4nJQ55IobksG6fHQGsMbCMOFJDIlzCkBkqhg8lQS0Qz8FJB2qgmsgvx12FPeoUhaT1k7kgmenqW9Y8+Otff/qNn+jsfnehvPzrRD85WekwHO2m2KGpLedXp/Pml1uxypCxRl3Y21Ruvv8FOYqmIpJSyxOAUT89qTQHCp++pDTZQQq8oOqXx3njnLf31v/Efa60tJRYNKbVKkRUbSJHUGLCR8a8AZaWUlBRM9OKrlzjFuY3skK/CXAqOe4SEURLOT+xQmCk1cM1QmIwDZx7YOjHgsuClfDv00g+UUZCf1KGnj/y61NQdfMsAKDY27WGnn6nnhN1FoQznQwx5QwlZORqljd6B7pHR3iGAeopIcju3TUc4iFwM8oma1CnlLf2dv/uP9e/+rR9J7bay5ShJOOAwZ2QFtooQMecdJJx7VFgp4eSDq4eB4+k18OzyWH/0xVP9p3/8qf7ejx/pJx9d6PHzRkcnnU44wblYt5qXrHMG/Rk7/vPLJZPKWrUerjM2rn1eUkQAGh/6l64B/RRy3BMBUys8pcpoclbXtmqBhj6TUlJEjKArXMJ4ihyiasoRIyiIjxAui7iUJIfoVTa0iFCKpAQ9xEMaX0XUmFGtQcO/hPXgbU0O7mnnzj0tabvzxVyPnz7V/ddf18X5pcgkj0cNkidE6zthd7x2n0H35XKpuiNG9kAfclG+G/Zk66NLHyln6un2tRzbQzxXoSfXiMCkpZZjuvlQj77Qwym5LCF4TZsU+pxhlJtl/XwHX+W7/9JGwg6WsUZH36mGLYE9pFAQ5tQo048iwiT58UJwKEUTH7e2WZeXF+hEpWFxWwxCP+SLOGzOImeviEJXONhI2nwL+QyOOl+C0W1j/azDwHjMKTkZGWPuNXMhTcHpwpm++Y3v6MnhqY6Yf5pmIo+JiKwgT8pZ+QaknGSY4MSm04najrklZRVsluDP4A4TYURUzazHCBhYoapfSgpAEfqlD2mul2Vf56eCbj/PewOO3tAzh1CQLC/TDxLO/goihTwGmtxoTd/p0DsrlJhT/PvEk+muFrnTFy+O9fDZM7k/7e/t0i8vtH+wr9OzM21zRbHF9YR43N4tZZgvZSRFVPmOC7nWzf3S+IBNjEekKjciNP6eBC1NmnhC0NArYy/Xs+rKQqRrO7kNA/2d5rHsUMgwX+2L1Hugv9hGpifSososqpYPpxTN2VSkyHr0xRPNpttaLOjzpdFksiNP02S5ftM19v9HxEb6OnCRhQrJrUlDXykzUJEV3mbJ8cQy9VrifdYctxQGUcFY6hoFYXJnJBQdYMhJ6xwcXYzQN8TbRN7QkplmTRn0ARcJVmp481NMZYQUYECXEolcBjGJSJFaXQ5Tffwi6/c/7PUf/OhS/9EfXegffLzWhw9X0ulEk/lU3Ty0W7ImqdE5E9kpd3NiF6wstXQs3+2J5vIxo3h6JpQZdAqQG7nrZmiSKu54T8fxkZ+BOUj/+Ic/0cefH6lpd5VTp4SeQp6ciAMrlF1YkBTiLyExYBMVScw7UQdDJj0xF2VM4VMRX8tzxS5DjUM37pMTh3mAQAdkVFEd6uue5MkT/VXxtYKO7QVBwFecRp4oRTln7XJnuQMUdMyp0c72Tv3fy/z/OnvANbRhUA+045sUkahbVkRWSoSJ1NiAccCDywOlp7ymaeFPcn6pU06z+u9N/63/+39Uy+7aiTJ6iKegE4EigjyhopACGxH2ERy6prHtB3D0HaAzhNXDdozz/uTJqd5/dK6Pn6z18eO1Pn066NHzQT/99FI/+vBMHz3r9fR0rVNOAU7hn3P8s2LhFiljvjX9aRCFKiJGUEhKL4EyBY1hAJ97JjHqm3OoaRMQ1CWUoEWE6kNAk6oQjwhFhFJOiiTw+hFUia94RhykUASB3wE8kR4hJTImEIahDFUXM4XUp0aZI92dN97SnXe/oQ8fPdGKup3i4LZ2trWm7f3HWy5ZDLp9hMwlVyBr+sqSxazl5pS0Ij7grMowKDPJTtlV5ZypW9YW1zlup4G0MSwaPFfQdpWGsgkZxh1CVkTIE3BPHo8dT9xjvFfwUyQmwYnMH+B+V4xRy/A4NHiHbj0FM68iooJ5bRPrl3JSpDBJiRDNkEv/y8FkO6/6C4VSSvCMfK6DMYcGKWApijBVPEVEJAp2ugHUUWjjG8gLyrtJJJdcjtsnpaycWs1muyy4DvXidKkTTpw+/OJY/TChvA77kJs5QkoUl+Fv1DSd7DBbxlDbddRlgoyZtrZm6nCgjduG9vDViucvx9NGb+uZUiADWfCllJRIC0VVGjPUsNZlxOrX84IGxgHtyGCTGGsi6noYzB/QjKcSQipTaFKOpATkZqLE9cuaOSe3rVoWkD0nMJ67ZlxD+LfsPzs80tHZhT7/9HMhgjptUc+snv7p+r7GkX3XtZzGXLAgX8qyLnGe7juuo/tuRCgilHMmTJKIK2HLUE5Z1kU0QqEeEaQB8hN8gEhBMj2EOSrIa9kpJ1m2w9r3GAMO3b8L3BGhlNIon1A8tqNtTVHEhL0beTH26aef6T4naUcvzlT6RufnK8ya2f9ecVZ2pTEYv2FrVJLJVks4BinIEwb5CQm+gC/cYQxUQBVu5FOBEuTP8BuMC7xIGMWGcQgbRoMOt6ggXMrI74AJM+vUQIN3JamLrBaeBGQcQ8aZVweByLyBdCNMTK52UE5zCUVBcS+h0mxB6KI8EaKaRj4ak3IK9VzRSMcnJ/rJ5+fs5p7r939+op8+Xon5XmeLYDfTUocGQ1M1VqP+5aSg8x2dnUvkV54qdTvamu7oYPegrrZ9lCjKCzrLQNnB8fOCO8aum2prtq0t4qN90KYgJTV0jolaVmv/2//d/149R8XZu3p0xMgSMixP1w+ZBLjhrsOBEoFKDiZwYEA2kElx69l+N8HZs8wzVEceOPXAHmkoSgzUoJMWjk4HJvCeiX0NrADf2fUMPA/eNbsMz9FN7tQwmUwYlK5jj60uOAIWug/I8wQdEeJVUGZEUkTo+se4YUPpcRQ727tCDSawXpmJpmXFvIOd5+mW/o//1/+nhrSjBqfvgZ0ykgJTWakqn49lIVMVpEgwJHgIdI0XchSt0bdH1zVwsRx0cjHXOQ5siT1OF0VfPF/qBz871N/8Lz7VX/u7v9B/+A8/1d97/0jvH/Z6dLrSCU7fR9qeUDyo5QcDF7mw4FtMUQFzjE7ll5hGVdA/56ScMnXK0EK17SPgGUF+HDeAp4AfPBMmQoPgLvLDWDBCfQogJVIS3yznS44V2tmAVs5BTFs4+b0331Xs7OlTdktvvPeu5lzlpCZrgeOs4eJSXUufpU0SZXuSyuARoUiMLYTZmXviU4SanBkXp7pgsbC/v68Mr/M43ZPv6dmprHuPrXvaXeiTkDPQ+DPGivl6JnCHUxYMdvCeTP0LrrAykS9UTwvI2zat3Nec12WgilLO7MTnqvL7nn6K7oxhhRTBR6qhy8wpo0tS8LPkVGuHe99IYpd4opSCO+2pBtssQQw0BXdZEUSsjCSjV2UTG9sZIqyS3C4FWlGE84gHy1seWESgZ1916KmPdYoIeJPW2Me/dPgaVyiXnHjef/CWmq0Dff8XX+gCZ981W7RLpwknaLbHBFvZXgcHt7R/cKAJjr0gy3JW2CHRpnb25msnnbppp7br1GCbnBL1BbApNhf+AAAQAElEQVRdzo2y7QIekYQINL3xxg0c1PV0/QfGvUObJWo+5wWY72tcznhlj0H2G+a3fZWSGuaSyWSmFSdohR1tRKc829VFJH366Kne//Bj3bt7jwXYAue3UDRZzw6fs8m4pYyu1qOhr3XU5ymnUeIZ6FM+bTLIDNBs4wknHdYzI8N9yDZYY/8eO0UKmWY+x93vrnS1/DXzpvX25mTFtdKSecN8lufyDMaD+lqWx0xQv4igdJFU6FODHE0pb2jSwa3buuBUe9UXju/PaZsZJxW3dOv2a5Xn6pOuEIdFjo6CZbxIIRlTcgk1FopoKNmFGZwnQQMvpMEvdrD+5ZKsUFKGN0lgxepWwxVSIPkNkqEL+UNk4dPlySswdjbQcRsq4Z2lIcMXFucPFf7/Mvcf8LYlV3kv+lXVnHOFnU/O53RutXIkGBEkQCBMkgEDBptgcpIQWIiM/Zzuu9f+Xdv4vXuNjbMxIEtCIilnqbvVUgd1Dqf75LDPzmmlOd//q73X6dNNC8Hlvt/1PHOsSqNGjRo15hijaq69Ds1C6yVw3SdQETDIAecSefDzj87QP9RilKDGwqNfIBXXNid8wlcAIgASjrTiJKClrdDR8qilk7xnf2yp0VNrBe/fk65s1BrUUS2OTMrulGLVUsFDk3hQ+iy8HYCKSu25fSomd6szMce0Su2a24tBW9fMzBz8RFX0DXaAKGt3ZlY2TiOUot/H6KBEnheIiCepKFrQmdGwKfUf/uvvIauoSLATkxS87WaSjXgYnIaGbo0k5kxOXDElxSw3G1rXWybGEViiLWwDpRCUr5zYSxtw6uJdYwAirYGxxDG3eF/UjBxJDjXyl4YAU25VpfxwmJNNFNuR967de1DEKcG4UtEGWqqbILH2RVEqpqQQoR7hCwgpKHKak5hnBtoTD5rBxnqKI2SxDhpG5Fsx3gzFjn7u1/6Rzi70yFdqYgVN04WrYG4a+dSocZ4xFCXFoKchKjBOk5AToKKAr4qkjSTRUYzQsG7yjrSxXOje748INgLv5itdXI66l9c57/8MDv/9n9PbPnCvPn7PWY4RA+/xMUpD5lyXaljHRhW8JOhCBN1j1gqBvG8XSC0ehhQTVITPBBgng6SM7g/DNqVcGUFgJgohMLXg7jnNKJlokBTgA7l4LNcZNybwIi2BYG5E4M3Dw/PVhAivhVJnWmlyRk2rq6nd+9SkEp2s1SOwa7HzsxGO4C4vLsq8+lg+pZiNbUKu/la9DeSQ58RORFw2dA4Oh6bBs2Q813kHaYO7trqqxDps8XpgRD/TqJG9Z9AnyIRZFWWR+Y4xyvQHPD92+D6KDtTFGGSaZVXKTs7G2HghhPzcmfbk1KRq1sE0CsaLtHkuDXUhBLk+xCCPF0LQGGdAgEOtUoqqcBoN8oq0B21f7i/KLjkJwS0NVU5d+zRsNzW5IufzgoVt3MxHlGVgPkY8k0WRMm6MUeZ1dnZWTz55UnfffY8uXb6iMxfm1Uzu0oNPnVdsTci7X8u9hePyT+FaFjGl7eDHlBi0YA5tAigXY0oKKZKN8JCYI3KO1AExJRWpyHJI5FOkPgRwA7jxKuQpeEpAAECgzTjAuKygyL8QogQNWkiSfDU8bzVgOSIC1gidBEfgtsqWihrsviiWUrurpy7P6/LiEnKq5U1FjMgMu7XBjn2CNe5OToJMnxDkNm/kEvx3u121Wi30o5V1IqED1kHXWeYePztp5O58jQ461c7V5IkKGaVMp4UuVwRG3U5XTk0nhKDEmrnfmKZ8UR9ikP/xsf1QWjbUe11jTFQHRcqB/AD/du7Che3njtOX6bk5rbJxOnX6gk6dOq9rLyT6dBHRyc+6jSDuQjWTseGuMeZmqkbCNUM1ShiHBCPbYMYClsjEeJTUaKDEuXASVIaUYKiGuTp4rFrBKx1q+Th6CO0hjmKEax3yfqGXgnqcv9SQ9vF7XSY1GPmAsY+0xRjUpKjBCMBYjlQIgmJQNXUjyCrAZx6qoRqjUGMIhsCIsnkI0AYJ7gQPDf1GiuYZPhL81CCtbCVdWIs6tdHW4705PVIf0flmQsuh0KaCQlUosoADBDasE8OXaiwDiNeDRjFUmt21T1PA9O79UtHWBkZsfmlJBYu/sr7BjKOG8F+nivYWTqKBn1oltGsojuqhRqxBw3hi3ABeYscfipb+8E/fo5NnTym14YPj3Cb1NAwbGjSb0Omz+D35y0Q1PI1whHVTorgTiryrFgqtKkhVzLKtU+A4VlkeYtwGIXr8mpoGCKA6HbBrs+GseWBGdV+D4aaGoy2Nmr4UhwppBJu1YFNVh3XhHoaRqom2utMTrFtQH3p1TFIqKRf0jRoib8suxFIhzzNIqVGwWDpRZSepbBUqmWdhPYgCb6Sp6Rmm0kKCLU215jTR2qeJmWP612/7Q5xqjWwqjYqkzZQ0BBoFZhfVBEMQKqQaPR3FJudH4Ixi1HZaqE6l6tgCfxtGjFTXieeC/g1MCIBWaKQufHeDVPKCMLDLS4iktyYtrRR65PRIn7x3We+9/aLue7LRmctBiyuJNeqoN5rK7/X7o1rNSPmqCZRDoFDXGtWNrLeKQTboiTEYXfkZEgNzUyVnc2d/hFqeqYJbgAakXO+Pp6GhU+M2IKc0BfEvOMMHc7OaJIoiL3S4mtrNes6w895iJaMi+rjeH6ok4I2xyIY1FaWGBNpDTnoagr4GvfH7RH9R6sL5C7JDH2ETIrK2PhkuczIwwDFvbKzL31x3XWI9sgMNQUvLyxrR7t27nZBhBA3j8ODJtEa0xxQJuAaqqgoehprAcHtuRUryz8oePHhQpjnJK4bVlRXwWrLhrpH1Bs+kg4oKJ2en77GqVktFWVgqSuhShH6L57dhXVwui0pFLFi7Ri1kkdCZFkH7iGc90gsRqywK1aOR3Mei/LOwsz47DSEge/IhODVQ8A1aQGbOBvRBrEBGcQXgeTbUbWyuq0YHZngXff+DD+jRxx/X6ZOPaR09/y9/+idq4HGLwKSBuRClENAWoGBeXU4T2/BfFCV63qhiTmXZUgyFIvOsmbd1sigrVQQC7e6kJqamM3TJe+4V+CHwnKC4IaCttdRgJ7N+W62pF2X5GSL1DGHDSArMy4FDQs5yg+CSeY94Pjx2gC4cKwZ0D1lMcqpUpUoteGtFeMY3cbim5Y0tzePsW6xfDY0e811bX9f84oJOXHedvI4MzS54RWNdm8L5O29QyIOrLEtV6FKNfrTbbSV0IKUk0y2RkbjgUObPTjvCk+uHrP8mQYXLeV2aJo9jOjFFBf4ZLzBf2IOKFMnHyLwS7TvjmzbTZz1BCciSRE6pjDFpauc0KaSkHj6uywnn5OSsdu8+YMyrEK/myAww2IMwwDjWwEhNGikUgNOyloqGulo1u8c6DVTHvppIaqPkOtKRevC9pSZswflA3mnWGO0hBnUA9KC/Bc5Ww2eNsws9cAY4v6GqFmmoxVTVINC6TBpVSQOgX0b1kjIMMPbNBLx0B6rbQ22ZPm11ihqlIH/Bva9a/dhoQJDQb6MAVVRSXwFDXLP7bNSAEdRH2TZDS+tpRueHu/TZha4+RTD06Fqly/WENssZAo9JDYsJ1amjUWxrRDoMpHii0Q7UqVIdK+bcUh1KnHjSkJkMWBT/xzV9xh8whzPzF3Vm/pKWeBhHzG+QJNe3ds9q2Cp1fumKwg6/PeS1TgCyFgZaQ76bRQA3qea4ajnM6J//9tvVTB1QzXv9ujKPbQ1RzCHjDEvoVsigGmjYHmnUGWrYQV7doTQhhckEFOQL2iJ0hWxH2oDzTZ7ILdIesAms43jW64E2GkB9cJwOtBlGyKbWADKDkvGAUStK3UpNt6UhQciQo77Onl3ac90xTRzYqz5zbCbbquYmpXZUg06NAjT8IGBE0AANm45qzUjarRj3KmhPzku7SOfU1FMY1q5mpvdrdavWGuu3WHTVvvFm/YP/+N/0Ox96SJuzB7TePaS1crdW07Q20pTWU5dyO8MqxmgNx7VedLQJbKW2BqztMDI2aR0qNYCAsANqSjWqkEipoQrwCw1DIk3aTAE6hTZSQVrmdIOHbz1ELQ6GOo+ROb24rJOXrujs8pou8C7t5MK6Hr20oiUs09YQWagF1ZbqOIHudpmrmGutuqllo1TEIG7yDfJpaASQDmKTQtDVi4qMEWopbuPkNrKIOWfzB+WcXv2gIghSgXEaJY9SVNoiUOzVpUatWaXZQzp9eRWyhS6zUxxyXIpAtLG8ouWFBZzrQJ1uV3O7d2lza0tFWapEXyMGbIDTL3CaQzs9NcytyWNdvnRJ3l0v0L/Hyc/y0rIq+tkxNlLGGeHU7eyrFs8Yk4jMN8ZAoDlSTEmmHxMc4xAcYFRlJQfJ3qGBrm3HVWtIMFCWrM/GJsZ5RLA6UKvdkg1wA08zBI/+M6yEETXNFs4vhph5CCHIvyCnnct0EBcGfEhAMcHR90x2AJ1OO2ME+Nva2hSdFaJpKF/mJ2d2PlwOJpTLDehhB3LF1Q87jAL9EnwWDh5wPok5u951Ts1TC+fm9v0HDujI0aM6f/GCHn0MR7+2qe/7/h/Uhz/xSe3dv199ArEtjpE3cYL+TfURjGzA7zoOaqvH04/eze3ezQa5C3Q0wG5u4Uy8fnaGllnY4S6EIMvL/Phb7BMTE8i8yHU0yfwZ3Cevq3WU8czzGBwMjdANQdR0TM9yc78GXkAnYGooNpqenlbFPNd53SnkHJFHC0fdVKUeO31ap06fUYmsIoOPOCGdmZ3VPPo1NT2FPrYUWI9Eu+VlfXEg6t3+BvR8WmQ9sU7W9QjelfXGejBAXtYr89bAUA4S0TmYUkxRdt4lPExNTckyqAgSPBfrVsKnDdHjGvw8Bnw1yEFcIQTFzFPKqfMhIghxkQQLxVnwGtZ9iB5X6G2fdJI5rW+ts8Eb5r9W8TqurqN34I/vOM44bfcW1O0vqL11Qa2N0yrWLgGLKtcXVG6cV7UJbFwgvaTOcEmt/qKqrStqbS2pXLtIH9rpU66uq1pbU3tjXp2tebU3r9D/ior1eZVbC6ro1+pfUad/SRO9eU32ltXxGKun1Vo7p2Llklo9aPCer0Txiq0NJRxjubWmaoMxF0+ps3xK3eUL6q5e0Uz/orrQbW8twg+0wJvorWlic1kT61c0tXpOk0tnNQ2Ps70z4J5VWD2vAeP0Vhd1mQfhwYcf030PPKQzp57UxsIlafUivFzQ9OYF7do8q93IY/f6U5pbf1Izqyc1vfKEpoCZ1Seoe0q71k9rz8YZ7V4/oz3rZ7WLucytnNHc6hny56iHzvoFTS+f0cTCk5pcdJ/z2rV2XnuAOeqPNiuaWngSnFPa37usOWQ+uXJa7aWnVC4+qWLpSZXzT2iWeUxvrumhj3xYv/cv/4VuYPe8u7ehfcOtDHtH5IG9w3XtGaxq32hNe0cr5Jcz7K1XKbtuTfvrTR1stnQo9IC+DpK6bt9gHdw1zW4saWZjQbOb6ZAECQAAEABJREFUi5rdWtLc1pLmekva1VvS7v4y6Yp2kTrvsfZzonAAGqZzrBV0/WSpQ8VI+9XTsXYApL2hr92UdwGz2tR0va7pZi3DDOlc2NAsMJe2NKsNzYTNHdjSNLSn40AT9Zb2tqUJ5jlHALQLpf83v/kv9d53f0Z72DFMr68j4yuaXbysXaznrvnL2nPlCjCvPQsG8jvpbuMsX9IM+jS9cp51BViTKXRxYu2MumungTOa3ECP1s9qkrop1nUKHZxafor1ekpOJ5ee1BRrNclaTRhYy+7iSdb7pLpXnlSLtUsXH1W69ITq849o5fF7dObeT+i+j35CFx4/q435JQWcXr22qj6GtvHDHaIaCadVy46ytuHBwFCVbxsbGU/jq1ET3AMwHhDcRGrcQAqCckJ9Tp9GVWA8GzRDQ37URIVyggBySltpSveevKTQ3qUqtXXdsRtUxkplKOTvlMzwGiWlUjXGywbIRtVOs8drKDsOG1UbOBvVQb+f52OnZL46HPnbsC4tLaogGLAT8nwjhs04WxzZp5hwqgOZDixnQ5/zTMLGOsUoB0UxJeQ1UqeNgtDfdalI2Tn4Z2YdiDz08EOawDGEENj97NbG+rq8A7uALbjvvvtkY5126NjoGgYY+eWVZa2tr2UeFhcW8zhDAhjXr69hbAlUFhcXt/lAfgOCPM/P/Z2GEJD6+H46H8J2nqko0E+UY0xjRLGqqjHwIYJHWwFvNXL2vEzXiJE2OwDL0XXm84mTJ3Xx0kU9+OCDuoRu+bfejxw7rv/0n/9TDkqm2I0bOuzOveYJupZLm6PgDgGb5TXKzjdoYmJSMzMz2rVrl/bu3ac9BAHO7+Ed+H4Ch93UT9AnxajGvMJniuhPiLAH3wK4KVy9t/VRssqGEHK/IiZZR/pbWxogzwbHaOfok6DNjY1c5/8/QLXEoy5vCufXVrTOBmWNU9DZvXuFwLJzFgId4lCXlrFjnHD4h4JiikopqUAnlpeXGTzIDtk6aJhEL8Q1DhLNi+v8J7zWSTtzy2oT3xRCUEDuDsAic6UbQzbq9XvymNb/rc0teU0cHFlXLAYHYl4r5xN8uH8IIfNt3r1+TkMIoACMEUKQ+8UUs/7lIIe68WsH92koN0EqCYJ0zRWvyetV3bP60smn9BVzy/rag9I3XS992y3S37xN+rabo77xRF9fe2hFX7Hror5o8rJe0T2vV3TO65UTF/Tlc/N63cE1veFG6btfsA3fdrP0jcel1x0e6ctml/WqiXN6ZfcCfS/pyxjjqw8M9E0noH+z9D30+d4XSm+4QYwx0Mu7K3p+nNfzdFG3jM7pNtKXVVf0FdMr+o7jA/3A86QfAf/HXkz/60Z6ze7L0H9KLylP6kXxCb0oPKZXVY/rNVPn9TcPbuiHwf8h8L/3Vumbj23q1bvO64Xtc7oxnNYt1ZJesavR1x7v6Dtvbev7n5/0Yy8q9caXt/XTLwz66RfU+unnD4GR3vQi6c0vCfr5lxd6yytL/b2Xl/q5lxb6+ZcVpKV+/qWV3vxi4EWVfhZ48wtb+rkXd/TzL+nqLS+f0i++cla/9Mo5vfUVs/r5F0/q5186Bf6Efvp5pX72hR298flt/fhNQT96Y6MfvzXqx4AfvkX6oZsbff9Ntb7/hlrfdWBdf/emSm96xV4dePxPtfKn/0HNJ/6H9Il3XIXmE++k7h2qP/Z2jT76dg0/8j+09YH/rt6Hfk+DD/9+huFH3qbRx94mffIdire/S8Ud71Z557tV3PkupTv+QPFT71Trs3+siXvfo8nPvUcz979Psw++X7se+oB2PfJB7Xnswzpw8qM6+ORHdejJj+nwqY/r2JlP6eiZ23X49O06evZO4C7tefxj6tz3HrWB7v3vV+u+9yrd8x61HvyQ2o98WJ3HP6SJJz6k6ac+otnTH9Hc2Q9r7swHgPdp5sz7NH36vZo8/X5NnP6g2qcMH1b51Ac1fOBPleBh5szdKh74iE6sfk5v+vKgN71yl37yhV39rOX74gm95UWT+oUXTektL5whPwfMAs7PsgYz+rmXGKb15pdN6mdfPqE3vaKrNxpeSfoq1uSLu3rTF3f0M69q603Am4GfA/7eNfCWV7b1C+COU+ff+kUdvZU65w1vAf/Nr0jQjvqplyX95Csqff8Lgr56T6GjBBat03cig0+pWDjHAz/EUNXbhoxH3YZziJO308KSKGDksWE7j6/d3nbWuUZ1LvC8KxtQV4Kf89DSGGwRDJQzLfJBUTZiMSQJ8KmGT7G6uw7p4tpIGzj7jbrURHsK2oXaZVuRf31/GYqgoEilUizkXYZCkJ1Nw25sH8a3LKjHiLZx6naA2fDhCNs4GR+Zm1+3nT93Tm1OATzPsqxko9xiZ9RnN7mOQ3ZdWZQEQ33kxGxxBAEjOyJNMcnGsO9AiXk7AHAw4LEcMKQY807eXwRMKeXAwcGHnZnTBkH451ArxksY4BCCIobVuKbTqlqK0OjgCIuyYIoh0zO+DbsdQQhRDgoaLLV5Mb7p1jg/7VwMI0jnktukwHRhWFIIQRQUMe5yVlw0uX+gItJOUSFe2ycqhKiCXarH29rqaZ1XEXfceYfOnDmnG264AUc9oVargnStU0+d1BPs8juWM7ph59pizlM488nJCZnvDuviefnEo0hJTr1LNRTIpkUg5aDA9Z5DYn29DpnPCD+ABMchKMJrAGJAW2JUoi5F0piUYpR5rlhT8+9ddZd32mVRyONOE4wIHmt2w7vmZjU5MaHpySlOlQRPba0RNDYTHW1WSfMEYWd5b72+tqYWzi7C5wXKnk8bfr22eRfOWtj5IgyN2BVbntYRO/rEXO2EnXeb52mnbr5YUk6sOjybQ3meXu8G3sx/keAXnq0n7msd9riWjXGsY8ZDInm+Ts2jcWKKCiFI3IYQgsKOvJxq5zKP5t+0HFS5f1XyLCCDiBy9XjGlHGjsdMlJzJ87H1+xfEWvWZZeuyK9ZlN6/Uj6tiR9T1v6vk6t7y0pY0ReTwT71WtL4K3qq1bX9JXs4F+73tPXbw71N6H1fV3p7wDfXUnfElf0dSPobizpK5dqfTn0X70mfSX0XzeQvilI31EwBvDdwLcXPX2L1vW17Gi/cuOcvnztgl7N7vrLOSn48vVLeg0799cj2G+Ct29hdb4Z+OvQeR3P/Gt60pej4F/GScCXkX455a+k7avB/QbGeQP0v03S3xhK37olffPqhr5lZVHfwc7te9ef1A+sP6G/y47/Rwbn9BOjM/rp0Un99PARvXHwoN40uF9vGj2gn60f0s/qUb2ZQOJn4+N6k0GP6Y2N4VH9tB7WT4UH9ePhfv24Pqef0APUPaSfBf/nw+N6S/m43tp+TL/YekS/UN6vX4j36C3Fvfq5cK/eqHv0pupz+uHBp/VTNePFh/SmluFBvRHcnwn36Ufjvfq77c/px7v36Cd3n9Pf7qxq1/vergMf+kPt++C7tfcD79ae9/9hht3v+0PNvuddwB9o+k/+QBN/+E5N/pGB8p/+gWbfa3gn6Ts09963aw46u9//zkzn4If/SIc/9ic6/JE/Jv1THf3EB3Tiro/ohns+qRvvux24Qzd97tPAXbr5gbt184P3AHfrhgfv0nX33qHr7sPh30MQcOf7deD292vv7e/R3Efg68N/DI9/pL0ffrcOfupPdPT2D+j6Oz6pGz59l67/zD267u77deKzD+v4Zx7XkTueAOcx7b/9UR244xEduPMRHf7Mozpyz2O6/uFzmv7E3dp/x73a/akP6MaHP6a/u1/6id2N/s6BBf2d/Rf1ffvO6fv3ntIP7HtcP7j/If3Qgfv1I/vv14/uf1A/Rtnw4/se1k/seQR4TD+566R+au4p/fTsKf3M3Gn99MwZ/cz0Of3MpOG8fnb6kt40M683zlzRT5P+5PQV/cTUFf345Lx+dOqyfmTCMK8f7l7WD5H/QdIf6M7r+4Hvm5jnmVjU355Y1/d2toBN/e0W+bSk74xP6mtXHtYrLpzW4Scvqj7zUZ29vKyN3gCDgvJKChGjjg6La9thC0eL8tvyuELbzl2Us2GxJ8lQu0Z/3mU0kDJKJBNDUAiAgupQqOjM6PLKFq+VNrWGMw+8w22VlVplqSE7rpYNXIhKMeB8e/n4fsQz2kBDgA1qTFF2xDZMmT/G8Q5tY3ND09MY7RgxoF3Vo5G8Q1lZxQjRV0Gy4a2hZ+PmXWlNwOMdvhkO9POcawy30Y2/xU5wu17ZYdnZe6yJ7oRstL07nJmZlYML79rs4MqqUsWcTMfjFEWhFJNaO449RiSDoBZ4xxsYxDgeh2nkMVw2jricmpdxXUOgE6gPwZ+Sk20I1+R19XLbuAGMq/UOHMyf52baKUbkVYMKFp1CCBK3ZX3m/Fnd9dnPaGbXnF79lV+uH/7RH9Hzbnsezr6j02ee1Atue74++fGPaf7iJTXILkqys/e8/X7ZjsryKcvS4s07yA7Ot4XzLAkWulOT6jogqEoV4LTZyUecqney/q5FSgmKYs1H2SEiOrOmgI7EFGXcMSTLuiyUANPqEEQ1zKMJQTFELa0sicVQm/oRAu+yjgFqRRE1g+6kqtQqevPAuTMqJ6d07vxFbRLo9fFTW6Sme/z4CU1OTqJr0xqyw7fD9AnOBHUj5m/H7nZx+dTA+fw/2tHWwLydq8ecnJrMPFmnYUUppQyROYUQ5EC8QVcrdMmy9Jol5OI5WZdMw31cX6FzpmHwGCGETDvFbZoOHExXXNZZ89jAj/n1OJab+zk/wTxSSso48NtlPeh29Y5Xc86s8IEDFg5STtcpG1ZJ3WZYJr8IIHu5HqedU+fH4PaFHRznDW4zXRys3Me0DKbn1OA+V+hnfNM3uN59nRrXdQbXmY7526CPweUx3rjddWO4ts559zW43emYhstuN60xuGwY41k+xh/D+g4Pbnf/Mbjd8+7TToAhp5aBwTTG4LLxjG8axnPZeY875sN0jeN+rnc7wYzsD8ZQM5Zhxw9Q2r692oHsOCWb7zHetakbxmXTNT2PYzBvTsfgssH8eh4G5w3G8bydmo7pmgfTdtmpy2MYt7s85tNjG4xvMD2D8+7v1GNafyyTsaycN1hmBsvKqevGONYpg3XqucBtY3CfcX6cus7w7LLH8Fge0+tl8Jo5dZ3B7cZzf6eWYVv69MO1fueDZ/WRJ7Z0bitpK7Y0LCoNIwJJtWIcYpz7qjmmxG4qhICtwHRwdOmH3qJqLD/Abt4ivRbc1lCRU+MATXAvzCjpKDBm01E5fYNG+2/T6eGULvfaiuWkWio0w06vN+ipzeuSAbvsEY63Vq3B0BOotbGxrqoo5R1hF6MsBY4u+6qqUsII2Yk0GCxxDQYDbWxuqirBZ6cfU5IN1vhPnYzncsKQZmPLXP3FKhtJG1IbtpQKZBLl7wTYMdgJBsYcYOhDjAzZqKwqmQYF7jqDj6XNo+nYaTdIMcXIbmigVFT0aSkWpSoCmyGnBZFxuk1T7L8AABAASURBVBOTKnF2PY7xEzhVq824fY0w7i3wZmZmmWtPHpcq1cx3RF/YUQiBGUuBf8pXyJ/+AI2kUQiuM7jY+EMNhMwb7KkhaGhAtsOXAmXjiMtpwxoMQGv0spe9VN//g9+n7/jO79CLXvoifeQjH9RTjz6qweKSVk4+pQ/90Ue0snBFPY6Vh+wGGxzlkLVMMeZgLUJ7Amfhk482880p6z3Ju/HpmRkZJqemND09oxb1JetnxzOJo3Ua4Mh1BU4uhJBlH8m7zRBTkh2Z+1b0j0UhhkSOQ/iv1em0KTcKRSDIqDSDXPfsO6DJiWmFUCoChSqlUOjkU2e0srGl/YeO6OyFS7r73nvp35FpDtGzm2++Na+DFNVpd1V63cqWpG35TeIkp5lXxRy8a/eJRXbkErhFDggnJidyoOC12CA4tf5dC54L5PJ6DAkkHCRs9ba2Ax3WfzQcKYSggnkm5BBjVExxhy/lNvkKfABB/IsAqde7KAuVZYUcS5U7/PvUKDCnFNF/P8w8wmUq1YwaaqOuvZ5ZamhyTdpJA6lv1xtcfi5wnzG43X0MrhvTKqgoAafGMVBkVf25DR6jJnstuI6qZ9zua9oGN7h8LbjO4DrjjHlw/vPVXVtvfPNpcH4MLl8Lno/h2rpx3n2cd7uhgiGD69w2hnHZONfmXTaOeR6D201j3Ob2Z4NxxmC8MX6L8ccwrnP7c4H7P5uuy+bDcjI47zqD8Q3Ou82p2513Oi47b7gW12XDGMepwTjPBW4zPtPJt/MG17vCeY9rcN71Tg2uuxaMf215nDeuYdzX9S47fTY8m8a4bHyDaTwXuG0Mbvc6mDZzXhkmPXml0scenNdnHlvQo+dWNb9aa436DQKm/kgYlMiO3h0CxqRmZzeirla0cWCHPxwNNMR4NxgAGwqzNYaGDNW4ZqmGRAY/iPQb4FQ22bWnmQPadd2LdHaj0KCzV09dIhqJpaZx8oGjzsA4G1sb2cj7SB3LItc1OKISo+Qj9qpqqYZeDFF+n11WFYYq4dQrj4YzLdTBubc5UlUIGkG3AseG1u/MHQTY4Lr/9dffoBraQSEbXuPWGHHjDDGsKaVMO2FEy6JUCEExRhUY1kDqH0cxvnf0GwQWloFpV+xOl1dWVNC/gZ53sXZg3pW24M07JfcZYKiLslIXR2/nPhgMCQBaStCvm4bxolJMsjGuCXyEfIIBPhroSttORb6CPySatH2FnIcMadiu4rOhwrRr5p0FxscIWnVeV1w/9cYx1Mh5G0aKjLvKicgZdrhnL5zTF3/Jq/S6136VXnTTTfp///pvaOvKFR07OKV22ZZPOgY4+pGDooZBoTNJcGZ5VMzXaZt1jMwtWUbwNGCdhvCwbaabPOeiKtUlMBDsj5h/5tO8Al6DgjXZhkKWmaEoS9kZjwOAEoc/OT0pO8iyVapAj7qTXR0+ckRTUzPoh6RRVKvsAF2GqvTYY6c4AdrU1PRujZqkhx55TO0dPg4cPKAZAgSv3+LSsmZn5yAQNGQtVzmJLli7M2fOyHNMzK2HHOz0PbcYI7gMB//Wk5XlFZ6vRiGEXB+TnTTPHe0jy4K1cIN11bRYHZl+7Xbk4XxgXaqqYh5+Vhv4GKImQa4PgRQwDZaZu5HpDnd0u2FdTDfGpJQSvATaG1kPR4OR6C06qcVaTbB+rsu0dj7iTvpXSwLdTcmQyBsKUoPrDMYxUP0Fb+MZxv2+YIf/CRDM75iNhsz2UyA5HT2r3EhelKtgnDEY1+Cy6dD16m15GMbydeqyweOPwR3Gebd5HYz7lwH3G9O4NjXtzwfPxnPZdK6Fcd21qfNj+Hy0/++qt0zHYJrOO/2fCMzSSEnDZkKXViqdXUg6vyid8S/xne/p9IWeFpYb9UcFzg/AU4eYcKAlRisqZYOBqbE3N+i5riA3jZC7QYlFSoX6odBtL/9S7Tp2oz7zxFMqWxNaXlxRxPBtrK0rpaCJKYxsiuxkN+BxiIEdKQTo4QRsRLPjwfh5l2xHbKOfcMB2KjZ83vEbx202gBMTEyoxuusbG5nRyFhrvIv3rt6ySClq1+5dvBIYamZmOu84y6rCyPUxdiPZCJY4jdyZjxrDOmB32tjIwkcL3DYByoidlXfx3rWFEDTC4IcQ8pfwbFRb7M5t7Pfu3QsV5TnbyEf4KeC/O9Fl/qwLji4mUk4jmLiWcSLGmWKH2yFocSARY5LnGunrOZjg1XSckWUmwYIQnaRxw3bquuBaZ3K6/WHZGdVYzj8NGA1wPabnc+TYUb3yi1+hra11/cff+jd67zvfoS78rK4uqSpaOnbkhLybDzipmjk5gHDfsiplh5QSusQ8W62WKuQbQpTXy3KYmp7OR/fGDeANkbOPygP03dd8J/pGyuIyjwPkhVZmB+dgoWYSngNcKyLfhA44qNmPgzadQ4cPa2pmRv4Njobgc6ozqTK01KkmEVWpcxcWdGV5Q9Oz+7WwuKH+0Gu5pYMHD2p6blod1mvv/n2q4N9ByGHoOZAzTy57bb3WBXMbMn+D18yyG/PuubscQshrH1NUCCFDC6fqnbx1r66ZGbIXVwi0K6CnfYWwnfcrjYj8HMSAolxLW4zQo+S6MUAp645lZvqGDq8tzEskWKjRa/Pq52uITE3DsjWe2zxHB1tjek6jP/6ngwBHCTB345Ti/5S3eb2WMWuuwdo7omEMLhvcRvXV22WD24zrdAyuH4M7uN44hiEVBucNbrsW13nXuc14fxlwH/cdg2mNgWH/3NvyGIMRTcP0xjAuOzWYrvEM7ufU4LzB+c8H7mv4fO3X1htvPJ7TMVyL8/903jyaB3YmwrCxaVSPaL0/aLSxVevy0kife3JTH7xvSW/75AW9887LuvPkli6uFVrvRY4vh9rq19o2RhHnYaF7oib6TLCTJz6QU7c0HIWu8frjNV/9zZrafUhnLi+qH6GRCDIuXZS/SW6H7G9a22HHFFVh6Gxw8pE6REIIjNkoBFLKNlSR/CS74HWCBBtWO/M2ztBGys7DRnR9bQ2nPZB/wcwGCyJaWlqSHfLq6qra7KzVYNtxSBGebMyMQxU8VHIdw8lO3IbPNBxchIABwfjaAfsYP+FM3Fbh+AMdCso26O4DWj72Nj824MaxYR1wRB9CYEc5pQl2ip6v+0xx3FtWlYxv2h3a7FAmJifkPjEG2WkxTL4ti5zh47nyrjPQzNSYGQw1TJqcq54FcM8N4jUYYGfkoCiAZT84t1ta3dT/9iu/rg6OrBhsqh0azUzv5yRlSjWBDkwqEABVqVTakVdeT+bseXY6XUFOlkUXZ2MH6foRO03Lwk4uhKAQ7GQ35bWxjGv4d76P/IyfElyBU6EzZVnIAUNRJMUYc9+UUs4XRam5uV0qcb40yMFHlyCt5HmYxsG3qq7WcKpPra/qoY1lXYi11lqFFjhOH/GcTHWn1fErlOlZaFSZ7xBCTsVlnrL+caxufdy7Z4+Wl5cQZZN1KYTtuZgv8xQC64hjLQhCKq83MksxQRt5wXNiDn1OAuocXA6258+cvZYOgvIX8soCeXfkcauykmmZvh2/uFg5Pp91s5bGcVBlnUqM5VOyXq+vAYbB3943vRVObhyo7GEexqvgcXutus8gGJ9R+ssWAh0MMIXGSShXBtuXMbhu3D5O6fact9tNz1w9O3WdwfVjeE4iz6o0TfNgeFbT5y26j+HzIjyrwfyMq5x33zF4XOfHqfNj3GvrnB+DcQzGMz2RGbdZrgPKY+jv5Mf4FK/exnV7j5q/DLiPYUi/8bjX0h/zRHO+3XYt5Eo+xnWmYVpjMF+uG7eDevW+ts7jGK42Pitj3GdVPaPo9i8Ez+hA4bnGc90YQMm6brrOG5x3u/N/WXiOvrUwLtQPcfIhRMWYGLLQqE5axaGfuTLUvY8v6313ndbvfvBB/d7HHtUnHlvRU0vSlc1Ga72hhhjDbVYgtJ3hkzyGXlAzjFm2sy9aXX3jt3yndu8/plPnLksFRrLb1RKGZISDbfPOdG5uTlu9nmrKdtQjdnENRrDFkaswiBFwW67H0Gcc2kc4haoqZRwsKg51mI95y7KS+/cxjJPsho0nLjvMCoNlo3z61CkM2wCOG/kY3bs+t9uZGCdlA7iWj6DtFOguBxNOYQfZRRnfxs99+hjlIYayz05okvfJAcQYI7v6DdlwjpjTEH6plse3sW6QZUysAXPyeANo1OQ9nuc4De9T0Cow+h2cUghB/lfjQE0nhCAbfte5bNnTPWcbZOlMQwW3s4y7bfpDCEbNdRBUCJS3S9t5ypZ5CK43bDd6Poni+ZNP6g/+639T//IV7Z+YUuKUo12m/OpjosspSlXKQY75HNA2Ihjw3Nzfc7dDgkx2TCLjejPkNITIYI16OJ4+fUMIeY4jHJ5l7bWZQi6zc7PybrTDeFOcArQJ2rqTkzlw6nKSMzk1KZ/SOIh0EOE/1/Psc9vEpFpVRyEVatGnr4CTH+nek09oEUez0S6VOOlZaUZqz86qjkEFelOWldD0fHJQUZ6fn5d37nbslrMDwgE6J64+etDiJMc8O3AxhBDkdfWX9exc/R0FBx4hBFWtSjHFLEPjOBj1nK0jIQRFdMlyM1iuDlStcwHenZYVwSEyGuN5rm7TNZfLHs9BgvusEyT7x5w8F4bQNsAjr6DmCIpG6OvClYUc6IYQ8rNlWV5DkuDv2tJfJB9AMkRSA0mWqusKCjzPcmpIlG3ULfV6J+/2ivw4be3k3Z9s5micd1ubynFqem4zeGynrjOO6RlM22WPT9d828GYB9eNcYxnMIJ5c7tpOW+enbrOfTogTQITgPPuZ1y3G5yn6eptvp49jsuuN75TI3sM9zU90zXfnqvn5jbjjHE9B9cb33XjdFw3Lpu+wX3N+3hc9zGu02vBeOOy2w2uMw2PaT5M27yZxy6N4/Ra2qZB09Xb/U3LuGPw3DxX82VE45i+8x7D+K4bl8f4Tg3mwWMax2tk8LiuM12D8wbTMm3jXpuO8673OAbTMDw7f2153O66MbjO4LL5d/psuq7788D9r+1DvsHzNqSijedWIzufQU0qDUdBvWGU/6e8Bd6fP3Z5qI88MK/f+/DD+r0P3qdPPXhJl9ZbGqY5Xmd2VYcCCABMZCfPgSmGxl/aKYpKPprf4qX/q7/yq7Vr32Gdv7ygkEpNz86pKAsChoFiiqR1NiA2QCMcmB2BDWHFsaj5a3DoNpp2fjamMQSc56ZsnKampnXw0CHZiA6ZywDjeuDAAU1i5IuyZLfTln/i1sZ9jnFNy+02vjEl2VB7DJezrUE2NtatqoVMRlpcWpKP3CvKNrB2XiU7sIDRLUvmSL7BWeOJ5P4VxtqvBboc7SIV5lnKfJmm5+f+xhs7hoQDD0YEYogqq0oR2p6nDX2CfgHO3j17806vwXk3LGBNKi7LwvyT3WaBNmeM4+x2PZNyhoGbnX65uPPh8UPg00BdCMHq4RzAtMaEcqnW6dOn9E//wT/W6Ye3gpbKAAAQAElEQVQe0i4HaTjafTiFl774xTpy9LBe8MIX6EUvepFmcZAhBBz+kHfdy4yufESdUiHLzGsVAvqD/CwPB0nbfxe+JSPHGGSHlGLM62S5WI7+m/PFpcUsj6rd1q49uzW7ay7LrkMAadm3CYq6OPPuxJQcABTItYPzb7uOd/IcTqHDhUT/zt7d+vgD9+qPPvkxnV1b1kJ/SwW4SzjBKU4uGvTo3PxlDZDDHLtb//iSdXSSACHvdsF13oHa8vJyDh5dHwL8Q3+Es2zoax31mhbo3QR87tu3T1cWFvI8AnMdECBYJtbFqekp7d69W877VMd9TaMoC8UUc73HtNPtEwxZfpu8nkoxyXiGEEJesWs/rAlusy5OESy1CKRjjHLQ4DES/b0+fn6+7utel2mVVclaIl/0nWnkYPFamvHawl84b97ccww2uDPS6ETS0vUv1tZ1L9Tw1udJJyQNAOPbwG5K9fEbNbjuBRqcuEG94/u0fmJaOj4nlTt4nqVxoblwVFq4YVZbN16vhVtvU20nY3qgZi2nzwgHvHzzUQ2uu0XDo0e1dWK3zh69QVuQVTQi0AOgVx+Stq77Iq0eexU0X6yFvdSPxyNbV3yApw3SFcDp0b1afdXf0Mo3/Jj0rW+Wvvr7pS95rbSLduO6v8fxHKmS8/Cl49dpcNOr1b/pVerd8nyNjiAKOwPjj3GZ5wa4G9dLiy84pssveKHmn3eLBJ9akjKtQOo+zLtPoNE7ckjrh79Mi9d/iTZueoU2b32JVnlor1g2xq2l/A18+vQOSmdefKu2bjih3k3Xaf3m67UJbJHv3XiD+jfcqMGN1wFH1L/lkDZuO6TV5x1T87z90m7G9fw8H+Sydlxav/5mbV5/i3o3XK+tEzcorxlzyGvhsemSxx6SMf/7pKUveo3WX/9Gjd7wa9Ib3iJ9xeuRCbpifvvgMa88zxb5DjC+YWH1pptUX3eTmhtu08pNL9b8DS9SPQuC+4z7wtuAeW6caGnj2HENju1XQxksyTjIIefHaS5c8zHm21XPzn++smkZrm332l5bjhC8tkzxz72NawAJPy/csQI0agxsQ4WbtoHKENi9NNjZBgNdi1NLXVwKeuh80icfafTBe0e691RH59ZndHFd2rRzZdfjXzYLOOSKBRsRODSxo566euWXvla9ptDJc+ckHNaefXsVo6Dd16OPPMoOeV0HDh0kwBhofNxfcsRq42PHbucqeKowtjbiHQy4y7t37VJKSafPnJZ3Rt6duI/Tixcu6BS7de+K6qaRDb1/XMS7I9Mw/fEX8q7MX1GKKRvbAv467AorAgwbz4b52Jiaj4Ah9hfrPMaly5dV4oAPHSbAYP4xRYxfLfe5wg5vRJ0N9BJG30fVNu7GDyEoxohDKvOus4MTSDFqAkcRQpCNr8G7X3HZEezft18xpewo7WAivPrVAQuUjXAIQeYzhEAP1g3d4d7Ju7xTQg428DRI5HN/PrZ75drtDypipiXEHDK4n0EEcz7W3eRo+qbrjui6I8DRY7pw9rRWVxb18Y99SMtLi1pYuCI7DfcxtJmnnVYIQb5cB2dykBOZv+dsnJIAwPJ3HtYUamnArt7O//rrr2cdu9qLczx2/LhuuvlmzaID/kb75samGnTZMnf/yNq0caQhJLW6k2pNTKs7M4c+BnQxqk/7egxq7d2j07y++b0Pf1Drs13N3nI9dbu1Cr3JsqNDc/u0cOGyVpdXNMVYs+zwrVN7CbrsJJ869ZR8SrDBQ3LlyhXZWVYEFG7zmhvXDlgK8jwT6+i5Bea8sbmpkydPav/+/QSjPCu9Xl5/B3umc/7c+azDDmwC/cuizPrlNtMM8G/5WU5VWamFw7Yc/by4fjji5I1TFLrmtTBeQr7WceOargNS7+bX1tcyD9u8BfkvXszru9/9bk0QxFmfN5nj6upKfs12/jzPsp6+4tPZv2QugG8whaE0f/ylSr98u2Z/6e1q//I7VLz1bdL3/Z+qL4FnPUYhtnCe8Xv/F5W/8naVv/Ynav3aRzXx65+SfuVPdeaFX6urToIu/Y606+ffo12/8FG1f+GPtOvvvV1LUx2JYMECAUXrOKL0ZX9dM7/4TpW//PsqfvXdav/S+3T4l96p9vf+I91vXAJPDSQ2Poo/+K/U/vV/p6lf+3fg/RtVX/9GrUFjPG4ED01T05Ueuo0o4Bf+D+lXP6ypn/pnmv4bPyV90w8zp9+QfurfS79xu/TD/1D3mxE7FObnBVMhLUxR+SP/FJ4Y45f/nVq//F+VfuT/1BNt6n1bZpYdclmupO53/5bm3vyH2vv33qk9b/kD6St/SpoEcYxHVqvSyoteq9bf/wNN/OP/orl/8F/U/Y3/qs6v/jdN/eJ/UXPrl2oDenkuzMl2It32eh156++q/WtvR9bv1ARy7wDtX3uHWr/+P1T9xttU/sbbVf76u1T92h+ri+ymfvmDCr/yx1p73fep9rygOT8BO298vyZ+6d3q/OK71XrLu9X+5n8gTpIlzzvBoAFcsUQLpTT8qR+X/uEHNPsz/0YTf+eXlL6NOb0B+NF/rupXbld662/r0eNES54j3dXjY2ettiyb1/2kpt7y+4q/8PsKb/19Tf/cf9een3+b4jf+quZb4MKT6LtGtvz2f6Lur3xC3V//U5W/8h6tftUvKa8F7frzLvNr/j2ecQ3GH9e7zWW3Ox2Dywbjue7Zede5zeD8FwL3N+zg1byPzF1x8A0TaTC+BpFGG48UlUKk6E5BTcMyjBoN2JlvbfW1srquK1cWtYYxbM/s0VPzA51dGKlXdzQYNkrgN3jssjOjPcdu1pnloebXB9qNgS5bhQKL2tvalL9pbIMCenZ6Hs2OzGzWTc1ueqgaR2twnR2HjY+Njuv67Nxd5zY7Yh/9hxDoh4KS2uBl5kEwXqvVosg86Of+NsY2xN4tebxIHztQ/wqdDanbVnAC4yBiD7srj12UpUIImsPw21Z415qDCJy7Twc8nxbG3kbTuy07xhCC3M/8l1Ulpx0CCtcZjJtwPlWrynMOMYpBBMMY6QFB0TB/+WoVfhoGrTk1sbMEAbRAjbho8WJRcpuBSkiYo224WucGYLtMf5wkRciBl2lQR1ZelNzgpoZiyLxXVUHFSLvZRbfbFScrBVDqBM74+IkTOnjwkHaxw7eMPVePYwdmCMFEzSskGMttuUpcuamhQYylfLnK7T7GbyGf2bk5OZhrETzElFRDY+/+fZqFl+nZGbVweDMzs5rBsc/AQ9XpKrbaSp0JTe7Zr9nDR9XatUcbIenexx7XYn9A3WEtoxeB04nAOgRGX0fWW+h4Qz2zVZ/dcqtq6dLlS4qsj3fu05wm2blOckpQ7ayr52M9CSEgkyo7b0/EcrBeGd/6aPC6O1BxfcG41suMG5NiivmUKzJWiIF51pmWxxnTqEe1QgjaIvAa97WD9xfnTM/yTtByIJlSUkpRnoN1231ijDyzg0xjMNh+P2+dDSFowLw7BNUeu2Le5tf6V5aFHCSYzzHEceb/Uhp2eg2kU1ttaeaYVrqHtTF9XEszJ7TZ2csEd3BI1telzckDWpo4rIudQ1qePKaFyROqd9+gva//LnEKAxY3elQPSXdfr5WJ47oS92t19jr12ickc2ygeQ28pc4JXZq9WZcmDkL3kFa6RzUPrl761bqEw7aTx25pPdGhu1+LE7t1cmafVmYO6my1V+tD6qHDs6fsbApp6YY53frLvyu95rs0mjykLXW0XE1pqb1XS8VurVbsGg+/VPrGn9Lz/9d3aXUaGhXgO0iNTwJSqfXdR7U2d1yL8KSDz9dSCwTa+dy+ya9EOu57vpbbx7U8cZ00c1zzi2vKDnsbSwLP82jd9uXSrhNan9mrK9P7tT51SJuTR7U+cUx7Xvpa8XpWeR7Y0V7NdMr92mpfpzXaNyeOagM+NsivTx2D5yNanjms5RmD88e1wNirHY5RJo/oKXZ6sZCYvOZx+JusVW/ysDbpK8bcmDwo/8x55jOBZx5Jl8Hd9dP/UMV3/Lw2D71Sm9URYrNZbRZz2uocUK9zXP2ZW6UXfoNu+sfv0RLZzDP9PJagsWFa4C7vukVL8NSbOar12WNanj4mvfR1erjPeF4z8NaZp6aOan7iep1C71amj+jS1AmtRnAM4MhA8c/c7tuj1u2GIXnTduo2j0HV1dv0XHAbMs58u2w8noE8julYbq7/i4D7uo9xnXcKoaYJGA7hFKWa8dzEs62YgkIIwjtQXwMjso3sSBscmQ2YHWMfozC/sKq77nlcJy/0dedDC7rjoSU9tZC0Nqw0LCZVTO7R/NpQg9TRMBR6jHefe/bs5ih8UUfZCZoWg6mFAw4h5ummmLIRHxstGxuzbNyiLDXg/bUNmdsbGO9t9bLxM94mOyTjluAxA0XPgwobqA5OwbsXGzb3beMM2tQZL6XEUfRp5lrLNGyobcTt4Bc5Vr1w/ryMY+PoI1ePZRotDLsgEOF9aWkp8x9CyOPu5njX45qG+W5VLW3Bn3lu0W9qaiqPV2Dc/TfkxvEYva2t3N94bvO6eO4hBnncsXGu6yavi3k1RMYVsF2vfLneGacNhMap6+gMv9s0cpkSi+5qYLu+JthydY2cjeP+TmNKWeYdnGfJLrPb7Whqekq7WVu/q/YphPmFiiwz97fczZ+CKdAC/wykEEKGbf4kSlQ3qqkYj2daloUdULfTlfO7d+9BTjHvNieRZYhRAb5G9Guzk6+Q92A4UoS/VFZKVVup1dUmAetKf6C77n9QD5x8ShdX13R+cUkrmz3N4vwnp2dVVlX+vobpFmWCJ2kXAUQXfWmVhUrWzDrr9d3L6ZSdqOeZiiQHfGO+S8Z2fjz/EIKmp6fz/KxnfoVjGpaN19anEn6u/HzVyN764L522saxXlvXxNUgP8shpkggOJRxrCcez/1Mf+T5xyifYtUOCGKgp5hfmXnIskyFBshjOIAG8+p02syvZNe+pEmCF0/eJxOrKys8l4P8fPik4cCB8bFmJqm4nfwVP2sp1j0pDMXjomKwqTjqq0EBh4VkZuSrkQJHiFU9UNn0FUJfbfJgq/VCjqHNjQEjWqxKCgMF9dXCgFV4lAH0lGR9F0X7b2BS3bpQTLXqAqA9MLamdmv2xpcpO49SUKFfTSb/vehINQoVNCmT9MMCIYkTgJNDae57f41XCrexQ95Qr+yrX440TCOMbqNmMJB6awQIq5oPhbZ8hP43/4n6FfRbQC3tPks6f1qJqD70RypGCIFAZKU3ISakPFYjhCZd6e2SeW3T0B5S2axq9dITuS3jQY8m8WpWUze+QE0sWbQtxNCHfg0EZF9It7xUPuHIcwnSoJEC47Z5n0tRASWKIchpsIyBhq1dXTQCTYM00ibrMVQP2Q40wRrIUCvzG4k0ojYZl/ZmoBK8vOOnGYboI/WR38w3/l0tv/7HtFUeVDFkVtCIw1oJOSSij9QX+UTvSQ1nb9TsT/wPXWpDLMy+fwAAEABJREFUpAfAk7raPilgMu1QqmUh1JsaakN1wwB7D6pkF6pl8Ll53qTYynIo4Cs1PXRvpHwqYHqNkYDnuj03jztuY+0ZRtqiwnm3X9s/UG8gybIh9ThMKeuOKio6ADqoMR7Fv+zdsIg1BpFnXwNkN0RXTSPGoBDIBWNIfr5qkJzagLiP8zY+fY4FtwZRm4OOzswPdf+pod5z5yX9jw8/qXtOrSvOHdM8zM+vbqrPQzAxOakT1xEUrq3JzsxfaKuqUn7/OjM9g+4Ps8GxkbPRC7Bhg0UCT4Hnqc4GDbaVYpSNWEDRzO+I5zdSZ9xIhcttdssxJZlX48aU9MADDxhFPko3bY8T0zaOHbu/beyAxjQGBBQ2bisrq5qZmZGdjOfvHb/phxAUGNP4SxxVz83OyfT69POS2hGMODb1ONu7NY/TKKa0M48mz8l4fZ5582kZd+BbIch1eRxtj5MZ58M4rcqGwKOwRtSZr5hQilzViO7UNrKsyCCDxkkG98+ZnY8GhwGmTMP4DQpf79Q1rJvL5sMjNUagXwCc383xtedcVpUcNM3Ozuo4r7d2cdIxhfOtqPe65DnRp8ZeWZ9MP8QggxQynyFQDtrhA448NnpKs0II8j8j1vDnsbdBGqKfMRYqigoH1lKFM64lEcfirKcUYiE7+5BKhaJS2Z7Q40+dVmh1NEmwMMkcZvfuU5sAYjgY8dphRZNT07o4f1lFq1Kr29bEVFfrG+uaY36rqysqcYj+KxGvXYu1MC8jdHCAw/Sc7PitMy2CSa9/CAHWG9YbG49OGN864WfCQZHzTFAFdEc4Z+unaTlfFqXs4J0WqVDDP8vCqemkmBRjVMmzNG63Yza9mKIcSJiO5aadq0dw3GGn7gDAAYHphxByENKm3sf4Bw7sRwf7CsG8S6Z16dLFHJQf5DVbh4Bgh1xOYv78q3xYRw1MUKFWPw00DDihEBWGQQnbbFvtZnRAgX9e5DpIw+iOjaxgmprR9PNvRAMkRWmlIsXxlXi4OkU1OO9hb1PEBds4dC0H0mSv0SQPbxE22KVs4o76amOoa7pf/5Wv1egMmUpq90h7USUN5UgqoVuMSpyCBEvCg8njrr4QHl7xDbrcFNBr1DBgC6terM1r89IDxB4XVbQa1TwkJRMb4oomXv29enTH8aiQ+sDK/HnIDTSIAXkkiR2UuuzYg0Q3WR7GTRP7pYkJrXcK+X9xU7iic09+GOGA1+wASX83H9fdqi2cmuXXQKDZMfiBo17t3qfsaCJ4QA307RjjJS20L2mxfVkr1WUtti5rs1zViHWK9CuQQ9mn61ajCaJG4fAVRmpt9TWWSeaXsZi8JITHuvWKofqJsQw1KegXDpD+wJu1PpxBCRttpZ62WlvI8LSGi/erXnxUXqeGBwbdV8FDoFu/Tu0Xf5OIHOjMDS2eJdY7ESgMFTA+EWfXGjbqIVd1W7ruK14nLYIbt8UoGA3MxaUAf+4zoI0FUOYdmrpGlvTcvs07sdeAdPGv3aAH3vKTuvDmX9Xyz/2/pO/8dmketCHgvkxba9JgUnr8i47pzK/8U+n/+LDav/uwqrfdr81//Q6d/Iqv1nwb/CXA+IHUQJJ1zHmDy88FO201CzxizFHdaETGxlfMLyI0Hit61kynVk3Q3DBBcgohKAIhhpwP9E8xYoQqgoWRLl3Z0IWFWo+cG+p3Pnyf3nPXY7rjc49rqMD6DITJ0QRHvL3Ndc3OzOjM6dMSbd4NhhBko2mnYUdpw+Mvv8WUFFPKBjKmmNMGZ1Owvg0Pu+uqVkswq0SdjVdNewhBfv/eY3dsWuLybsmnCFd4H1/T1+9H1zgC9A6LZqWU2MUsynQi8xpiuI1jY2hnb6Ns/mKIGmAPzO9EdyLjLy+vqMuu1gbWx/sOGkyjhhcb2gLazpfsBifoE6CfqGtgvNNuq80cIjy7rqwq1mQkG/YaZ+c+5s/5wY6TcN51Y2gYJ8UItWZcdTWF7HaeBWtYywb9Vc43cj8DHZUBTEiRhQ4Zt5Fs46Er43FH8NXvD3Xrbc/X3N69+uIv+Wt6xctfrpe97OU6cf112oeT2HfggFqeG7vrIc/YiD52OJaH6VqORVGiAVKIQSPWxI+RyNfmIA9MGxghRIUQXFDwP/IxJIWYFJFpk6hNMdMoq0pDnH/V7nqmipRT0VKrPaHltQ3d+Zm7Nc969ZjPKjZoibqNXl+bOOke8p2emZZf18ywg/d3A3ociRfo7ShJBbZhwFz86mDSgeuJE1k2PrWJMarHO3Y72xG6YxgOhnktrdPWnQBOG5lYjhWO2XpSlqXsbPvw4FMByyeEkOdatSqZLlOW+/c5RUuec4pyv4Y5uL5A9z2euNzfdS6PkEOMMQcBrnefrc2tPN4a7+T9TJiXgMz92qsHD16bWQIa09wiIDCNmjkvLS3l7yLs27dfPerNu6654jX5v3wWfWPNZfCDIpQB0akhzWAjhXFEfzMO8yK7rcAiJzpaIYVS1GxB0yv+hlZK2ICrTUAYt5F4QBAeMlOIS4puR850FcOAbCZGPBsBTCnGkZpiS2sYy5nnfZHOHpHwA2IjL8FAAL0AEp4w8JI5DWk3UDfkFOH5r/t2wYqq0ZZqBpkA+fyH3q0/+e5X6PYfebXe95OvUfnQx9VKDbvIoQpwqtl9OvyV38ouFVrQYTpavnBWFYa4DkEGMYe54zcrI4EDZr7bJ6ijPILOgB2plhcU4MM8U2URZbzBQZJqAt4sv4A/rrXd2KBnjdTao2ZXkFxdSDMEQYMP/Gfd+zNv0Kmf/m6d+bFv16M/92N68D+/Q5UDJsYKyCggk5P/+V/r7h/7Zj38I2/QYz/5rXr0TTi5j/6W1GaIBMmaFGYaiDd+PBlmSFA3itQbSNSXdt/2VVK5T5MsTMHDXRF2jU7dp3f+4Mv1gR96qd77U6/QE//9/6OCCQ6qodbhYWPY0fSXMSbBmQoTkmxDQqpY0wEjUk6F6phUwO9m6Grvy79GpyalqzKqgxACHGr7goCrcgHRZCKew3MBSJusf/fY1+m61/+kDnzDj2nm679f+rI3qL5MI214QzmIurSX6f3tX9MNv/IBHXr139HqiRdpoXVYK8UNCre8Wtf92L/Vnrf+N51/Hv0qALauMuV83Klz3kAx385fAw2dbHgb5pGByXkaDRqeATmAQtftToH2ECGOjEJIUojcSTUPjZ2bfxq2DgOOP5cxoqs6c2mg9374Hm1xhL+2saW5uVmej76qosjv5YuyyLsHGx6PY0fn3bPrvRuyY6wwgDZSiTHFZT69q7bjtdEyP253vs3uwsbNu67Khj334blgfj45GHL64H7Hjh/XFoZ7hEEfsou2kzddG9oQgs6dO6cpdqJ2qCvLyzL9EIJmMPohBLlfje7ZiGZeoOvxTN/OwQZ/zJf5N+2EQzePTAFn01bAqDpoiCmq8ByLpAB0JidwUCOCpiGGuVKg3bg1czCdBkc5OTWp9fUNmWYUF3WBhXP7EOdiWUpByiAuGl1pJFLj+QQihKAYg0yTh0CpiApRrOdQNfMDVSOeW69v47Jo2+GjZky3GZbZ5W4gx4bOEbBcUAmCcOxljMynhtcCKKUQFHnOUkqqCayNP8C5RnRiQOQdYwKvkNMau85wOd+IK8T8iI3oN4SvQLlgnctWpQ6bGNG3x/zLVlsD2ifZ1NnBj+ChmphWg1179NxFgtCLqrs82AQBl5aWNcFJUll11ISkqelZ5N5WUZTymu7iGN96dd0NN8j6feToUdJN5DLSinf1rJ1l0SJIc1owjwamXbZe1+TFUjh18OhHaoDebRB8DnGc/cFQk+haYu09xwS9smrBS5BlUpSVQizgiToItdodplnk9sbEgMi8GzoPkd/2MgUVqSTonFBVtpRo7xJYxpDU7UzAe6M2dIw/N7tLgm7BfBPjdDjRMK0tghWv0xp6NsVrhpXVVV55b+j4ievV5Sh/xAKbP/Oqa654Tf7zZxEIYyqDnnUxEQFZKeGkyUgoKfkYd8g39AFYY6NSqNHMWgGmyrKtAYJYHjRqnvel2ujQPBAOjbSJGgEhRGxtgzKtSOYFWhTscnAAknhQAjvwRFhX0lCXm6pTJc0d1+AFkhL0bLB3Ro/0NzQhbO/oGc90/b43XX+j/P/AT+CkJPhfW9Xv/saP6msuSa9n+FdcPKsH/uM/ViuIzWWXzW+jxPgTz/trukydh0AHNH/yEakZKsB7E2uJB3ffDbeot6Srl3/OtHvT81QXlYIf0GIknTqrTg8UeFR4Oh0evEWKlfJC1kFrp57UYGNN4129OntVz3yx7HDFfBGD9vIG4PinPqsXfQT447t13cfer10XLuOIIc762BikFDX11D264RMf1/M//lG98BMf1PHbb9fBM4zdAgqmAfvKXWr5YaHWRTWBHCLiUx5v4vCtUphQh9c4kYrWcKCP/tZv6rXry3o9c/qytU2d+/1fkkbr8ulFPy+CpOufrzMeY0iecTJJE+dkAYlowIMwjEkF8x74TyMO3axNDl4EbzyTjA1fjIcQZZkxNScStHLG6bXgscbAAPgD9QaTwJwWmo6WYlu9XtCaGXE/eO8tS73X/YT01T+s9dF+jru7Wlxd5LVJTxVHilvDpMvpiLae/02a/Znf06M+DYB25kHPusJO2anBxXFK3rMZYRhRK9QmKPo5Qlcb5FDXQTWy8RyVJ+eOkWHM7NOpRB48G7kRExyONtUfrrMz2tTS8kCXL2/ogx+6nZ2I9PgTT2h6ekoLVxbZuXdU2rhg9LvdDuWWqrLkyHRZfsZNzyIZYhSdr+tR5s/lAXXGXVjkuAUG19mRJ9bNzsvtKUZZf+zUCwyo57WFYXV7ilFLS0uys56ZnZXx3RZCUL/X0+VLl5ToY5oOAEbIp8B49+h/y83oA+/XR3WtzBNjT2Gkh+BsUZ9wXt7NjbAz3r1VVYWzG8j5IMkOvYRWDFGGxDiBPpF0CE2/MnDA5Hlb5A5Yaiy3VcgBjGnXjNm3U4Wev8TY0M9AET2kJ+0NfZiODLk+fzTMeZDlEmkokTUdWE/qaxw78nU/143Ig6iYokasaQNNj5sohxAUkaEU8r+IrmyyHkPqm5g0i0xbdrTUReZqh5sYa4RRNo0AjsAN9PPrmrpuVJYVgVdfRVFCOyEvy2yQ691uhz+kv+VuR2cnNYHjCgH+mGtCfj1OV0ocZBuHH1KhBM2a9oGCIs6txOnf+bmH9MCTZ0SIpCcuXNQoJhW8s69aHdZTOnb0RB5zBsdvvZjbtTvPZ5ZXEBX0IvgH9h9QwfyX0L0OztK6Mzc3l/VIXP5ymteKLLIbyWvleRcpKcKnaaSywL7WMm5IUQk5rfhVFnPwHMdzScjDEELQkHWOqdAAXbMMG+bVeBCnyDCQspjMg/VEVgncoEgtLchhY4PnkoBqi124d/AOFK1v85xsBdorZHfjjTdhj/rMeU6W8+kzZ/MXTZ84+aQs/w4yd8A8YjwHAnI/1kK4WR8AABAASURBVFrXXPGa/HNnw7OqXTa4entGzu1AYE5AbqcRS8Xrc8llisxTNXUCK6KksQmqI0oBYwHGmiM3am0oeddbOMWoCRyFILqrVkkjtwtOoDuize2B9+8lg1VMtggDcAMOdErD46/VFk8kqAzbZDqR/oHx/eogumEEMdI0Szo9p034aViMVLc0uryoI1Tv6kodgpAjSKy595MS75xHo1J1mpDoWx5/npZNxwDO/OOfkgZbUKFRAw2StNuO3u3iAmdlIE3cdJt6qYXDGKmpavVPPqVJ6tXaxuGTMaT68EukJoIntUKj4RN3SysLblYNra1yWsXsHsn0PWRJ0yFphpOAqcP0OSZ/FUBl5xL+cESAk0AQClijPEkzB6TJG6T2UanaT9MUMARqieE8RYnxG+csc9YlNNq+nBqIxBvaLd9IO8Q1vTivPcwnJmm2kG46R5crW2oNuwohKEBfu/aKtyrbvDe0AyMMWa2h6h39aJAk1TxYfHan1D7xpWJjAU/GH0kBUM36NnwG5qfttkAaAbrRuF1H8epNu/Vye/CRhrxuUBwoQCUf/9dgbinr0NG/9WYtlEkb7TWtlMvaP1Fo7dKjWu+fUdMq1YoL2mo2NHr+Nyp81au17nHdHxJ57GvzrjMwPoM5dxWyAaeD04SCRsspFLQXapwaLNBrwfJuGJCAVxmSQjBEDXCUWDe1ykoJw1ZgwAb9WlubNe/Fn8Bo7NES77rXNuAduRdlqa2tzWzwOhxl2mF5J2+n4N19ilHBEIIiqQ2mHWWN0ethFDsYWjtkt4n5ub3AwA0xht6dmwfnQwi8tZrg/eqGOhwhT+IMTMN9W+zEDCkmCTwbeOfvvONOfB1rzPPrL+J16RNCZHqsHU4shEDwMsg7/7IodXl+XgVzXmXnM8JR+mTCDsCBgPmzwfecSuZcVqXsnNrM2WNNEyz4i3gdAh6PoXwxIcaosTMhBFWtSqZjGZkOzEGjQPXRRXiskckI8LNCT4Xgz0xo+4NyYj0kz2mkugHgswbMk9feeQdDjenhQHNH+sUU3Y0hmwyuDyHATwIitBrFqqWlNQJrePDaDFH2BhyvH0iKZWIOLVnWMSZZN0IMWU9M3+sWU9ImJy1NkFqczliOibqYYp6P8+atrCr40DYNCR3iwaFPn+PUPMcYaWsppkpFp6sh63Pn5x7QKg9y5Oh+bbOng4eP6PDR4zp46LC2X7l05WAuKshfLpwmMOjhFK0jgs8z587q4MGDqlLSaDDUbpz/ubNntWv3Lq2srGRdiIzrdQohyOsRQlDCuTtvvkboZZ9jd58iGdc6NcnueD+vODyvSU5qCujHlOBCShFuMo2CAKSkLsgTDyEohCDLLOjpy6ZnXPKYXtdUbOuIxzNuCCHTMl6V5djkZ8O6eJrXaO7jL6s2rL///v/hhx/BH3W2cXhWvG6m3aAjCT6zfExsB+JO+swkj0yVU5K/zN3AMLOW0GzUT7Y98gWtBkD9sy+yD/dxYqssVcJFn6Py4e69yjv6Siqzk7GIoBJIgVGYMSVhg3Oa6UXJqZqkBHjX12yNVGCwRoyXjr9UfdIQc5f8kRrJxcxDQVUCqDO+OM5vTGcUVfalhPGYxpfnY2xwHIAUA6HFBBMYy4DC9DBispOrqQ8AxCM7QNUgQjuEIQ5gpIlDeNuS9hEA7ib09x+7BecVFHjAHXxcfvBeTTOOzBd0RH4DWfT3HJIFl1jIGGv1Tz+i3sIF0VHDkNSD73IGR4/sjCdf9CXGkOhvqEj93QSxKw4MEKAjhBfiUOidZPyajmPY4TO4nmpQZSCryMIGZ/IHGeNgnBoUMSmodF/k2OK9Uo7POuAgx+S02ZSDrBB2OqOYRVsaryuY3G6LrFND91oVjdGLiMESkU3r+ldpAz7pCm7NiAay5BrAU6OLK7bn1ZB9NlAFqoaud96j7Uw2MNHa9bXUg+eJ1323NJpUdyRN4czmtmr9wXd+g97+4i/Wbz3/Fi1+5A803avUGUypw07sxm/7QS2C+5w85LE+/0d+RljnEIJCCIrRgCycBtIMSZF13wbqYgQ3oQ6R+SblC/59DFtj3NvsjnazE/IXsToY2TYG2w74zJlLqkdJCwtL2sTRB2iLsb3D6LNDtYMcshP2rjWmqJhS3g3ZGEXGFPxVPMOJZ8BpCyO1SZAQU4LuKBtaG6F13jmaro2qnZZ3V85797vFrtxGeXpmRhOTk3rHO96eUxtef/nP/Tze0vKSLly8QLFBXwutsttqYeQ8nvn0nBt4N+0JAoA+62TaIQQ3yXOQQnZqY6PYRz/dJwO61bDoNqqem41xTiNzQa9r9DuwBiUPS01Zli99zFvNuAbPqSiiLF/TkS/azEseg/zVFALOkyghL8MQe+Mxcz19GzfCs3mxHAN5qln7IPPhqdXw3JgfcJ02lIOiznN6V2GX1nCME+2W2uaLYMb0TaaB9xSTzH8DX6afYoSXQmVZ5TSmqEidnWyboGGILhSpVFnwROKgh4MR7YVcN8TRwoIgq9wfnLJsI++uYEmRfpusyTBIER08ee68htjP2G2rIJgq2UlNTk7rrrs+o4cffhT9aTQ7OysHh7PohvlY4tSnA571pGAdEuDA7dHHHpPrz509lwOMdqutGkYsv5QIVDjZsV64XCOrgABC8KeUnThzdPDZx+FbJ8uy0IULF+Q5ObDos+v2eJbTkDVy3mvt/Gg0lHkbETA0TNT0UQ2Nr7CTMa7H8nx66PwIOiEEFTw/7m9+I2WnxissmxjUR2auM87q6lr+YSL3Nw/Wc/Nt2g5KQwj5p6MdyO4Mm5OYP/+qH3lWnk5gnSOArcmfpB7B7QA2M9f6uLkOlJL0tv/020r9NZSh0GbZ0t6XfbuuQKqgmScazhps5Yh+NWlH2F/qdm7watEeIM7CRRrv+tQdanq1WlTVKHv35pdyxCo1I/qADwoZYRCpE2DHa6dKfmheY0VlUsTRe1QfuzsgYHAwuI3fdkondn4jOy2EKx4C9EmwQX9p0vw//ggKgEzYbQ4YWweOio3sNo5kf6s0d0iBASJGpMR5Pnn3RzVFm5BNpkXef+s/OnCDRuCZjOvXH75Hvcv+ev8I1hgDBZs5cr2WPK7nSowhp/Qf34m2xDiqHU3SB+/fQFNhaJLK+O5jGNLLQJ88JkXfDR+N59tcW0ulb4y8FZ0lUV4S6FQYA2IKjeeDWKXYA4hy6GN6QuEzA7mwXRkgEEwIKAiYHv/s7SqHm6piox40y5teKf8pH3ZHHiwgBYFLQQ380X27qC988ZyqgcHaARC74UDQJJctwyAttSD1/C/RsCy0GUsMiHTuzo9o8qH79L28rfhuXiPc9Tu/pRHGYB09WPFk9h9X02XsCPiGjqud/TPwrLYGbmoMb8YLUSEk+SEPISiEIIWYIeQ0kTds1+U2BShE9KVhJ9bLqY2J22wUEk65hxMfIsfl5Q299z0f0cZaX0tLK7yvn8s7+RY7VTtuG5AhArKxHCFsGx0/l5GxbWzElXmFrT40AwbTvNpQeQreFds42gjHlFRi1AR/FbpimlVValtn4JVjTO9gbrzhxvzFu4wLkQpn7t3oCu/lD7F7e/zxxzXBCcDGxoa6pOu8IhhhZP3reg4OZmdmZd7PnD0jH/PXPBtuDyGo1+8pxchucTmfAsRkOdXIS5Rrs8argj7Gt+DEY0sMz3qP5Iz5rXEefdY5Rctbqlhv8+H6HEigeFsEOpabGC+CF0LAvrVM4hnggmVj+Rrf83DZdCrkI64a3l1nOhQhGTL/23w1suwjzkBcrjNuzTNeN7XmZuekotKH77gj93Fg4HVhMtkZ1nTIMqavgudSwVIj43muKcZc9jqbpzFtn1D4NU1RVjjXrprMoxSTbWJUUZQy3yVrDRuQjhmEHCrWq6+gz+GYLxOoXWLXff7yvHbv36cSnTt7/qz27Nmrm3kds2v37synHbm/XOZgbs+ePTJdf6u+jwM0X4YUY66PyMJrnvlPKfNmPOuruAJjG3wqUbOWlqvNjh1myzJHJhMT3XzCtC0HZIB2NIBoiynJtEfYrAp865X7W+9ND/Iaj+V6A8PmO4Qgy62FPicClFa7nfXXcvXcjBRTQg9HctvExKRWOGmz03a7xzWu9W2OkwvjhxCyboUQ0O1+zreg76Dd7WOI48wz0mu5u7Yh7BSe3Z7L240NM222sxn5GXlqah6ERjxYCC2EqPrKeW1ePEPU0lOf8sEv/Vr5T9yKBuQsXHDBt3LWoZL9klvEGKY9Eu3kRUWgYt+uPfrkhz6Go48aUW5f/zytQYvA0yRMMYO48BnKjgf9hMx2PuLJ2TF6xzqgvgcjA9Mf0aHCGGC8hx3yRdAobCkV/W16OIGYqDcuyRySXXrsIXa+DA7GwEnBw36ARuhSpe5B8rENjhSpiFtDrZ05qS59mY6oymD+w4Gb1M9YJtRo46H3qVm5TM0ItKCIM+wcv1Hn4VHm1U7aqEGZBp+ZZAx9ylQSVNTsPEVtQxRkVAjRpmdCvVMm8Y1IM5roBxVdvVyIBc9CprRNg74lHLIlF+jKMhZX6FHbk1BO+SLlLYcyYfqYVINzgZiMk+BvYrCuJ+++Qx2CE+/kixtfrivM099zUGgU6Ox+4moAqvjkvrbSDc8GULCLkCgQG9wSBDU4+0Ys5oBG+q+jEkPeAa5XjdZYwyETqi8/pRt2S34dcXRW2r12CX3bkP9aZJFuYidVTpJB3LAmJiyTzCnVz3mH7VoeDdW2kC4im4BihQA/MkJQCEF8SIoKgHhu5GiKtAlBMjBY3QSN6gYD2oIdFDdG+Ri1PxpoWEtr/obv1kBnTl/Wffc+rKmp6fzLYTYmNlo2Yk79ntvGvkZQfl/eZkflthYGRTtXhHZkXLe7yl+QapiDHbR31bUnRYMdWkM+YdC8W8p5di6un5icwIFPwMeUnnjiCTlwcD9mhEOtZIdvfP/d/HXXXcc0g1KMMh/mc4iz97vKE9edYN61/Ot7PsGo4cPvXRtk4XEcdExxcmD9ynxgtMUVYsi0PJcUsR/oYENfBlKB07KRDiHARyXjNDgKj9vBYDtvB+S5mr7rIUnXkHGnpqe0fVkBRb24Ain0cBgOWI4fP66jR4/KR9E+fdm3bx9Ob4/sgBpkZogpKqaESjXyGmzPoYBOBCDJ3bgVvu0MS79GYd4lPIYQ0Ksmn7JYDpFyYJ7beSwQ8zGREamdmOfrMc2b5wZpxZhACUrwoBg8Us57vu6nIGQ/ynV+BgvoO6WaE5WBeijeQ48/qbNXFhXg7RInSQsEcA888KAuXryo/cy5zWmTx7Qz9e63wCnaMc7MTLPDHsi8feITn8hjmD87wQ4BxApBw+EjRxBJwwnVArzGLKPVtVXZ2XsOBvd3oOh18nqFEPJPMFueXmfPw99+97vyEEKmYV21fhUOZqgLzKtBrj6dCiGoQWaRFIFwb6+xnnVZZubX45ofNzt4Nd8u93o9WY7WZ4P13KfwePdXAAAQAElEQVQQTi2PpaWl/HyW+Bqvmel4XMvIcxI6sk7wZLo1eadjiOPM1dQrYhhXOD+Gcd2fk1rJtps92Vr4zO0in3bS9Y4Y3Oqd/ZFupfmTj6tBaNm43/YyndoSwqUDzEYUNuCQsFn0DAD1viFgttxPHBHLGiYM7uwuPXYH769p30hR5ewedZ9/RFc8UzqYBzt300vg8PpI+cLwjQDRsIMKxUYFPKQhGOBSoUjex/eiPkA/xKDkiAFnJOOIi3H243AXHrk7O+BCEUdCZWppePTV8oaxR7E4/DLJCkPHRLfh/ILm6Ac6JW7Gwq8Jcaia2qdhiBoF6jHUg0dG2rh0Sj7Gl5VMIO86oAsl7Z6H8QwUxze+nSyNzjDPbWWwTKmj5S97W68tE9iXPAHmkikFKO3IwqKxg884VBvNskvwEMGBDZlGLLR9jYSsJOtGcNBFY8CJdVu79Kl3vUtp1NOIcdLuY1rfM6GF3K+RaUUvLnSbgLxrQQS4hhcxHjXPvF0HNIzToGvbJ0m16tBs/2ko/UMt1RiRVm+kGaK+Vl2qc/R6eIHUNIDMj1QDhQsPShfuV3H5UdKzyuMF2n03/gDGZbL5dtltBsZxnxqhOOv2EIICOkaVauNk5Yg0YZiDgXbqwvYCCGSFkNTUAaM4Im0UaJcJNMrHoSEmCZoxJW3g7FfXejp58qzOnjmnsoiq/VDg1AV0OfINTa0C/K3NDUFQI4431ziKt/7Y0NlA1jw8kM87lgTdBp30zsO7VBupEAL8DLKRDgGd4/mZwLGP6GcjtQkfNqYFRmwvxt67dht49w8h5J1PkPLvjvvLfh2Ofm0ky6qSUxvJqqywGyN5B+hyUZay4TQNG8OCgMIBgo0kw6sEP0K7oRBCkPn2mAm8gI7N5OPipBCCvLuzw/U8nacL+AXOqycHJO4X6VMx5ubGuhwYWS6Wg421ndGIwCGEIBtxj+1xfQKxb+8+7WKHNsHrBoO/E+DAwKcb3sEeIwAwfUOMKdOempyCLykypufjNIQop56z1MjrM2DMAhltcdpSEpjVrKXbY4gyPfc1H55vj9OOICmEoBE6ECW1kJFfb1SkMSS1ikoJZxdTkmWXKMeiVAunXValEm1FyQMBXwpJAX7NU2NHkEqdvXRF4n38BobswUef1PpGTzfedJOOHjum6wneRuzIrszPa3FhUeatQ8C8SDDQ5xSl5gFwwCYur6llWjKWZbjB6c4Wx/OVywRulqPn2iCHCt6dD8Gzk8zP2vp6pm8ZGKyjbQJYO3j/CWZifu5jpy8WO6ETxospKjB+m8ApxsArmo5SjJlmTEmR9oxHXQhBkVSkpheCewpyjUYEpZb7kNSnLJlf8sZzgGen7n5uC9DwfB0QeP5V1dIsumlcP3NOrd/m1bK33PK4evqKT2f/78mxFqrrWg2ZGgGR3SYMR+iYqAIosAC+96eRHvnkx1SCH3Doil3te+nLxAYu9wt0iNnqBWEexMc2aPtqIBrkabCk4KZmqHP3vEfqLSLkUltlR9d93Q/qQtLVCxvooeX3yJxaS6YPSzboRgr+ACMCBfTt3PMQNAQcUXb04NBFdkjZ2YLntkwLdmbAvfTgp9SiosDIUiUY0uj4bRz/Sn0q0pHbpCLI/CTmP7p8QXNtCEfAPA1JGW8jSBVH/CMUC2w1vKec3ZLWzz6mwjKDOctJuw9qIdHZ/eiTZWU6ZpTqfgE9cCVXkEdefOZizo77XJuCkIt04R73pDZm8mSUM1ESisxUla/cCdJO3TFXMg/zo4BjjgCz8eLSzzKQL9rxsTh7OuUAzjSCSt653fNx1pVzDcthC1nc9jU/qHEAl/tAVwA96S86Ah5f0lXG3fgsyMWAznLSEEJfCgM1KEYkCzl18W+6/7Nq9Ucqw0jDslZ524t0Lgk9A2g/cuohPfFrr9PFn32BLr3xJXrsF9+g3dg0ZZmD0wCspZgfuc9/g9ewGDX65DQET8CwPR3XbXemzsJuohqvaYCZCIBfg2AD4m9WtzsTmp6ZBSfghEfq4EyYqUYEpn0MYgaMa2+rr8/dc7/mL13Shp04waTgwQ7LxjRibDZx9BvZQI6UUuKIuycbFrdv9bY04Ci14YG3Y7Bzc5+x0Rlx7C94s4FzndtXOZa084Vd+Sh1ZXVFth12enZwKcbsFGvk4fFsjI1ro37HnXfoq17zGvl3yN3u3WurVckGc5Ldug2jx7e8PIdldkOINgcaPhkwD5ao6bZwgClGHs+Yx/cYQUGCX/lifG7n1CCTcT6igyEE2Ri7zrybZoVjNbJlsW18CwX+JZzggPfYluMmTimlKMvOjj2EkI2/6/vI0anphQD9opB3+55/jJF1HHKku8KaKvNsGqLUmAnGcVKWVZ7rpSvzmpye0sOP8c47KF8BnMmpSQ0JAkzPjsljxRAVmJODtyHrZf6dbyOfIU4oBMunYb6FBF4TgipkHgI7YhytccYwIoDLa02AEZl3o6Qnz1zQwtqmzl9Z0t79h/RFr/oSvfrVX65L6Nw9d9+tc7yzv//+B3T0yFHk3CjGhO7O6PDhw+oQSJj5mdlZJ/rSL/2SLK8KWfsUx79jb1mHEOQ6g3XOc7JcGuyrnXNZVUo47Q5OPaHDnrd36TGhz8g96wLyhkx+/eN2y8K4Bp9YOfX6mJERz5D1z2M777ohdZap1yWyXuYlhJBPqkII+TsHHsfBqHGtl17zxLg+pnfeR+/m178VYVzrt2mblnlvEWjkebHY5tGyDiHIND3mmD/3MUR//JXAXF4lEFig7QJuF93Ln+OKnG7X0AkGLfzDU11tnD2lKRTVTnUldXTDq1+vlUXQAwBeYJGEQQvetVIl15NChV580iZytu4Fu5Bdi09Il8+w4C1tjkB81Wu1Mn1I7pd3fnQJgPPY99zV3e1znGanmS0ySIyf68eSqqXs6GkyvezojdvUOC5t04qk3KtPcVLR31KJknssszLaezT/6aAD3NbB68CvZSdXMM5w/ow4YKWOzr4Zy18U6xzivdTkHHgNtGotnzujWcZYfOozEszVsZCVTVVX7UOcEjR0DoBv5w3ge0yZaXFZACTb9w6yk2cDCEZ1tbuaVJMLNFxzew4Nina13TiAy5ZpRqXgvyB0OTVBEWhwnJkuuK4Xc94eD2TBtKSaiqIstHewptGZ0wo8lEOaZv/a12op7pOQPZrH8gewc4482ee6TXYMbidv3iUG1kANDl6kUeyGt8lppi+dete/UmglRQKrAXz3pvfp1W/5Z0LTJNq7wC0L0hddkF5xXrpxSSoHDJAA0zF5w4gyY/L59O32cYm2mvnU6MP4QQ477S5nNMaHUcQWKboxCnSg0YiMnYmPXUOICjGp0bZM/Bi5TSFg5Ou8Ex1gwPsY9Y2NLa2vbuiez96tLYy2DU1DW7vTon8jy7/b7dKnr3mchw3Lyuqqtra2ZMdbYUADRm1InxEOpDFnlBscv9+d1zyXEX4cDNgQ0Zz59S7KO7IWuxTvlBlMNlzeVd2N8fcxdgieIz1IPY7x7rj9dvmY1y2m5z4xJdkIeqeXy4znwKTPbjCEkOkmcAa5LBxFLcvZjjqmhFiCGvhlpJw3bect94Y1cf5a8BzzOPRtcfIhZG9DO8BhxJQUU5INub/cJYg5Pzb+nU5bNQty6NDhLEO6yju5KV6fTHQnZEcRAvzQ4KAohAC/I4UAIeos40i+hl/THbKGI2QvBEi1vLOd5Ki7x+mLfxznyTNnsm5AAL6C7NykIDtycXneliPdZZmYLsPkQMQ2m1EVQpDxLMOyYBPFUbNxPLZ5HsCDxyvLSjVzc7BllY/gnuO00k4+trp6yctfqaCkhx96RHd86g498djjed0CtS94wQvk3az/TwUHbQtXrsh/ajYOKGrme/78eb3gBS+UnXsHh32GuVmulpl5W15Zlp2k5eE1svw8Nwejnm9vqyfX2Rl2eR+/uLiQv5fiurIq4b2WHbfHctAaYshyCiHI+hpTygGouPK4O+WyquTxrece2wBKHsvj+3sGrvM45tXj99GVIYGB/0MhO3TP2fPy9wwWFxfVIGDje57tVkvG8xh+7kzbefNg+pab+69y+ui2ayFeW/gz+fBnarYrrq13HgiBD1obNMXMNTwYjXiQRlR6tZG4DaodY1ZGykIZhkS2qzj6gl1EgaLa0e994SvV69Av02xkhxDY3QUcfR7lGVyb0LiiUUUkeQLrO3zqSYUUUCd67DumcOgG2fqzGeP0QHKPER9BXCYB4E8ojG8qBCDoSIIObjfUUnZW26VcnQMDOnPLXXIl897bkjZXlxkrMHTUCDqdPQdkX8IJtCb2HskKJDokZLV14XFNFxJZPrjBX4nSsZe9Xg0RSYNTRA21wNxmp6T+/CVp0NMwRXGiLBWVjr/4VUJMdOamv8YA39R83tu+Azb0nKAvcAXJQYRpNH4oKI97uG6cN+3C/DjTRNbVLTAGfq52kQxFuV/D6lHUCMEONdLxK5c0fOKUqljkdh2/RWH2KPPt79CCgDtC3zTkzlR9oTt3oU9CZ+sQFCTlfJueQXISPyVtPX63Arv6YthWs1Vq88u/RdNv+AFxCikisKch0q8A0g5AI68pOnGVJ/NmAOW57ga944Yrd1Z+4F0naraBQTLjgTbxKDU5HfEO1MePQ4xugYEtMbpFKhWCmYkZJ6CRou+QKJJHEL1sBDo79KHmz1/S6tKyAg3evdhpQV19AtaCHUeFMbMzsxGPOHIbLvPlwCDnMcR+L98jAPAxYwDHBmzEc+ldu6dcI2fTKMpCQ4zcAse0fY6Nhext0E03piQbWr+3tTEMIdAcsoEd0CemlN/jj/kIUt7NmI8QQj7ONx1/V8BH0hVGcm5uTi34t5EcYmuqViU7LvPk/sZPqVCKSTbukmXbqGYhuPVcV4qRDUWlBD+DIXpIub2z+zT/nrt3aTXzd940sjPnZKWNs7eRdgDVxWFtcapSI/emDmq3OrK8zZNT0z9w4MBVfm34FQJBQo8AYKjIc2ecJvdv1CorHTx8SC3oej0uLizIJzyeq9TIMjEvXpOaNfNaeByXt+nUYDUMETQkMKqKUkWMWX5+xWJeW5yyNbXAQV6KBBctdTlB8vrQWTNzs2p1J/Tg40/ozOIVtaZn0LWo+++7X0+dxD430vraul720pfqpS9+sSLzWYTPjfVNHdh/kJOlTWTbYm5R1rEOc5nnWD9I+RTg0KFDWgDfzs3fkPfrnnvvvRd6L8t6NeD1g/XBjjKEoBbBZMX6h2AKkul5XcuqUocdclkUjFep1WopxZTlLybS5TWR+414SEzLumu9tV5YdtYl11n/PZ55df04hd3s7F02GM/H8CFs65f1w05/7969eV7GMW2P0YYvjxlCkF9pGTeha34mTNfQ41lz2XPwayyfaLn+WojXFv5C+fAcWNfUsXZXESxE5HS1PM40VGYAOYqH8tT90sIFjqFHSla62X1au3lSiuW4C2lQ4LiRO0rV9AAAEABJREFUjOgiRSmn4sJoeUEM+EIdXZdWPvs5dYZbmtgaShi6XTfeCGLNGIYRtOptAw0PsOOu1IFCGbWCtDUYUE2e+vHt9nq7QDZ3ZbmeWeFSkKZb0trSEu4qKlKu2dVMT+9SfudvGpO75UX1VHhaNVw6l52KRhDYIb5Ov5lbX6GIXAK8FHVflx6+RxPTUsnxvS5f0iiBjyKMMFKHb32BFthdqqDONExrSP4vcjNWnuy16V+kn8cBuOWlcDqmk/P5A0KkyfO2YpD3MDVO3IKnCMI1d64Ag9uOtMEwv+CkVHz2Ec0OaiVHTe092nvji6T+OnrTMGSjTIs+IptBX/jK9BFYURdIuFIgTRjbuqJvBFjHQy+WPvSWn1E12NQg9VW0trSeutrzvW/Vw1/zPRquSdoCxrL3mhjc3+C8wbyBlm/nr4UdnhusZxYRa9pkiPDl1Q8a0gBraujn1OJ0OqKPjYON7CbH6EN0LaSogFEIpG4bstN2GgKdYcDjhEAeCDHiKDkSXlzPhrgoorZ668rvakPUCEdl49XBidmQ2FnaWHk3tbS4lHdd3lGEEPIXm2wYQwgECH0leIjwYIOVnQlr6bRhLjZkx48fk+nZaA9pqzC0Pm4eqdHps2dUVCUOolbCENtx+wTABu8Tn/wkPPdwWluK8Pvgg/frwKEDzKxW5oWHzmN43JSSvEvyPL2Li8wJRHmsFJMi0PCMRfoEA7y7XfDAQ8rdOLddhci2M9IGrzO8U4vgD3p9dDDkL0wZxTzOzsyoTIUOHDygg4cOZifSwWFNTExq967d+bsH3g17bjbsAQotTgcsnxBCHjfGmOVoR/bY44/JbV7nVlXRv6MKB1aWVa6PKamsyBPEDJnPkBOoGrvpL2GubW0q0D6iXiiQHbZPeEboiudjB6TGOakoSzjZzlfQM7g0xNmNCLS8uSk5Ah8QoLWrUr2tDQKC7fmbbg9ZTHQmeSd/SYsEiQOPG4P8pTnrT5lKDQggRujkxYuXdM892DR21/4+wi233pqd2uzsrLxWib4e23LeRbB2kaN+/0259U8h6NTpU/IaO1g6cd11On7dCfkZ8Pc+vGoJPts4zAZ9M50QgiJgnXM/O3hP22vgoMEB6vrGupaWl1nfTYKJK7K8y7KQn4Esix1alqX7s1BKMcprU/MsOhXXCH0OIchzCGE7NS+m4za/ojJf1hPPz/OaQWeMb/0xjoMIy8LfQRgie9c5ODQf5t/PRJ+TAcvC/TwXByu65orX5L9wNvw5KExCtHsQgzGtDMzZWV1tA8e2PYHk9gLNOoQhXfjER9WCGzv6upjS5tHXSoMo4zYmkmFkMspX7i9FBB5cGyR0l6ZakNPlB+5QRIkiW83NXtLsiVu9FmA29BllvDrUpNzQkoHs1Rt6V/NuM+xU5KY8WKSGkpkkl6tI880Q06U0nD/HeB4naEBDf9cuLcLgSpfpze5VjRKbilJQWjqraFSPZZC02eHjyPXyDivY8/CgXXniAfGcaJqh63NnlXiQmZgGIWruxI3anKIPbRrTcp6q/7/dO7yafgjPGsxFgxufDfQLFnxOr2mkLE+IlNsYGPqBZiSdf/IuCeNVDlfZVfd04NYXUdsFksJ4Aej0jCFdMID1jBu8LCPaGsYLnDI0jelEBXvPuIOdJE5UdfPZB3Xmd/+FZmKPnX2pqKTlala3vfGfKP7kL2rNDBYS1YKc8hXyp3J5nNdzXM1OHamNQINe18wH/6ohHzYoDUSaiMSQcQN6LT4zTaeNhhjsITpPSTHBPG02DN7RjTDuNTSdr0FwvnaGfMRAOW5SLLRBYHzp4rwee+RR2cmnlOR2G5V2q60So16yu7OT6WA8szFi3JhiNoIex38W5Z12C4dd4jAEvzZuMUaZHz+I/gUzl228bODKqpKNo3eaNlwhxOzAdu/eTT2OBMcRMdge03OEJA51WecvnNWQ4+kUpIRszLOCtEWw4yP5PB6yKlIh/6lfhAfL1jjeRbnsfKAvaBKEg4JSiOxQC2gyf/IpRhUxZQjILAcFkszfIZx4w1r46P3LXv1l+vrXv16Hjx6TZRxTyt+c95ExKDoILt3UwdnHlPKphMstZNuqWmqzyw8hKDCe6wpk3WZ3X5UtXfGvpYG8zObh0sWLOCB26bzzD0GIlIcdxlKKahMoUINTbWtqckIDHG0PvVhZX1eLQG3AqRSoeW7Wh5iSAnO0XKqypGujGn1x2U6dITXCYTEI2Zp+ETmw3jjqgO3Z2lxjJ9+R8e28i6LS1NwenbxwSQubRL/siEdFoS3e15+/eD7/T4RD8qPRAPnt4p31uiZw8t6h78aR72HNo4IcEExyQuAj6/Nnz2ltZU1rq+tq0NtTp07Lv6Nw12c+qz179+vTd31GH/nYx3TjzTfLX7QTQnEA4zXoML4DnRaydUAc0SPPb2p6WhE525H2cZTRfXCkLdbB62OHa9i9Z4/MQ0JObgshZJ1036nJSYYKaqHriTla30PwMyp5DSvqPaZi0BAZmp/llRUCmAlN8WrFpw5dTndGPJvrvDI7cPCgYkpqdzoqWIsegdTk9BT63MtQMIYDHPNivp362bKsPCcHJKiD3KZrrnhN/i+fNcWdXuPs1bShwYD+WcENztZsVyOZhCNMTE48kAdAffKDf6wqSSMEru6c4g2vUJ+zdTMYIBog4MAg0JesRJ2P1A1W2vFQSrXcZ/HxT0vLlxWKUutNS9OHb9Bm0ZLoHBw0ZEU2MaqedTeUDSTcDMQn3fx5DVDfMBKQqWDsch+qMxJpRMdH5x6nOFIIQcMQtbV3j+Z5lpZR4PWZXbzepbflgKVqzt0r1lhCDtkBQbDXpfveQwpY4oATEoq4NQ9N2nYHaenh+9WpB4K0cD/SwWPqzdDHN6QFnrMGyymXGc8PC4nEhx9QEqP8+QAthqSPlFM9fY3LwYw8Xf10zgiA/adIM9DqLMm46OwOhFx39bOQRselsxc/QGZDrdG6ekxo8thNGnT2IdtSgbXI+rBD4c8kgZprgaLlzLSET5XTwKjRBbeNgWV29voJ6VP/3/9VJ//wdzRXt9UaNmpipaearq58+89q8m//fV22zL1+JT0C4NuEnbpscP7zAbheCxIcdy3/j41+j25DYLYChqkJAbYbgp86p00AG7o2xn7Aq3alzkRbiV0u02FejUIMiimhXwVlaUTwUGN4sOgKIcgGaNgExozq9UY4+ic4yu/nI/BEvyGvBGxEBjiWLkZ5CiMpMWgj2cB4bBscBwQ2hjZwPlJ0ud/ro7ZDHHeF0+nLuxAbRffxuI2gYV5IY4gaYNwCXEZ49p/Zra+t6gS7/iG2wQ5iemoK/geanOrq4x//iHbvmtVE106ty3HvuvyO0n0D/T0GZHWQ3fRWr4e6N3l3bJ2vyirzZX5cNh8RWYCkVlnK8yiZ+wRGt0yFSoysA40+R6UJvBSifNQ8xInu27dXDnq8Y/XvpYs2503b3xmYmJiUjXSXo+wWxt/rxBQZv9bjj3NUxeBDjporeBoRzPv5bOOUjd9Dfp/73OeQX0sea6u3KR9hP/74Kfo+ruXlJdpK1mHE2m3iAFc8vFKRdPToYdU4VOvRZV6RjBhnojuplcXlPJ/aTMQoL6X5K5in18b5GBNrMeDQ8LK8lstLizi8SkWKnFJENiWNOgQVDfY0pKCJySkVZUtla0Lza5vqVW31ipY2OIFrd6ekEHTw8GF4rdTptuXfG7jjjtt14MB+vfRlL5XgxT94c/nCRZ07e1aPPvyIVpdXdeqpU1paWJJl8uADD7IubV3kFODsufN64YtepEcffVSLS0v6G9/2HUrwXxE0OgCzoxyiVxucZCTWzrpmHvIzxGiReceUVFYV82rJ/xmO/4JiyHp6fXzC1OAnLAuXrf8KcMkD2ie4HEF7CLgNsdJEI3P0+GVVSTGISvUJajY2NxUYL6SYn1kHHq5voVu79uzWEyefwLm3wQ9a5zSh3e0QxF5AppPyM+d1cmDQQneqspR5Epf1i2T7y5nw5XYH2+N2txmiP74gwK8Zfk48U3D7DoJtjidt3MDAGpDbqUBmGjLNQERWDqWEglTszg72pMU/vFuby5cylR4PyT4Wfo1jMZ5oCSeqZqiAIQqmZYBsJDUE8q6nWU0IQsSqlqThHe+RFXcURzrAcc6l1S3aIce4DZFoDR90fc67gahpCuchxoHtbTzqn85EmgyuaXTVibkYJc9xdP4JSlh/+BopKXZ389BITeip7kxn8iL40foyXgwHHkEvAd99qdrLK4fuLh6qoWJEUBvnNFFdFKR0gOLm5z6saV5RlKHRiAdTnVnFvQcZAAIjIOyAE+YRxIfn7bVhQeiGXKUcQMGmm58B9LcsxEU2r49Tisr1O4VMh0qmyeezbuPsgMWZiYCS+5PmG7ZyCp7rA0jmdZtuoClwXC/V5zakR+9UN3S1WrbVPnJC/WKSw59CDUKJnOBYJ0wDEqJS+bJcDduklNucZ1zjjsh7/YLlcrWTnr5o781KXzMtPfBzb9ZD7/r3mkCPAs6nmwQPLTVv+BFV3/tGaYFu1nuPR/YqOWgoUuHUQPYZN7wYt4EhSGejPkT3bZwbRbke/6wGITc2IhiOGgKGER167LC8tGWrUtEq0apaNQIcss4DjJfoVxRWrsBjNZIdfU0bJKSY1CPfo7DVb3RlYUWXLs8z1ojjyw0VZcVuvyfTX1ldy30j4xc4kwIj6rydgZ2aDdWEdynQs5OPKcJ7o5QYA3l5x15hCH10OiJwDcErLd7XrqkI0u7ZWfV59gdAi74DDPVTTzyu2alJxh0qMqeN9VVNT3TVx+mtrS1nHsuykJ3g6TOntbSMY2ga2QgzpfxFN4/fMIHIeOZZjFXAk9vJZh69BHbwdJW/61BiVG3gvbMSjTbOZVWBKxezcy+rEkO7nGXqQGB6eir/uZyNruXgAMDHwTbKdtAFMrPcx7zdf//9+uhHP5Kdlf/m2+2mPo/8/UW+Rx55RJ/85F3sfDf1gue/UMeOHdfznnerbrvtJsaf1JkzZ/XQQw9qeWkp89TipCW2SnnNhzj5Y8ePqIXs1thU+YuXgeekxvn6mbdM+ugGmqIRtniTIGuAbdzCkW0SYETW1o7IQUiLeSfKAV1DOVXGZBGqwzqMYtDQ+jA1q1NXlvTklSt64sJlbfJghdQiIFrRMjvy+z53X+bL/79CH134W9/zPfnP6548eVL//rf/vd773vfq7e94hz772c/qscce08PM/dSpU6zrlu677z7tmtuVU5+enDz5pP7RP/pfdIGj/B/6oR9St9vN8/ex/dnz5xXgZ5qA1PJvI5OStfS620FPshN3oNFDJtZbz6th0X0C5NSnPdbRHjx6rZyP0IshyKmDPoNplVUl05VHR0fs/K07Xm/rjscNIWh9fU3LvA6YINibIigyv/t4L3/yiSe0i1OMEQ93Aw2Ptbi4qAnkaj6KspD5NV/+4qv/FHGFUwHz5YwJL6wAABAASURBVGfIf7Xg8d1u/AE8m0ddc8Vr8s/MWvNdM06dN7h8LbgOYB7+zAtPJqdGg2+ppmYEIISGAvLECAnj3GjI1t6mZxbDeOaRe1SFkTZ4+Pc973lqdoySDZKVKzRQNC0D5AL0DB7DTdvgEaSD0Lv3Xf9GDS/EE9HGzP792nPL89UEpkw/AcGMQOfZN01uVp4EHy7ruS4POG5Hia7iwSbV8ma8uYDzJtoNgUoQipJa3s2NZm9RbE1JWPGCCF4L8wrzDAKOYJGciIo4in+ZlDoUa9nACaU+0VCspAmSCw9/QAOtKiC3RnQcBrWPvlIKUp6EUwPF4H6kuWEnb+UwjKtz+nk+3N/g5p3uzj4TPM9n1ijzIi74yCIje7XOTEIsAs6OmwKIgQq68MmaBqCQjoD31B/9V42QY6OkcvcBxetvRatsdALdo0AlveZ29TXFZ2Sh5zLDyWBUg+ueDS10eAa5f/khaf4f/aQ++2//oWZSX6Ffq8NubHMUNfNNP6ALf/0blb83cS0BEzVcW3dt3m0G82NGEJCNiMHr4+oafW0wslkuyDkVEYfTyM5ryI673+uJakX0TXSocWpN7tPIeQ/ndhszG6FsWBgr1AHNQW4q1MMw9yj7CP/cmYvQrjkinlef418fX/rb+aadQtSI59TGboKj0RodbnDsFc+swe0H9+2Xd78rOKAeR7iryyuanZ5Rp2qpKgrVyMz9Tz76mBpo+Qg8sJL93gbtUVPs+nbNTGluelIdjF27TLrtlhv14hc+X1/3NV+j5992m17zlV8l7/ZG7JqGwHl2ggvz8zr52OMa4KiGBD8Vz6YNoB3Lyqp3u9tyG2AQLdMavi0T2xnPYYMdVQYCjUuXLyPToBY7qSH8LjEXG+4OO64ZnIjzI+ZuWXqtvPteXVlXizmur2+o0+kqxiS/i00EFQbjrawss1MbyOO2WhWP9bzu+vRn9QfvfLfe/e4/1u/97tv0tre9Tb/zO/8d5/cxVWUkUCr10IMP6/yZczqOs08xaI6g6Aa/l+ZVgedvGUdWc2VpRf5J4RHrz3LqxM03aXljU5Ed9wI7+yOHDquHbDo4vAEO3oHIFvrT4nibCQvVyTv+EIIsp7KsNMOxut+/Iy6FWKATtda3Gq2j7NXsPlV7D+gsO/nlkDR98Ij2Hz2h9c2eujg2z3mInIbo6Z133smO/KJe8uKXyCcl3rn7S3mv/rIvI3i5TTfeeIOOHT2q48ePZ/k4OHIgsL62pk9/+tO8z79bv//7b9Ndd92lb3j96/Td3/VdeYw+QYrXxWtqxzdCp3rMyWAHWe7ogZ8JO9Ie+lGxrrPI0O/ILT9/B2CDdQsK8uU1Nr7zTgtoxBiZf9SQ3XyKUdafzY0NjbJgjCl5vs5Z5zaRu/WvOzGhFuPFFDVAl06cOKFzBCTmwzQC6xlCUAhRfldvfI9hvlsEE361UVYlunJJm4znoDoyvk8vPJbz1q+YkovPgPiM0l+pEHLvgIHZzulpg1tLPL/MXrkOFI2Y0CA1MvhE+obbpNN3fVzVqI9/axQ40ih4b1WjcUH+t93XRmYM147VSLnaSt0nv6cjXbiHSLB/GXfQkxBiMTULG0ENYwua2z30nFeT22kC1zTJPfNuAhgh1zX+ZNGpEpXKF5JNwOAMrxDqvodXBCFBbPKGVyodvkkhtUAPavEw6uI5FZv0NLFI6pu0feCwBrFEboETkEJXVntanLheyzPS2b3So4M2O4+hQAVH6g+l8sjNGnitt9kTg8iXi5aZPMb2h6u/IGR0sNyfJN9MRYZc2Pkw7QjyNh4Z6rc/ybjSQFYw1ACWf/TcAffT+GrIZOJWHBfADLWGpXSokJ76wNu1zE4uNlGcu2mtlZh/w/xZW1bbn1B4+o5kDSR5WPNhcPkaaMh7DiTcQRwOkHK7wYBsGUgzyPavjaTHfvtf6t7/8L9qTxypRYAVm0pN94AOfM8v6V5e29ATxvn0WGOgePV+rrrcGGGT8etGjaN85GMjYwNmR0QR42KGTL7OPWyA+72BIg9+QzBgo9qAGEJQ4sGP6L/Lru+xixlhdGNMGV9cgYkFyj6+J27RED2dv7SoJ588BS/SBsfn/nLTBMZKDN0wxtzsjHpbPfWhN4Hjs6FkGHV8nMtJxOnTp2QOPXb+stagp4Url7W0tKA2rxdihC478+s5batw5OtrK+pxxLm1saYD+/bo2JGD2r93twK0Gnam/a0NOR0w3jr9bJAb7EODgS1SoTb2wgZxCud1yy23aIAjjwxiZ2uebfx97G8cccWU5DpDIvBosetrY3cMBQa9ArxzLMALIch1/rv9DjjugxigIuoLdl8TGPehatbLjmOagCaGpBY8DXjd4ffJNv4pRflK0KzhOyKwBO9C3/3+malq/vIVra1tINeB3HdiotBNvHv2LrFFAPEN3/DXddvzbtPNN92MPGqt4wC9s5ubnZN/k34TR7V3zz4ejQpHu8FuuKfuxJT6yOpBdskJGgsELJ6D583UVBQpz6FmXVdY6wBfIcYc6MUQRdfMk2Xex8g0BIVle1KdmT26uLyp//YHf6S/9WM/pR9/6y/qn/7mb+qOe+7TMu/TU1Hp4Uce1V2fuUsf+ehH9cijj+bj9m//9m+Xx11nrFtvvVk333yjfEpxyy03qUOw0Z3oaP/+fdTflFMHIp+6/VO6+5675QBqFt37ru/6Tn3JF3+xJncCiX5/kF81GdcnMHa8CXl7nhPobQ+n32HtDLt27VIOClgDO+GYUnbUVxYW5J1+nxMNy9TvzR0kDLHvKSYvnRqeK+ucg1TrgMt+leVTgxijDEOfkkDbz1mjRl1OG+yYjWsi1hGfVHhn7vbE+H6GB8zhypV5WTfMr/vlNsbPO3d0xd9r8biel//U0HwGiA4JbEzf41N8xh2fUfpCBVP7AjhjlAAn4zzeVRrRcSjeNWu7yMgjELKjb0lTE1L/wU+r6q3TztQRUo2ArHigaQxUaQyuy3ltXwwp09QeqYSef3xmZf4RHOSmAgps3AbtyhAlsspXJpRz+SOIf44+mkA5CBtO+vTNOksYwmc4Jz+hT6MIEhkCxlILF3HyNXxIkV1HOnyD4iEgFAoxURl18dEH1G1r+2pI4K+PXNqcRPTAizi1kvfC5Y0v0Y1v+t8082O/pcNv/Tf6il//bbU1q2YQVEjQ4/PgcW2UEj5PmQ9oievqmoTgUm4io1x0xuCxnY5hG3Vcekb6DFT8jeknKg2ysIEsQurIXtM3UgwZ+BijSteM5ex2g6shrlqDSkrMK56WVpFpwqgWHixtqaoHyNg0I2QYMEhktiFKMgTSZwNVz74bOjYIxb9gmPm7to9ZQcTVnPS1U9KT/+mf68z7366KVwn1MKErLOLh23Tgr329ttIO5XH/neKfSdx+TWUIZjZiUGqMzyinbm7QYetezSlQUMji8UMdQtDAX7ACKaaEkWiAkUIIcnuizkYhhCAbDztsOx3XuS0EaHFngiHKzn5AlLO23teZ0+ez86rR7yHBgY2ewPWJQA+HW5ZJExwx0k0mYyO5yq65i6Gem5uBjyGGeYUdTI/2WocP7VfJ7vSpp07KBm1+/hKvCS6xgzmvJ08+xnvZBwkG5jnqncfRbSoxVmknRCAxjQNvV5XaVYlx76rN7mg3R54zMzOZBxtvw9TUtFx/++23qypLzc7Nau9ejILQm9VVeBnm+h6G30ZyiIEcAZEJWB4uexc1PT2dRVJWVT463csxq2U2Qg6m674uO8gwrRZOvawqZNyXnUeIMA/NGiWy2gScQCN0tBGGf0Ieq9OZ0OzsLnmdKhzwCu+kJyen5Mv4dFULmvv37XMVQdJSdvCHDx/RF73qi/Xa1341Mm7kb/A/9eRTCiGyU+/LQdcmzqok6Gohp6WVVU0zzoX5K+zsN+RjfExYDqzajGvn16BcQ+bWxhma3xH65kGtK2VVKRYlUGl6bpcqAofFjZ4e43TBX7pbHUnf+F3frbf8/b+vH33jGzWB7PxXEe/+wz/Sf/iP/0mfuftuvfwVr9DXv/7r9eKXspNHb8qq0MGD+7Vn9y7mtahP33WHLl+5SFBwpz73uXv1e7/33/Wb//pf5vTipQs5AHjB85+vH/iB79c3fdM36Ybrb1ANz2UFb8jZeuB168J/URSs+V7VRCiur8DxHF1vh2zwulm+M7OzsvxLzw86LQI+4xpnirWwHswwn4QeWhbG9UmA18fPQYo8M9j1gLDc5nXtc1pgufd4Royzsb4O/50M5sdt85wWTRAAxBDlOkGggSH/8qPHaeA9O3rom94EwYp3+lvo7YAgtk/qwLVCxy2HEII8vwbfmZ9T+BnfcZx5RsqAzyj/XyiYhA1/QAHG3SOOPlq7qIAn3rkGRTTKeJyAas+T9yiuL2hYUClh2psMNro8G2oyURrGqbPOOwV8e0LVPLkV6ci0tHX3Z5XYSQw4nnL/Bmk2Hhzwc0hRGeiYSaE43nXHJsgg8DiRlZKkBuDuBz5y+0hRI7momMB3/Q64kmm0LlNeuSKxI6lxTAlPFfcdV/fITfRNHP+ApIEev/cO3jmC6zFcFaX5rlRNn1DF9jxsj6L27kOaeuFXafTyN6j3om/U7Eteo6YsNBw2KjlCE5FOOHBUvRJaCQg74MS0d+hAnvGDEvOLeS7avozj8cfgMhCBa0ht4z77E5yIkuGZdmTVIBZGGoA43IGaVAWi3GYuIG+h0MnE3QTADp++GwK0xhn5C2fBfUfS9Uel4e0f0GTYlP/ToVaqpOABGtYgMC+JafGhpy/TNzxd83lzfZjZgmZjvmvQ3I9pyENQlMstycf4r6P+o9/+oyoXriiGqPU41GJY1sHve5MubIJs9sHJfSh+3ts0xwByIB8wtA0OyA+ujbCNlncpQ3QpJiNIMaJDQ4IgHvyyVaqsCoUQWAIPzGhBuZxw9uLykaGNRAxRBQYixUi7MjCcipAILgK7P2mALi0vbOjs6XO0N4oa4fQH6Mw2vuhQw0vD7qUqkjrs0md4F9yChymcf0398269RTdzFHv86BGO0rd0Lzuys7xD32An535+BqemJrR3zy7t27Nb+/bv1jTvuCdx6ja2NtxtnFVZlXJ5mp3ynj37dejgYV13/ER+Z7uLV2G7d+9VhcPqdic5LejIu/szjHMAR7J7bhaHtgX/QW2cQIpRfncaQpCsfyIBfNsoD7PMG3kXnpjX1NSUShzHiF1VVVaMU2ZnakcQkOOIwKssKq2srdNnXS0cRQUvkXGGHNHWPBOWd6vdUUxJ1m9UHhpDJfrNzszplpufp5MnnyJIGBAkbLEz3RLizXN+7Wu+Wgf3H1SrrDIfH/vYx7SxvqnlpRVOPPaxJrW+9VvfoB/90R/XKoFMYoyBHQ3B0QxObLI7Jc1OaY3pTu3Zq3MLy+rHpAtXFnj0gtpVW5s4bdhUZL5CUuZ5iNMfjKSSYCQht8jaRnbZn52/oN+54yO6a+GsLjR9DVoA5hE+AAAQAElEQVSVZgm4hB5+9vY79IfveKfe9a536WMf+7ieeOJxveEN36pf/uVf1tFjRzW3a04xSoEPO+Q7P32H/tb3/C396q/+iv7Tf/6P+l/+6T/Rhz70Eb3jne/kXfy9CkGaY/2cvoJA4SZ2/tafEUGMvw+xd8+e/NcUzi9euSK/qmkj+6mJSea0kR2oj/4d+Hj9DD0cpIO0TV7NCPrWK++WF5cW5XfodpLGT8hxRIDrVFx+BlsETQX1A3beVOX1sE7Z0fpEYZV35z7lKtCXy7xmNY77F2WZ12naAQNzP3v2bObNR/cF9juPz3t5f/l0Et33M+/6BkXxMzAxOUHAvI7uVTIPphtTUgtdG6KXfZ7/FrwZt2CsudlZXXsh8muLf/V8wL5YkU0JGUqU5VEoxL5UsFO2c09IuECJChw/r9GlLWnPU9LqyQcxJEMcfFCdorA1Mr0M9PH9DHAB2kITQggMFdTS9tVmvOC/OY9SUZUyK5lOxpcizLouYwcpOsPT5S8JRqx6UE92IPlHXmy0beihmeBbHNdGjdil10riwol7XtuDUA4A9yz9Fp58TGWekVRj2cLcYXX2H8cpNWrgWcNNrZ55aJtOTScDY6xU5HcdVNMEDc0rfUcoSY+HcbGTtFZ21YsT2qJuGAsUaSQP2+zer2U7qYb+rtgBD2VQiLLhCWG7wYkB7D/3hgUcr7bHkOCdj20SZLhROLm1YeAd5DowGeOIywI2IIuInKnZvhmcpZa76uq13SnsVCIC0U0W0kQpje6/XWUcUNUosfVuiCgDpeCxGf4ZZMJOaZzuFD9fUqB01RAZWYYgrU7w8a1fJf3IG6WfAH7kB9TcTF1S1rVXvEi6/4O/k/lpkG3bFnNij8I0ODXg2zwZnH8uMG8G2gLONiiw7o1qDE2NXG1kaBKV1NWKCAyxKcWkAUbP7T6KLNANg2iMQMidRBHBN9II421c948xsoZBjf8hNwcRoFAKvAJqtDWSVtnVnz17iX4NAcCA97Jb2uQIvcerk9XVZXRuqKXlBXlMw8bmmkY4fzvyyOB3fOqTeu97/kQfeN979dijD2t5cUH7OZafwnBNdNvajYNPRcgBih1+lwBhCkc/x9HqbpySYRfprt17NMPRdJtj2kaB49Vedmp2bDbMNt42vjbgKxhbUBRhwF+AaliPEIJSSrIBt2E0/hCH7ryNY4lhDgEZSWpjMPcQdNx4443ajQMbgSf62/nV6G3KuCHT83o0GOMa+QVJBUbWu73pmWl1cOxFUSowbiJd4zh+gOdkOekWMdgd5DnUiCB9YXGJo+vbdMstz2P8rmZnJ3FgM7zb3wuuFGPSTTfdJJ8qPPnkk/qTP/kTHNmm3vfe9ynw78KFi/kLia945SsJqPo5sNninXVBcBAUFRi/j41aJwBY3FzXBZzKFrvQIkSNeOVTw9QW62pHWVUlPnukJkVxUKhLyyu8KhtogQ3T+zg+f+ziJXUIrmKnow1oCLxL85f1wAP369FHHtbpp57UJOv4xV/yRfq7P/xDuhHnvMaO1sGVj8IXl5cIBP5Av/DWt+hf/Mt/gRwK7UMn9vKaZu++3QQDE7rp5ut15Ohh7aHu4MGDuoWAsUvgMjc3p1cyx5e85CWaYrfdoK12knbQFtQAh+ddb8Oaa+dyn5hSfm5CsLQEKlrE3B3EtaoqO92AHPvMp6JsKFjnrCfU9Xcce4wxU40pyg7fOA4eDA7qEn1WONGqx3oCfpDYiA1lvbaeOYC0TllP9nFSswtd9zv3EEJeX9B18NCh7NTzOOhUb2uL53yI3m/J+m1ZGs/O3TA3O4vOzOZ5ub6gj9MxbHM9Ln2htPlCCEJUunqFMX6iitlmRx9KeVBXxTrkX5nDZ0oY1f3L0pUHPqMWxx21KSEkkzDUkGgQhKvH0ECT6nxfk81lJWnCnR79qMSk7dga+jd0dkoiQyOunc6ZXwxrQUNoAo54KBVSuyvZ5+PXhS9RDW0VQ9m5JMbwbhcrqEje7TJR0wRmgEuPPwAZGhm/jlL30A2a3H8CWiPl47G1RQ0uP6ksGPfFwKovbUw4Et+VnfwgNCrZtXYG65rprWhqsKjZrTVNb21ybN1XLOGRwVOMOJg5XV6jbFokf+aOQcEQgiIgg/6cK/zZNsTzjErskIRyX40E4Nf5Ou10Ni+A5+/xAg+iaYRAO3l81TY9ijnjxixIl1wZlOVMdqotVSdZ1/4aGMy3SWpCrcACxR2DK1/gOqFBGfQXuwqYTEDuA89Llu0XfZ+GX/tzuvz6t6r+mjdp8cAbNCighzPfu19aeuijisMNqSl5X08DQViaoJ3+mQ5ZOW9w/s+F8HQr87ERhrBMJ7K+huCCIUgjDHjCwZdVIYvTiDFE2egEUnE1rI13J3ZWIQSllBQincnXEppjxhpSCowxUtAWDmyzX+vy/ApH6asqywLnM6lZ3o86bxCTWlle1j33fFZ3f/Yz+sxnPqMPfeCDOKD36mMf/rA+e9entc4uc4vdUwOfcxyzt0oEynNmh9puVdqNoZvodjH4LU1ivDs4yBa7zBYPXtXqKMZCsKIh/REH5aiiqBTMJ4HLKsfSF85fYEd8Uvfde68+d+99uoOd5Qbvqn3kWTFenj/ObAT+iHfmgpDlaHk431C2fGII7DyP4WD2YlgHsoGNKeUAIePByADDP8T5u+8Qmg0yCCFk/gsMfUB23U5X+/ftl8dLsVBMBa8iBlpdXtfjj57Uhz/4Ub37XX+s//47/wN4p97/3k/o03d+Dvndwy74vC5dXNOFi1fyzv2hBx/SmZ2feb2VQMBHzpdxtr/97/6tHn74Ye3C6Z44wclfUXo5ePWxqPlLl9UlKFpHBq2ypbWVdXXgaYm1CJy8PPzkEwRzQy1cnle3rNQluKmZy+bmJoFGS/7mum3OiDWfO3xIGzHo5KWLmsPpTjPe7r0HFEOhBx98UB/44Af1p3/6J/rwhz7IjnhJ3/wt36xv/ZZv0Ute+hL1ebBbrOeZc2dx3Ef04MMP6e/9vbfod37n95nfeda7qxtuuEEteFrFQR47dkwve9nL86nODTdeT/ukXvqyl8hyPXHdCR2CF7+DH7CGXrN5+HdbjW6UVcUcO9rDLt8OusNu12tkfKdeP6+5WCunLebsL9+Jy3M3r65fW11TYh1L9MYwgxO143ab6YQQkHOTcYqizM53yqc+jO/vURivRT6EkPnvotvW7yNHjjDni/rcffehDymvqY/jr3ASUcFLCCHTqliPgvHNn8H0+lnnBvL4sJt3956/5+ayHfsyz6Hnbp7XCaxcP4Y4znzedPv5Z2JgjPPMU9cCTc++s53fqbTNFCO5ixXeafDDQWUAyMr0OhjGs3e8T7s5auKVtP2EUohKMcp2vyHv1LjyBaEQ+HAFaQjkAfbh8larU0u9uy9Kl68oDOgw7jxOr6kyiT52midbVdPmXfq0Qt0SoanW4F27QE4APMabcMBFXwOI2mHZ2WtxSZHxsqV0CqrAD5PS+fvvkOqeLAc79vb+EypmD0g8BLKgLp5SsU4H8GUZuz/pcD9bRY5xhuxWRyberOjT//Z/1+f++T/VQ//7b+qR3/xn+uy/+kc6+4F3aCJuKnJsbHLdyUk1Dk6g4XmZD6eeRgjIiEIwOB/knJwVeT37os5knl39XOXN/pbwuRqmIDbEEqkmEMAW2MRMnltEfgodqQ7KZQ+KEhOIg3Tt7fbxyM6HLCqjex7Vw2ek9SVoRMi4hnbVijj7cC0Z513x+cDtz4Ih+jYARrCpgZRWQdiaEBt9Mg0sjLSuDaU2RZQNbdDs2ooC78lHoeKEhUnCEhs1gQyP2gYSmPWncr2edQXKQAhRIfgJabBNKEMzUoMRpqAAXzYCfuBjDDigoRqcT6uDrtJ9BJ4NQAghPzfGETSN712JdzxuF5VUCzT5ct0Ygjx2FNPROh+LS2v61Cfu1N133aP77rlPd3zyU/osDt1O/eMcI585dUpPPPqYFq8samt9i2VPGvWHKlMJD0UuRyVF/s1fuqLpyRldf+J6HTpwUFVRsgMdKIakAGxt9rS12dfGxqb8vnppaVl+Z3kJx+Yv9/lvph+4/wECi7tx5ndmuPez98g/8PPk40/IDnCZZ9HBxQhnvMzONTDBkR085ciEXS5xvJM4QhvhSZ6XaQIQ0LIhtpPoc7xbFoXGBthpTAnjnuT6VtVS+P+x9x9wdl3V2T/+7HPuuWX6aEbdqrZcZFmSe7fBNIOxKQkJyQskQEKAhF4SQuiBUAN5CSX0mmB6Cy20QDDG3XKRLFm9jer0cts5/+9zZq48FrJfyPsjn3+7us/dbe211157n7V2uXMVQm7IAxXt/G2UfRzd3dmllJ377p279Yuf36B//ey/6p/+8Z/0mU99Vp/+xL/pO9/6se7esEUDe47I10NRJBlJIeQ8u7rKWrlysXp7uthp9sjfkr/l5ltxpD/T977zfe3YtgPdDGsJ9/RnnHY6TnxEX/rC9bKzGkFfXfRnamJKhw4eVgUnm2Hv5vbNVXt7p/pZfBQ4SSlzYnB0ZFBVL8B4+CYnxlXCMWYsuqMQqZ0+1HiejrKYvnvnVv3kpht10+0b9O3vfp+FyZf0rne8U+981zv1s5/9XEMcefub8k960pN05ZVX5n2YgJ91khQT7dixPV8QPP/5L8j/hK6DK4A1Z52mSy+5VGeddVau42XLluniiy9VzJwpschrx254Lq9cuYJ+ZTp11Wn5omeE0wXvgjMWriEKXPfMlbJMcRwRZFyH1ORFWEd7uwJKzSibw0KyQt88hn52jBAC/S3JC7VRHLsXDq5XQxcRfFvxEEK+g/YcqXCC4fwojhVFkdy/AK3LPF+mJqcUkWY65POowWKkhANPikWtZDFz5PBhFkLDmr9gAW5mioXgPLmPMfzamYu2DZbXp1oF8tyWn9spFl9ecKY853mbyNTLyYZpvVCg47LcXVwL+ETL/evrs8OyJNOIpoPf8DNAZxA86J3JMpLlwhmElLRB4CyC/E0HnIsJyw1nE6EbBUpKgDHbe/M+ad8+pQWo4kwhhneUUSimXVBqXjNwbhZIAD5lpMQn+yHHCDvdfUAaunejkpCoSW9TMrOZwYjyGtBG0+BKUY29+xRCXVEYs/6k9oVa9ujnaldNqiXSndDO+8M3YcwL7MYzIMFSm2+7QzNKUP5yplGUJnbh6Nl9x1GklH8JK7Y4iuHfYKUaa/TAbvW7/6bPK/NBvH3pGVJUwtdEajJhNHFQe7/794q++79V/s67VPzOu9X83ns19YsvK0lr8qqzYZ0xsU4++zEax0kdkynA0+8MZUeRcr1ZcufTp8yhYZoTghELBt3k4ckXN6Zr1YHt4L7tCs1J5Qsa5ydtWnntM3UL/Me6pMM90pHHXCO1LeOApM21FUJQbcdOdkMkXYfAsqT5Mc90IsNJZIqmHT1ZKERN/PzovTeprTFOfoRWI/qUSqGhY698ghxLTUfcxmyQ/0lUegAAEABJREFUm7fnvsn9y9iRS0k9U6HqQnGMSYjDGC8wGelcxpgcxEkdGiQfmmhEqi5dK2Gg2thZlBsMJkfb2FDJbWnmZXlmor8WtMpm0Ye8MjKhb+82/WCTYs4UmDuZ4rjAA17P40kS50ZD1Mkwgik75pR64mU+NhI1jnJ9R59izFPToHssk8Tz4AWoAblSDEoIkTIelkwJ5SUdPjqiAwcGZZbFQkFt3JvP40i9s7NTPRyp2/gWi0kuQ1IsavmKFTr9jDO06tRTVWnr1NJly3Ee3ZrHjnAfu2//nfORoziaqZqCIo1xv22HNrD/gPzjId6p3rvxXvnvqW++6SZt2HBn/uMw27dv15YtW7Rp0ybqjOYGc5JTLf/HOT4Wrk5VWSRMaJDxquNsx9nZ+MuHhaSgiP6GEBRjg3zMWsHhRVEQXWUnNYnZ2aOBAZ5/SYUkkQ2mDbGNpw1pit5svKs4gyq6tDLqHOl66NrYtfnO3sb2tttu1XOf8xz9E4vxH3z/5zp4cET1Gk5oKhXTg1nGM0QbqUHlOI44su3RmWvO0BqwdOlJWrR4AU7wTF108UW67LJLdelll7AjXqyu7nYVSwnOZ1h3bNisX7EAaDIowzgr76wto/vsL0KOc4Xhb+H7NwUqyOdd4RSL6iyK1Ymj8K69jC0aOTwk/3lklaN568I7Wjv7I4ND2sJd8ob779ckc2IOR1fLlq7QypUn68ILLtTVj7taV1/9OJ3KGC/geQgh5OPvO/GBAwcYnzFt37ZdH/jAB/TjH/0oXxQtX748p7eefE9tR7WCnTqqwJGPs7jplf/bWh/Nr2AOJYzD/du2KWb8lixbyhzqUB1D7fEJVDp06KDGx8YURXE+F9x/75B9tO14CEF2mCKMGfcSc9PjFEJg4dPOXE/lZ2F4ZFg+KSlhZ2PmtxeGpjMPz4OgkPfNzt4ypejctC73HPGCARKFEJgWmeyQS6ViXscLDX87/r77NqtI+54rHTw33n0XkMk893Li4WfcecWkyLN2MJfbtDClp0G9vT0KzFfnlSwndfu4WuphLJcsWcLcHZAXqdbpCKdcVDr2jo7FZkeYfPlsnJ3neCvfYSDDtQ3SWYRXwThXo0iTSR2n2lCEMoo2hJ7RkEPGcXqsQmjiDBrkoJQgeReILZfapdPA5A0/UjmFHxReCGQKOa+UTmYz7an1yjAurkxBwGLzFiJMl2bSsgXS7T/5qgrsdpts85u0Z4ffDEEhxLLfk3kGqQf67Tf8QIqbOPIMFQQ1srLOe85rtPSv36/ak1+ldX/zWbVd/GT8SRGZYjVwMbX6sPb/19fUP92l6bb9GfhIwAQYGaLfEU0FeXCJKO83bVb3bdXSGBq/HVJvgvzK8jNUY4fonWHDToajrQVNaXUZPcH3ZLaS53RJ8/f7T/hShRBUZfdXZ6L2nLZWw9CY5Wxk9Fn0LP/CGTz9xcKUerNpHhRHjiZ8JkpSPUrdW9em7wjZIoSGAo1tuUmaGlE9Y3UTBaXotf+iq3Te2z+j7KmvUtvT3qYlz3mjMpxEA14Nxq3QSLX/xm/oZPpknyLYul6TucRZOO1E3MFHZGc6JmZTWsK47vrVz9XWrKnJvwyk+bxKlcLD80CEuYgZnwbBid45X2gzBCBA7lRCvnwxU5DKNbq18VYVA7Iwz9JCh0675tkavfKROrB2qXZecLnOevqfSUlZCXM+Rf/ada+SsZnW3LbhZODDIDihfKZDoAyEDDmcNi2wcTGaGN2Myhl5/oUtz6WoEEvoPIojibqGyw3XsWNrsqPNXBcZnZ85pE6qIBn0L88nTpECcyUjr5EF1RpBPsIfG51UxANWTHjuMLh2CDY8XV3dWnLS0vwYdu3as7QfZ26HvmPHLtnRbifcn98jV3X7nRtwApPah1O/gxOCG375K9144026Gad1L8fUW+/fph0s/nbt3CUfzfr4eYidqnkexIGM8BzYwQ4MDGj3nt3axYnCnr17aHO/9mEw9+/fp6HBo2Ktw+nAJMY1yXfhnveVSlkN5I7jiLIJaBoqJoUcvoKo48T9ozVTLB5Ml+Hck0KiOEKvKCWgLxtZQ+jZTsTxEAJ31Pfqr1/9ar3qVX+rQ9yduX02gXLVJAkqloKw8x4mtbclOmnxPJ1++kpdecWl3Dufo7n9c7Ro4Tz0uEhdnR0qlRPt5Ih9fHyURUcsO8l168/G2Xdr4aKFmj+/U4VirJ1792v/oQMK9GPvwF4FTgb65/crIHshitXBTm8Qpx1i+sk9ty1rpb9X9WKiXTjKBqc2UZwoYfcfs1itNjNt4TTi4Oi4xuqp2nvmKKm0q5EGFuRtjPGqfFfaySmIHdYynHcvu2Y7Hc+pMRyv7+s/8cmP69/+7V9ZoJwkf9/hnHPP1oIF81VBKXZO5194oSJk2sPmauGixVpAn9rpt8f30OEj8pi3sdO9ADovUrx48I81zeHqoMGKyb82F8WxhIJdx89FFMfyaYBCxDtSsVRWhA6McqVNbs90cYExpe3JiUnmQZUTkhF5geR0gfwInr766eJkg2GnXpTL3eRkyDvsCn0QL/eVIH9XuUf3fBjlesS68H9C492+FwqjLLoKjI+P1z3HunleDnNk32SMTO+TIO/quzo7sa+ZlrGo8bXC8NBQvnCdYNfgeR5oaWJigk+pi3H1gsJt7tq1M7+ycHtemO7fvz+naX1ErcixMCM2GyQf9G6VuUXXngkbwhriIKtx0ESxLv8QDrZSRVe2AyRMQUJOQj1/sz4Tg0S3IvOYwakladv3rlcXBilgYDIVWCHFGPugZogxwjBJgelzWYpqwCCDV6aIgkzhIIHfpsGBHLn7+9LofmVRCR6Zmkmm/M/6GMwC5UohRpRKIt1//TeknfeozlFPIUqU4Winyn2auOoZCs/6W42dd63GQr/iyaDQDEpZkGy68XtatO8edTalXIRAaJ4GfDuKUjp4kKJMXtJnon0ccgNxM3LTgzs0jwWRXI88uqK9B6TeVWs1hfMRuvB/ZiKMZ4fLC/CHr4sKsOzcf5AGpIB+hMH3SXn59LM0YH7ilQLoUKfSAAPGqB5HmgINkLlByqH69TdtedExgm4aSpGcwcxqCqxSQquO26lLtQ37NPyjb8qrp3yli6Wrw7u+9qkq//6bVXjcSzXVc6qqhQk1YyarZTm0R8P/+SGtqNA0ekId+Rh7fBRSBf5FtBOjLyhEUrAU00g7f/YliQe16VMMupUxD5ogpV4a9MCL+g8kjotRDxUoRpbMq74sQr5MjVIqnncplvoY15v/6cPqIN6GE6+qokbPWZr3is8pfvNP1P3G6zXctxSj2GR4G8rium58/19rgZsKfGTg+Lfzj89r0dGGmJuBc90IZx/IjzFgeR751gFZdL1Ke015t2NnHsUISHkgNDJljJiYPmluxOrVmoKt1ky7wR0PCAJCFMOe+iGiVuCZgygL1M3UdGNxCWcfc3ebacHCJew4F2ve3HmKaO/uu+9Rs5FqGGNmQ/aDH/yH9jFX77jjzpzPlvu36n6O1Xfu3qO77rlHAxzD//CHP9att9yug1yrDQ2P6ujgCPVHFfEvKRRVwuGUcTylUklDGLv9+wZ0YOAgdQ/N4KB8AnD06Khs8JYuXcZOcZXOO+88pY26xseq9FVav26tJibGZMdf56rsyNHD7Laqsg4L6NnfGaiw8Oxjt2QDPIURHR8f0zh17OhjnqeUMWiwSIrimBOUmvyyoW9yTdLd053L951//3e98U1v0j1cK7gcP4LDidXd1aF5/Z00l6nBrr5YjDRvfpfWrT+L046VWrIUp97VRn8L6unulGVpZ/ddKhbUQdjd1ak2nHOzWc9PHY4cPaK29jYlpUT9c/s5iu9Xpb2k3QOD2nT/FpU62rV05TKVKkUVEKTCyiKiDx0dOBDGubuvXwWc1I4jhzXBvfimAwMaHptUqb1L45xi1ZOytuzah20oat/ohCaRWSFBZ6kqlQ4tWIi8OL9Vq05D36fLX5Zso82jQ0f1rzj1L3zhC/ra177Cwu2XKhYT2bmfeuoqLVy0QCn2wCch8+fPVxkZprgeKSRFyhariY2rcdRtWQssIl3e3TtHnnt2pu20sWjxYi1ZslQHDh5ioTjOwiNld9/Mj+s9l0ss4kQfbTXMN2EOeboXy2X00cYCL+V5CHnYzvVGxJwfHBzOx7TCQsbprq4etbV1qFSqqFxug12kOb19SllYxFEk+ekgnGSeRIRtjJEXN54L/n6DT5VCCFrA8bznU4W2d+/erSP+Cwecuul9+mXHvZ+T6ykWB57fsecW83OYe/Yi/T969CiLxUO0JkXw8y69C8fu/vikY+nSpbIeXa9MG10sHCyPeW3evFlf/OIXkfWBtyV/IPWbxjIIWyCqWDzoZamRqL0eVK52qODjSzx9/rfEqYSGhS8QS2dNFisaLbRrMmrPOxJTnEfg2Qntgc13y1+iCVmiuFlUUi+rUO+ApCJsT87LVQIfsSaEvwWRmvQmCxg+8uXCApE2ad4Ows03K8RT1K+qGTdUKxAWJ1W0V6RN90H90uNLLDTe+cdqTu1RAaGbGLAag9zgIWjWUjXxIM1QUBwnittLKgwNaOqD79CSbtroBDPOSu4s9sRyLG1KU3vvVQOD0STDX3KZUqZqFCALGhoZEY2Jommgh8kxqXfR6egxViUEdopNDW7+T7kJDiZkJ494UiQNjYqPw8LuKM6KisYa0qnrdbRCfgDNGcC3KoQKTbU3Ms2diCkAaZs3z8RP8MYfd05KHfWiik2Paxd30Z08tO1uWoJnrrs2aU1Zuuk1L9Lknpsw8DE7+wob46CQuo2CMsIUNEGcNtSpQW398utUGaRd68u8DJKZimpm7RovFHC8qQpZTfkOm7K8711SaTcJdjyNcq9qSY8aMXMkKirDM2aBMoNA5mk4PhsuR39eLMUsDpqFCUhjNUOslMVQ0oCYegy1etHlnZ9+l+LGhCaYaGWOnOttJaVdHQpxQe1xSWM8cBPZlPZ//0sq3rVH+aIsnuZxbGxpL4+TfexNG3leIAdEGGclMWMypcAOQoyVjcm0sqVCIWGsm+yUJwlTJRgGaso8AvVbYYtto95QdWxC/sa5Wi8TGszBEEcSyHVGeTDyyv6QPP/TKFa1kWrzll264cZbddPNN8u76J07d+oAu2z/2tkNv/gv/dfPf44RHpUNmH+q8yac+dRUTSPs8vbhqLdu362hkTH5p1h9dL9t6w524gfkO/idO3br7rvv1S0336vbbtuouzbcJ+/wxznWr+DsTj7lZF1wwfl6/OMeq//1x3+kv3je8/SXf/k8+W+qH/GIKznivix39CUcd7EYtG7d6TiGJerq7paNq68ZFsxfgP4KYjLKO+VBHNTefXtYZAxx3H8Up1FlYTCu9rZ2RegnZmxtSO0YvHh1nvWdFArydYF/svWDH/ygBK3zqiymYsa8r69DbmsM2e0EujrbderpyziKvzB3fqefvotv6UUAABAASURBVIpd7gr5m+adXe0qV0rI2alKWxmUFPtXD4VhYi6jekWMTxQFtXdUePb8QMulasfpz+3vw+G2aWiioc3bdmqUxe/OPXs1t3+ehrnTrnJKEUWR7EC9GJuoNXR0fEpxd6/a5y/SJsbk0OCkhuuRdk1UVeAYeA9jtGDBUi2av0RLFi/Tco7s+/r7NTg0pDs2bNAnP/Wp/I7+Ix/5iF7zmr/VZz/7ORx7Sb0cI5+5+kytXbuWa4g16qeOd6mlUkktJzfOdUpqYyXledZbAX1aRjvUQD9LjKHzvNvt7O5CJ23ycfwo88i67mRRNDw8lB9Vm5/v2cdZoNW4SmljrritGv0usIvmoc7p4jjmeWmqs7MTHWb589PGgsNj7LEtFkv52GdpKstSzmVINMoJUplF5xQLE8vg58PlVa6JPLZuxwjomC6pn+P00dFRxfTJ/W6wSLRjH+I6aQ4nH67r65E50PlLll4g7ORUqoz98NwyH8/ZtvZ21blqcbt2/IPULxaL8gLi0KFD+ULAu3zPw5i+udw/p/zhD3+YedFuUY4hOhZ7qEhGwYnguWYwF6FQmz8w3r3FqtoK4yoXKMQA1edRkGtGNE5cR/BTVc1hldmWTKlYqCm2FK02GtL8ijR+5G51FMdUKU2pWKlLpVTlUqZ8Y1cwH8nVSoVBlTWiUrFGm1O4hxG19U6XKyZMpTPwjkN336DOUFUXVrsbT9ETCsQ17Txi6BBXZogDqd48qM2veYF0aKPKtB37BIBD+gL96SiU1I2sIRpX6Y6f6Ocv+30t2QSdeAWQAr+hcUA1zcURTxw4rKmAE44StRH2ZpHmYcD7mRDRyFEhkma/Fp9KqhIUyil9k3qgP7rxRkLy/TZ/dOVJ7OvCycGNCm3jqlunZQp5sDrnmhA0Ae8meqskNdqqqjOpqi2aVCWuqYAHRS1QnOCdCQMhdWXjKoca9E1F6COLp+Qj/dzazPC3LJf3STtf/Fi13fQdtdUHNVUIqqmJ06bd5pSS5oTaQ1XtB3fqly97trKvfUnL22fanSSEl21AMcSKs7rKxSZzpKFKSHM5GGDluqpIJ8+XBu/5qUrVg5RP4FgnVE7qyBeJDYIsT44UvkZGOPsdkeiArCSV40l1xchWqKu90KDNuuLFlHtuZNKaZdLkJ96tw9e/V3OTUdE5tUUxC7CCYox0KE9pQf2Iyj/9kg598E+0tpe6KaBuPq+IKvjjOLjcdIbj0ESFRIEHN+J5iuhIYBkfRQgLbJCazYYaLACaKCoEKhzH8kFJ6jYwSA2Mno1rCJFCoA7GVMBNGiGQJ0Mznzr2SpHBO64mbdY45j146Kj27Nur226/jeP8w7IjHuaO88iRIQzlpAaPDucOZgfH78uXL1U3d/jddirsftoxrKWkpEMHjuro4RGNDE1p6Aj0gxOqTmaqTjEetIzN1eOufpT+8A//UE9+ylP0pCc9WVdddZXOOeccLeVYs629TVMQ1zDsKYY5RcY6C5omuvFO59RVq/K/z66zu29AY4M4gYPxT/JWcYQB+m52uU0MaXVyiuPbSeV6RgUFxnWUxTc+VmiLuZDkYRmh5vbPVYbef/D9H+hHP/yR/FOyr3jZy+QvAI4OTaizvaKVK5aogmOwSivlsnp7ekCv2ittajAObehAjEuV3VwcRaqQNl3aTBVHkWLGPikkKhZplzFq0l6Tfnmx1yTuPqXUL+DEcseAzF3sePt72zXJomrHnv06zFXHOP2Mopi5wrMDTx9vxzgKj8eCBYt1dHBU5a4+HazWdBDHXysUNYEhuI+rgP75J+nAngP61Kc+qw9+4EN61zvfqTe+8Q35n8P9O6cXXuA1cGD3c3+/cOECrTrlFHWx4yxhd5JiIu9ou7u78r7ZoXWygy7g+Cxv7vy7u3P6EIKajJ8dWKlUVhm9lYplaWbV6ePrCnoLIZbHOKCPNEs1xZw2r4h03ia2OUmKKtG/Mjr31Us3bTTR6RQOOooi2YGLV4bunK4xFl64eMEwzE56nPlRpH5KeYpMpmuid/P3SYTTIYS8Tx0sFiLaLqBX005NTsrljrfhoC2HT7x2sBC2Mx9ngbL6zDPlcc6QYXRsdHqhwTNh57982TL6XlYHc9I8moyzFyu+TmqiZ/fJ34Wwbv3lVJfFtH3SSSfJ1xrDQ0O65ZZbdNddG+Qd/xOf+ERaeeAdPRAlxoTRbJB1wrcltWHCKMvxktR56HYd/tjbteNjb9aOj79NOz79bg18/3pVMPy5YU6k3oXS/m9+RPs/90Ht/Mh7NPCv79Hg7d9XpUEr5uO2y9J8pNr2mbdr47/8ne756Ot098fepI0f/QcVD9ynMmV5m1Rpp87kxq9o3+ferV2feY/2/tv/1t6vf1i98ygsghhk0twu6eANn9Gmj79V93/svdr54fdpx7+8T4e/90UUD80MHf5Iov1TkXnxzTfoQ9deqV+89QWq//Qr6mNH3rZzg+L7b1L9J1/UT1//TH31mddo7a6tWgR/VeFTB03gfrSAvB3kDd/wbW3/7Hu1+WPv0L0ffJPu+ec3aNtH36pdn3ibsm23SwXqtd6R1Ncjbaffmz75Rt33sTdq64ffotrtt8v/NW0uJzy9iFAqjIu06Ytv1+ZPvkUbP/4Wwrdq5yfeq2X05dh40kf8udK7/127/uWt2vyRt+j+T70Tnfy9prZ8g51jq/HjQni009a2z79DW//lDdr60bdoy0fepIHv/ouSCWgzgAy5/B0Sz6nO3TOiLz/jafrGX12nA9/6lNp23q7y7jtU2nOHklu/r1ve8xp9/vfWa+4t39NpyOW1h4rwod98qgee47d/j/6/Tjs+9vfa/uG36eBXPiFO8oTFNYnc7/nUOfyf79Suj79Rmz74Ot33oddq04f/TsO//Io64ZvThmnyE366jDZ7mL/7fvpJ7f7oP6K3dzMm/6At179Px2SKp2tfRHD/B96lLzzjTO369kdUuPmH6t15t5Lbf6zdX/tnff3PrtTPXv0CrRlSro5c9/QlD92WAY8HvV2ekmM4DqI4UgCikwGD46uLKIoVokgKITdyKcegNrQReY7rBC8318Q5V8cZKBybRA71YwxuFGM4RQvwJ3joN1VcaINpA5RigEe5u/XPpNYxRmmayfemgnd3T7e8E0mKRdk49/T0aoB7+Z07d8lfDrLzGhuZ1OgI8tBPs8ZXyc8zNlOIpGIp5GFMf20o2zGECUa8icF1XyMIEyol5BWLJZVKRTks0mYL/rLYXXdt1tvf/nZ9/7vfU0YfOzC+wzg//2a6rzC2cLz5ve9+V7/85S/105/8WD56L+Ok7Nx/8uMfa2xkVHEUqUhbKW23e5dYqei2W2/Vm9/0JnlX9XtPfaoWL1okO+j7Nm1CAyK9UL7XtTOP6dBijpu7OVbt417Zi4TF3EV3cFrgtkxnB9hWaZPHxIrIUEaGI4s4UcpwOAGueci4uf9O22FWcV5eKFRxeHEUKSnEmtPTpb453ZxKoNyooBLtZIyX9eIdZAkHOJ978H3c39YmqyoWSip3dGknO9YMp1wvFNXW1as1q9fpxz/4iT776c/JTm8XR89bt+6VTwfiKGJnXdeixYvYufbrfE5YlnAC4J18G2Plu+mFPt7PnX5ZlnXv3r05nxL67cDh22kVGT+PYU9PD3OlIjs78ero6JQddieO1HV99x+FiJJff8fot4zBSZICcyDJ+fRxulFiXpiPHXk3/Wpj7IrFRH5+IuaP77i9uKqywPEzNMWCq4D+kkJBqF9l9FRiXvm7JWUWH5Yjd+jMd5ehXaXMKfNQCHI7wywMzWvRwoUsrBrT/QlsWFk8+Bl0fzxmpvXJmse+aX7oxCcec5gf5udTBOvRdNu2bZPreFFh/RbpVyf6mT9/HgvqCZnOc8Lz+xc33KAfM2+9YHn84x8v58/W2Ik1OJvioeI2TIZ7jYFfeUQqveVDWvTi92v+Sz6i+a/53+p83zfV2wmDEkCHHX1S+z99Xp2vept6X/YP6v27t6r83Xs1N5kuV0zYJflLbWuvv0WL3vV5LX3nR7XsLe/X8le+VSt3UI7y+Mzf2AS13zSi/je/RX2veYs6Xv0O9X74W+pGHjtsuXfwxCaqb4vU/c8f0Ny3/6MWv+o93K9+QGf88EYl7bDCYWBTlYNkXJYW90rPBqs+9w0dfuJf6I41j9BNF1ymmy+7Qluf96c68z++q6fCe26dCt2gChrAbRLkb8pl/m3Sypvu1xnvep1WvuctWvied2r+h/5JHR9+j3r/9f1aNQE1+lGrb+axR1r63o/qjPf+o05+/7u17D3/oDPGoLPODet9hh77qtX/fpdOf/eHdcbb36el7/nfavvwRzRnI/TmWyJEx4VJafmN45r7xk9pwd++X91v/GfN/af3at6dVQXKofr1N7Isoo9zPna9et/1UfW/632a87Z/0inX/5u6cWi5zqBRharmYZnmS7+/Qnr0TTdLL3iJ7jr1ct1//qXavP5KbX3yM7X8k5/UH0J+inVTJNIEtKFOQuq316Se//ix+t77Pq16yzt16kvep+Uf+Yq63Q/3h3JNSRWw8k5p8bs+pAXv+JCWco8+7/0f1ak//Q9VWjqFZf6Gbx62PjIibhed9EC76OdHtPC1H9Civ3mrTnrde7T08zeovRca94nxy/vXI10+R7pugIF445t1++8/TTdeeqXuufopyl71t7py2xZdvUgYWOp5DlovGXG/Z7ffirfKTBdD5JC8QhwUOAkhSmZTGc4649jcD3RwDhM6o9DOxnMmimJhbyh54O1yG60Gu1nvYkXFEAWFOFJUiJXHIbcTMWzQ5Qrknehtw9bgwjTjZKmRZrKTH8Hh+78+HZuos7Mf1f6BIXb6B9kpjuHgD8q7PhvhiH6NsYMZwtG2dxQ5zu1SqRyrs6uik5bO17Lli3TW2tN1wQXn6DGPebQuvPAcLcIh2fC1s1OdNtZlpRznBXjZ8BZLSe7kk6SoiAbq+f3mkPZyZB2FoAsvOluXXHIJsgzqZz/7T33/+9/XFu6w7XTuvusurhfGkGOuFi5YqNUcNZ9++hnyVYO/QLUE5xzoozDmRZxJqZjIP6f7oQ99SD4ZeOEL/1LnnnuufDzb4MTABreEwa60FZCppBpOOEkS2YGHEDDIFdkBzuduuptdZu+cXtlwJ/CN44LsBDo7O6SQUr+oEnfnhaQgvxyGEBiaTA0WHE1gh1LBGRVp0zysF/EgBtDZ0aY2dLt334Da2juV4Bz85TI71q6ebh0+ckRmt/nejRrYs0/+64el69aoctICjeB4Pvbhj+mveWa33ne/Ovv6GNMB9XHcfPIpJ+nyyy7TZZdfrkc+4pHq6elRN/zqnIj4z8o8JpbXuvB4eL64LGMiLmO3an04PTQ0JO+cSxyLh4DEtOlxtmPrYnHguu0syjpx9N6tluij+Z4IbqNJfeuwWCwqY4Fk3Xj3nfKMJOjQTnyKxVCGHDFjGUUx+u5YbuOSAAAQAElEQVTIx85y2JE2eL5yPjh6HqvccUsBus5c527HyGWBT4MddhN48er+xPBNGG8vJn1VY1k8Nv5CnI/Yt+/Yrm7G3Uf0ZRaL/t8bO1jwxFGkAJzvEwjzNQaPHs11ZH4LmJ9N5POz7gVKCIF+Kp/zTpv/N775Td1wwy909tnr9ZSnPFXWn9vTrFc0K678OXdPfxukcDB9Seo8V+p6lLTkEVLP2VL7OZRVgMsJChjMrlXSvPOkpZdLC0+HbjkFZVAELWmIV8ifS3nfaVLvWeBCyjuB2yPI334W5khlePavl+aupU2OWNWj6b6YFp4R/PrIW3ISbcOz6zKp7UpoFgDL1iQMwG+n7bCpy/OmeUulUy6V1l8hsXjV+fTrdGSa2w9xH+gCdlIlQto5pkPaJUdyWSKFBVInfZpzirRgNYDHPJxh5zxJbcD0bttwfI4U06/yMqkDGdxHua0CtAHEMzAt6RLyVBZLnfDsJ5xLe8V2aPymLw6YuzKPyhoCdDX3TGnxfKncmZdO6wxeOZ1D83YRbfVAN+cMqZsrhT7GI4Z/flJjea2vcQjdV4L8nUjtC6WVtHXWY6VTLpBORY8nMyf6l0iFDqjgm+vLbZkHjptcCvnsk7rQV0J7EeOlk8lr0bX6U5TiuVIPOl2ITnvp+xz0hY2QIugtG8GD+uP8QKZBkLfP+LfTvx5k7WAOV+BVou28nuWqQmi4DjK3IfupzKUL0N9F9Aebr1NXCuMNXTIDy+j2W3DacBqS/G1+jjh0voEsCTImtNOMiSBghoNLMWKWJ8XQ2Og0MWSuaiMT5XSB4kBWICSgXooRtJPP7LRCpAijEkVBAm7KfGwAjdx6uNqDgFGBW2bjAoSTz5xWrFoz1v6DIxoeqnMczTRn7LGT7HQlmmUhQF6zrpGRcXYfNU6d2rR+3Vl64V++UC9/xcuhaeqxj3uMfv/3nqonXXetLjjvXJ2ycoW6MID+z2sWLVygEoY6wREG+tzObtHpOk704MCAtm65X/fee4/8Qz233XaL7rn7nvwb+lMc5/fPnavTTz9d/RyzL1iwQAswluvXrdXcvjnqxpksX74sN+InLV6kk3DqC+ctUF/PHCVRrB4mj4/zh7i772U3uG3r/XoLO/j7Nm7UM5/xx3rC1Y/TfB7+fpx1gzuzXRzN/vKXv9A+7vktc5OjYjuApFBiMTHOjrao+QsXqYz8ixafpBUrVrITnpujm51+R2ebCgx4A11VKhiCMD0AxaSY71CD9U3/PXYuSRlLj6fngZ2LxzMvY3wcL0SRent6NDWeMi4NTU5M4dyPanh0DJ1nXKsM6qRFizU5NqmtW7fp8OBRXXbVI+U/a3zn297OQmmPuuf3qX/xAg2NjaCfk1Qut2nB/IXocZF2bN+p++/fqo72Tm3ftlOb79vC4qSsBgtRO+zSjGM+woJijONqO52hoUHaPaqhoaFc7x3t7ezAS/AtT/cR2eM4luE+FXHaHm+nW31z32eDKkzjSHUWeJOTE/QtJd6QTx1CiHDW9Vz/kxyp1xgnVEhb5ZyF45atUilDV82daifjHihtfcnO/XDbhYIfaCmKY4lGA/ots8u3I3fbXti4DY9XnUWPFysrGeMapwUDzFP/at/8efNUYfx9umOexiB6Ny/fvbeuLqIQaeDAgbydjvYO+lNnAX1I7R3t6mKuWC/i5QWmF0YjnCJ84AP/rM2b79N11z1Jj3/8ExiLkszfVwWQHntHx2KOZHz8JoAsf5vWkZQPw+lA3CFB/sZw5c7OiRaNyw2nDZcZrTzzcHp2WSvP+UarzHWcdug8w202yKyBVhxDlMvhcrLV4me6Vp7zHTcvx03D+ObnsNaU0w5b8BwoQmiaEqHjBULnt2BalxmtPIemm43j85x2HfNsxR26jvMMpw2379B5huOmMxxvwfPcPFswbauuaY6nd55pne9+ON2C8xx3fevFOnPo9EPBdVzm0HUdtuB8VIcPUb6AaJVbRsttmDaCyGiVO+94tMrN05hdPjvd4tHKc1stuE4r3/zcN4fOM5x2nxEnfzudR2Y+ZqdNZ7jI+a14K+3QcD7zsaBUMef1TZxc5nzSAUSetBh6GwR/wS5lx5kbQwyQyXKHTSSEINM02XV4dykvEnD8yl8hj5l2NvKimQ/nT0ctbFAItAxPEYraiKBmI1YUxUpKsfr6u3X6GSdr9ZrVuvTyc/XE6x6j3/v9J+qxj32Mnv2cZ+pPn/0MXXvttfmOwzuXlEVKpeIdWFO333E794p3aseObSwKhsAwzqBDYxwn3333Xbr3nrvzv6G/E7oNd96hrezKhzCS7lMHBtC75JUrV+qM1WfI30RegFN3fi/OzrtoG1fvnjtYQMxlAbCM+/0Su0l/YcryRyEoRs/FJJHvQ+/ewG5/dFS7d+zQR/7lX/Sud7xDcRRpx/Zteu973qO/f8ub899lf+YznqGXvuSVetOb3qb3ve+DLGYm5GsL684OXby6unu0jN1sW1u7LrzoYnbGffLuWgqyoxavOHcgaJWxRBTFcaQ4ihRCkP9BMv0mjerReaQImkCu2/JOtJnv8mtKWBiV2OmHLMiLruHB4dzw9/T05PfgVZxPmR2l586FF14oO5nHccy7lSPiz332cxoaHFROS0Mj46Pyn8SVSsV8hzh37jx5h7ps2XLyV2kLCy07x8c85rF5v1asWCHr1zJNO9EKEgrHO4zDamghVxzeoZdZCERxLNOVHKevXgy04Qg7GaPu7m4WAUWup6bk+e0dN8R+k86Oocku1ztjoaUyx/chBPpazFGg8+ZpXhX629/fn+tmlMVOFAV28yMsTOq5bN5BWw47/yhmodfbqy4Wg14kWybL2aCtQDvWWxRF1G3IciXFouqcmDVZ2caFmDaS3Cn79Gr/wH51dXYpd/70qQ05XNfPo+fi0PBwzmMeiwDr0Uf3BXhY5hCCAnJabtMm9Mf8vTiY4prBc/Xee+/V+9733nwx+6xn/Yn8DFhfczh9iemHvzSoWa9oVlz05TeHaxpByus5bsxOO+683wSxlBv5Fq3TNrZOO2443kIrHah3IpCdy+Uy13HYgstmw/mmMRw3bGGN4+laadPMhuvOLnP6N4X5uK7D3wSmNUzr0JjdlnVjOM80jhtOOzwezjdMazhuGodOG7PjrbTzDLfvPMNxw/HZMJ3TrdDxE+H4dmfTzK7ruDG7/KHipnsotNo7UflD8XN+q48OTwTPHdMZLnfYgtMtOM8yeK47pF6RI1xO7qW4qCZGt8luz/d6GbvFFC8bQpQfD8sGJooVQpjhlhGXAv+wiEopt6ERPARNCIHCIBucoKAMXuIVgN+t0PHjEUJQwPiwgqAoVrnYpTPPXKfHPuZx+v0/eJqe8ntP0SOueoRWn7laZXZK/htkG8H9+/ZpYnwsd+SHDh1UH7vqQiFSxinFCnbWjQarcRYiNmKG03Ecc+zcroMHD6nEsZp34P7ltdM5SluNQz/tjNO0atUp7I5XyGWLTzpJ3ThVfwkqwWH39PRicDtkpxKQtoxjL+FUiOa7uiq7fv/ojr+49D3u8L/6la/oZ//5n9q1fUd+UlAsFOQf6dmy6T5Vpya1md38zm1bte3++3XH7feyi92mFM+wYEGfVq8+hQXMap1xxhnavWsXi5RObYLeDmYBR/U2vC47yg43pZ9RHMuG2vA4pDh4D4/LAnMwIHBAzw7lF2kHLbiO9RNwOK5rJ2PaAk6i0WCViFxFdpz+EttJHGFaBx6LYa5NHPec8A7RzuUjH/2o/KNE//yBD+S72quvvjq/W/Z3CfwLdP6WfX9/v8osHrZu3SrvXO1AB1kQeAG1gNMSx2P05bZ9P1zlxMX6tpzOs6P0AmpoaChvw7vXEEK+MHK506YxRH4IIXfys/uX0icmDCrICNIcQi/e4ZZwtu67HaLbTgoJdNNvLzhCCHK+d8Buo4RuRGV/cdMLH8vpui4LIeR9tVy+F3c/rGOnHRqO2+map9P79u9TCEH5Ao4wAgcPHmSMi/rpT3+S/0XKIk50PC+9A3ebA/sH8rnpNissUsSrxsnEyMiomoxh3gbja3379MD98JdDvQBxP77y1a/qm9/4hq666lF6+tOfrnksYGEhz3Ev3vzMe/45rwWmVitKmP03QbUHvRmEB6V/24Trt2ADaMQwsbRGq+w3Dan6oPdD1WsRudztGI634HLHHbZgnfkU4PiTg9YJwm8a8ozmX67774Stth22ZHFotPIct6wPB/fJ/fttYT39n/Db8vx/N3r3ryWT456Ps5GgPM9Tw3HDcdOY3nB9yNQKHW/B4+I4419g944vlHD0eTaOP8NJBFbCds427jYIwhiIl+2geYYQCIKE82jWm7KjdVzOhzbEsaI4UhwiRdSLIOXggHjIQbNcE+ctKn/ljB0LClAIPlKsQlRSHEochc/nXnuJuns7lGZT7MZ9PDuoCe7uvTBp1Gpq1hsa4s6xk92NncIPv/8DbbjjTrhhgNmdBJqLo1j9c/rk+OTklKSgzo5OeWe+Zs2afIdlo14slpUUiyoVS4pi5MDBRFGU74Db2irQd1BWlMXMkN1G79DhQ9qBA//VjTfq5ptv0le+/GX96Af/IX95bs/O3UrYzVsXhw4c1CEMdMbiaM+u3RoZHMrT8zj+n8dRvZ2x5bvk4nP18pe9SO9+5zv1j+9+t97+tn/QO/7h7Xrb3/+9vGO1Ie5mB2eHGCPjAk4YvAtbsmRJ7kSKLETEy84rhKCEPtigl+ib0EoUCvJpTBTFUP36O/U8oF4IAYeH8nLBQk44PS+a8s7c3zcYn/nTviU4fO/4kmKRhU5FdlBbNm/RBz/4IX3ogx+W6518yiksrA7mu1wfOdsxTXHsbUc8nwXL8uXLWVytkp2IFwveNbufPT09ihgDo8KCwM6mwQ7YerCzMb3HzosF01hQ8/Zu2X133KHLzdP0jlsm83CajrqXDmaQ5SEqUKBthjpfHBSZFw3GL0NHrm8+dpQVrkRixtl5lqHGUb5DwTUoqJSfWrTl4+O6TtdxvHWO4pOkoM7ODtm5l1nAJoyfF05RmJ6/1oHpivDwlUQJHVhnBw4ekGVZyrgXi4nK7OjHucow70ajnussZn7Ywff19anKs1BhDk+g8xKLUvPwwrWru0sF2jSvjRs36Uc/+pF27tyhp/7e7+XfE/E8S4o+Hcvk58vyhRDkv923rluIWpE89Nz6beDahuebHUkLdi6G0w5/W7ieYb4PBZcbLnd4PNyhwIflc59sdGfDeS208ltp16OqDV8Oy388f+e1gHH+bzvpVt3WgqCV/m3Dliyt8ETyOq9VfnzoMuP4fKedfyI8lO5PROu835bedX5XcL9+U7RksPyeF4bniNMOjVbc881pw3Qngmln5zvdAm1F7HYjnLviSPlvAjAJMeuyU06bmeoYUmGgCqWSmlg5qpBk8mL0FIU8r8ZOucHuAKsurArvWFE8A+giEOCRhxiGZPbL7AAAEABJREFUIL9sQBEEnk4ZQZGpFMJMSDqKWIqgu+GhUXZm49q1a7s23XeP7tu8UYcPH+SId6/uu28j6U26447bdOMvb9Qzn/ks+U9+XvrSl+oPnvY0XXrpZfrVjTfJxs5fimraONPvJsfQKUf7Npy7d+/CCJdzBz5//gLNmz9PXgDYEHZyzCteI9xT+kjZO/RNmzbKf0e8+b7N+iq7nrs59r/11tvkPzuy87ID9xfHUk4ymujQO1D/BoB5NHEQcRTLX8aL0IfbX8JJwRjH+E1OUtymjbV/mtc74de/4Q166ctfple+8hX60pe+lP+Wu3eGvpv1zquDO99FHFc36E+JXaQNMOIqRJEct8OPIsaKRZnrmc6OcXo8Iml6QHT8y2OaUaeVb/oC49pKN+iHZf09HEGeFwJTIMt1aEfstvyf5Pzyxl/qP3/6U/35n/8547Vf/q5BBYdomkGuRuxgrBPzH2I3bofidMbcMA87UTu4EIKc58VKlYVdFEfq6OrMF2RTONQ6czCDJsZhBspSZbITKzJ37cDs3B3G9MFx6yYE88xndT4/QpitjJk5Cp8Y5x0COqTPURQpQp8hBMIod3rmZ31b1iLO0KcrQ0ODlMca5Wpoaqqay0KX5FfKvIuiOD958I7fR/126u6bnXSMjNa/dWOZUypaL9ZZFPGskvYdvxdCpt+5cydzdn5+SmId1lg4jLH4KuP0LbsXUF7wDKNf8xplrplPHT1OjI9rAScmnqNecPmLd3dwfeUvg/75nz9PvioxneWx7D5haKLrkZHhfDw7mX/Ob4EZ1YpKE3Ok0R5pqFM60i4NVKQ9JWkH2EZ8G/lbKd8CNndLmwg3gnuodze4y+iXNsyT7gA3k/4ldDdQ71eEN4NbybutT7qxQ/pleRq3w+Nu6t1G+a9o5ybau5myW9rhQ9ntvZJxB/E7odnQRRuEd4ENzqP8DnAL+b+C76+od1ObdCvxnN50lG2YFd6OTLdCdxs0d4A7gfma513wdF82IGcOZNuA3MZdtOOyHI634Dq/DVr1ZsK7qWvcg4wPC+juAfca1L0XbAQOjWPxmfJ7KMuB/B6ne+jTCUG5++Q+bqDOncA6Ne6El5Hrj7h1nusJWR3ejW5zkL4b3EP6eOTl5Jt+Nkyfpymz/u9kXDwWvwbngzsMaO8AdwKHd9BmCx7vh4Jpb6fObQZ1bp0Jbyc+u777Z+TzgP5aPst5N23f5XnCvLmd+XkbuJW56vAO5tsdzN07wQbKN0DnvtzeGXRLR6RfUf5f0P4kln4Mvocd+y74Hn71B9ixHxbIT6QfQndXWKFGgDmGQzj5xjEHmLL7StXASSkLGFNoAgYmYBiBMDawVJN6NrA2LIK/8yOMoI1IjjjK/QjNCiudx01HNdLkUifDGTrP5WTmgQ16bi0oD4p06NBhfec739XPfv6f8hfitm7dooGBvTrv/HPV09NNsyHfjV/1qEfpmsdfoyc+4Vo9+tGP1WWXXaH169frHu4ZbVDtnCbYyUdRrBhjasNaxQi7n7t37+b486BuuOEG+U/hfvKTn+g/OWa3I/ffsv/qxl/ld/j3b9mSH63v3btH27lP72hv455/lL5l6KuuCXZTdog2jnV2a6MYet+lphj3Jo68gZEc54phFGNrozs8PMpCZats0GOOxRN2bAcPH5Z/Hz5DMQUcVyZp7959+vRnPquXvezVsgwBPfuu2grr6elVN/e9ZXaC3p3a8cRxpDRf1KRwkaI4lsepgpO1I4WlENoqF0Mst6FZLzuRNB+o6cwQgqIo0uyXd5Xlcjnfvbu/P/+vn+fF/jb6Pq5Sfor+9u/bj0Ob0Hvf+34tOWmJvJO86+67NT4xoX6Ogj0GYzgbO8P29g6ViqX8y467OO1oZ5Hlk5dxnFaDuWiHGHMyIWTxtBnkmsDzsLd3Tu7ount6VKS++9jByU4P9+COG21t7SqxEHKXDPMzpCAfc4uXF2YZOvNYZRDxVghBHs8ai4kSi4Y6zjGEgC5C3m//1G7EWJBFP8fV2dnB1cME9SJ2/5M57zqO14uWCuNjOdzPPM1xeid99P15B/UsZweOc3JikuuwVIP5/9FQ1ShH7QcGDjCPN6rOXb3H27JbZz+Y+e+DTz75FJXhN4ROli5dJuv/6JGj+ZhnVhYD3M+pkRRYEPSpu7uH+drk2S4xn+6X9V6D99e/9vX8y4XPfe5zZdm8IGpHRj8fXgz4BM3PfAldeuHhhYFmvR40Q97VuFhvGlmrvzl8ql66d7meu2WhnnbXPF17x2I94Z4zdd2Oq/TkvU/RE3b/nh6788l69K4n6ZE7r9MVu67VZbueqEt2P1GXDjxFlx/6fZ2794m6YNMluuT21br0tlW6aMNZuuCec3Xe9it1yb6rdfGG9brkZ0t0yX9264K71+qJ+6/TxZsu1EU39OnCnxZ1wU9KOv/GRTp78/k6Z8vFOmfzpTp7y+Vav/lyrdty5TGsv/8ROmfrVTqb8Py7z9dFN6/WRTeu0oW/PFXnbTgX+iumaTcTbnu01oOztz1W52y6Qufdc4nO3Xi5zgbrN5vnI7R2yyO1divY8gjqAeffR1mOR2jtfWCTAc2m2XAe2Hil1h6PnJ6yVnif65GG59oZnEVorNl0pY5h4xVacwyXEwfIvca0yLnu/kdp/dbH0KfHyvG191+lNeSvQfYz6e+Z90F/32VaY2wmnA3nHYe1my7Tuo3TWH/vZTr73ktzrL/7UhnrCNfddamMtYRr77pMxlmExtq7Lid9udbd/QDWUrZ2w2XTdTbAB5xN3XNauPsynXPXJVq34UKtu+1crb9lPThL628+E6whbpC+ZS3xdTr71vU6+7ZzwHlaf/v5OvuOC8CFOvvOi3X2HRdr/Z2XnBiUnX37hTrntvN17q3ngnN03q3nEJ6rc8zjzotyOc5FrvOQ/4J7r9SF90zjYsKL77pS5995qc6/5SKde+N5OufHp+vc/zhZ5/3HKYSrdPZP1ujsn63X+p+do3U3QHP7o3XenVfr/LueoAvARcQv3/BoXQWfR91zhR7/45V6wg+X6/E/XKrH/fw0PQbej7rrkXoMc+pj+/o0oQ51Yy0Dt/QybLFEDMeUYlyFYbDjiOKYaKT8FSI12PGHKFaDXV/KfalcL4rk3VQIIhk0/Y+4lB+XZzi6ltGxERUf/qZ7DlxN5DQLjpyYdApvG1xqszstqqd7jnp7+7V86VKdfPJKrV+/TqedfqpOOmmx/GMpozjVGNn6oSnGJWWNLN9lW8ZNmzericE7fOiIjhwZxBhPSkh4xD/RimH9LguJm2+6maPIPdqxfbsGOVI/fBhDifGbmpyQrwX8P9QdOjCgo9QZp62piXGM8DDGdwpnECmOgnxc2tq5N3DqmaZfAxhqf3cgw5FY1tNOO01jOPyeOT1avGQhemxygtKgfoO+JhjtslBBnh7B0FdrDbEOow3JDranu0cR+u7i+L7AAqGGnFWOZYvsKDMqNtFjxtFMk0pZPiCRorigGjIF6jnLknkZkAWaAiGE3MGEEBRCRKYpAONiuY0QKCOrhsPzXbydWGuc5uBw7Rh86vHF67/I7n23hocmdPHFl2ju3D7V6MMYTt1tRnGs1VyXrEIP3TjoJCkqCjFTIrDgOqSkUMzHqcEcTHDePiHxlw5LOLMOnHiZBYt1UCqWc2clBfnKJWWMC9Q1r/HxCTWYc800QxsSU1YZ/YJkui1Hsoi2EmVpkF+BcvfJ8M7V7U9Vp+Bd1ATj3eS5sIN1P70IcXtewBVYgBSLRQ37FwJ5HpqcsNQYkxR6j4/HyvX8JdEGY9DkdEA0maHbgxy/j7FANEZHxlQqVeQ+GENDI4qighw/5eRVzP8+JUkpx9jYBIuiI5xaXa4Sejh08LDiqMD8PKryDI++Of057RzCIzj+Tq6qvHDwAqwTPcY8w9bbTq6XPsNCcv78hXr2nz5bXoiEKMoXsb6asj6Ghobkb+vbufv7EO6D+229tRC1Ig5jJpyYMBmK9oMQAj2mIISgmDJ/4SCKY5nGJQVmYhHCMoNRSaUOjvO66pn60kj9DSimyPD/mtIoKjRiJQxuN0ZiflzWnK4+8RSKLYrSo8Nqo35vEilERakeAUnVVD1Vqase1Al66lIvYR+hMWcm3l/LNJd4RzNWqFFvCmbVpkqTTc2Bh8uNRdSbj0w9I5PqGK+puyFkDSDSXPowD8yfgePzmiHPd9lcx6Gf25SMecQfAO2T7qfv/Q6h6Wf2zk2leehnnsMWSM8nPt/tIO/8h8E8yuY1I82j7ekw0nzSC6jbwkLHaW8RD8ZC9G4scB7xeYQPhbmM3cOhHxn7qW/0Ee8Fc4DDHvrQqyCHPQ4DccNx0AW6Z5DTtcoIu2dgmmMgrwt0RJEqoBQiFQ0MdIl0GTi/ncnfEWJ1KVY3mAP66Hc/YX8aa64KmpsRngjQ9FHeS9idFdQFOqHrJs98+ml/bpD6mXrzjJASn0ZflMrojykvSH2J1FmKVCxkiiMGPK0qakyoYDQn1Z5OIUdVC4kvaU5oWWNMy5rjWqoJLS/WtKQ0JaUHpWyAyXpEmjqiefCaFzMP46D5HLvPqU0qKmLoAiS8oyQWw8HjkirFUQrDEdBRxjyzpYzRQwFEPLvFKOa5SiWMsfzcRrEiaE0fQlDmfxgy2CrL0hwpz6V3ipmoR1kgjNBBYJERQlOR08RFnrisDoxNDN84FBSUqMAzPTVVV7lU1o6d2+X/Ba6JUbUx9W7/K1/+gqpTQ/rB97/MCcC/c9x/n9orCcYuUe+cOWrraBdTUtVqTYWkIBuvJka3vb2dvKosv2V03rTcGW0W1I1DXb58hfzlMB/Nerfob9l3dnYqRRcDAwO5I4i55yyyy/UP/QwOD8v3oY9+7GP1ope8WG/nvv2Nb3mzXvTSl+jqJ16jwxjeGg7zAPf2dubjOJIpnESpXMplrNGvCZz3VA29xEjDGFEs76ompyZl49vW1qYYW2kHYqPrHbJlz3LdUsHVwnRIdNb7gbyAZgMlITAKOKYQgqz3TBm5yj/TfNwYM3Kcm0J3EvfCttV13wUjw9VXX50f5/ooOSkWc7kuvexC+X+ZK7EbjhjLefPm67RTT82/BJkxJ7o4iVi2fFmu366uTg0ND+Xfvl+6dAktSXaKdk7lSkU9jEHMPCujXzuiCjtNBkwNxq9Eecx4FmhXcaSkVJTzrBP3wzppIKf7kdEX57kfGXrKQS9dVmPn7rRPgKwD1wsh5GMcRRHPRTOfJxMsDk1n7RSLCWPSkMfBCwDnexEwyQKx6nnGIqCEPJbFNCGYXzOfkz5lcR0vEgos2Cr0w3QeYy8sPD9cx862wonACFdI1olPhfbu3Yvj79Gpp67idKGcLxz9556eT339ffKdvPUbwnR7JT8zO3bk8nvujnKq5MXHdha23/3Od3TKKavkq5hAPz23/GxEcQzvSt5v53m+W17HY/pVQV7NekWz4iiEJApOGegwU36zWK8AABAASURBVGAlmoEVEtNh508jCGrFPJ1JJiWEBeZbqNYVs0LsjBJ1JxUJA2z7UOahKzHwSb2hAkcmXQxCZ1ebBJeUFbRq4+rl4egqtSkKiSKsWoEHqdRI1Yajq+C4ctBOGbTiFYxbvthAaR08zAmTVkwOuQ8YKP+GeSHKVIiDHAaEaWBEldaVRJpGPBNGEvZUeT70x+KR8rqun5dFmk67HvAXp2LaiKNUcdRUPNOuwyiQBwqUGZYnBzLGOZTr0Hp8MCLyZyDCHIG8oAJ9Nm0BPcRCFvoeK6gQIkAIbYE8tEjaedOIyW+h4LjrnxAPyITY8i/qeWzzEMeSNKUEZ1MEJYMFTgk4XczLM8YvU2DMM4M5RTb+KMvRIM0+SA8CeT5yhjUuRWL4lYoQMPxK6Y8hQrJm3oEQZBKfQp2E4WFguuPLnTeDQIgTk1JYNY8hRdKUeeP8QHlMC6U4UUHEWNBGzPEkI50milnQqiaJhWdGWcbCLEPXok5kMC8THIWyBlnuLSELhCIrVPZ1KqPoYlSDc0NFdkkQKX9lfDJW1idPt4pJERo4ol/xjFjX3nl7gVTF2DUxZMIY+PktOARxUpDTMfLEIaJ+UB46jhGJkS+WFAUpjiIQlFAviWIlpD2nCkHUETRBkKuT3ceBgUPsoCc0zJ39nXfeqa999SvafN998lH2XXfeoRrH8M959vP1ly98rt7ylr/RJz/zz6rVJnIjXUfOYXYkNr7z5s2Tj5dFP3vZhRaLJY5Zp+TXFJ60im3x7mpsdEQNdmWT9NPHlnZg23dsl+/Pt269Hx41+ct269evl/+M7JFXPUpPvO46/elzn6PXv+lN+rs3vl4veNFf6byLLtS8RQs1yVH+wSNHNIYDKGODxByrYsMW+W/sFy5QmXGIcWSjHFV7t1avMzcYD1QjNoH0Qyokkr/9387CpJAk5KX0sSY7QjuqMk4whCA7G/OXMgJ0SOeY+nw6PgP6T/FMOXnUMw856g+o/TYvY7osc5ZSNlPz5s6VyfznYCk2dwe6sfPwlcIQuu7GMbueF2W+J7YDc7oT597T081CpSE7LtdZuGAhO/kDMq+VnNZ4TPzzwsuXLVNHZ4cWLVyknp6efBFQxJkXUESR/rsNO7SkWJT7bsfj0HK5rdzHMO88H51u8kx4YZDZ2TOnM56TDMW4P3ZeRNWkbwlzuEmf0rSJjjNkrSvAp4Bzazm7jLriZXkqbRXaL5GSAnTilcHMiJjXUhDqVcz4JsgdMc+9GHAbIXi8xDjWWSxOMBcn1UQ+LyZCCPmVQLGYyPVWrlyhOI5yPdx22606//zzcfa9iuBnuTxv58zpVZE5vZA55XHwuJmXeM2ZwzakkOQ8/a39n/3sZ/rGN76hJ177RP3xH/9xLmOdxad/ThdyZJnSwQMH5H7HTET3Z4rFp+POK7GAM10LUSvi0A17uoQQZM4hhJxRa5CiEOUdnaaBRIF/s0Mx8Ruq8vDauHR3dE4bJCxHlmLQjHqqOqvekNXU19upKCpKzSqGYkAdrEIq5QqKKyoXjMEMKDaiFcOt5UCAIEETFCGjeIVIKhRjZbELMaChoQZoxqnSQgZS7G9d/lelvRRnnEaU4ZizPN5URtz5Dp2Xh9A4zL0dvB4IMwXSmQFNnk9o2geQImSa883yMuJuC8eftcATnYVM+bMdgmQokkR8BrSkFkS54y7PZuKZeBFXRJ0Thc4DweUGZHoYTPOTMmgcd0iUjGy6Gg8KIou1jSIeSiMmNBxvIUCnDNkoc/xE4Gll/FPlZZAeCx2nNbebayPnhZ5gaJaWCW0qhaCFPA/B0hOA0c1dtcPZ5cwUpbSV8+SDt5oYiiYy5yDeMKjt9lweeHgLPJQhxPjcTEGRooCTZ2cbcPrCuXszXUOwGouyKnS1KFYN3dfoR5M5LQVZfwV4i1fBPGM6w5FuUCqGSyUWvRJ59Nk/zjIdV/4q8yAnGLc4RCw63X5QQGY+899t9/FmxGIkQc4YugIGskAYR9CCGOMwG4UoVhzBC35xBA0COG8a0/kRslhmi+kQr5UPX5WdvJ394OCwdu44qIM4/iaOcny0rsnxTH7saU7Pee6z9fy/+Au9/R/epu6eXtorwFGq4ATrdtzYhTiKchsyMHBQGf3xT7dmUp6Xojs7iwgZfUQ5MjyIrZmCrqludvDXXPMEveLlL9fVj3uMzjvvHC3h6uDSyy7lGuE0zZ03N79f9ynJJLvDKh66ga49tiGOKKtqhA1Hwg4vpe8NxmgKO9ZEhhTU2aC0YZ+KxRL2KUGikPedoeG54I2Q3sXb6JdwblOTk/Juzw7Su0Mb4hSeog9Uzt80k4fURg+B+DQCKZOFEMibflsXeYyskJdnsGohpQgBECZlPvnb2tbnkaNHFKP4YXabk8hz+PCRfDfZ39+fL9CODg7iwCbz65ArLr+cHeipWojjTrG7TRzvUu6Uh9nJu94STgns9L2QEXIVcIpNHG6BeTXI4iFEgflaZpxwvIyh9ZAhTwjoic4E8sy3ZP2hnyKIyAshIGMBB1jMfQ2k9CsF1HYCHu6Dnb14WYc15soUi8eINi2Dy83X/EMI8Emor9xB22mPsUCrcsxvHjWcZY36PkWAHXQp45i6SzK/EALjW8jza9Cazvl2nAWeJYpzuk4WOV4MmafnhnXk76z4T+e8QFqxYmXujJ03hxOrCU6FPAcsh8Mac7DEXDMPO/adO3doaGhQBw8e0s9//nP57+Tf+MY3aN269fIYDHMKdYTFqOe//4zz0CEW11wrdLNosw580mA9+J7eMmWea+7gDKKZMA8atk4oN6I3Ic8RSivIjr6IYREvM82ZQJNC5P9q1TsuNi9qREHNQqRxjOJ4aCp0lKUujhcqkaZCTZM88eyjVYuaapYaKnVWlIaC7CQPjuxSxqQUxxjNpKhGHHDUTWgz1dlG1Eg7rLfCPE9q0J7/S9MsjhRw9CEOkoElCjOIYsnxlF28eLgD8sWUebcdMakjdlcOQx5H7pkwgtaIlerByFTAUTuvQJnjDqd36qkcLwTTgLy8qTg0QFN5Pnkt2laY10H3XqcgrmajwGQvUKdA6DankSk2/Uxei28rzGmQ0ekYWfJ0ziOF9zTyMvJaZceHBcoK8HB+RGgdZugtBwuc1MgXUZmyXPCMhyDL+1hErgrytWN4OjGU3ew6e9j9nwi95Lcwh0k1J5XmMKl8ZeCwtyH1ciTQDZ8O0A7fNsI2wjL8SwbtFZE3jzv9a8hUysszFSkzclryXA/ToFImFWm/yIohIZ7DaU6TElBUpCQEIBWZtkncVBSqytIJHP6o0mxMUTypuFhTGiaYh1VQUxTVFeIGaKpUKaitLVFivTXrikNdCVc0xUZRxXoihwnxuGmasqQgv2rVSQKECqSBn0cb08AzF5j7EU68iQ78ZbEUvYSI5wHSQiFWHMcqYJgj8mLonFeICyrk8QeHUQxtRB0QBULgUCESahES0N+AVCBPSB0s6DPaFLkVnvWeni5F0J9+6gotWzJfJy1eKIYYFiVtuW+njh6oKg5F+QdPQsgU06b74kWJ7Ytl9W460LcpdvJ26lMsAhQCOs4UxTGOqlP9c/tVKiZasXypnvWMP9bTnvIknXrycq1bc4Ze+fIX64zTVmlo8KjKlZI6ujo0f9ECDWEwC0lRIY7k/xZ1Ar528CGJlbDgmMAhnH/xhfLx/ODIsA5gXBsYzZSeVzH8U5TXcBR1NiziFYLkrjOliJDBO4Qov44oYTNLGPMEPdu2up88KVC03kH+N627Vt50GEIQhTnycpLi5biLiMpO74EwTMvBmHhsa5xStLW152PsnbuPhF13GTvxJz3pSfKO/A/+4Gk644zT9bznPU8R+miw+Ong2L2np5fj4lO4hilphGNk/36B58oUO8aIOdTGqUdCv7p7e+R5N2/BAlXIc/9c14tQ0xVx5kYcR7LM3p17125FhRAUMb5SyPth52RnlaHIXJ/0IyPCWyl5cRyLKiDK/VEURUqxAcnMvA7w6uR0yQ7YbRaLxZnFQ5zv+sXL/fM8cltS0HTdWCLudhr4vxpjLF6eh87TTJmfGZd5B2548VBh4ec25zIPp2XN9K1vfzufm93dXTn/rq5Oud7Q0HC+w7fuvPgoFktyHwZZbPkY3/FCIZF38iXmzRve8Ib8uRhk/lZZcO7bt1979+2TnX0Hi1r3wTrxNYHrem5aBv8QlMfa7WjWK5oVV7OtX7XyXI0lczVSnK/RyhINl0/SkeIiDSbzdSj0an+jXQfSTh2KenIcyLq0N+3QvmY7ZRUdint0tNCrPaT3EdYq82iiUwpduNcODdfKOtBs02F1aRgeCj2S6SYKGiJ/oH2OGuVuKSW/2amRunSoHOtoMYN3pINRQQdU1EAGoooGCu06EMraX2jTftK1uE1qxFLcrjr5R9JEA6GkA5Qd5Hj1MLutqWK7RpM2HU6oX6xoP+G+Qkl7wZ64qAfQyiuRByjfHZe0u1DULsIchTLpsvZQti8pwausfYlR0t6kqD3k7YH/MdDenhxt2sOOLY8T7i62aXcrpHw32EPeHmTdk3TCpxN+ndoXd9LnLh2Iu3QQHIq7dbgwR0cSUOrTkXKfDlf6dKhtjg6CgbZuDVS6tK+tS3sqHdoNHBp7y+0y9pXatR/soz1jP+GAgdwHCFs4SPwQMhqOH0S2vCxp037i+5J2+t6ODjp0oGB06lChC3TrcNI7LaPlPB7FOTqao09D9GGw1C/jaNFhX17meeW+GgfgeSDp0kDR6CY0unSg1KWBEvHjsD/P79QB6A9WunW40qMjbcjDXDtc6dXBUo8OJD3ITd24W/sj4vGDMYCOD9GHQ8zjUcJquV8ThW410zalUSdTrkuTjUQT1VjVZllZZY4mkONwqUP70e3+cocOlLt0KOnU4dAudXPXSVvVZqfqcVmjhYJGkkTDYDApaoixGSr2SlG/VJivLOrVSA03kRUkxnA0SjReqqje1atqR7eaPXN0KMQ6ioGcZLGcUr/J+I0XKhopdWoYfY2UejUMz8EEHSQdOlR4AAcZwwPQHgIHmL8HwYFiSQPIsz8poJtYA8i4vxAIM+0vpBqIgg4XSmr2L9ZQ6FBYsFJh0cmamLNQQz192oFzHAhNJe1l1SPpnvs2KctSThzG1KxNqlyUBgcn2bEMs1BqYlKlhYtO0tj4uGpc73XTp5hnbWh4VIe4N5+YJL/KgoeFeVyQxkaHdOlF5+ulL3qhzlm/Rt0dJXW1FdXdXlKRduf0tqvZmFTK7tT3o4NHh+Q/W7IB379vIN/NNliAtlUYDyFgJtU5iXj8E67RS172Mq1dd7bG2TkeGRzR0OAYpxN1+GWK6HcIUrM5DdYB9Esqoi/BJ4oiypp52o7N6SiW3MHAR9ADL5rM65rfA7nTsZDThumEP03sEOIQgvINFzomoogyeqAqzriGky8kibyzb6RNHWWnaAcuXiWcSIYCFi1elP/VxKpVq+R0d87fAAAQAElEQVS/PiizyPEXEbtxUL5C6cSZ+K8bivBpb+9QL8fO7kcHjqtJh91Xt+EFU5k7atcvc0zepL2YeVJgzoyPTwgxlRQSFUARx28H6h2wTzrsrIwm42OZmsyNBrxRoWQdx7GyIPQd5/qUgqos/CxvivJTaEMIMg/zTmm7UmmT+yheljeEoHK5pBqLM6KENZkuhKAY/lIGf8cjJchc4tlxvkPxymjDfQshyusK+mnHnqqnp1tuK45i5jTH+vTDR+tr166DV1GomX4XONkZlJ3v4cOHWRR35O2eduqp8k8Jl1gwuU/m/+Uvf4mTqPP0MuZeg0WXMTw8oklOY+y4Fy5cmMvg3bz/Pj+EoC6uW6y7np4ehRDyxbPTlhnxj709N44lFh+6VUsHb9WKIeMOrRq5S2eMb9LqsXu1ZuRunT12ly6cvFsXT2zQxWN35LiM+OUTd+pSwkum7iG8SxeO3K7Lx+/Uo6C9gLzTqhu1cuJerRi9S6eP36WLp7bqstourRu5T+e3H9FpzX06uTaoRbt+pQuqO7Qy26fT4wNam+3R6uENWn/4Fl00sZF2N4HNM9iiS8c36+KRe3Ux4aVj9+kSsLa5Q0uaO7Wsvl2nTGzRmcP3aN2Ru3Qu4Xmk101u1VnVbVo/tU3nTdyvC8a3AMJWfGyLLgQXtDC6WRcYTo9Ol11IeBHpHJRdCC4YpS/05zziOUY26bxhY6POH7pXFwxvzHHh8L26cPReXYQuLxrboIvQ08UTd+jiydvRy23gVnCLLpkCkzfrksmb0CkYv1mXjhk36eLhG3XB0A067+gvdMnozbpo+Fe6cAgMTuPiIeoO36pLGcfLhm7XZcN36PIhMHynrjBGNuiKoTvJm8ZlxC8dvEMPwlGn79QlM+Flg3cqx9E7dfkx3KErjgDSV4BHwOeRw3fpEYzZFSPkD9+my5gLl47ehpy3glseAi67lf7dSvmtumz8NubPrbp84rbp+MTturJ6px4xdcc00NWVE7fqirFbdCU6uWL0Jl0+ciP9NH5J+GBcjr4uG/mVLhv9FXS/kuOXknfJ0C91CaH1eRHhBejx/JGbdN7IzYzdLTO4ldC4ReeO3KZzR+9k3t6ptfTxvMnNWpfu0traNq0Z3aSzxu/XWRNbderhu7T64F1ae2iDzjm4Qecdw11aT/6aw/fo3MkdOlvDOkejWq9DOgN+pw/erlWHb9XJh27Rin036XT4nJwd0MmNfTplYptWM4dXV7forMktWoO+V+2/SSt2/UJLd/xMi7f+RKcN3KzVo/dozeR9Oq22RafU79dpE5t1JrKdybw7c5CyoXu1hvhZI5t0FvlnjW4kvFdrCdeNkcczdNbYZp01toW8++nXFsrv11kj9xPfqjWEq0e3aPXIZq0evV+rjt4HNuvMqUNacWCTTjmyhef4Pi3dv1/zOY5cOXZY8cB29fcU5f9UZhf3xR//yEe1nGPhelWywz58+JB8fO879ltvu00bNmzSJu74vePPFLGYkhIII4xsvTopO/gozvSHT/99XXftExTZ8YO0Pqk4q5OuKw4NJVGq3u5O+dft+vr61MH9eSe7vqCgvr5+9YOIOGw1NTGZO2bvhm1Yly1frmc/5zn66Ec+rr/929fKd6VnnrVGNvJJkgifpChS/rJBNw8bWJdFUazW7hR/BU2aH2mnOCISJnXglvMwy3NCHj/+Iy+jgVZpCIF6ISezoyMhtxsyyUhwsna0g8ND8ulOwJl1cbxrXVqmmHSCQxMvO4cC9NaJnbsdSINdrWlGRkZlPkNDQ+ilmPcnosM1dry5Q0cB/k6D6OAoVx5e0PjYOEVW9zOECKfWntcN1Mugj2nb7dlJu1+QqonDzoi4Lw07N5zlJIurMRZ7E5MT8pcbaxxz00mcXFUhhNyJxoWYrEyuFyED3YFXSrqZw2159255p+DnMfUu3G1IQRUWJ+7PdFoSec4PIeR87HzNO0XuEU52fIRv2YeHh/O/ABnj2Nxx63KIvDK7+/vu24wTj7T6jDMkxtRt+ijeX9AzPzvrBvr17z7cdfdd8hdIx+nnzTfdlP+nS494xCP1h3/4hyy8xjV49Kh27twp63/79m15fOeOHbk+SyzWttx/fx4PIcj9EC/PcS8o7Pw7WQCQdew9M1Wn088o7dXze4f1isVV/d2KKb3t9HG9e/VhveuUrXrX8jv1/lV36qOrN4Db9ZHTb9PHz7hdnzzzTn3mrLv1+XX36vNr79Hn1tytL6zbqM+csUEfWnKDrl+3Sd++7Ki+94hJffdRdX31igP6+NrN+qeT79b7T9+oz112SF99TKavP0760Nnb9Jm1u/SNK0b0pSen+uxTpc9dlcJvTJ8986A+c+ZesFOfWbMdbNWnztiij5+6WZ8+c5s+sfo+fXz1Fn3hvEP63mMa+u6ja/rmleP68sWDuv6Cg/rXc/brX8/ery+fT3sXHNGXzzmg68/aqy+ctUdfWLNb1585jS8S/yLxL67erRxn7tEXjZn09at36Yvg+jN26vrVO4mDM3fpS8j2pTX79eUWzjqgL4OvrCU0zhrQV9ZSnmOfvuxwPekcpM8G6/cil7FPXzqH9Ln79ZVzqAe+apzr+AHyWhjQv67ekePzZ2zXNEgT/zfk+4LldF+MNXv0Jfr7pTV7ZXx57b5chq+sg+faAX113QF9bd3Baaw/pK/N4OtnH1aO9Yf1DfBNY91hOfxWK77ukL5J3W/A4xvr9sv4OvGvnQ2/s+ELvoq+HxoH9dVzDutr5x7R1887qq+fO6ivnTesr50zlOOrhF89e0jG19ZTBr4+g6+tG1Qr/lDhN84e1DfBt88d0rfh++3zRghH9e/nj+nb5xM/f1jfumBI37zwqL5xIf288JC+fhE6yHFQX7vooL56wQFdz3h8gfBz5+/XZ87bpy89YkTffnxd335CQ9+6pq5vXVvXN6+tEWb6t8uH9aVLh/T1i4f0rQuP6FsXDOjr5+/TFxjXzzEHv3wVtE+Uvn6t9A3wiYuO6tMXHdDnLz2k63kmjE+evUffeVxd33p0Xd+8qqYvXz6e4/rLRvTZCw7r0+j3M+cd1ucuGNSnzz2sL1w6pusvHde/XTyqL18xpa89kjo8A9cjx7/Sl89esF+fPm+PPnXuXn3ynD0y/0+e4/g+fYJn4xPw+yRj8Cn0/8lzBvWJc45CN0QZOGdYnzh3RJ84b1wfP29SHztvSh87d0r/cva4PnjWsL54lfTJC1PypE9fLH3xkdK/XSl94HLphZes1qMuukBj7PBGcSDjoxOaP3chjrYLZ1DUwYNH8m+A29l7JxIVJDuZOk6gVm8owpi1YZgrONgCFmvlycv1ohe9QJdccgHOu6S0NqWUI/VYqSKQNevs4kGjpu6udtU4HZiYmMAxSJPjk7bBKrJwGBocVJGdZr1WUye71gmMrneinVxFFKJ4mo4TuWXLVujRj3mc/uL5L9ArXvFKvfzlL9ezn/0sPeEJV6unp12IJwWpjqyVcgVHk+ZtOT8LKRI1Sacggw5CHfc6QXYI7NhxFi1KSEhlCmE63zqxI8pwRAFH6R29Hb137nYo3b09tJupjN68462xEy6ye2xvb1d7e4cWLVqc3yGb//z582RHNH/+fHWxk+9hp3rPPXfLelm3fr3qjTptWx1ZHrezSmmziMPxODmc3nlHKuDMY3QbQmBx0wBNZJbsJDO4NHHkURwp+B80vHO9uC9NxruBs8/7REHEGOT1MimKY4k6pjFK7LwLhVieL0lSlHXv0wi3nTBPMuQzfQghHw/rK0NXLf5l6mfQGCFE8gtSxXEkLxyiKMrrmVeFUwKn3S5VkDfNj9Adn5qakvUdI9/AwIAuuugitaFjH7cXi4nM030YZuHV2ztH4yyKPEYu37jxXtqKdf/WrXr+85+vRzziSv3iF/+l+++/X4ePHEFnCWJlLC7naQ73/B4zH927rRUrVnAiNcGipMmipSKPneWbN28e9HOp9+B3NDvZ3pA6m1JPKvl+dC7x+XVpYU1aVJVOmpKW8Jwsm8FSwqUTkrGMcPm49CA4D5wCj1XwPI0BO8MgfXo11Sr4nUobq8lbQ3gmOA3FOb6G9tbC/yznBekUaE4E118FzUp4noKcZxBfDc5wnPqn0/5pyHUq8H8HewptngLvk6FfSX9XQLsC3ssNlLEMLKW9ZWhmmcMTwOVLKXe4hHKHRk5P/WMh8aXwNZbQ/5NoLwdtL0aGxchnLEK2RWPo2BglnMFCwgVgPphH2VzQD20ffeojnAN6ibcwB359M+inn/200cJc4vMM9DIPzKU8B/Qu6yfM6ziEZ95GKyRvDvRGLzx6qG90049u9NdCF+kOytod0tcOh7Pg+fVroPwYvesY8PQ87ER3RhdhF7rMQ+Lds+C52gP9w6EbnoblMxzP6cnvpf1eZHbf3Od++jwXWN/We44RaT5YMMyzQLiQ0OOSPxOMq8fWY7yM+HKwrFnTSY0JLaqPa0F9VPObE6Cp+ZQtBIua0mLCkwiXgKV1aRkyLK9KK4wpaSWh5/Wp0J3BHDuD+ZaHjqOL/DlCD6spP5PQWEP81wB/P1dn0saZ9DcHdGfC40x45SHxNcTX0sa6WMqBjVkLzipKZ5WmsZbQWEeeac+Cfg11/fxajtUt/m7LoE/nI9uC+n3q7e7UnsFRjXCtNqWiDhFvZpHWrlmrM7knLnPsbYOYRDHOuRMDGbOLbCqKgwrFWFGEgDiCBXPn6rl/8iwtWbhAnRwFR+yQAserdnb+uV3vWpvNVHUcSpY21NPZoTaObudw9GxD2NffpxIOL4oj9ff3S7CdC087oQq7smmnWNPI8Kj2cbzvo1gf+9uRuKyrq1snrzxFl19+hZ70pKfon/7p/XrDG16jl770hZpisZFaFpgmGPlCEisjHUcRu9BC3geak+whxIsEb5IZLpC0360y4nZCLggBKuejyxCIUxbBM8OVu9+B9vwmWzWO7Ws45kkc+5IlS+jHCCcgo+rp6eH4eI68468i56233sI9/Mn5fbKd2cjIiAzvogcGDuBkCvK37Jvo144pwDzjTryb/luEjH75lCUOkercIUcIYP3mciGr9RDHhdxZUnW6j9SnCEpzc64Ugh0xPYEfqbzdIuOaJNP68lial3XhPDt279I7OzuhTSQU5HQXVwquZzrLYVoK6W8ip/0nksPsvFvj2GAupZywmD6bWQDUanU16K/HOY4jxTHjh87tZGssBoc43Th48KCGhobQ1SjzqKRTTj6FOg15974Vhx1CYNFRy/vd1sYV8SjGWyE/Yrce29racsfsuTc4OKQf//hH+utXvzqfi97Bx+isvb2NserVIAtR0/iLeV4U7N6zO6fLUOL27dvln1w2P1/XeCF72mmn5TJZzrvvvtvdP4boWMwRHkzNRp1Mo5WH8VELznPcoTE7fqK081owT8NphxgjLvClxnHtzU63+Ju+BddjIPK65mV6w/kYM7g9+G1amflNMwAAEABJREFU5xumMa35YliFM3tYmKYF13k4tOiOD2fXsbz/J5jeNK3+OrTMhvtwPNyn3xSua320NORnz/CMMGIKWnD6eJjWgOzY2/weCiY6UZnzHwqz6S1vC+5/C+5vK/5/Cq2/2TC965uv22rJ4X65v63+254YBQgMHJ4qM3GC/G0exmx+5jk7z2WG223J0Rpf57nMcJ3fBq7Tgvm00GrDofNaYSvudAvOa/Fw262481twnstaaYfuo+F8wzSGywz4t2NQ4+Y4R+lNjsznYJoTZVFBwzjTezBIuzji9zeVh4dH5C8VtdTvsMbCv4Cz7+7q0NKTFuv5f/FnmtffqwKFKQ4t48gee8zxfj03sE12hLLhZlcfsc3FXmOYj8rG0Ia7yjFuwPAmSaIjh4+wmGjg0PfJxtN5ccQCAx4pxjQuxBjoToxnMUeMHEmxkDvTaSeR5m0uXbZUZ511luo4Ci8WEpx8A4drB0VTsuOwozBP4Qjy+XL8h3U4Ky+EkMtkuVwHcdDbNFErz07O+e4PXc1rJ0kxr2fZa5xkNNC9ZRrm+NkEURxTLnkRMIUuent75T77b7V9tdHT0yv/sI4djPtjB1bHybluoVBQfjyPUy6Vy2RNO+iM9BgOLY6ifJdZZczcZ5+Q2Mn6y2f+YR2PrcfHenF+xjhF1LFAzgshKMbRGSGE3Fn6yDyOIpnOfUtYAHR3d+c7Y0jQbUN2dhmK4K2Y/omX+bt8ZJSVOZqTAmNYzsvb2KEnjH8Ikdwn13F9y+Z6BU557PCd7/aPHD5M3ZJqtaqsc19x+O/irVc7WLeze/euXN5169bli4sQAidVB2SZp9CHd9qHWCS4zR/84Af6yle+wi58nl772r+TFx2uP8CJwMGDB3TTTTfJjtqLzNFcfrFLn5fLMM6pUz8LVO/grRMvHk7FwZu/FyG7du2Sd/2WC2GPvaNjMUcCHw8HU7dgOscdGo7PRjzDy3kuJ5m/PVedfijkRDMfLRonXc/hbDivxf94WpcdD9d1ng3S7LAVt4GaDdPNRovOebPpHHeZ4TZaaMlkGR8O1tWJUISRkRC2UCBunIj++LzZbbqslXbcaKUtZyvucHaZ0y43aPpBb/d3NlqFLVqHvyu02nL4f9OG+9eC+23dtmCdt/TfynNoOtdp9d0ytNCSpZU2ndHKd+j0bJjfbLiN/xNc33UcHg+3YTjfNK2404635PY8bsFz2HB6duj48XB983EfHZqv22mFx8k+ha2dGOWunpV8xk67k12h/+RrfLKpRiMVG73cFPtjml3EEXyQd+odlaLaSwV28PP07D99hnp7OinDwXAsX+W+vjo1oWqVY3l274Fj8iZO2vUKtFNgx6vMwiMwhndiclJRHGsKg23jW6qUFWacyAR39L53ncQo29AXoCtzNN2AT6mUsCtkxRIydm5ub5JriFEF0gcPHZAdVYgCi4Iu6BoY90Qxi4QQgjWUG+iCHUueEvWcb+jYK3Pnj6XMEpn9tvci346oBTtFx6VALfMxqIPDFa+u7i65D719c/KFUwe7X0Hbw5G8Hbd49XIUHCNjld34FLt/7+arOHR/X6KBDu1M2js6VCgmKiB7UiyqzIlHCCF3lnmf4Wknb4dXQld2PN5xO279iZfLHS+wSIijiBpCRx73Bk66bjYs0lLyUuJZntdE5zH6L9JmBaeMGihv5uVJUszbt3MPIeT31JbXbXrsI8ahSD2aVhTFM+VNebyr9NPH6UVkTVgwtLe3s0gw2hij4nQ/yY9p2+WmDyFCh1XmWC3/PYE4LuS83E+36y8pitePfvRjLV68SKMseA4eOihEkx23Tx76+vryEwDPeZ+kNDlNePrTn66rrrqKxe6Q7rj9dvmLev4p4X379uU68D3+jh3b8z+z++Uvb9DWrfdrP2UhhHxh6sVOCEFeqCWMj+eDdezx9QnA7t27keqBd/RAlFg6A2v2oQBJ/n6o8tn5JmylHW/BeY63Wm+l/UxahtlljhumcdlszM5z3PCcN1+HJ0IMM8M0s1EgvwWXH1+XYp4qniYilsFtOWzBsrdwfJ53Ng+FVh3zmw3zcB3sC/ZROR6O1vSz0aJtheY1G6Y9vr3ZabqZv4/Pm512PCc67sP5x8PtzYbLj6t2LOmyh4J5uOwYMRGnfxMcP6ZOt+rBxn4hh/VkvXu37UW84bjzZmO2bi2X067bwuy046Zpwe26zRPBZQ8H83C9h6JxWQvuo+e55/RsOO94mLZVr8XbbbXgPhhOu9y0rbjThnkY5j3THieQ2rNvr0a5o6/hoOuNKYxqIXfwDbx8hjGVIoxjhDEPyg02Di5jxz5/Tpf+4MnX6gV//mxOAzqVsKtOyU9xSl40NIkbgYczUCfFSaTeWVebCuxYA46+q6dD/iW7mJ1aUsJR4OAikBSJFwsqsjsN8G1Sv1gpSUHIlmLgp+TdqXeFdeSO44j8Js4jySEc/YIF89Xg9KDKoqOQ0IdIiuDlHS3sFEfuZyb/ZzdRRCFyihc2Wi53WyRlh5iH/shhZWayAXfSYQspVxOmDyG4SL4fT5UhW6YC/SokBYU40t79+7T/wABTOsOhDKuBA6+0VVRDXjt3O4gDlJtJgFXK7n/btu26iHtmH1fPnduvIvryz/NaN1O1qdwJRRA34WWHVWUcfFQ8xt2z/z+BSXacPoXxDxqhHuXXKdCkHIm793EU5d+LEPK6/1WuEVIcn9NNxs5foPNpQs5zbCxvz2U0iZj0kcVMTN9IKIRITerGOOYG/K2x1POJSEQ7rtdEVw1knaYXJwETON1hnHU1120KP9NIgR17LYfbttP1376bv526Fwrm6XE9+eSTkauWL+icb6e6bdtWPfaxj8Xxzsnv08eZ60uWLNXRo0fUzlH8KDtz79CTpKjHQbd48WJt3rxZN974Kx0dPKpNm+4DG8Em7ui3IkeVhcNJevSjH6M/+7M/12WXXaY1nBr5f3O8mPHxiYwXY97Re0GxBV533HFH/p86+bsnXV1dmv2y7menHxxHYYyH9fXreDDlfy/V4n987VZ+Kzy+vJV2edpK/A+HbvuhmnSZ8VDlJ8o3/fE4EZ3zjqf776SttxZc33z/O3Dd/w5abf82odv578joOsEfDwHzbcnRhMZx580G2fmz4NBwmcMW39l1HDfMazacZ7juw8F8Hw6tNh+OZnaZ6f9PMP1D0bjseJh2dt7s9HHxsUlpcHRSgyMTipKSxibH1NZemVYnxjrDyE6rJSjFUDdx1HV26QvnduvVL3+xLrv4AnxqQ5l37dTKcFQpyHAMMU7Vxqler7IzZIVlw82Rdb2Ok4ZHltU1D4dlkUIIudH1XW2NNmykuzq7ZGPpnaMdnfPsAA3vmkrloubNn5s70JRFQ6nEMQ8eLCnG+e7eR6kZMhfYsVbZMdoRJMStGjtDO5lCnMhOLW1mFtVF9NgSZdMh0cwEecn0xwPJLM/I6Hce4cPx/BqAeP6mX014iPP7lOPwweFB+tSWf1PbDts0dlZ2DAsXLFTCgmeUnad/0CdFdu8WvZO0c4KV5s+fJ//SW/vMjtd14zjK75bdTzurjvYOxorlBYJGcZzztNNv4HC9q7STTFk4pIyHde1j7yqnB9OoKqaOeRVZbBVZTJSKJXbVZdpoY4za1dbWrnK5Ql4xp43jgqIoluULIaDPTHHOI5Z5RFGgPFAecrmsLvfHshgTExOUTbs712vH+frP7srs7n0aYB52jpbJ+dPpbuSp0E6BhcFkLs8hduvWlU9AxGvHjh3s4sdoM5P1kiQJTromO1/L5P7v2LFTd911l/ynjF4MLF22TP/xHz/A0W/hmP1wfky/bds24vkPGunKK6/UpZdeprPWrMmP/wePHtWC+Qvy+v5mfcz8arB42bp1a17X8oyyKPLctfx9HO07RLxj7+meH0v+D0Q8b2fj+CZPVOa84+lmp11+PGaXz47Pppud//8t8dn9e7j4/0R//6faD3TGIMjfjh+PvOB3/PFQ/W016/JW/P+HwmoqjYzXNDg6pjs2bGCXuU979u4R/g97HOQdaaaQ786EM8/YPZ+ybLH+6gV/rnlzepTgwBIMeYYTSdnBZzgPO0bvBHMDhnOrcyfexME7z7vHJny8GPCfzR1lVxWCJ0SGUR5VJ87dR6p2inZ4o2OjsrMJARlow7wj4m4nxplMsFsNNJTiuNxOAxnG2blGcSTI5A87+QiiIg7L99g28uYZ46AC+XYAIYqUafoVAv12wmKR5TYJfu2NH53OI2Iao8UkBHhQav3hckWSolRT7JIPHT6U96nJjtZ9bLLzPTBwQP61PDsfO4YCDt+LmXacdhfXKW3s9h0OHh3Mnda+fftzfVW44jCteRVxzO4/zaqIU2vzcT6JEvkuK3CiYIdXQg8piwjLW8KRu/9RhLyMVZMFWsv5O/QX5BrkNZExoxx2+dvxlLF2IkbXcRw7qpQ+pfB2fy1XsZgoitCt9QmF+aToq4BDjONIdoBx5LEKsoxtbW1QBRZqk7Ie/Hf5w8ND02kWQK4fQkCfQTFtTi8SQv7lOKfnzp3HQkNq4mylwA58i/7oj54uof18HkSxVqxYjuM+qnnz5kMhXXnFlZqLA/Yd+je/+U1OFUa1cePGHD49WLBgQX6Uv3792erm6iXnxUnIhRdcqPMvOF++RvHiwvfwPub3D+XEUSR/f8B38j7q9+JiiuupFJ2VWMAg0LF3dCz2/wmRgJAGwcO+TdPCwxH+JjSt+qZtxf//4a9rwPpp4ddL/+9zZh7i/3tG/w9z+E3ksl5+02Z/G1rzdPuG47PhvBZm5/9Px+lPpVuav3iBSty3+n5++7a9unPDPSoksXxsn8lmKOTH5Hbq551zpl79ypfolJVLFHPvHjD+Kc41YMByJ46BzYgHjLnDDAecktfIHT07f+g5AsiNP/Y6Pza3oxEm9yhOzLtcG83ent6cxjvcDF6dHHd2dyMs8RQeIxj9BnztjIpJEeOesVurq0Y7hSSRFxV2CpahTl57Rzv8gpxusGBIcUY22HUMdhPnJPjKLwtlOD6DVtExmla+GEQXQo8qKSY9U+bATt6wo5dpIPLRrZ2h+7eXBZV3gV6YNOjLeeedL0HTQz8jnKB3qD7RcP/HxsZxipPqomx4aEgrli/nKLpXlt0OzDxMF4LHSyrh3NN6Q2Wceoxzq3AFUiqVZQfb9PggT0o4Mjwi856c9NF/I+dnvTVyHTXZDSM93YIcx1pQCSdVhleZHb1RhH8Ef/GyLE3Gu0FfLIvbsnpc3mSx4Dy3mTF+SVLIZckg8C7Y8qfUNa37k+Xjo7z9EAJyNRXoW0p+icVJgUWL26mycGp6EUJfkqTIaUk7C6GC6szJKqc4IyOj8nG+65XLJR1lB3748BFOJSrs2jfr5FNOVv/cuRo4cIA793u4RhnSt7/9bfn/hfAd+5VXXCEfyVu+Wq1KvTZOVE7W6tWrFcUx1w3juWweJy9aduzYoYH9+9L2qNIAABAASURBVHXw0CHt5d5+P1c0XowsXLhQp51+uvxFwWXLlmn2a3rEZuf8LuMM5m/EnomoFlxhdr1WvvMMl7fQKmuFznfc4fFwvmENODQvhyeCaQyXzebjtNHKc9wwL+e1QsePh8uMVr7ruQ3DcaNVdqLQ5caJyo7PczspmQZB/nZeHvm//DAfw2x+U3lMa7je8XD+w6HVRqve8bStfIetMscNp1v1HTda+Y4bx5c770RwPeNEZbPzzM9ojavLnHY4G+ZlOM/lhuOz0SqfnWc6Y3ae6QyPt0Njdvn/cBxfoJ45fWpj57hg/iKOJc9TsRQJ26qAkw94qpjYiiUn6alPebxe/KLn5X9jn3L8XveRPAa8wVH9dLwuxzOO0V0/zRoYwWnnnrKLb6R1paFp95hD8M2ADbWdgo33gYP+NnQB5zOWOwLzadrp4IzH2L1HMQuQTGpn55di3EulEvf1VYUQFEWRCpRPchRsJ2DY4Mfk1XDoDTobxXHOd4JdfwnHF2Z2sjDQ7FeGAwoKeZbjeeT4D+TgPZMbckePGDO1lPcxIyOFlwgFu3s33qNx5JvCCfX09Mi7SB9f21FYRlfyvfAYx73u2yj3x0c59XBfvv71rytC3sGhQe3es0ctJxJCwLkl6Gw0d4zubwjIA7OEnbPlb6BD6znFmVrPDuuctMQ4TOsNcuRPqd9kzBgjnHGKUxU83EF3oVWnzsKpiTNvMvbOM3/LZedd9iKAMQkhkvk2ccIhBO7NG/BtiChhUzWuZ8a5K3e9OnL4JMJym0eRRYoJXSYF+MRyuftifnaobnNatjD91wQ4Yf++gBcbIQT6kVIvyM7eCwDLspNjevNuIHvMaY7/cxtfC91wwy/04x//WP/5nz/Lf8t+0aJFuuKKy/XIR16lQlLQEPo+/fQzdOaZa7Rw4SIV0JkXYSMjI5yqjOXXMP4mvv8Eb4hFmL8XYIfvq4dFixbrjDPOkK9mQgjQj7KYGNbsVzQ78TuLM/nysbThMZq0ZMyOO52Rb1pLZZDM3843XJZnzHw4z5hJMl7CbkwjzGS6jRaN88zXcDyGphV3OiHtt+s4Pbvccee5vAXzNZx26PICCYdOPxwgk3m22nfaccP1nXZ9h04bjp8IlrcF1zFaaevVcNr5s+s7fTzcjmUwHLeM7pN14zzXd53ZYSveym+lXd91zePhYL4tuI5hHoZ5Go634HLzcx3HHbb6aJoWvcMWnG+Y3nB9w3muXyRSAo67jvVlOsN5pjWN9eA+Ob+FVrlpHIfNsbloXi06l8+u6zYsdyvf9RyfzcN1nWe43PwMx1tw2rwczobLW2m3YxrDeS77nwBtcVWu2lRNou0D+wd0z4a71JhKFeNYYwx5W9LQYx99gV70omfp6sc+gh0iRrQxpQynLRx5XhEDkjt4nEg2gxTHnmHkbcSbxFMcRxN+dY7+U+ibdiIhUpEdoR2uDbKNb0q7NtY1HLPHKYXO8Sl2bv4hlSY8Qwj5jimEoNwBcb/exJHFkQci4OwTHF9JEekYx26eAWYBJxlCkOmKxTLOICM3VhSMSA/9yn6tyDl2NkYIQTBCFucGhci8HNf0K0iWI5CqsnNu4NhWrTwZvVe1b8/evF6FY/af4GwG2XEOcCx/YGCA3ecgR9JDhEdxDkNawBGyd97z58/XYpxRO4uzdu7qWzKYR8rix4sD66zMrts7UTvPiL7bWaboUwgbRREOyw9MQA9NOZ1wEhJFMbJGwA+DVGIxFEEbxxE6Lebj5UWZQsjldtuGx8zwUb+vRyiGb5rzbeaONZpx9mnu5EdGhlmYjB1z+jlP+RUUR5GsK/FKkgJtJnlbzvTRvueAx91tRW4Iuk2bNsm6cHmNRYQXddbVKezYq8ydmHmwaPHiY9+Kty4tw/ve9z7ddttt8hcfx1lI+hfwrrnmGq1YsSKXz6cB/gKk+VZZnHlR5tDtR8jpk6Mq/JnS+e7e5VEco6tE/kuSLk6ivIjrYVFXZAHjfnoBh8jH3tF07Hf8mc3ib4PTIN369rLjhvMNjEH+d/GOQ5a/A58tHrPjzjOd4XqG8yC3UmxYjvFymeu6xy043YLrWI4WLF+VzFY9og/7Np3lcP1JKI0pwoeCebsN08fQub7lmi3P7Dgk+Xt2ntvDfsp8HM7G7DzHTWvdtJAzm/XhfNOYh2UzLJvh/FZoOU1rWBbLbDjfdA6dbzjeartV5jzD6ePhNsy3JZbj5tOC06065mt6wzI7dHmLdjYPx1v5pjEP1zda/bRMppsN582G6xnm4T4bpnee22/Bddxeq9zxFlo0btuw7K4/m6dpnTaty1p0znN7s2Fat2O43HD7LcxOm9fs/Nl8fodxi3j/ffdz3z5PXe1dGhuuqoy87aWCVi7r12v/5sX6X0+/VksWzVEpkQrcyQd27BEV/SdsOSJh1JvykXzK7j7DsftP6yYmxrDNqVLo6+Q3yJ/wT6dWJ1XD2dXrTeGXFELIjXSVXVkbd9E2yjaIdXaOCc7Hd/YVnFaGdbWRTKlkR2cax0OI5HwEUFCkmN1aIKb8FTA3mUIgtJPLyIQ+ryfy4KmZMEjExMtEgDok5HYdHg/nGyG4ppSZP0ROma3DAMc4iuUfGxLl27bs1+aNmzTKbnCSHW3CjrvCLrjGwiZAu2f3Hvn3C+69516Oku/Vhg13suvfnf9t/TinECEE+ejZurLjtlN32GQR5Z2u43Z4YaaPMfzt8EIISDb9jjx4avU9U4pcytOSj6frnHx419tkUZWia+s5xnkV2Mk6jOOIRUIMEhxakbCA/os45GJ+dN7e3pbHY+okSQH9S45Hkccmkr8/0DXzvYMGC7QQgsKMvJbfP607hVP1jn+MKwvPA5dPI8CrACKZn+l8j15Gh/5+h3fTDRYWGa36tMSLDzvfe+65R/6CnPvio/Mhdunf//736XuTHfkuFlSDuvbaa9WFY3a/V606VRdccIE898zDejHfgYH92rZ1W77wcnzX7t0aGDigvfv25gsyH9MnzFkvFPzFPV/NeGx9V1+lT27fPDXrxeMzK/W7iDKX0cc050Bgo2UnOEF8HDhuY2uDZ9i4mY6i3FE73pLS8dmw0TI/17dDNS+H2IMHOXjzdNkYTB26juUimb/N03Vmy2M6w/lu32FOPOujxcPlLVlcxzKY1yi0xghhC05bDsM0huWDJH9bljzyEB9uswXXM5w+ntx55lWkoB2UQQzcd8vqcpLH3u6f5bZ8PvWxvB4jh0NQWV6Pj+uZb4G8ZAbm6/zZfK0T57mO23Ro/ieCx88wjevA9kFvt+cM99VtGObpOtafZbSs7oNpT8TD9Z1vHm6nVc/jZT7OM0zjvpmP23Ceyw3L7rR5uH+mM98WncvNz2nnm5dD07b4uV3D+jQst3nPlt39cxvm5zLTGOZhmOdsOM9j4dB8zN9te9xLELp951suy2/+Ljco/p2/aaeAY5wcm9T2zdvU21FShAwXnrtWz/nTJ2n50j6VmEOJgpoYqho70hqh/0TLf5Zmh5Pv0nHitdqUUpx6jV07tptj0ymOXGs5Mnb0SSlRk1MA/0lYAweSYnwi2q6xA7NDqeDMHbehjeJIdfJtpO3AmpwU2Eja6Jt2DKfnMISglDIbYSPDw9rI21lYd1a7wweBPjsdQkACKYQZqpkQFgr808zLPGeixwUzjGZy3a5pLZezIvgZcR5GLJSKioO8HpK/t3DqqlW69eZbVJ2Y1P33bdbt7CxvuOGG3MF7wbOE65ISO+o777xDIQTtYfdvZy+knpqq4mCT/Nvm7W3tqlTacqcbo0/rLEPfVXaaMXq03mgVxxiDICkIdjIfKVCvoDoLr3F2tHEUy2WGF092vO5PymLggQVAis6nMd1OlQVCXZNcSaQeV2jN1/ydbrIIcV234fH12ERRYH64XlX+PoHbSpIi8kX5Lt/tGx7bfDxIRFGUt5vgSM2vxsLQPN3fOotCww7fu3Uvhu67z7v8ttzBi9fixYt01VWP1H333afrr/9i/udz99y9SVdeeYX+4i+er0WcklzBnbx/xS5Cvh3ct+/ndGWIRYHlzuibZYjimIXaqA4ePJSfEIyOjsrfm7AcduI+cbEch7ind57ldf9ct8aCboDTGsQ59o6OxX6LyG9NWp+ukS6TGi/+G42+8s0ae9UbNPbqN2joFW/QoZe8Xvtf+Frted7fatMTnq1Np1+pPTZSMfU8zzEKLKJJ8HbaBrYNXtddpz2veJt2vvr12vPKt0rPeonqXdAEYJoOaXQF8Vf8vY6+6r0aevl7CT+o+uVXqume25i6jZnw0P/6PY3+9Vs0+Jp3a/T179Loa16vwZXUt/w2lJaD5IPelsf58KtVKHnCYzTwV6/W3le9TnuRa++rXk/4xhm8Sfvo+75XvEX7Xv73OvCSt+voy98jPfKxPFbUdTs1QrflPhgk88KMiEGQ/039EWnsNGnqpa/UgVe8XgMvf532v+zvtO+lr53Gy16rg89/lXZd/XTdy/3N9h5JRWDH0eJPMuftsCSlZySqvvrN2vHqt2r/K96okRf8HfL9nQ688rUaePHf6shz/lrbH/1s3bPyAh1wX91v685IYFIGBUAfapSlT3yqdr3qPTrwl2/RwRe8UQde+FB4E2Vv0uHnv171C6/UZAyPVl8dGvDz4u0IcuoZz9Duv3yfdr3wTdr74r/Tfvq+9+WvVePZL9e9br+lN9jIcaPFs4renv9c7f7r12n/K/9O+177DxL929YGsekYx1wnHotO9PuMV2v/i9+ugy97h7a9+kPSHz1Lg5bF/Oi3/1c2XfN0Db7gLdr7V6/Ttle8Tltf9fcaXgg/y200iTekap80+ty/Ydzfo30vfo8OvfQfdZSw8fw3a3gRNMPAtJPSFP08RL+OvPjNtP0Pqr30TVI35Sk4/u02xqnTLu0491SNv/V90udvkD51r/TJTdLH75Te8CntWL9Gdc8Dt2E+husez+//Jm1+xnE8SknCMfKU+rmrL8WJHnnFufqT//VULV+4WFFNyqaogDIDerKD999f24D72NIOq1lrKMIQ+4g8xghCnRvsYjGRmwshkA7HjLRpEoy6sqCS/5e/mS9O0RKLgoYaOIYQgvzN+GknJTXZ+fkUwM7c9X1MPTI8jJNKcHgFxew2S+WSonjaGYhXFEV8zrw9f2ai+bxznDaEFwlhppC4iGeE03KbCKmcmI4+6DPPhjbI/8Sn6GNTXpTARiGEXC/+nkMTR9TXO4e0dPTIEY0MMaHSTKP04ZKLL1Z7W5sWLVwof+HwpS99ma7Dfp500knsKs/P/+MeyzR37ly5T0122r4fttOwPtxeE53Z0TUpCyHIDsZjZP0V0I14xXFE/ZhYlssWQkB/6I7FAZkqcY3SoL6daAN9T01NKaYsZSFlPuZtOJ0iu5TJDsyOrBDHUiAHfaQ4xFZbURTTZpQjhKAYOkjU5IpGvGL4e1zNN2Nx4jLXtwwhRCoik+s4D+7afmoQAAAQAElEQVTK4O245SkUEuRPtAOHbPq5c/vzv5M/evSI/BsLPh3Zv3+//Pv0PT098pcd/ct2H/mXf8l33+vWrtU73vk2nXPOOVq5coVOPfVU9DYh7759CuJ2KpwwpfR1YmJc/o37nTt35b9OeNfdd2sn7Y5wBeEFkn/k6GLG0V/c84mB2/Mc9ZG/wyqLY/fR4djYGD1/4B09EP0dxjJ4N6UxjHDhuheo85q/VMfVz1fH45+vnmteqLnX/aUWPOUlWvT7L9Ppf/X3Ov1Nn9ZJb7lZ+pPnaxhjm/8sb4CH+RjEc17nX6dFj3+hlj32L7TwCX8pPe5PdLh7gUQ7gkaRFPWsla76Y7U/5k/USXn7456r6vx1qocZfjZ2yDY1KVXWXqfOR/2Zuh/9PHU++rnqvPxZGkvw9DZCjRl6gmNv8zCcgVxVh+c+VQt+71Xqe9JL1f/kF4O/Ut9TXgheAJ6vOU/9C/UZT3ke4fPUfd1zpaUz8rgNZDl2kgFP5rm5PhimGZGm2i5W+TF/qjlX/5n6Hv/n6n/C8zT3mudr3jUvAC/UvKe8TEtf8I9a/eZvasU7vqfm/3qxjq6AVRvw23136HboR7ToMSoxLn3XvFgLr3uRup78l5rDeM1/0gsZnxep7w9eqhV/9Tad+Y6vav7f/0x68gt0pAAD86G+YuIO0fsoMkbnPRq5nq351/2V5j35JZr/kHgxZS/OdZUsWqMqdeH0628cQr2D7Mf9uRY+/iXI9Fda+GRw7Us1h74W0MOhYr/ysddxL/fRQMaORz5LffSz7fHPU8cTXiBd8QwdqUNv/ZvG/SlLjfP+RuWnvUo90HQ/9rk66VFP0uCRQ+oyjfsJvRc0uvDx6n3qi7QIWZY98a+09PEv0kiZVZj7YVqH8B8vSp1XPZG58Uz1/t5zNOf3nwv+TIUnP1fVs56ufNzRneftAGHXtc9V17V/ri7GtPiEv5Dcd7eLqA96F6XDJ0vlF79Vy1/3ZZUu/iON9qzRWGWlxju4B5yzSjr3Gi3/m88ree5bdYi+KYGDJ6xlc39J5nPN8j4cTPffwNjYhDJ24sUkVl9Pry48/1xVSgUloYCiA3f2Da7jU8VRpDg31kGFQqQ4DgxnRoupGjiyJrv6OjuWOjtxH2GGEJTMGGMbcBtfG1AbxoOHDmt4ZEx1FgkuszG3UygUCrLDgakyDGxGYUbnDeelGHqHdnJt3E/baNp42slNsjOeGJ9AlkbOw7wyiM0jBGSNghBYfjmflKMKYTrmPGeY3uFvixCCUuS1EzOvEIICTJguanKcbEdEUl4QzcNp2/lf/djHyXfya1afqWeySH79616nhQsXyLqYz138ggULZWf63ve+T+vXr3N12an5iLmAA2/AN4QgOxE7FfdZtFpMigohymlNL17mGTGGqFMhBEVRLNcXrwLj5GuVDGcrCDL64XarnApQrCqOyn0JIVAvYuwN12+SpoR8j7XreYymOHFwHY+T27d81otPCDLa8ELE6ZRFRNA0zwSZk6QAvxgETcuRKkOWEIKiEKmQl0d5fydwvgP7B1gcdclH9p5bng8HDhyQ/8rCY1DiROTKKx+h0047Ve9///v12c9+Li+79NJL9ZznPhddL5S/6+AfAvI9/z528Hbeg4NH5TlsXv7teu/ed+DYDx48mN/du2/lSkUrV6zU2WefrVNOOUVJkmiKxZH/HLDOCYkdfBzH+d29yyL6EEKgPVb9euAVPRD9XcVm+DbEKtTxTo2rC2PepVrapUms15jaNRqVNRIqOhK36WCpTweWnqfsKW9Q9x+9QZM2Rh4TGyRrlnA4z+tQvdkmb3/qDaxgKOlwDEGrV9A12SUIvpNxSZNxUaOhqBptQSXmGkIhE4k6Ri9N+5Q2ujXWaNcksqnZw+oLZpRDNU0Pz7ye82aD/lW9iKLuGN5oNG3XSFrWcFbWeLOssWZFo2lFI6SHs6LYJ4CYfseqseOYopmcr/m7sdn9dboFt9kkgdOreusb9Wi8UVG11qEqxxkTjU6NNrvI65TlqKadOOMFGlx4oeKnv0ntf/VVHe2nfgTclvkB5rka7H7EWNRDB/0vo6+yprIOTcBjVBWNhbY8b6LYo93LL5ee+S71/dmbp/WCI8sXZOhB8B1kh6k40lQaGNcSYz6NUfh7vMfURh48zVfoRyXVQIYhT80L8Y69rQvLS58hlwpzNc7ia4x+j6HbScLRlIld7lUy/7RpeZDhWH1H6GOu35hEs0PNuF/jcV8+D8Uc5CRYPjHIaWC1fZJmrv5TNZNu5CypnpaU7rxHh278rmLzjuADz0aTsJ5prNBJX9uV1doV1TvpSz/Gg7IZOutksopohVSTxUhjSdBIwYh0KCmr7axzNdE5Q1+QjsJ7iLl6NCppsFmioE3Dbsu6MMiR+wLtSJfU9sL/rbHLnqG9yRJNZiUOb4pKVFDWTJWmU5oMGIOupWo+8jma+5p/1ph58MjI40Vbeb9/09BtHw/Xdd5DhHO6KmrDgBpXXXm5Vi5frma9qUatyTOHjOzymo06sjaxE4SZ0SDdwOAiZJbiUGoKCGpDLhRqgzeFsW9QN01pmEkcQlAB51Rkl9ZoUMdfoqOIapYOfin8mvm96PjYOIZ2MncwDQ8kdAFD32g04FGQDaeNaLFYxHB2qIxBt2OqcIQds1jwcaoXHFGEVG5bQSGEvJ28PfKk6XQI02FGP0IIeW6Wlyt/ZXmFPPprH4hF3jSFnbwnVpamcpUQ4AVavHpYRM2Z06aR0RG1cU2xb+9elZC/wv2y+fz7t/9dPqWAIffyO7V9+w5t3Hgvdm5Sq1atUhwX8p1omjbl+2anm80Gx+Y1WQ/Dw8OiuVyPSTFRFEX5uKTI4/wW3FYIgTqJvDggmjt8OzzzdL0mbfhP0VLGzvfg3nX7PyNqMp5N5m0TnoYdntMp6QKOzqF4ObScRJEjKKIRj9c0LfpCv6Zxe5ZHvKIo5LJ7jD2O/hJbCJEsj+sKHi6DlDkQW9VKikXt2bNHK1YsV2dHR+5Ue3p68h+rMb9ly5aix21685vfnH+jfvHixXrVq16tP/mTP2HetGtoaIg79v1gIE+7zlwWYW3Mo107d2r3rt06cuQw47Axd/Ce3+NcGy1fvgwHv17zFyxAHORGJ168WFa6ht4bzN8JjY+NyXPRevN1kxcirk+lY+/oWOx3HWFeqk4jGQ+tqoqwMEUGOERNNYo1UFWBeHFK6uThbM+Gpo3w4/5S91zwJGE5xbM9jQAfs1EQ4yIF8crkUclwLCSU05KlEEsMbiGOFTOJgwuhsaIUkaDY9ZlbGJhUURwpjlEquw8zCa6QQWf5DaLH3s5vASNcm5HJfStrVG0aUimbUCc7kY5arDJn+2UcfhvOvk0llbNEpTRWjcXJSEFSDCyTecLPD/KvARLLa5RY7QkBYwV1THaATsWNDrrepoCxj3Hchaym3vqYenG82WBJ4+ddq/FVz9JwA0buj0F7vso4FGg0jKkgdkHxpJp4tDjtUNTs1GRU1HChTYM8aBPJlNrj/RpNqHj+07Rv/WOkCvwC8JuwAUT7aYg0GaaURqOUTKgaRfjTvFDBF7VxXWlMeWFSWbGqEBAMthBPv01qxCQpqlaWSRgtJxPPH3rbLEyplDFxMGydJ68V4ovpJZmP4foOQT79GNsMo1GOYnXbwKfVnBzB5DnhL4iXzrtOE+tOYzHQUHs2po4wqR2f/0f5fwrEi07zLksTJeRiPsXI4ePTQBJPzwJ0SpmFdIbHlLBB2KDN3JDQbky9kBWUZj3qmLtadevQ4wFtLZGiECtGf0kCozj19FYW0QBJBUJoBgkba/9Q8errlLLQ66BvzXhQUVJVQD9lFdSGbksFRGa8RtqK0mlPVbZivXQIHubXJDQI/o/vDArLaDhuzI47bV4OZxAFadmcBeomv5f+n7tujYruU96JiHmAbGqgM+ZcVuU5rKveqKrRnCJeU5rWleEU4hAU4DkdZjiQiko436BIdrj+sZDq5KTEwz3FIiIpd2qqlikqFFVkMV3LH1DaQ68DAwcVx4lKLAh6e/tUKbcpKRThH1RmfqVN7FKjAatMIQTlpwnYpVq1rgZjl7KIKFOngMMPISAjdHQ0iuCv6ZedbwhBzhOvEIIyxiSEQOrBb9Mgdj5laXC6MCOYQR5AYGMeaAM3Blmg3RSigJ5SNdBRkWegzBH95i275N/tH+f04aJLL9GSZctUaato5cknazu7xiQpau7cedq0aSN8IpnvySdzAoSDKZVK6LZdfX1sfHhOiujI8lWrtdxRmdZ9m3bATfoXA/cpyPlGHMc4ygL5EQupWq4z3y1XKmWZPwWqo+PAqc0EO/oaNrKZpXk/8pC4e+aFjRcU5hfN6DdFh17MmQ8qgVWUt2UekxMTtNXIkSJ7rVZTHd4Z/EIIuXzi5f7UatWZskwZtAm2zW2EEEGRaXh4hAVONXem7nsUxfJ/KTs1xRxTkI/s/Z/YWIYjR45q8eKT8v/C+C1veYsW4Jz9vQff1R8+fFgdLBAq2OsU2ZvMnz179sp/B9+Pw89ozfw9lyxrf3+/rrjiimM7eOe5vw6t+xjdhhDyxdnw0FD+p5SWPUMQ86igY+satsfe7tGxxO8sEuAMmmGOhDBRqKsZ1WSjl3AUWtp0l+bs2ayOqQF1JlIlSpREseo84GmxrLVPfaYmDsDDGoGPn4bMoaXPEUS/4Q2NbAUdggBcjnVwbkRFh8otOmUuJxCh+fEcSzm9WTHNqOfiHG47j8x8OG1Aho3KWfrwYLr5pgoMaIJlLzZjFQ8NqHxwszoP3amuw3epY3CjOoY3q33oPlUIO0b2qb2u6VeRoAAycKJ3INOdQE9NJj4pBXRaK4+oXjqojmyn+nb8XF0Dd6oysV9xSRoLsWrluurJiCKcyxKOjA91U9Oymx9tuatZ3nny/VDAUyi1cGSHyrtu0bzt/6XF43u1iIemI2pXzPhUMYTqX6zk7Edrctj1gPUHaIZEQnuRijWcGScvhVpQ/54t6t59uzp23aG2PfepY882de3epa49AyoNHJFqLUVQ3W9kY9g8IFKQKgtOl1iwyY4vpMoQnM9cB40o0tJVq9XYp2l6gvwd+EQmPsWwUNaEVUooNUOT7Lqq1ql1z3phF7SLXvoaDSU1TUVVpQUpHdipwQ99V3MjyNtADQTXJ1QTfkZAHqkZNXD7gHoyzJfQOkmzCrIGxM+AFNJERU+8BSdpp/nO9NdyRllQhGeP4CaemXxIGlI+3ywvqhpEjjm//2KNlZaoHtqgbGds5ik5uE8b3v4i3fT6P1Xtzrs0NTElG4pis67DpU51XP5HOtgOryLwm744+I3wULTOb6HFiHSBOSh0VEwiPeUp16mrs6KIuZsxzxppQw2e81qzqhrOPcVZNZo1nMNUjjqGOsUIm77IziqOPQCiL9TDYNrwVXEUVY59fXxrw25HLJ9nlDs0PsnYVj1DpBBFylBszsdxFOo/OU4sbAAAEABJREFU03Id6yaEoLwsZrCIZ5SHQAfE+BN3G3Y8JHOHlOAY7KzMA1fB2ENrvtRh6BgLcsnKZtKZ41QmyeesN7zjKFaGPlq5GXnUJo9P4kRk2TUTF/MkRheWPUVnUNFeUBlnvgJnrkiKfLJRLmnjpk06cOggu/xRrT5ztfzDLT4u9m+tX3PNE7Vo0cL8aHrzfZt10kmLGZsod24dHe2y4/QO0Scn1nWDZ94iRIxfYNZbzji27OiIcbL+vIN3nulN67wyi6c6R83DQ8PyeNoh+TsDZRZqBerbmbf4Wcfmm6EPupmrxP2M40K+IAkhoIYMPs0cVcZ/ZGSUeKoGi4c6NiqEwBzh4UBRljmKYoUQ8gVBhlCmsRx2sB7HmAWb5fUccrnpRV236/wmpxqWuYIT9TfwfeQ+OjrK3fu5+uUvf8m8fjK7+FfpzDPPzH8kxwso66GJPD4FOXz4iHxc77t9/xpfHEXyfyB0+8x/aDOEw543b15+/L9o0eK8f247Zb4mSYF5WVJX/ot50v59+7SDxdphFhDlfPGQsigZzjHFsb77UOV50KwX02FW6ncVdSux1AwJuosUUGAjzjReyjSxZ6PefM2V+vTjLtWHLzhNt3zwTdCwYmLwqaI6hq54ypmqdSBcBPxm9LPgCHDIAFKJRAZviJxHym87ArRGvssMEU/9MQ3xgt78UkKFpmxUFWxRoUNWPdwro3AG+HXljp66mHnVcEQBfh9/7Qv0rmvP1oeuO08ffsK5+thjztYnrlqvT191tj73yPXa+PGPqzfvLLwc0gU/qAhKBu8Z/sSU55kGW5TLK+WktWJDoVDV7l/9UO87/5H6+BUX6COPOlW/evMLVSzU2VWnakaZChm6PWm5hhOsfJPKM7zxlyQCmP0Ouv1bn9K7rzlfH7/6sfrw6cu14zPvV3msrgyFZdRthFj96y8UJ0/TQ+DqsGkCsaWNPH7NspRWlExM6qsvf7r+7doL9MVHXaQvP+psfelR6/QFcP2jztRXH3mGNn/1M5rjscaJmVWOBp+WFb1U5q9UNSrgfKdUjFKNDQ4quC3ACbq6l52icU4vcgdLtWNvygUsswKC5+MaVIeH0x7pvA5Fcy94mjTnJMiHycrUPjWu7//ja3TxKTPc4KM6cWRCpURSaAF1eStl/FPGPkXefD4wVh4kl2VZcdp5I0hMRsyJTsHHDJ29SlddJ1VhB19sNzwDtIEwldTMJSahPAKNGMq2RSyeexaqWI9UwtCWOcEpTw3rQ9eeofQ7H1b3f31e33ze1SqOHVFcSpShrEZ7SWHN+bpjLGernGfQNF9k0sMBshO+XccFDg3HDUTHVmF0p3TRRefjSBYqo3N2TimG3I6+igNosADxOGTkxXEkG9UQIgUMYkq/bLxssA3JwgY1cPRTHN1X2WWjTvmb/cVCoigEHNWUJnHyWSgqZqUxPj6pKAqqsotrYnyb8MyoZN42ij4SnbKRzB1ZKpeFEPKWogg5iItXCOSBBCc/bYib7EwbooZCmC5z9w33myp5vtOOm6/D4xHFkab1nilQmNNlRMjMckjWVxT54ddMjhTHce78TBmQs4jjXHny9EQdGxvXXJzHqaedJn9ZbHBoUF/92tdy+u3bt2kZu/zx8THufD3pAjv97ervnwvtFnQ3wXHwGG1mSnA0NfQWQmDxVUWPkay3KI7ycbI+I9o2rMtxThE8vjGOOULnCbryePoUobOrK6/bQM+WPYTA3KjL/42tTyBSxiRjbKZDek7c/L1QqOLQrZcmde1ofV8OuWpsDjLmjXlaM5bVjjyjsMEc8ULDPFLmXRTFCiFSFE3LLl4hhLwfCf1MkNU8Gvk1UoZsjbzPdsL79+/LddfPjvvWW2+VHbl/oe7lL38Z8/qk/O/kDxwYoE6NU6GKBgYOyDv509D/ggULOPpfQTsJ+QO69bZbNcSix4udrq5OrV+/TitXrlSJ05QqTtqLCN/p++d5PY4TE+P5lYr75e9OLFq0SJbJ42eZnee2jPb2dtov07MH3syuBxK/s1iAcyxlEZaF7VHAuNkJThab6mge1rWLpD/pk56PbPd98n3Ska1qIFmBQYnr1G3r0dRcwgLwO5Ps5LIgZYEEA5WHlAUcC4HkNkU58GfEoDvq7CDqtBIODQrSnE9DPnrNAiHG2nVdnFeZqZan/eH0LOSGnYktpewEm5qIMQBxVet7xvRH86W/4C71zzul53QD+vsn9OkZ86QzzIvmHtRGINMgOPZ2W85DN3YgqeMG+SmyF+KS5jLpn4mun9svPbMsTX70ek3u26g4KmNHO3D0E2KWq33u6RZTeZs0EMCvv4NOCoO6dqH07KWMT4809K13SFU8TBYUhUhVrFmYv5CHTcIX8cEbZimQItqMaIMFHgJHhVSXd2zR09DFHyyTfn+J9DT4Pn259Iekn0r8VO8wbXdgk48hfZHTKW0z/uW5S1Vjt9YoTKnMHffdv7pJGQ9wCEEN9KD++YrgqxIMApj9Jm0ShIJ15kCeZyKVO+xMGmOR0XvRkzQZutRRbyiZTKU7b9bSDT+UuiW6JASQoLWzj5vkMd7Rsc5TFGH2QyZUJFgrf5k+R0EREyWiIEATKVMUakoLZfWe/VjVONQwK39ngGJFMMnnbmhCKaFGKSKsgSkp7kdp7No6J6vIO6FKGNG+27+lCxmiC0rSmdA+bgO7ABaAAePWYI4kEYUL5musFx65/IQZ+H/qPZtXkPrmSo981CN12umrFEUZzraGMaxjNFOl3Dv6WNwGOcWo19jBVzkitmG2oS4UCipxdBxCUBOj3eTI3GWmTZl72HekphExAs2G6jikOrrI4Is/V8KJYIMVYIS+ExYBFXZAVmQEPyrKDiTBuIcQZOfSxIlYJredIo/zHLpN04cQ1IDGiOMYJ5jQp0jm6XLDdR3+prC67HiYMVQJEm2Yh9Muy5AjT2PDotgzhuYosFwJ+sllpiwwvhlYyB1xQKQf/uhHGsS5eyc5f+ECHPkOntNa/itq/hW2uRwb33rrbfkRvR2JddPXN0cuW7Fipfaxc0QU+svcg/8UR9Zua7rvBVkmJFER/YmXaQuFBFvjsUhl+UzT9Liwy049ICjKjtc690mI9Rsi91kq0JfR0ZGcr9tyuRdkdm5eiIXgk4ZxTeHwTRvR17oXiYxHDbtnWaSgmAWG+TeYLw4j+Cc48SLzKGPCZPTFaFDPjtXxFBsSRbHqyOk0JLn8XlBEUSR/QW7JkiX5QugXv/gFTr6iV77ylfrTP/1TeYF4xx13spPfIv/nNP6TNy8U/NcN1temjZvknftXv/o13XjjjSwIDsj38z5eP2XVKp3MwswOerqtWK43d26//EXJtrZ2eVwSdNyBAy9yqhXFMYvaOJ973d09ch9cXuAEx3+W6jt760uzXtGs+O8uGhgCWsoitloYrqBIhWakLi4iQzUI2yoVJLE5OamPcN8e7FmmJgNUK0RSEtScX1a9SFkEPMnhmWI0UltD4uTOvE0wEyU/dziMWoQxjhnkMlbaISxmiKYDxFLmmUoyQCtb2zw8nhICv2dnO244n4nmo/QCDSfNgmJ2cM1aU0UcFvNFzEFFrX7YyNpgp1TE/yohtFPDDtuJ6BhP8ltv+iR3EX40kecGCAsYgyb6GCulSqzDTqnSLS1bKQ3eeq86an4waYCjYoWSSj3zRbW8vkOznU7M+iSzFArqoFoEP4FkkjGsH6RKUAgxhppOMEas36QGdcM0MofKP6R4AvrpwkJxPg80NAUQQATgn48/UQj9+YBsrmb9gMGKlPSz6nC7Ee02J7Vny704w0wRYxfQgTDs6UoYl2ATAaJ8HntPyzWdRF2MD3HuySseB8ZgYyfKO/9i+TsJgQ53Vgq67z++qNNYo4om8/v5MnUMxnF6XZnSUw8Wppn20plOEJ3uRwo9iEFwBeasF6b5/OUKKw1NTcZlLbvw8TridmAFCZUkh5ZT5OWym6n7Rds8JGoU2yTPUxY9R0vtGks6ONGYEhsICX2JMetdIUVHj6qzWlDXYFMdVSYY9Tu7qOo+IVc+drRBzv/d+wQ8Lrxkjc5acyZON1a1PonjqCljrDKexyYG1gbXBrbBvboN9gS770muGowJwiZOu+4yFl5VDPrY2AR9nNQUO5/J2hQ8a2rgRFxW9UKB3ViDOhPc16csBkIc5UftbifBETFVVCyV8n5GOA87DSOEoAxbkRSLskGdnWdi58UY2RCCQpimrSOTjSwjb5JjoFihlToWkUJwAvjtOPoK8j/lrxYfy5Ehez7uyGQKpy3vNGGmJn20YbczTCHM6GeGkeme04euC/r373xHa846S7v27FGJo/MnXHONLr/ick47xrVw4ULt379fp566KncU3jU+8YnX6ujRQdkhV3Gm8+bN1QS7c++Q3eYkJ3IxzsRiR7Rj/SCa7KydFv1IGdcYh23nVCwmiqJYfjlfVCygf6dL6D9Gl3EU0X5ZDfQ4wa41xkD6b+ClQP8ashO1Lqxj85iuH3DI02VOF2ivyfh7LByGEGRHlzG/WnWqLB7tfEMIiuNI5lcu+wHJcNpt5MX5zl3WI2MSI9t03Thf8ExxcnTkyBHarekpT36yXvzil+CA2/T9H/xAv/jFDdq5c4dar6VLl+Vl3o1PMUc7OjvlHXdfXx/tRHl7y5Yvy+/g7eBj5LGeHVqulGfCz4EXwN6dd3Z2UK8gy5OhcIcN+uu+us2E/luflUqbfGLS09sr/4a+y1qwyWjF/8fD3FFhxYolmk5AQcKuamKEbU1I2aE11YyDbO3aixUHxCXmAJ0Wr8zDQiiyGB2U4BgJtV6ZLSUJB3bA3h0FG0byHkRHGg5k+RPL5wrkeeBpJA9ayTzthElbcHoGbjOmcxFIFen/xd5/AFh2VHf++LfqvtS5pyfPSBrlAIics0QSGYwNxmtsY1iDwQSTwWRskwzGxl7WYReDyRkJRZBEUpaQUM4TNFGTeqbTCzf8P9/qfkNrkADvWr/d/++nO/e8qjp16tQ5p+qeU1X39ZuQ5WrUqIwA6vAp0JKfAYPrjAx80DWf6ouY8os/qoUCtH3HX8XATp2lDA6uQO5sEJoMgHaMXV9rP4498Q04Mhs6pIlzQA9xQcvnopsOsIYXLAM90IYhKe1ge0FZrKOCGwFVpspBw6y1+AoUShW1GVURBlWkDUS2gwOlx52Ak4K8SR3UnRogo7FooBRcKeyzXsvXMg9gQLd4B+277TYNzc0S7LvgUbLW1L6lD1WyLW3ucgcp2Qy9Au0xG/YgA1EHllP0/4jX/6OqgaUqkbXKhqXbr9Ou876mmuWkvUzu4EibAze0cIarKw0mzJAHChdND0TEiwjAKKgKEXppeusd2FLKA22WrlDnflKB7jVowUBjBvDBEDQViHmIknUswJc4pR7H/yU8hTHb7R72oN4y28a5cFDTEicHvRZGLFnMhKY45ZWoMx/Y6F65grn2ND2zX+3OrNrtWVV0mg7ZIy4AABAASURBVHNU7x1bj8BsZ9jpdNlt9lShd5bVVccp1OtN1bK6hF4FO/myqFA/qCQAZlkNPnDC4dnp9dg15jjIoqrAQxOy1K4yQwa71qirjdPt0W+iIyBV0Poof2Z6muBGx5QL8HPMp7aP8dnd2ZlahUhAct5tDDWc6wzviCKTqEnQqpAJ4eSrok/TxyymBYbfQyOUYE8SEpTVfGp5rR/d0jwyjdybVK/VFQI08LJMHWSPMUpUVzAK9OugINPQeICgNTvHwx6ijG8R2CcmlujQQw7RQx/ykHTM62Caxai9BPMu+k2y+JsYX6IIDzjTd6VxjtZn0cu0lnuYIJOzM5aCauwqZwn2BQsML8wcWJvNBgEZP804lMgBK8anYL51Nd+uUsZYNbGRbWYdQgjU96ArFUIg0Dc1yvvneh1e7LIjOlgGvwKYZmz2IOck77C9EHC50aizWJnVPL+gNicN7ltcto3HCWXgHdOJDei0cMuyTO4f85EGxqMkuHfJRxXoOM8vo2nFQmGW+diVx8H9xxjYid+p8fFxxSzTVVddlX5REPG1dOkER/Qj8k58xYqVcv/uy/w2b75D/vlbfx9iL68Z/R8q3e9+J0A7jg269N9B/5YcnIeHR1ggtOTxc/uYZane9vaCrsuzYt7WNdXHiA7zz4DLBrf12JtGi664KH/vZStY9yFFsFLMcxX2fLYrkzehyTdqYgCNKGT/2XMFxZzJWTMPWCkKdyYnSt40iKtfSbZ/GxX8UYlhXQBXVql/5w4APEpAqpKTjNV8TUrSB+V+SvYut9tRxzNJ88oSk5apPzRFxEieFqbD4ctQUqZNqnCK3vMNwZuOBFGU6nXQZXrDAtrvw7Myqh6iaujb62j+wok3yDeHW1K0JJYNI0PT2b9LB3gH6UBeiy74BR5gB53+CUNFc4W6Av3FqmAMEAQBpnPaWQeSxbcXPSW7VgUrLdqhOPcB3dy3y652Ki5YJnmcGswXuv2NhrTiEJoGYhPIXXsUdu5SmJpCPeaLedSG1Fl5tDhEYQw0f5nHfG7hMyT2wg69LEgxaF9jiYpH8TrjRHY8sal62VODAf3em35fD4w0o2s6nefpfswTgAWVJqhkXSlwe7ZhKOplnRbAcyqzlxG09BmRYu/tN9NPpZK+BMHyk18l/wVGhj3NO5qbHxY/DMGFBXBFj7yiQswInYWysgKkyNhgHXF4JTH+VGpYk1K+U83efjV5p+3XLysGIsRS0gtxyd0rdy+f0ezcNLvw/TjQGZzXXHJyDvJ2Xg4aOQ7eTiwnoDtoFryHIW4gT2A950BSyuW8V+JIq6RzYH5WUER2mRX2LLFrjg1gwSYB3aiv11kQsABw4AoxyjvbmGUqwLltjYBt518neGTkXc6wJ2yFF01gp+kAYjpDnYBnusHBQTnwmU/h8aOR8yVjnNFHg+AGA+UsQrygML5SkEJAUskp4irwzzqDSF06tSxDQ8Ps/oYIBE3kbqqX4w0xgvu2HCEEbJETGGpwCIroa+ixaMrIr165Urffept27rhTF7Pr3M5RfJtAfdQRRyiEkN4ru8Muu1UvbIKkJgusZew8l01MyGlQ0GqOh7q8EgkhaIAFRK/XTeNXYsMpnj3bpwXe5YKA6TImgBva0kZoa/uFEBjDUiRSEH6+Jl9exATktT1DjKZWa6DFPOkoZ1442Obo7mDvQO+0w4nDHAuyJjb26YHt7XFp4CNcdt79Wi+D6z0HpJACeMFixTKZznL7+wEhhGRP9+lFnMHf5N+wYYPNJAdpB2Pv1E1jnh7/LqdMXlC5XlyDgwPQl+k7Dpa1Ysxgrfvf/3464YT7Jfz+/fsZtwYLhOGkZ3chiO/fP4UMpYQVSuw7OzurvXv3qIvNC/h43N2vbdxjIepyCEH74eexCCHAty7bACYH7nggd29mKpgbNCQFvFMo8bEVu1CQVSSv+SsqxcDGyJAqBwbKMcuoq1TsJykBcHZMddIg2gMO0PN56uEHikz/nqeJPIgBr2vo1xycmtJt578kdXDt3ZQDuD7Q2CKLXUdJX/NOn+DDjK/1RoXK0vy8FnNNBy7apbL5JCQfzhvI3u3tNgZXQleQeuDZlqjysWwXhOup6DSlmUPH1G7lqmKhPGDP9n5Nb75IqV/NXyafz/3iE9aKKFW1wDF0ikw/p62APkGRQB/Qtdfuio2SFvPTgStgUvp0sEr2Z/xdB69kj0DBeUiErO4j8TGeqnQ7T6Dtto6QBobUhr7OKxHdwSueSU5/eDhCQeMcojCoYtXRBAdaoj+dIzT5/m1eaY4gV6g0V6OCwdk1tFKt5/9XqTWkOnKOVft158++paN3rNeIRR6AzjK6Pdl0YzTWT/B3hTEgUofmjZCLUeTpDptBk+6IqpXa29Yrm+6wDio1XbXVOvGxmmSeNzM3KBWYP7GCV1phgfPdlwH9IpO/SgarlDEW9VL0EQDNX7yOEAcTnZ99Vjd87I264iNv1PmfepVu+eTbNLQFYusWIO0D2f/suyhmNdee0QxHs7O8+mnjpB34HDwc3PGKcoCqPEeQo0GwETrlBI2cI/u52Y4q9LTDj1mNYDRAkGgoEsQjwbmOs68RfDPKWd34lkKtkUYii1FdnOXwEM4Xx+kvONmpGuhCTu1AnXbY5eYElrKqdJcL5+mgUFCX5F2orNN3k4C0d9+kzCOHv597t86QJ2RRPRbKWFn1VlPd5JhRMLUPCiGknD8qpA3hF+Wco2zvJG2zedlsg0o9AoKQz3JYppKVwgDPRK+ba45j9jr26cx1lMFrGUf4K5evkAP+/Y4/QTkBadPGTbrwoot02mmnyQGsVqurhWyXX365jjryKHUJ6O6vC22XvmzXqemp9E7Zgcc6uE2SGTlCCIrYuEcgCiEIpSQFzWd5DmwMA/pVVYnoaEo5hii3M/8Gwdn6OID5yLnF6YTrxsfG5KPr+QVOlWSwrNa5Xm+oYH54PDssbNze8np370WB8zXGp8Yi0MG8w4mIx9ULBXG57BMD005OTiLv/ALApxQZbdzWdaZrIJ+/IW+Zmk3mV8zgUKVFiPn77+aX85rD/QwPD3PC0E7v9G1ft/dpxQknnKAm89TflF98jG+btFgkCfuY1nazLf2nffvxa8aHwPNPj56blsWylQR98wOdTitGeD1gW9kOXhz0mGuu68M8h37p3kwZXNk5EzgsvB+IXsbkrfXmvxBl29H/vmk+VqwyiYTWwRFkbkrlpJRWAYEUqdn8JJrEVgEzgT/4hrak7gAaYjtbwwGcM9DZx0gwhv6X6k1zTxCoMJSkCUp5QqWsebESnQhT8s5a1tHgSjvYLm2QiU9Bqt/oMr0BJ9+nzxF4b1OarUmBh26Y1+hpJzcmXQXtYQ96jLK5XLHsqt2g4523q7WbCsti2aW7tx/4ItQJIGTmgI6EX5NwopQYjqhWLNXbeqtGzMvIuwPegXudrqqjOLdRNFSSz/ov8FVOQ8uCWEkYp6DSTb7NQm/ZCQ+XkCfg3BSC8m23abi3C35zqkKmIoMwVmoceqw4vZYoJtDCBf8iZeP8J45qsCDPkcWe1rBa93+a5hSZj27Y05azTtU4NtQI5EYZyP7yDePUkQfWtZFSTZXRiyDF61CAL4GgGv3vuukadef2uZHK2FR15ImaG1iqACtUAe9OkREbmp9BfZ6uolBhC9xnGqeMdlkZGGvNXzWSZdKy26WRs8/U8u9/WUee++9aceGZWmvbt6hnXNPun+x/+o2seb6PANJWL+8o53nuERTsRO2sQgiqNxqqERjtSIkFIl7ixEuVC7t647KspiyrK4s1RRxtCJGRcrmh6DkRwJNmOHfb2TQSdsMeJc/gLMfRXYJXlsXkiG26gkBhp2kH7dRtncYYFBYZomKc/N46vWrAgdrhdgmCfs47BJBGvSHrksPPzTwW3kWKeZrFSIAa0IplyzUyPJJ2W4I7aqf52UD3CM2SJRPs3geT03a5Vq+p2WhqeGhYXlCM4MhpJvFR4OQreJcYKoZMMdQUSNmkKsBr957dylmUjHPMvHbtGq1iR+7d8rHHHasnP/lJevaznqXfftFv6/jjj9eSJeOSQvpnWayP9XLQqLMIaCb5Mvl0wkHMfG2PjPHALLLtGo26fAXGJATJwKfmrwozAMhr+orBrMiYj+trbOQiDWx323SeX0Pu23awXUdHRuW823jX6mDmgG07hBA4JeL5h6fHNoQI2yDv2KWgkn7dzny9iIGcxUbJTnqIWilCP8crD/O0PXPmits64DcJzBXyzs3NJX7+9vzk5D5NTk7K/S/l5GOCxZRT281t97Oz3srJif9+3v2NILuDvHfYbU5OxnEoAzjRCU5MhhjbBmNcZ86OjY2zqGGTwsLQdmgkuwfFmMm2cb2/nGc5XW9chu1K5oJ18+JhFeNsvh4nl7XoslUWFe/dbOVdSZAq/tmJNRAyJ/jjqpXXpF0NafxJT5eWroWiZCCCRggOG878pmptZCuB9ISKAVzIkwhKHbgOUon+YKYEfBAToTQTEteR+F7AJLpFaFf9eug3WGDiB6VQVInHwVdp5xEnaONDjtOOB6/V7ocfpT2PPl57HvcAzTz2aB1wsH0ev763JCOqJEqrXtE24yPwMrs9ulabTzlE7cccqR0PeaSe8neflrJRAge1OIZWVuraf/xrLfOCKsyz6PNIPKsFJRaqJusD8t/ctzNp35A0+vg/kxqDsh1LdIx5V7defI7WLaeBx4fEtx8oCxqgCYx7UCXxUnj7ib+n3Q85UXMPPkKzD1in6n6HqHP/w6T7i3ogAyDl8xc3fNkEauLBvHsPDTXzoCJm2nTV+VpR26S5PRsU0avKuuplPQ2vPULtnOa0Y3Mu66f+ZZ2xlUBGSYNefc3S/ZOfj3Kr1YB3zqlMQdA9dNVRGhiFyDK5HVmr4eSusFBpo5gA/hV6l30iV9MZ8VdyBDeddSwrZVN7tXPD9awlcg351/cmDlFj+XGa8SLIvCQF+Im5lBLzMqh/9QulImMXKqHZAq6UxHOV48ubdekQdvZrya8blMZ41mKLelIaCHGVUv1vXGGhbT9dKNqB+qg8i1EOijV2TJG8wQHDOENkTFGBBUEhXINCcmRSRsAxFNgrhIyxzsDVlMWa+m28A7aDrjBS33HbiduEQwM+Yp9VfzdYg1+PgB0C84jgbMfpoF9VVQqQJRETMy5IP58E5HW9wc7V7SuE9HtZUxhnHfvtsloEXamWRXWZvJOTe9Vo1GQnPzo6jNxBrYGmMurnOILesGG9vNtzUDJ4YWF+Dij7CB4ddto1AkKLIBGRxYG3xB4FgcHBL8NWMWZpcXDdNdfIR+yDAwP6/Oc/r3/6p3/WOeecrfPOOy/BFT/7Wfp2uH8hz8fTf/M3f6OHPexh6Yh4aGgIebtyv97JR/oaZZHhtA9tTj56LNacOrBNT02zkOvJOAdIy++g94sxKQmuFeBUpNgFXUIIKgmktllp38TJQo8F1MzMtKw8g1rSAAAQAElEQVSrYWhoUDmvPpy3zi12+11s0WBxYd29g1e6zL8SLBf4Z0megrYesx7jXa/XsXeG7TOOy7vYf0AxyzSAnSyvg7X7cZsecoQQEp1fFzUJ+l449dDbvy9QprEfT999yOBhnf338h5H/y923lUPDQ7p8MMP1xT2aRPkl4yP09egYsx4jTXN4qFIsrZZLNqOnodu40Vdg0DvtMkJgvuzil4Q+U/7li9fLstiWdeuWcO8aiQ+7t98pnmdsnfPHjc5APFAzpnKH//JsIhnxUMoBfnhy8gPEpjqy47WA373bar9wdu07G1f0kPf+o8qW0sTTYvBjztu12Wfe5eWg3LT5Lhrwki6hwv+d1uDIBVAXbAAJusDuLvcicyVzhjuUnuPBTtZLC5UQ0x2dKqzO4w6/HXv1Nr3fVVL3n6ORt55ugbedZpa7z5NQ2/5urZsg10O3NN9cPcHl2ln1Di2VCdo5ITH6rC/OVfxvd9W602f074HvUx7wgAylcp6s9p+3unKr/yhllu9RWCZYYXdq5T4w7nhBz9SK37nvWq97D0ae883tfT336rJzBOrVIOHqORoe/Jn31TLDYI/AFKeEXg570JNIRTqDY1r+es+qaXv/oYG3n2WWu//ocIHfqLmB38kvfwz6uyH/u5uBGGzptHjTlAHQZvYq8QBrf/Zt7SaILx309WqxVxV7CoPPQ0tW21TSHQt2h5InZcvKsgH5kOGo99fjeqJz3+ZZjkCzLqlQlnTPl4FDB/3CMVR0wM0SXzILr5hQ9GVJKkzp55hPFpGG+ZRQnRyblHBqkr2WTrQ0NXnncHYzCm2S3VqA6qvXKd9VJvAnAT1POiuFzQBEPXJ3uJaKJOTsI0edoL2PfokdR7wSPXu/0B1Hng/tU98gPSQB2n/AFReQKc25Psp2f+lu9/eaR+ChE9EwqgajraB46o3GrKTilnE8Rqy5PwCDjCDJqO+NTiEIx6Syw2ONmv1hkKsUW5IMRMFlRKPWyU72S67dQcWhlS4DWqCFAKLhpw+avJlGjvgjIVGBo8YI6yioFSIAbpMIWDxhODjQF6KWabUjtTtHKBE+y4Bwf1XVamKBQICyVcDHQYIyiMjQ7KjXrtmFXL2dN111+inF/xIp576HX3rW9/UN77xNZ1+xvd0ySUX6/LLL5P/Q5RLL71EDsZbtmwhIMwomCGK7dq5S/4mthciTfhbDkOPIBZjlnbBddI7eKdcR8dVvKP3f2bzmMc8Ro95zGP1wBMfKP8Sm4OUd/3+4ZYGO8rnv+D5Wrt2rRyM/K46ZlFdAlqWZZrmJKRgAJ3v8Hz4ZKDRwK/x3IQQMEFMNo7YIoSou6QJhz2ZCxXyc2MeCqrw34UoyIuxCJ8sZuoQDH1Mb5xT2xVSGTJkcaaB3kMsRmLM1CT41usN2FTMsXlwHx4T6+g+Pc+cL1gQmdZlLw7MY5B36XStOnPOtJZfXCULKC8uZmfn5k8LwHmR2KK/HL29mFmycAITY2Bcc+3YsYPF03pt2nSHQojyzwmvPeQQecEwMjIs78YH6C/npMX2M43zlssy9Be/tk6MEd0aanne12ppXDyXWixIvBiZbxM0wgJsct++1H/JGBm6LIK6zIe9k5NI/Ys7/iJLLgC+3dtiMK4Pi/HpSaPiYBxjqD64DhLfVdUjySQ8ng3r/7Zyet0xGvnjtyt/0Vs1d+JT1WutYOLUVJVR9Ztu182fep0ev9BMls/8DOnZrRJK/6HLTICKRn0gC4bPxXcfYyLw1rUPRi0GquWy0wUo2UoVeFrmjHqN5ZppLNP+5rD2DTY0OSDy0j4F8YZZ8ijcHe8+bnG6wD95uX6etF3lKgK2bYxq/9gKzbTWKG9OiGisGpM8VNO69pt/r6nXvFT3826+TiPk4FOIIYZEFf/kJ0Xzl8eo/sinqfFf3iq96C2aesxTtG90XFmQ/LOzAxuv1h3/+g494NbN8w1q84n5MdcZ50ohBORCQR/hlOxas1HNDq3S/uFVyLhM+cBKTQ2NSbxb785IFoHPX9zVfHYXO9zxQ49RrqBuBlmZqzclLcU2YfONCugelWGWmlrw3ueVxyJ5hMyGX6gHY3BlVag+MqTG+JgCu4W5eqVI9Azw6554gm7fpfkLFRTIGkgO3AeXqbCqJPd4h2RsN6w0Mjyo7ZdeKfVK7aFv1eoae+AjdFNVx3mZxTydQuXCPBg1n0vDFZJgCwgMiMlTYccYydv/p0bf+y01P3qO6h85T4MfOleNj/5Ues/XtGnFscKgkp9Vs+8Dze5yB0oHQ7wbXJ+GqgM3dBs3UMqYcFlU8OQJAbmZbTwcJVBhj8o6GM/EqSAvGMmC4CmcXknZABlYaqHLieZdjlnLsky8QgjUBeWcxghebhvoz20MA+zqvXNusWusqgon2oR1TJDhTEOgPc+J+ZXU29EX2DIneMcsUyRwxixjmAo14BFilOm86y4tJ32KK4PPAIuZCl7u78orf6ZTv/ttve7P/lRvftPr9eUvfU7f/fY3tGnjbdq1c6u2b7uDdKcm2fFv376Nd7s75L/DNvgd7w03XC+nDvqD7G4RTYHgMjU9TYBqoMeAasyZIi/TK4L1t9+mKZy/5TjssEO1Z+8eWadIYBwaGtG6dUfohPvdT8cef5wmOHreQ79eSO3YtVP1VkP1RkNeXNm+TkcIUvOBs9DQ4CB9ZcqwA6qqw0mF+TrghhDErYhd+kHLZWFDp7a55QghwKOmelZjSjMHbF+YZSGqxaLD4N/ob9TqGiTQNet1+ovoWtcAgW6AxVOL57TR8PNRIkNHMQb6DklPBzqfDoQwj3O/lmGevlBOoLb8Hpt9+/arYv6VzKUmp405QXh2dla+rPMwC4oZFjoueyftRU+tVkvyuxyo2LNnr2677Vbdcsst2rNnt9zfunXreCWC76W+hvzzeiMFU7eFTqZBvKSP56MXgoMsAgaHBjQ8MqghfILL9XpNTebSsuUTyQY9Fl9NFhvu1ws+n8iEEDSHzHvZwe8BrNPk5KR6BHu6P3DHAzlnEIRxQSIKB+dB3e39m9BZMoM9Cg5Misozgl0LIXmAulWNAWgQmFqqYsaAddld7dH3v/s5rb/gEq12x5Y0kHF/OSntRTn4KXbGUEUmT6SS23QkAucqZ+eBRiD8mXQ10rSGAwjXGhLSFPNglMGlg1Pj7gIVvQB4/cpHshpSLwwrD0MqwyCUPDTlkIJ1KSn+pncF4QIkEcgHICs6qldd3vt2lZU9oFTIcnUb08oIZp2yoUOf/DytfvsbNbUMHrUFsLlobweS1E8Z6rg9IefyUvs7pWZ70iwa5UCdo/i4I9c5X/2urvnxTzXRgtjCdEnhxSdU/qwY6aBm0UAuHkR4d0NTHY2qKEelclDTtYbKakDKsYubHAzmB++BI6iILRUxynOnvXeXRqLkx2nPtedI3aYiO/EiFJwIVYqrHqBu6TYLQPJLN4bzd0U8haokcVQVgkr+xUZNjSWrVR36UM3ltHQwJDn4rhYQiLiQm08Czh/2Up9gHp0+g+dkwlfIXEp3/Fy67QYVdfddafzhj9OGcgwHhoJJLmhkIcT81vzl9oYQsR8oBOCWjHORQtK/GzTZy7WbOTFTVmoXde3qUdkpeMbaB+hpctd8QvwvfLh/2C9ueccmqU2fGc7Ury+qCj2RpcDJFyl1g6jIs89H0icnYHdwVp1uTz3ocgCUcuhtDeO8s8oJqA60IQSaRhU47aKqSEtV4CpYV6SReeMj1BCgwaG7XLhtaW7CkWYKIahBoGs1m8hAEKLOR7qmq8hDoCbByH16cVAxxhlBz87bQVhcM9Mz2rZtqy666AKOy89K4PwMgdlBqo7jX87Rq2XPsroGB4Y0gJO3PA4IAwQz87ND18LlAOQv5fnvuHft3pmcuGWaoa8sZuz42rLZvWvctfNOAvKAjj76KClK40uWkAZ5l3cndQ5klr/AnqNjY5ohSCxfvkxLoIvw8iuCLIsaYbdoOUrsPUKwt7wOWqO8c27UG7J8w8Mj8jfQvUNOARaeJXYqacMQEPSUIMaoGn6+4ATQ/ftkwOWMYO86pcsaSD6Vsc1LeM3MzKJbh7Y1+FTqMhdyAnXO+Fme1IwP60JP5CriSM5pQYmN8tTGctrm7qtEtgrBrFeNhQTDLesUmBOzszNyOZA3rwbjbNu4L+Nn2d23220WVk2Njo5oOWNom3pMtm7dxmuX3ezij9UjHvEIHX74Og0PDycb+gQkixny9FQyN+d432+eOXrMzc2CK5Oc4srRy98lcaB20PYio0dw94/1+MuAltGvVCzXHHy82Ounfr3jOpc7vAro8ezA8sDNVDiQv3czAfMRcESgr3B0Fb2FGNlwFqoXPVUEqh5pl8EoMUyL1c3T3vRGPeNNb9X+vpSBRn4ugcp5pneswMkFQz/vFKAu9Os8WkBqx0dywpDc9U4NVEGnyp1S7hOEfoa0n++noH75xlHwPta7w9bclIanJzUyNamxqf2aAJbt36+h6Sk15mi5qBtKv/42vaH0h9CQFKdjiW3Lkf3b6Wu3xuamNZ53FHloQm1Icc1xWvlHb1f2pGdppi6l2GEdaFg5lfkAVPlmxDTAgzEMPssqNfDSgeoS+4yMLtcpb36/nv0nb1e7AbXbwwdSIZAgcXNF/tV7ZEtX9tSc244tdmCHHci4Q4OzWzU6fafUnlIi0UEX/dFcrcNPpqKuIsCHvqq9uzWGDiO5NHkNVQSzwJg5Huf1Qkc86nnaB1rQHgCX4efkAAQeNFUpgGbMvQgxGwTZAQXV9eDfeY121qA244r04Dvxr1J7V9mOCeVCHyoyBicYJiCn7YhVsE6lY4dz7fj5T1XLStV5JrR0tQaPPDE5LLkdMooFjPOpnXEG+Al+DmySezVH5h1jBjotiBQbGqwayuipICjlONxalATPrGTy8SyZr+6tC7Hwkbry6ps0Nddh/Cw4SOQJPOcCbDOFqAznW28ga71OMUOsQGAv5S/BdQnKTnPSnPnsBYKdWUHZQaFceBacluifM5ZYgiWbUtCv1byZyNViR1ijHzvpBn1V0AVsF0NQvd6QU5siMg6JhqBfQBOzTCGE5JQbtAsmouzE7/e7HGtHdKjVaxzj3qk7WN1s2XKHath7ZGhYa9ceoqUTy1TklZYv40RrclqzM3MEpjKlLXap/qGVnRzP22HbqTvo9381rcsrgil8RoWe+/fvS3LkBM4ugaDJLrHeaLKj3KNGvcEpwTad6Ncz2GF2dlb+4aCsXtcogb0DH/N3EHGQrmGXWQbIZdtTCiqwr3F+52swzgsBy+D27q9Fn+LydxQmJycPyJPGg4BW4Y8q+reJgu1CP00Weg583sXaVlkWFaNtKgKe50W1UGbkaO+6Ah1zgqJpG426nIYQFMI81Os1cFlqH0LQAHYcGhpKCzb3Z70c+DLGT3IbUdeUFwC2r/GGOnbrspAwzvaxTl1s5UUHbDU+PqaxsVGFEDQ+vgR9SebcYAAAEABJREFUS5nG34+wPkuWjMtfyjOdeVnWOjpn6Egj6MVcqKd+S+ZTh9OQaRZq/l7GXk5VpmemWciwU4K/x8Q8E49GQ15cxSzjXf/UwoKhlOf4LGPr9l6AmKfBgb7gmbCdteiKi/L3Xjb0WZcSu8HAk90ogyY6UdmdO7Tt5qu1487b1WTXUYWaumriEIY0W1suPfWVaj8CJ29H22fDnIAFpUp3q8CB/qTAZBPleXomlRAhIVLGBTILd4Ax2cqOOHGmbBzt3YSq+Rt0yvTTVFj0Ab5UoRLnHGj/g3/6iL79zj/W99/9Sp33rj/RucD5f/FK/fxjb9Sha2lXA/6jd/kL0Uv686lIN7S0fcMmffPNv6+vv+u1+t7736vNX/2emgx8YJGVsZve01ui8f/6AW3yVrhNp7S1qr8cZCsFgkFv6xbtu/kGTe7cpCU8cIMKmlOPd8kdTdXGFJ76Gu064bEw4kYm88JDU1i4sX+k/x7jWnSn9KO/+1Od84GTdca7T9bp7/4tnf2uF+qs9/yOrvqfr9PA2EKbg5K5TKod/kCpzGAdOB2oJHYnS1oQdqTBraTtrYqhVFU11cukkQc9TlMeN6oO3JQRJxUrODnTT+sqdRPvSKu8C5/ATlssQmnw0Cdr76gQAKDbhWYU5m+r7ByUB6oYclAmJjnoNjZgQyWQIq0ObUp7bvyJGt05xW4uDYzqxJNOUektrAQFvTCXyLgwD4EKoMIxFDhWSgduOwHQ6kZQRPWh3pCGOk2FPKqHjUraiVcfVXenUBsibuNI/lNuK2kwM/jyOOmc867QdDtXRVkI5x/Cqddbymp1HHVQzIICTjGGTBkOstFqqMnutk6gDTg569TD6XfZ9eTMpxIgFsiqF9ip5CHImZ85+B66tXlXyWxQjUBQQOgdsY9IC9o34VlA66DfwZln9OvUdmyzGzKPkmAXQ5Cd6Sw7S0OXOjv2nXfeqemZGfnyfHJAc1BQUHrH7mNUO9wsRpX0M0dAv+Wm2zRLumXzpB7y4EcwT2uQ1zm2n1S91mRxsIvFwR3yL9X5S3ReOCxbukzPe97z9JLf/V294hWvdHfKsUGrNaCZ6fnAUKB7o9HSDDI20OvMM8/QC17wAq07bF1a4AgdSgKLFw6zBHTv2B1k6gR+B/YBFj5mHJG1wk4ZtjbegWIA+zt4ecfu9lmM6mLXDnaArczD9KtXryYITROEcuXY14HGfUo8XcyDkkEyzrQ1xtY2y9GjwMaGCoShZAwzdvlN9JCCTFsnAIurRAfzMDgfY5D5CTrLHkJQh8VWG9l6LH4aBEjzHObUYXh4WGk8sojdlcbUQdp/mucgaaB5CsJu4x20uEIILHoKQOk/jJnDfjFGLVu2VFu2bGUXvwu9Cb7dnh71qEfTnjnLYiaEgJ168iKs3e6kvufYvft1zBSLtXlcW54z1sW/87937960UPPc8RfqvFvfA84nBv4vhwvsikiJV5uTBS/AshiVxagQQgKPx8jISPrrjRCCyQ9APJC7tzOpX5yYnAlyYOnVM2njz/WNx5+sS498tD4/vErdc76mJQx4mGkq8pCUwys08rw/0RyLnQMievL0C4vzfVw/pW4+y4Sbz6jvaCyF+vX9NHk912AWeyfes4vXCgtNlegP0II16WIA1b/LEFXEuoJX9Bt/ogdsPF+PvOV8PfTG8/XgW3+iE2/9kU7Y9GMNrqFFHejzIfsrb/ffBya/ZYqUsyxqKHZU23SpVlx5te6/6XwdfeNXdc0H3qSL/u2DGsimWXrMcLy/XZpYq6WPfrHUoyeGgApxyk9h8W2BMt3+tX/VNx70GJ132AP10cEl6p71FY3yIBW1Oc02u5pdPq78Uc+V9tDWw0uy+C6IepOtXJ2spsFO0MobL9HD1l+vx990vZ5y08V6yi1X6OSbLtWDNk+rVaNlABbf6NZrSLV1R+O4KvlBbOAYuuyYGl78RWnlCuL+jbfSKlAPg7wprVmq7ggo3/CwnZxdDHBTFQoFDJi1Z/W9v/2Idtx4vTLl/MM49KPBpRo/7mkSMqSp22dANy5XCylquphq51GVjEuIhQ/jU5bFbkqZb5kqDVGYu+PHqu2d5DVLxTyLetyTn6IujoVqasHNZ6hbVDSapQK+HuSiO+GloxnqC+/3YP3rcE0/+MT7NVSr2CHvx0ZFIuYxm+eXSvfCh+VA6R5pG3Nu2rxLChl2qtSot9RsDMiO3HM34rCyWFfGcXbGXIkxUwTXhxCDQgiywJ4DOQHddSBUoYgDjHdf/hKXd/6BgFVBv4T30HaorcFB5QQW/09uFQHN70BjiBpm94d4yNJQFqMqxnyOY1EHfffRYuea8QwPDA7IgdTp2NiYAv9m2JG5T7JqEpwuvOBCgl0P6Mqymd7fIxigjzRGIYr4qn/8h3/W1P5ZbNCUHb0d+hzvxrZvn9SNN/EKh+c6om+v11MXGKK9ZcrQyQFsjp1cvWF5M7Uta17I72sd0J70pCfJX77LCaT+cltJkHXArGHTOose/9qdA3hFHz7+9gIhhEAwyxWQz/JYdqdu536Ntx3qjbpqLMy808zp07YqF2w/wIKhwq4F42LcPJTYopcCcIHtc4KVdbLNnPbwI86XyCjmdwgBexTqEjitq/uyLFkWFWNUhv7Guf+BgcFk84idQgjIVcO2dWiiplkEeafr428vzBr1htzGAbXDTrrDYqBinA855BD66sqXTwIc/OcIyLajx9N95uiJaInu0MMO08Mf/vDUz35OVczHPxN83PHHyTv5GDMWXDOanNwrB+tZFl/WLdmdxZmP/D03LZP7NL6CecyiBlhUDTDX6sga0cfymSbGqB6LUevdTWlNFWNnO9cbjdSuQVqv19E9S7I573Zu34fYz/w/koacbvxYVbi4oF7IOFbs6YlHSS8+DHiI9K33/pG0Z4eGmgPsqirNMkEG7v8gzdJSwR+A08QmgAoLiIW0Olgll10HGW0YX/UBjLDzPLBpShUgS7hWONASIxcAqPnbbA4G1xjntA+p7H5xHCFqgih6WF1aW0proDkEP7sKUzS8o/Y8S/RUODWQTbfzfUiIRR/o0pfX2A47UVW5mrHQYXR9TA1HT8XjD5euPf9/SMWs47myImiuqGlg+TqhotJVkQVU0bCPwDBBmQ4Za+jpj5J+5wHSnzxCuuLz7+BVy0yq9f+6VsSgVQ95nIjT83Y0H/SEQL48YctQzheroBWs6Jej93gmEf81iP6sF9htQu122Ibc/G1eQepgu7DyMPnYvkZNls8p33k7B+sUmtKSEWnvtmtUD3OKoWLewGRilapRGtJP6hw+DCsN+ncAXSmPOa8kwN18le535/m69bQvU+aYAD4FpyBSTWse/GR1K2gMJIvvhPKEApnypDQlyFd37a7qm6eiLiSAVJGPViUNzkr17RtUIyK02dWvPuxwjY2OMcQFAIG5OTHQ5hc3eiz0fwAX5nMZajyWZ+uFx0qHjTcVGSt8iEKYJ8BKkrMG3YsXY7D20CPZ7V6jOXb1NQfzWFMMDWSqA0KMCkAQbqWrQu8yOX7PoeDaEGUHFoJLUSGEecoK25ZSkZdyQHGQDuhqB+odUU6AMdQJdNu3b5eDp08N5giSMNEMgcE4f+PcQaJHcPWOKSjI+RCC9k1OyruuHs52mt18DV5ZliFjUMmY+U/MLKcdcCSo+vTBR/5u3+X1WYtVrPOW4ZnPfJrqjYyFa6GS4PjWt7xZq9dMaHxJk937S9TuzOEfK3lRURIE9xFUdu/ZI586eHHSIih4ly3k6/LKKie47p+a1cN5P/xIdpY7d+1CrgoomWdQMT8Cs91Q0V9O8LJsztd4Hh2wagRwB90cWwlaz5WCxYIDvG3u04CcdhW8nHfQyRdoM/R1+xAi9s8J7B2ZV0lAquivxkIphLBQ1042LVkgGCr4cSNrJetaFMgMLXeiq2hvvhVEJXVVKptXkfoxjyyLtC0ZB+wJ3wHs40ANU9XQz7+dbx4eY8vsfsxnK6eVbuvj/etvuIHFQIMgzWKbcbX8ngMebwVR19RRRx0lB/CbbrpZ/tKbuNx/vd7gRGZHksdj7L6TzszBHJvNzbXlPtymxCY+lvc8aDSaLDSH5V34CCcPQ0PDarZ4Tuk/izHJ3mQBOchCr8uiyPU5Ni+xhU9cIjQBcJrRxrrWCfhNAr/badEVF+XvvSwPInNnnj87KM8+ZFWBE40Ai3tplbR0QjqqJfWuuUKR4GDh6hhGMVM1pLtcjLfEGWQgeMgjYejnK+lAf8YzayqnIFNaLdQflAaE4mZ+hATdTLpLoKfZgdttDxR+OVODEc0VQlQW6lZZakCHfqisBBnl/h36GVLnFwOou7sr+jA+hCDit3rYqay1NBilBvI14TFBfyOBVQWvRQo6jfmgQllXc3BcncqtATz+PKuMAkhsL2wVFPkslA1LteXSkoY0PLVbau9TqOpq8uDV6Li1dK22wkN1uVmCABsaKzB+GcyjBww5Y9YSfkGJdhD65gIsdE3pF7d5UPKOXuMrVTK+AaeWcay7ec823RilWwlm15Fef+PPOdLPU5CP6km1EdUnHi625rIcsLnrDW9udUNBcC1025lf1mPnpOkff07qziiiQK4Cm9ZVP+IB2oENKN6VB6UKYLL48wBg9gP5gzOooLDwz3WRD9ZmGpqRiluvVGCxVTBOOTRSROcC9hU6RPFJSoNFtx96YddFKEXmHCaXmmCRuzVC6k5AZg6u80LYSlKQEujeu3hMOUmoaev2SYXQoiNrnSnGmgIAQna+dq7e8eQEGAciO8WyrNC/TFAylxbPeedzHGlpGqAAHAwkKyV2O4O8lx6Vg5V3UYODQxofH9f2bdvV4fjTgd5H5AFnmeNAk5PEsWY4Tefb7P4q+vSRvbh8fNpmN1gwByv6CjjyBk51kN3lNddel3ZTEV5NnLXbKwTFjHFj7i9ZugQdCgJGTUccuU6Rtlk2L+dNN98sy1er17Sd1wICTVM1mecjBADL7SP3Hv36SNeLkWVLl6vNsfAQ9bt27SGw8lgi2zSLF0QjqBayLdIrDi9YkUFAYBaFEFIQdYAvsHWz2VAIyBqzlDJNZLvk2NY2dvDKsgzZG/LlwOSTkAF28THGpEujUU/659jR9A5uzrt9gdw9AlUOvxCiarW6smy+XQgoi0ymk4JCQELktAxk5TTSh+sNNQI35OibpzljXEg8M4Vk0wzdS46vB9LYhyD6qylSt3z5Mvl0xPas1xspaPv43qchXV5JzM7OpC8lzrATn5qaTvqk50vS2rVr0ty5Y9Md6RVLm/njNo9gh59hm2HGIYRAPzHZrsA3el6Ky/JnWdTo6EgK6oODg/BuQBsUwgIgX4SmwXxKtoWmxVxsUvZcst4VdnHbJczhARYzzsMeXrZnpggvly1zZcO5sABxIb13E3sog3shiFTiwUWokgComCnz/BmkMpNGcEyhFihw45CCjzl575qNUu7fkYz5hRqOkVubPBIAABAASURBVDy3i1poRvGX7kpQoPy8EaguFwA04ggbQoFcKWMk9WDkSmf/g1CDTxOICBXxdMSNX3CwnIYIyuliAPWb3qiTSC1tKSY4AUIE4FoPtIHdstg9D1hX3l+V1MeySTCsq9EYVfpWtusgT7wIMgpGFJpPY0rq4moAZFqR1CToJaCMIFpDajBuyVSVZLMlfck7jTB3sBf0lSM8eNPoni7bw3XuB9p2NqZyaEIVcyZTpXaR6XHv+JQecMZerbxgvx540Zxe8Of/hqxL1Yw8QG4XmxpcfoTEQkDRzH4ZKgUCOZMun9ZVp35Ry9HvRE4+dP3PVKOvHrv9DjQ65BjtGDpEWjwH++wsq5Xsl3+DNFQ0qkxYwb3iCFJaCmrLj74JMlMZMvUoF6nWyoAWcjoxVHwYTMMcC5EMKN/ORcYE36rUJIBF/ywznwqOEQAHvkNyr9/0w3Cpg+MrGPsdd7JIJLUQfndOHFVeSTx5UqgYqsCzWKnH8a0DUYdg2yVvxynG3s6zpFFOQOmDA4mf6/m0FEMnOzo7Yx/fGvznUB0C4RreJ3tX73wTRxqxnZ2oeU7x/rRD8PTO3Ts38/dOzLQ5Bs2yTBHmFf07cHkBMMsx+v6pKR3Gse7sbBcn35F/sMTylIxNxg7LAXr/1H5V6FeUOUHKD2cp68OHHnDi/ZgDNbKlJibGUwCzLvP99HhWG+pykmDHP8ZrgwY8N23aJOct9xBOkymjwAo6q9VVKRLkpdw2RwbTlDyDTgv0cL/Wucn7ZOtoO3nR44WWdXRgaRD8azX0jTH132jAF15eNJmuwAa2cQgRuX0HZVmUA5559jgVyQnsJauONjZ1atu53xCCAu0ivBeD28cYlDO2FX0hsnxVZAp0sQ+3/O7b7VyX00+PRUSP1GUGXh5Xj1tO/6YrkdVyd5lHfl3hP2O8+eab0q7cu/qcxU6G7WZ5VeZdfBdbe0Gwi5MRvxpptTKdcsop8g/hTHOa49c+a9as0aMf/RjduXNnktdzpICPbdcaaDE2oyw0B9LCotloKMZMpsnRLYSger2mjD5DCGLAWJwUCSxrH6xnznh5sZZ0U2BulDKuAN/h2bBetmmWZWZDfSH3ccAe8w2ZEQuZezXhQf4F/0J+oI2qMgnZFZ3WlRT2xqMofXTlhwEjlDXwTcVBnDYkpjdQAz59GnsAfhkzX+X+5nPznzxztJ/PL/6sMHzlDhIsqrknxsYbFpE6W2OCZ4DgE6polXWXy236cJeK36BQQZOgTDpE8lkVlJWRIJ4pBXpxBYA7a/ORSyW6kWNjSiFGsRmXaGscYpK4AQiMU7kCnpEufDqQgkYU7/ghAxfmG0AVpVhXfQA8TUFI1FsmUfApScZDG8nbCLkHO0B7d3e/fT81DbzyBkG+NagK+UOAU8jUw6ZzeV15j/67hTqxrdmiq6pbKZQZD01Nw6tXqGzBBHXFtFNFftEd4NHsQVB2NTJIBXKtxlb7rrsMdSsVKFHieDS0TPVjnyIvmrSYB/T4IKtJY4mifGE+8hVAqVoAkn695mvkhsb1mPuDTPPNZ18i1RCAPisWbCV0lcpEJ/Ly1ee3kLr/GGnsugRBWRaTo1eUUjPSjD7ki4fO8hnvdaBRB3SyMAnxv/lxN3yavH/sMTbnnP0jtWdL+2MV2N1Oq8xpwFhUCOIdvZ1xgZMuWAEURYXzMn3JmBqKA46swPnbKdrpGSocuoNChgN16rrxsfH05avR0VH6K9I3+O0YBweHkKFUzDKGoSJfybt1H4nbsQYM5CN9H+ebT4PgWr8bCCGowHn752THxoa0d3KKQDOQ/mwuMi4dFti1Wp1g2ZTLjXpDIdIn/C3z0FBLn/ibT2pqek5T++f03e+ein4lgT3X0qXLVYe+4JXEzMwc7aJ27dqtDP0GCCb7909pYHAg/Ykcb3s0PDIKTaY2gcqLqJxgUNh+QJV8kRRCVKT/yBwLEratZDl6KVjmlAv6z+m/K+/K5xcAuRysc/TssFgq4VUQ1HLGqMYO27Yu6Mt8A0x9ahJCgFcJjzkCHs+Y+8IPeJFAlrvC5volkGAAmCe1CiFAwzghr3EOwgV9hxCU/sV5faxfj2DfRr79LNgK5oZlzZHZchlnWUvmiBcCBnF5Hni+1VjUZJ4L4GAtj/3Q0KD2s4jzlw1LbHjpJZfpisuv0jVX36Cf/uQiffZ/fF7f+fZpOv20s3T6987SmWd8X6edegZwpr79rdP0vdPOJH+GzjjjHH3/7PN09lnnAt9PdGecfg7pOTrrzB+AO1fnnEX9mefqrNO/D/4H4M89gDubuu+f80Odd+6PddllV8p/mWG9QoiyziEERexg/TxfBtjtDw8Pa/GFC1hcvBfzlXiM4Z92jBTo2e9uhdehNF9JbLfLCqEHrT1zAJ9JDvb1CYliAnHZ/zHRjILYN0juxIz0LjedVVBS58nCzPGt1Mh8wJvcdXacJRUlDpapaPTdA+ySLE5NQRep7DwQYZQBgX6DXCmletPfHejXXP02JrO8lINTymRVQ49aGQj2EhtRpb4Wum0FSbWWvKMoWUmV6qnHuz/IqeCOgGkIbwoR2ywwTujKQyTMIZqxkAAJc9Sa5+cKHE9lNDIoZQSFJIjMNjrlIQdB8GQ8qbrHe6F9qiePCTW28kiFASZuzJJsFbJnIahJcGjhdOps2zuNngIGaRDkK/rrVpUGVxyi2SacFskFS8RIn7Jcg46yqhQdCJlyg6U0eetVavCqAxejivnaDXUdf/LztWk9vOabkvnlu19lnd1WfcQvkQZkDfNY5Ow5Nyct3SdN3XihGgFBygjWDColyoriwTcVJfoHxgylVKF/xXj4ocdE8nAq0AgINRiQRmwWsI8HtUc3/foDKeS/0Q27X6KD/y/hFhAhixobX6qbb9ygem0IbFASO5CVx1UqOWKeY5fSZeeFP5ZC4I6MuVQQ7HKcth24dRZXWGBQQlwQaMo0x+CD8hV2DSEQZAZSsNm3b1KrV60iYLUVCRqmnZ6eSbssO0vT+4tqg4ODarDTbxFIvaPyDt+LD9M6iPhP1ToEb8vSJbC432l2eT4NeNkfvEz1ek3r129PCwql/geVI5uDsBS0f3pW27fvUECGSpXWrFmrRz7ikTr+uON05JGH64jDj9D4+JIkd2S+e6GhGFVvNJRjg6VLl6V39fVGQ4NDBCKC/f79hR73hEfOB3qCVb3RwJa2Az0wPzAFNiRPhk/yJeCcFIIhKOMZdqDIaG9cv1yvz+/kjXPg7LKIsL2MLwi4XY68vQioo7e4GvQd0W2Mkwe/jmhyMtDmmLtibDxOiIAePRXYZDGUjFkBP9M1sX9lwjTHKpXoIAU1eKddR575v7XPlaXgHCXsSLWyA7J7PpWpXNCP5R3g9YrlHxsb1SCLvGXLlsvB0P2ap3W3bpZ1aGg4BVC3K5Dp5JOeotNOO0NbtmxTCAG+ER6DajFHrKvnUggh2TQoIC9ORPNXydzsgzFWq1+2jr8EJloErk/0C3ps336nLr74Ck1O7ksyWmbb2adI/UVZCAEZMy2+bKXF5Xs3X5m9PyrMQR4nKh5uK592XHi8LEjBjo7BqwIPOU5AHPWF0NSByzTYsurlKmlcKmDkMlWXsZ7GPRX4KGkreFSAcHAB2kAbbpGdh4ok0IxUXJUqxMkJzwXBAKGML1MFRAvp4jIoiJUgMQYR3EjzXYBLRaMWgxYu48JCvp+4bHD54NS4OC+Ks4ZacuAV/QGVMYDbMd6zBBHVGhJBPq/xkBGx8wK9AjSmJWVu0JZMUgJ8urErgmM2YRCpS58FFeheQuqFmm0lGnNTSZ1v8zSQpzk2DLa+RBByMCIjTDwP8DqQdxvzdwp/AV30XLXuBNYpIwrMhwyGtaKjOLlDw5O71dy/Q9XcVqm9UwNlTr6rIqvUQ9fa+DrNetrARwZ3bN6pQwkyDWIGWecWlUwdjUj7bjpHmp1i5tA5MrcxQPPoB6qxDBqjSA7wc57xZQImrom9cYbgj18FUOMA8SUSw3M0h1Y3XHiqmsUcsmXYrJTtRfe/YGKeNJMh5XPVsEkyZkB/np0qRsH2QBuTVhk45KyVQlswME00AbI+kP3fvs3rYCbg2p1ZRCbD89n11/CZMJGHvVaLCjFLz7F3e1AIMQkEJQEhT1CwoC/YURELMHtQhL6W1ZSRZnFerwJHWBEQAhR26HaODYJOQSOnN954UwqeE0uWKISg3RzLjnDk3WMnC0JZFgnOPZXwsHMV19zsnPxFLjt//3ne9PR0WjQ4yCtE1Wq1dFqwBJ5tdpITBOEnn3ySFKVt23dp67Zd2rtvv6Y53ve3773LPuTQQ3TRJRdrcGhIQ+zAd+/drSuvupKd+i5N7pvUjTfdRCDvcPpQqsfEcKDftXu3zJ8h0x5oZgmcDKP2sdu8Y/NerV47occ//knYLajL1j5HB2EXcVVYvQ9SEMWkY0kA0oEroA4QgnLs2GEh08Uuto0DCbOF8eDBpN62CRE6xsTjNEAAbTTqcAqcZDCJ6aPGCQYILV++nGCUy2PlsumLhcVaTnuPmaFkjArKPRZOpnOgd5p8O3I6EEf6tMy524NzG8uSEdxFn66LMSJDS6avMTau89j7+N20TebDLGPhfAOZBwjUDvYeX/ftdj4xGWSxN8pCZf36DTr66KO1Z8/etCDMWFgMMW71egM7d1XyAGXMQ/Pz4sMy2G4uV8jIgCCZFLGbbRZCkK9Ub2O4ABwoU28dEpA33jwNzhtcRxNt2HCHki0YL+tabzTUAGw7g4/0TdeH2M/cq6n1M5T0ggLChTXLTGMdlxfAswmnHGvUEvzLyGRCOh+firTiyNGTFOp0j01K5cykpqpcs3jsnpiIo0u1u7VWmoXEfZHEJcdDiBcvzKSmZtnU3L5tBB9XAgu3xfID4aIfqFK5mlO7NDa1SdoP1sHSfA3TlPcCM4D7yUkziVgrEWzqrbqmmPPTzUA/PQ1X+9RyG/NxOqN5GZ3aBm4Pii61WEej0kxJGT4qIACoIuw0O2cGFaFIihpQl4k+22K3XofGVQSxbbQ58lmvl5oj0HTVq0+ryHtq796pQeuy0Ddk6vYQJiBCGRU4OjaUIcrvWBkyEflsZQgqVRgs0Mi7YnHEmnSP9OvbPABnDU2O0TJolXfV2H+Nkp59W+yGYgqwvMY5b5lMz7Cth2dt3cNU7W8rx9m3cAr5ZT/Sl446Wqc+6lB993FH61tPPFH//sD7a89l31Q+xkyoFXQBg2WHakOOoQbgvyBPer5K6kD504sCYeS8LSUdQTa2MaiXXaomFhtkdznQy6RiqZaf9NR5/SFNd+AT+cRDvfhhBCvYJIC1+lBBvxiMLxg9TtpEV2qMStt+dqb8ZccGDIY6UXMEwnY9YPOScdP8ZfsYECuf2aRGm4cBx9zptdWtlRo/7BBNrofUtmQO7N0iHXb4CcJ0amKAppWdKpXb9p4r1gHydNNVShd/IEtS5leli+nNw7DRdWHMAAAQAElEQVRATzxXxWuVjDmTc0y/Y/c+5awUC8az2+4uBM8Kv5gRGLAI9ixwYEXOOGCwCiiYQwX0Pk72DmaK3bid9izBuD3XUZ4Xqa3LFbQlc7zkWfSPwvgnRS1OQSAZHR7SEnZ1WzffQVBo0M7BPZeP7LMsKgKB5yhHhqUrVqjRGlCImTxl2ikAFgTuOflP4nYTACIBZd/Ufvkkos27aP899etf/yp414UImp3pkpakc+wAB6HryG1y9Lvzzp2KODyXA/3OsVhYtmI5x/jT9NvUt79zqj70oY/oIx/9W/30pxdomIWJTxkC8mzeMqlZ5Fm2alR/8qo/VaPeEuZRgaAOWPLkwodiQWSvmGXzYHSwMcj0ELCb52lBYXm8sCjQO9Zr8KFljML0SnXgXWc5A/hSlSKBL2dSDQ4Py3ifbFQEvw56FObLnKxB478a8PPhMe0yBqYp0d80OXQlMiOOHEBzxnHDhvUyznQ59eZXun/axBihq8vBzeBAG9CnqjzZyEgqWCD12AT26KtgLtQbDXkexCyjbQMKpaA4ODiknP6WLp3QPhZkMzPTnKocoatYePmkYv369Xrwgx+SdvIFfVs+614gS4memEA+7Snp2/pnzIWYZcheJjCdwbJbPkMIQRk0BusSKYvLdSRmyXPgnBRCkK/E35kDUGn37j3MnZjs0OCUYwAn0kRP87TeM5wyadG1+BFfhP7PzzooeAMv0SVRoUbgbhT0EwDfJR/45OR3mIBFFuTY7F2jaFjSRqY1QDrcluY236LxrKcWO4Q6k6VC2Qe/9i3a8PAn69ZV0taHPUnN3/pDqJsKWU2zjUzFzD5tufVHatZAh19AcL6izG1jxYwJMbhU8VnvkV77CrVf+SeafuVrgFdr7k/+GNxrpD/4XW3zLg9nuqCWSoJZj91yhiPL0GnOfJ/2Gu3741dp/6t/T1Ov/gNNv/qPNfPqV2nqVa8mJQg/7lh5t6yMzi0D7dKIUzxwm89igNYPoW3itIiz6hbTqlYcqrlX/q66L3uVui9/g0be8F498E/fojmIfHqblQ0tgc/eW36ulvtxwKBPUEwcEOyEq9hRFdvAnCwT1Ury0GeyU5AyXqfUirpqBYYsMsUmkkYgzAPdSeTLWGmmkSsnrVojar/oHdr/h3+qyT9+Gbb8Y+WveqW6r0DWP3q19HJs+oTj5C+iCVFsk/WcIugBR6ldz9WrdaSsqz23XKVT2HmfskI6ZaX0zKXSKUsQ0QEEQUIoObxA2JFV2lMeQoXmwUnV/wAVKhWRMsoFJ/4AVg9IV5/6aZmPX3XkjZ7yZlfZ41+sO01nHtAJSPYwbgFCCAohyPobFKhYAJfdNAE01KAmpYUxENnVezZKu+5UlUUVnGJlRQtb+6nI5CZVj1bmB62YolObb5f2bVFoNFWPtfQFy8H7P0irP/gWbT9xnTYfLg2/7Y/VPOYRwidLWVCeDaq45Sat8OIqk9wvgsynFP9Tb+T0vIt0bmeWK9Ntm7Zoeq7LzjVXCb7EafrPxObmepQ1D0StKhksUGaccNgFDtxOUwrpn7gq+BtKnv8SBxyC68RcDqrgXcf51rJMIyNDKZjPsqNrNBs4yt3au3ePxsbH0m7Nso2xAAiBdjAMISoAw0MEMdI5dtF25IFA0ybvug7H2Hv37oVvWw4aGUEtJyAsZSf7X1/1Kj33+adofGKMwJ1r+4792szR7649ezRFQGk0W/L3FszTTh81CFAFAWlaDY6u3d/gUEtLl49p1apxjY6NaBfOfXqmo33Tba1YNaGTnvZ0vebPXq/CdgB6LEptTyF/ToC0TgkY4H5aUscNtQh6ddUbDaCuvgwVtG6fCLBFCEEhhFRv/UpsnAIvTGr1GoGuJ7/OML5eq6NDCRQsunpKrz0IuIk3ChbYpuiPYZDMrw4PceUE3C6vAXosDnysbn6g09hXzI9ioa1tb7oc/XoE8n379mlmZhbSkOSsE/RaLM6cur7Taafxqdcbcl7oN8BOvmA+uX5kZCTJOjI8rAa2uOOOzbrf/e6f/lzO37tYtWol7TqKWaZWq6UaY+wFhqE/dhnPqvlaTgSR50jMMtU996B3mW5dpYp5Oi97N/XrvCvML5Ap0KvARhX2NRToXRqoM00GX0MMUcMsWi1/k/kSmZfuJ4SQ7BBCoMUv7viL7L2YW+gzMNhK+Sj/Sz2mMrmFurpTHqACQUvq5nf0pQomkZ/71B58vSltvOQsafJOtRK3XP4FNR33AB3+vi/q6H+8XWve8gXNnPBIdZhsOZMlr5fqbb9StZmdtKDPRTfdUXLnTioFDDlTH9P4i16r3sv/SuUffkDly96v4g/+St0/+Lj2v+QvpJe+S9e0oe8CWJK1iwpOIxzoS1DzA1Vp+DkvV/YH71d45SfVe9lH1fkvH1Hn94H/8mH1yOvBfyCeX6lGI9+VP+4G0DthnWZMLQtNvmQWxVgqI7/iuIdq1Zv+IfVT/N5fqnj6y7U71DUHbUTAWkGE3LdTGy84kwgANwuKpyA2KkSYRvhiK9nzhwJcEHNOdCFRR7wWkUdQKmPxlXmQIJhxsKJeAZ7c/bEqKHdMrELtgSGNvPg1Kl76UYVX/KvyP/i05l7+tyr+8BPSH35MesVH1L7/c7WT9pBLHbFDp7BiqXImcmUBOMHZcP1FWrVcao1IA8DQsLRuADocYDO2FOgzsHNUa1y91krJY1RR37+R11mjiggxukYXnKVijPyGi36q9q696F2TDwWm60TYwx+sqUEIqNcCbUrpMAIhBIUQxEcyV7KBuEAJsKkMFTQV5YSD14I4EEqrdtPltg0qs4L5HFVnQVXnhEXIWDKOqZ3tTLs0X+6k5sofKuBQYtYgHdCdRUMjL3+7Vn3qAh3y6Q1a8l/fJy09TJzqqk0Ajczt9T8+XQ8Zk2zSJGxJ/je93bfh7ujDIqRp4FsjjZ5TpKVqum3Llvlv4eNs7cjs7HLn2cGXOMLS+YWUuJJ2XT18Qv94tDTS3WBHbtmO/W4jiJIAn8WgitTOffOWzemb8Nu2bVMAv2R8XEuXLdUtN98iO9bMtmN++QtbHXajDRYCDhSWq015HHo7VAeGubm59AW4LgGpSbCuNxosGCa1c+edmqHOR/QOfDUCzoPYDb7nPe/Tm9/yej36MQ9XgU7tdsFpwEw61t+6bbt2sKuf5VQioMSSJROKPIPejXqMMnyeA3OHgLZrzz51upU8/i944fP0p3/2ZzrxgQ/WNG0bLPIwM0E3T+0Vgux7Suzk1FDSt6ECZ718JO+gOcfCx/17YVEUhWKWKavXxFDJNAno369VPE8b6NsgsJTw6bKwsNzm71OWmdkZ+sXHYptBjrhHRkdZAA0AQ4rY3XQOVh4w99XmBMRgXo1GXQ30cL3t3GQMHIzdJoSoALjOrwrq9QYLAGssDQ0NyoE7hMA86aWgPIscDsrGm3bEJyEET/drma2/29XRs9VqynzrjUZaMAwMDLC7n2Rx0NHxxx+naU6OLMMQx/kZtrFMbm9exl/wkwt1yUWXSXL/uZbx+uaz//Pf9IPvn6vPfe7f03cwgqSYRRbaBXIXlLRA9zn98Ic/0Xe/8z097rGPR/5cMUYde+xx+sK/f0nnn/djffMb39YTnvBERfSznVJjPpgJ0BdArpxxu0sdA2XZIDtwxwO5ezMTYA6kQE+2wiglgvvv1Cn+4s6lRiF1OXYoFfH1QaUbZZVmGnUVfWnh5d3M3LU3q3vhRWo3MHKjq1hOaRCHoPYalXGd5mor2O3XVKsXKjWnVj6tDad9XEP479RpxWcfyPbvwDQPOAlOpNkJR+1HrhkiVpcj3Hy2rt7+hmYiEYYGuWVBZsSVH8J6PVMVK+1rSjM1abidq9OsVNZGFNsTyjoTCu0RhbkhVbMDQEvKR4T/lXnobuShm1/cgewClGTn76Bmd1C17qjmug3trqbVZVHT5mQkz+qqeJWQZ0FlaKjoDuniD79Laxz8WrSuA/AL9JuFAakYUCiGAGTMhwnoEbtC486gi2TV3i7FOSl0VLH7V5xRMUhT9GVowUu2hXyxGGj0BjWcz2mgN6M6NgjYUHNBakflOK8ejn2/Su1F5qqb866dhsijrrTumMfCeLUGOkNqdZZIrBr2bP2ZRKCXZTcMSBm6zOy4nsDY5gCohilhEDMd+bDHSVPws/wkd72DijCPWUiU5Kfp/UHMXb1eTcaq0R1TqAY1vfxwNY54qH7pYi4rYCceUj+oNE36Jxu44AaksFUC5wGjTePpk/oFt7wt7d10lapsWu16Dz1yJRvXZlXUehJ6JibQuv0JY9I5n3y3Ju/cotlM6inTOIOxR4ParRFNapQ53NI0RwFdHFuVDaqz5TpN/uwLGu1KkCvxI5tkcPqrwArcXf2vwEdsH1kAO8iMjk1oE8EtZ8IH2thpGogQCiGoIiAVdlwGgkmBgzbYmeXkfdxsegeDkmfUDq6CzmlJ27T7YWFflTy0LC6azTrOdpUydlcKkt+n+/h/aHAIh75PeV4oi5ns7EMIMn4Qp14nULdaLY2y4xP4BoFgYmKpWgQGv7P1D+S023OaxVc1CUoOEEFB7bm2CnSLIVOn3dWmTZvVag7qmc98lv7iL96tN73pDXrZy16qk5/yRD3wgQ/UunVHqNkY1OxsV71umfJDrF7HRicIBit12KGH64Tj76/nP+95esPrX6v3vf/9esCDHqIuz0zMsiRvgf6WP8sifGYYnUqITCrZ4SeApjRgkxBC0tc6tQhsg4MDqsHLi5f909OaAnrYr4bPDTEmHtYtwNF92cYhBDn4hBBkPv6rhrGxMWXwGWLlnee5SsanYBxDYFwrYescXsI+hSJ8bWO3jTHIixsvsnLGo9vtyn/Hj/SqkLnX66a2bRYGXmjl8M6h8/G0d/MdXmHk4KxfhX5O3cZ9VwS9Als1WERMo1e7zQMmqQ2vLKvJbev1hvwfAlket/W4NxoNPfKRj6K+zUJiQOZjyLKIbQPyB/3RH/5RsqO45vFRX/vq13XiA07Uho0bU8D+2le/IRpgi5I2UTHLkq0///kv6CEPeYj8emAFr4g++clPyf8fQgM5v/ylr+q4447XbbffpnXrDtdn/ts/afnyFbrrFZSZF/PaY+d8CAHb5syBWU1OTmrxFRcX7rV8WMR5IV8gVLum5GPs7GQ8fsyBfmb/fhoE4R/kLyMpVirGR9QxDTWq+GhIJ45Lp7735dp35XkarmrQT6hXX6FegwewCTRy5bFgZ9TUEOfBm77wBe3/5hk6wu0LeDg1TwPF/t2lPFWPmmvU1It1+NbFEKlDn3mtYk+SSSXRpRoQc0hJHjemnVoN1eqZauyem6Gl2BjWEmQb4p13RmTKIkGIiR2yXGWYA2blQFnCUlY4wsgQSA0kv3QbXxeLGWrI+2dmZ1sFgaGpolpCsBtWgwekyaRv5HVMGzWS9TRR3amNn3q1ll1+jo6r09Z9GuDhTWOIuRR7QEdVnAO6BQAcVgAAEABJREFUqmqB4AFtASAfz5O0fVa90CDm1tTOGurGETXXjJGHJsyDTUvHSgu6MKDZMKhubKnMmmoSsJpxVlWY0nRzRr2sDWkbG/fUadY1wyJJ2Bqkho9+iHoDdU0PzakzjBDtvWpP75fraCAhk9oU0WPvbvA4+7laPS10uvAZPP5YecGW6JNQOnB5blXBDCqFCvSC7AyTlq2Stt74bam1V/tbHc3UK4WBTOMPfLK2QCpEUSVVqQ0fjKnRCZjb5louHkdITGtIdZQtk8scUkiYXvBrIvOGq3+uIXTK2Jl3ou3LYDF/Qjg0sXe7pDsyDMHnBBje/vGXaen0dg0w78qspXonqllib+ZpT2MqasNqNgY0HLu6+N1P0GoH+QHY0WfiFRbyJL/2dps+HExsvHHm55SybRtJvSMfHBzWnTt3acfOnep6IUogsEO2ozYUBHM7W4MdtJ1rxZhWzOWC4FPg4O3Eu71Oerfv3bOdv8GB12kOzx7BoWJxIdrV6nWcHwEQGQYHBlWn7N8rjzHqzjvvVFbLVKvXFEIkoPSgncUxF3K9VXBay2qamtqfcMNDQyrh60BjOd3fLDtjv4s2feCj2+sl2nqjrop/c+y8HcCGOSI+/vjj9dSnPlUv/K0X6r/8/u/rjW9+k/78LW/Wa173Or2GnfprX/96vfyVr9Dv/t5L9bwXvFCnPOvZevDDHq6hsSVM96Butyfzc/+zc7PqELwqAtoAQXsA/Syvy5IlYY5SVyFDSeC1vLaxbW0+/i2ADkHPcg6y+PHv7NcIHj5VacO3k46+5+Tg7/5y9LLuTr3oKmxrAvPU1JQm905ioymC6FwKOJYhBD8ElTKCkhcUXhRlWRQi6cDFuDi/IK1aPATWqwvfApltW8ubwcOyOfUY1njOM3j1IcZMgf5qyO950EYvn0S00cOnNVhCtkHOHDKNbZHBs4dOO3bsUIPgPsTY+nXAxMSEfAI0Ps7mYkG4Cp9aMhdDCBoZGdWf/NdXuSZBZC496lGPAj+i0753ml7xipfrv//3zySev/Pbv5NoPvGJT+klL/5djS9ZwuJzrS6//DK94pUv17vf8y6FEPS7L3mpjjzySE6Hduqv/vov9Yd/+Pv69D/8Xao75RmnpBSyxMu6JNsjew+nbFt5rLxwMT6EeWsuEKdHvJ+/d1L3x1gnh4bz0m0/V3P91Wqsv0a1269W2L5BxGslSWrSUCkVG65WfeOVGrnlag3fcoN0y406lONbfyeJma4E0DYJBiev5H3qB56tbZ/9sAZvuFiD7T2q51Ma7kxpaXtSE7tvV/dnP9CN//A2rf/0W/SIUUlBSuAJ5rx50W9r582q3XGVWhuu0tCGazS64XotueMWLdt8m5ZuuV1j22/R4M4bNLjrGi3ffrVE3TjOVk3J/BrOT27S6KZbtWT9DRpaf52yTTeotf5aNW7/mWro1Nr8cw1uuUZDm6/V2LYbNbrlBmnvTcIHK9kgk9IuK5D2b+cN/TL2dJ9jvT3Szddr4qab1Lz5Sg2sv1LDG6/SCP0OYt/BW65Q64pzlZ3/Rd3xT+/W6b93grqn/auOHoGR+zFP8wIy9B/av16indsP3H6dWti/sXOzBm0nmgj9xoDipotUQ7/mbdgJvRrY6yH3f7xYuygFLGhYD0k771Bt040a3Hg9NrhZjfU3a/D2q5DzKmx8pYY2Xa2RDddqaOO1GsFOIxuu47RlmjGkM3hUjMua4bpqG27U8O3XaIIx0Q2XadkM9dThu8gs3JSzO8+Sbv2xBm+F3203IOPVOmJJpTnLz1yxXVkPSdh88DbsdetV0PxcYr6lcTQrbOFxGCAdvfan0vWXaAA7jPNOe+iWmzW+fI3unIMwB+Drn/HVLsZw441qoEMdXbT+Kk1MX6aBHJpF9yA6Ne+4Qc1N16t5q/u9VoNTm9QwL/rzmMZBqbf+HOmmC5HtCo0gY4OxFXaq56zS6dPyeb5ZH9tgHbqNXHCFrnjHb6v3g89qbCtzoNqn4WJGE/mMRju7mWfXaPq0f9G5L3uCjt/e1RrL5fE3eC64f+P+swF53YUDjR1lRlBtslO+4eableM0KwKFu7RzynFYJRHAAaIkkPpBn09pTdntK6fQlDhdt4s4tJhlBJIaYEXme+ulQF/JDrBGfUUbO3AHpCaBxLu2JRNLdPvtt5uNbMcYg0KMcr2dvnd5NRYAduKWeWR4hEBRyrglBIA6CwYHFO/qxYA4aOzfPyXv+N3vLMF93+Q++Zv7IQvyjtL1DjyYhSZROQsbH3n7m/SzBNVZTgRmeQUw510q9vEX7jq9QjMzbeWsWKemWBhzYpGx8Gg2mqoR7FBN/isC62c9bcssZgohqH+V8DIU7ExME0JQzCKQAZHAXMg2sz4+xu90Oumo2bxKbG2btFhIVBiqy0LD8scQ1SXQdAjIIfyiL/MvU38lfHOZvoSH5TTfnEDbo12PdjljXhDMK8ZVsAjwLCF0f4YBFi6DnLC4vRdyXd7ju435mEcOrxweOWkXfvP4HFsVjFWR0hijLF6At+3mvqanvSBpI18B5Nq6dUsKytZ3PxvN5cuXIXdX8+0QTEEhBHmFUiHfp//uH+Bf6tprr5GvEn1Xr1rtrLbwqsiZK6/k5JHMcSzsPFee+MQn6vnPf376Jj9o3XLLLYnHpZde6qLWHb5O111/nZ72tJP0ne98S+vWrdNzn/O8VHc1/dC7rEtkbCM6eWHneWw72Uat1gDzoZZoPOdTw4WPuJDeuwm9BBxxfU46601P1llve67OfOsLdOabf1vXf+bdOoR6GVoSc0ndy87R99/0PJ37hhfqB2/8XZ3++hdr/Y//RY3uIjGtdSZNkD4d/zf76Y/r/NdioFeepLNf+/s6/c/+SF/4L8/UV175BP38/c9R83v/pKc1Nb9zq0t9J5kWDczaoWHpli++W+e868k6560n6fzXP0Xnve6Z+sHrnqWzXvds4Lk6+43P0ulvOVnffsejdPYbHqYL3/YsHcIGWF48DEhrRqRr/uVD+tE7/lA/esuLdPabnqnvvPkZ+vabn6bvvPXxpA/XN98A/Nmj9K3XPlGnv/HZOuONL9DtZ35Og7RNMqGTIvL170DmYHA9ujQ23aYL//zpuuSNL0Pep+mcNzxeZ73+kTr9dU/S915/Evln6KI3/Z42vft1yv71c3rSndIj3Q8sHVREcE99RcnHq50rr9DFbzgF+X9P573tZTr3Tb+v3ef8u5bVaZAB1hE7bfzKJ3X221+ic954sn70tifp3Hc9Tlt559syTQ067LmsIV3x5b/Q2e96GXI9V2e+Dnjts3T265HtDSfptDecrLP+/Gn60eufQf0pOvvNz9VZb3iu9pzzRS3ZLwSSAnbdcOqndPYbnq8L3/wHuvQNL9JtH3+5Higuy04/5MQRi3wCsGy3dOUHn6+fvvlFwO/rPObYTz7xpxoZh8pyRakZpBs/+XJd8J4XoeMLdM47f1uXv/PFOto6mh/1HodGWzrkqit08Vt/Txe+8Q908etfrvPe+Ef62T+/W6uWwM/9E7iXwXPDNz6u77/tJfr+u16qH7zjhTr/rc/QGtZgwfPVPBegtU+66MMv1plvgeYdv6Nz3/g0zV7+U/kb9pZfI/AdldbNSZd/6AU6/33P0gVvfw78nq3vvef5yrdPpXES/aZxy6C3vPB/APIffvnPdeuHXoVdH6b/8Scn6dtve6m+9ecv1j+/8sk69bUP0+a/eq2ectO1WteUgnlYB3GZB3rIKcX/0P3r2iAbtzL4VyoJerOqN2q6Zf1G7dk/TTDJk7Oz83S/Pha2s51PXQewM68IBKWDBUQhBPxthRPPgQJHXaRyCEHcmmV37T5NXxAEXHYAizjHKRz88uXLNTY2puXLluFvBnTpJZckHjHL5CPjHoGsRgC187eDNs8K525nunbtWi1ZMpHeh9uxmpd36aYrCaJOWxzvRxo5PzQ8pAK597HjzVjkxCzSRyftkGdZCOQsdCpoc9rOcdTvH7vJGZeY1RViTVm9SWiNymoNHHjGaURTtYU8bNWe66SANDY+riGcWI6+07xXNt8QhD34kK8q2ajCjhVByRjXVOhluUtwBcHSQdbtXJ+xM86yTIaCBYkDq9u6jfMO8qaL2DWEgGx1ZKvRj9KYlggIe9rHVHabAj2Nd5uYxbS4yN2v+6dOaDvPP1ebHXmXwO4FRYXcbpexwIkx0EcJVImv5Xd9RWc5+udeRLDQ8xjWsLnbxRiTLUoWFfMyVJyKzDJ/evIX8LqMOSqkMmzSHLIsHmPzpTNZXvN6zrOfw9H6cfrU3/2t2iyIbIMQgq742RXOsmt/Ccf2x+qd7/qLVHbfBXI97nGP0e/9l5dqyfhEwndZmKQ6ZDLCfXlMArJeeMEl6Ud4/L7+4osv0pXwzpkrJXZymxCC2pxUGHzS4sXJrl270mmAvyDqH/oxzz7EfuZeSS21e/BTRwcrmcBPAff0cpeeXm3XKdVG3Y+T67T7W0S3Bprn779TTxrapmfU1+vZ5TYdMZsrOTgS/AXcuM23TkoAOmqZdFJTesbOa/WIG76vh914tp6y82qdMrVbJ+G0jzDdILQEIGWk9MGcUuJlHG2fMC09FTiFyfUM3ic/rbtXT+vuAnbqqb2deu70Hr1w36xeOAUdPB8Nm8TX/JCl1ZVOwIE+cXqznlXs1HPKfcCMnlN19BwG8zlM/OcCz2PSPpfz5ueUe9Bti470YsGAfWS5DPC+29s0tgH9rKXPxxDAnljbqGdgxFPAnYIMz+pIzyZ9OnRPRO8HottRBJFhaGU7mwe0SX94pJTycuofQaePR9eTOtv1tLmbtA49Bb/Uzm2R7Uh4ntK7TU/n/fzjeaAeh+xrTGNetgX1S6F7GHZ64f5r9LzeRuTZoWd2J3VKb1bP7BU6pVvpGZ1KT2+XehoO7mlz0zq5O6WVrf0KaxCiBKal4wmYp3S36kn5TXpY73YdRV/L4K056tsAOqZ5MSutAv/AjvT0zmadXN2kp5Q79Tjz8fiCVxf6cXiyMHz09J16LPUn51v1cNBjQJoL1gFb2CaD2OPR2quTipv1ePgZHjTb1mrzpM5j5YB5OLxPam/UyTMbdPLsNj2pvU8N5Ew2M18DtlsC3WP2S8+c3aynzWyW7ZaO0JHbsmk7hDvRY056OLZ71uSkHqU9ekqc1NNx3odafoNlNLidU8uLjkvxHw9Fv6fQ/tm7btBDeQYeseE8PWfvLXoG8jyUeq2gD7czkD1wm8+Bwn9+ptGsC7esHvOl4F1FjSOs29dvJsDmCeygS56LkqCegOfFAbIs5x26xavwwAmMA0IIstMzBJx/CPNlB7wsRnxzqVECuh2qd+izLAC8g3ewL3GY3i0uXbpUGcFju/+zG3bRsFCgrbjseEv6GWCnVCGbZfSO0bslLxScKgTV2Nl3Ou0UcB1I7PxL+NsB796zB/1K1QmaPXbiFTq4v6CQFgBC7jb+xunA0Nr6iyIAABAASURBVKCa7GBpqjn4Tc/OEIzm1CGYJLvh6C1DQYp4qtPvyMiIhjlp6PV6KUhZT78vdxpjphACpAYSRsD9l8hQoU+VUkaF1IHIO+sSff2KxX361+EcSBJvZJ+enpYDSo8AFUJQlkU5kFa0cd08ba75q0KePEFBALfM7q9fZ55tAnm/7H4LFhP+/oTHy/gsRtoX8gmH6xEz2cL15mVwG79CyFksGG++njf1eoO2PfSPzDnbpqBtG1xOuUuQnJPt4HY95qTnwe7dHqtCO3ZsTwvADvPBpwhJliyjbaEBThfe+Y53pVcUW7Zs0eG8Q3f9E5/wRPmndb93+vc0MbFUX/riV3TkEUe6Stu2bkupXyOEENTptlPZHxXjkOYRBS9QrCdZvfSlL9a73/0ubdy4Qf6p3ac+9WmK2MMQwsJ4YhDv6kOYLzvv76BM8NrB89N8+hD7mXs1nZcjdVHniWWRpXomDRtDUFCDjMHSuGwnSt5HxpBJ5E0PlWQn2yNnW9np2cm5DacB5jNAOkFQWwXz1YPSkha0AYCH61OQp8icl/k6mwKF+UDDLe+w3KxJ53VkYXEvQ4NyE4IG4J2hd8GyLDlc0ItP1ahrAQNBGnBqWJQfhMcQ8jo1L+Kz5PbWxbwsxwIv8/sl6NfB13IHt8Um6T0ouAw7RgJ7HJB8DCxsIPJKCsGtBkCnQNq/nV/A+Qi/SR/WNZjW4DrT0k+yP2kTOW0D65D+TI82JkmAjimFb0bbGn0HxkOA5cqQj+dQTXgPGKC3zQxJLvincaIujRN9ed5ApjRm2O/AWAZ6MsDTbTLnTeg+SdMYmZ8B0sQfWvyu/J//jMDbdkz99Pvr08HD+tYZlwbtDRl5zUBAObVZSGvwse3cn99Hp34gO0DjvG2BTJ7/vO5Xy/15bBZ4yGXGz3q4XQ28X2UNMcYNIOHhYVauT9DX1+3QyzQtcF70rMNOh4JbQ5uWx4dymg+UE4//pz6QJ6aBKdVo1hUIbtt37dWO3fswb1BJZLPTxW8pi9k8EHwzIFIOIYqondStWAgUZa6StKJBZSwpXRzQZo731gXB0E58hgWS6eoERYP59wiK3p0H5HCgNH7r1q0E5NzcCNidFAgynHudB7/Nzsky1OAhzfdUZwI12bn7HXfObq3eaGiIQO1+QwjycX2HYO2TiTmO4v2lMffrINklsNRwLO43Z/seQ2b1CECFCpdjpmZzIH1bvYVD8840BGwgKcsikCkE261AzrbMP1AXQgCvBBHdQnDZoHRhppTe3UcXm1j5Bjo2ebXhoBFCSH1lEfkkRXja3rZHh8WHA7iDq9tmTOoY52UsCfzuK6NdlkWVLNoc5GCR+Ekh8arRxrQFQdp2K5kHdKmUZ/w8ZWOMqjEO2QIszrsuhJhsVxEw3U8IQUyWBLZ3hzFwW/N0mtOXwfIVLCxMAzGBe7/c9Prrr8eebVULsqR5QoVls7xPfvJJajDWnjef+tu/0zJOhdz+Ix/+qA455BB96C8/oFOe+XT98Sterp/85Mfy9b3TT1NJh16AlNhm08ZNRmv1mjWkgXaHkkpbeH3wkIc8VB/+648qoPd3T/2O3v/B96e6U57xTPn7EyEEVfCyfObpxWQFT88zQ4HdSuztNDVc+JgfmYWCbKN7gj7NfzT1aBkKGtpJOqDhwFJfxmfg3acdmetMYzzoFETdzmXXG2d6p+ZhfL/emhhcX4fAqcsGO1CX3cawuI3x7t+8TEvT5PhNZ7xxpumDy8a7bNo+uL3zTl1vcNmpwXmD84vB/Vi3PrhsHqZdDMYZ+jjzMK11ceo6y2a5+vo6NdgeTl1nMJ3b93k5ddl41zvfxzm/GIx3X+7z7sD1BvPq17tsHubtvPGWu6+z88aZr/MG0xssu4OYU7d3SvCSwTqZxjwN5mFw3y4bzNP9OG+8693G4DrPN/dncNl0/dR9uQ+D6Q2ud2peTk1rnn1w2eA6g/P9NpbfYH5OzWNxH9bJCzPjXOd2bm9wvt/GfGXEArhsWCimxG1Mb+jXGdeHRLToo0+zCPUfzpqHYVFDfFIq5XmXOFKpxkq42ayri8O98urrSKvkBO2c7YhDyGQnZ4ghKARDYgFJKTvKeUeWHwgIDjh2bAY7wQbvrh38vENqNOpaw3F7xqKhThBzvb80FkKQd3F25N4Bxyxq8+bNyYlmMSPo5pphB6sgZQT1LrvuEIIcaESaZZka9YbGx8flL+e5zXwfDRUEfh8nW1b3aXk7BEY7YgdF/1zu3j172R1zbMN41JHXwTweCFqSd9X+wp3bWa8QgmKMSf+CAGU9JOQhWLZaLTUIziEEFTh6B7IQgrIsyjYUdPOge7gQgtHxztj99YN3bl7s5I3P0SlnzDyetXpdXuiYWUlAjMhVw77uhm6NZvebp8XO/ALHD+C8bOZtghCCQoiyfeoNP+AVNu8hf5l206Leu+mkJ/kQTB9kPB+SgmI0xMTDP1/c4uQlvTaJMfVvuRzI6/WaQgjJdhnjluc9FnNdytZbjLnkY2+fJth+YBTgMTIySh8xyRV4Hl13/nnn6YW/9Xy96LdfqBeQ3nrbrfL14t99sTZtusNZveD5L9Sfv/FN6c/ifsaR+zYWkZbl7z7193rp7/6ebl9/O/139OQnPVmnnPJMve+9H0jtzjzzdPnPEp/Nq4FP//0/6pnPfLbe9ta3p7qr/CM+jIULnk8lC5sQgjosQr2AMHhuWV+PifU0bR8Qv58lxY66J6D6N7rnbTdP6rwdYEHRY90lNfSdK8W0i+lLYbzpDG7jslODd/BOLV+NhoudoetMC1rmlZExnYGsdzlO2D5I5m2ZjHC9aT3PDJbX9e6nT2PcwdCvc1/mYTCN8Qa3vztw3WJwX5bbtH28+RgsXx8OLvfx7r8PfZs4db3b9Hk6ddngusVgXB+Md970fXDZ4DqD84a+zv18v87trI/H2dChwuC8de3r7LLzfXAb13sszdN8PDZOTWtwvVOD27nO4LaLU8tmPqan+zTuxpmf7WVcvw+3c9l4g/MG0xuaFAyuc9mpAXR6Vvp5l/tgOoPL7sepy31wmz70ZXK6GNzGbd3G+b6czv8qcBvXu53zBs8J92c72S5OjTfdYnAb0/2mYHq3d2pYnO+XjQMcKMVA2Hl7R+i/sR7Ckc7M2eHOK1exM7EzLQhkBc44L3o4/gJHjLDwqwhGAkqijZ1Z4UBE8ClMT9uSI2IHBjtyB3oHFX+xrKTO7UKACbL4dr2dYQhBw8PDGhsdk3f1be++OTKvEdztdB3cEIAAX0vBA0nkgO1g12g2FIgAduL+Rrn7yZElT0GxR6CtpR238T128X5l4KNvB1PL0GHx4F/Yc+A33nrZNgV6hRBUbzRSvyEEglIJFAr+R9n6GKyv6Sscf61WV4wZ4mIpBC0JwpArkbvDRYAJD5TMs8Fio0F/kQBXYq8ex/MVRLCBZ0SXSAolzIxPtsVWpvOCymUvcCyL20eCcAOezWSjkGTKYiQo15DHZaWx7fJu3PYokbXGoqVCD9vC9soIyj1OGgzicjnCt8DGXeTzqxDXecymZ2ZkO/o/fJmc3IfdO/LRu23iI3nvfLv0ZVlz5kzJrrdET/c9MbEkyddlMeZXOGvXrJUXMqOjI2o2W/SMpZHPGZ/UbObI/g4Whdu2bdXk3r1Gpy/gFYybX/O8+tV/Kv9lxVlnnanXvPbVzFipzuLocY97vJ773Ocl/d/7vvdiz6i//qsPpy/nedd/xRVX6KILL9Cpp31Xa9jtf+yjH9cJx5+gC8F945tfl7CN5S7SPFdaLIQY07z0uLVY8Hnh6r6sWxJs4SMupPNJRnIwmCKAN5AcuD0DDEY4vSfwM2wwXY0PB2jzKsgbuqSGPo35gJJp+mAZjOuDafpgnPk6NQ/jnRrM36nrzMupwTROXWcaBw2D8e7LNnBqGoPxi6HPyzjTuWwwbT913mCaPrg/550anO/TOzW4zWIwjcuL037eeIPbWQ7n+3xNYzi43McZ3wfjDAeXjTNPg/MHg/GGfrt+ajrL43HxeDtvGY03vfENMs0F6NNQTOPepzM/593WeY+Vy+ZnML3BOINpPI6mW4zv1xlvmsVgPob+mLsv0/dpvVgwT+MP5mk6g/EG0xicN7jO4P5c7kMf57SPM4378qLI/Rm/mJfzBrcxuL4PLvehjzOt8+ZbSsmu1tPQr3N9H4zr1zn/m0C/7T2l5mG5qCdm4PAqdXptHHCudYcerj2792o3Trl08KDWAdpQFhVBoGInVajgKLuqgir42HmVyck5kJmmwMn1ZAdb4bTtAHOcuHlYX/9JWBajHIAGBgZwjF1OFGrspPfJjj+LmcbHx+T2GUHF7zc3b9msnCAyM7VfPY59i15H3c6cmnUmKX00CabC6Qegyzvmkv4q5G01BjjGXa4l4xPyIsbvct1HCPRPOzvhOoFvcGhEs7TznxfaIUcCV4Vyc7OzagMDHNV3eIfbZREQwPeQxWb0TrVe56GhMC/rhAYHh+RdZ0UAsN7GZ5kHUSwQMvTK1SO4YVq5HxvRNqrgaxvZlrWAfOwUS4JUgS5JN8YrY0zS6QV5B8y9eyflb/W7nb/hH+nHfXkX6eC3Z88e+T29YWZmGvvOyici3iVnWSbLL3i67wa2LAjWBX2WCwGXbiwe41kkPu7PXypzIHcA3+95wgLK8hXIK2xasAio4JHFqEatppHhEY0MDcmyu74eM14RZxpi7AcI2DXoBgiGA4zDUGtQbmu6Zq2h9bet1+233Sbjd+3cqdGREXlsJzl5icgdQlAGP8teI03CMidf+7rX6FGPfgR2JohhV+v/2Mc9Wo9+zCP1F+9+l3rIap27jKNxL/nd31GF7GeeeYYe8ciHyT9+9IhHPFTv/ot3Kl3wfN/73qOHPexBet7znqNHQvNnf/YagjwVEATGq8aCKMagQN42BM3rhjn66iXbZdh75cqVRh+AeCB3T5lAxa8Cqu9yH0zb78F45w1uYLntTPupca47GDIqDCQHbrfpF8zX4LLxB4MdnXGu79M5Nc5gGfo0Tl3n/iyH2xiMM/TzTg3GLQa3WVw+OL+4jfOGxTRub1wfLJ/zTvt0/bLTg8F0hj6+n3e6GPr1Tvt8nfbLTg2Wx+C6fnvjDS73U+f70Me5jdv2wWXXOTX0bby43njTLAbXu+w65w39snHOLwbL0R9Tj6fzxvXzDqLGuWxwW/MxOG/aPri+D8a5vg99+n55cXowreuMM/T5Oe3LYbyhj3Pe/A3Ou30/77LBuIPBeIPxfTu5bDDOYD596JdN28c5dfnXgen60OezOHW+D+6/YsBxhHgshaquvbyfn5mZk2NLCDViUWS/Px/A7RgTYA+nJUHVQSjH0RcEhoqyWccYFXB2OYuBdrvLAqKXnJ3rxOKgxKE6sIUQFGOmJu/U7RhrtZp8HL13cq9Enb9Jv3z58rSLympRd9xxR/r2co9duB10UpOP8bEx+Yo4WeOzGNW/qhBdAAAQAElEQVRsNDQ2MobzruQA1CKIGIpeoQGOkn1yQBxOf3I3MzOrOwkiFj9DBv/dfXuuLQfLgYHB5Kz37p3/QliF7B0WBK2FI3l/kdD6NwlYkX5n2MEa/OeCOUa0rj4tsX4R+ToElhAiR/oNZQSGDOdfq9dk3bMsJjuhOurM29ztpSrV+xg+xqhI+xpthwieY+g+MbE04VosRhyIp/ZPJZmlIC+SvLgZQI95GFCLAFuv+1RjLh2NW75upyt/QdH28+mFwXkvIErGtom+fu/t1ynDBO46i4IRTlwG4OUfKdq/bz+xuZQXJhU28vwIUsKZB9m0e7YOOYsJ79j9GqSEt/8Mcif2T3b3kTd2qxgML1ROPukktAhp3DNsNUyftkEt8xwL9Feq8PxzG+wUQpD7Lijbds5H2wzIWYCEEBRCH5Roc9pbrjYnByGExHP97bdrXm5oLbzBzwvppk0bGaeuKvR0H30wn4IFLyRyv7afx9WwatUq2Xa2q+v7EPuZlMYsJXf7YUpDoHYx3B1ucb3zNPml28rwICe88wbT3hOYsF/n/D2B+dxT3cF40/ahX9fvY3H6v1p3MA+X746XbWhwvaFP00/vDtev66d9PRan/bqDU/Nzf31w2dAvO11cdv5gHu6nj1ucN+7u6Pt41xkOLhv3m4Db/TrwvLJMBtOar9N+2XmD8YZ+3vV3B6433qnpDYvzLh8Mrj8Y+jyMd/5gWCy36xbTLc7364w7GPp1fXlc7sPBtIvLfXqPfaTintI+nVPTODXQ5O5ux3Z/UVQEeouRZYEdV0PdboETK3TlVdfgBfE7VcRpBVyoktP2MbYo2ZElpy5KMCtxzCTztGS8Y2oTEJ3aicbkwyJOFn7Y0w4xhADPIgWpBoG5yy53lqDrIOxgZQfpIOhgZSdp2MuR7KZNm5Rlmfz+M+DA/R+fuGyZ7GyDghxEHCh8dN+oN1K51Whpydi4Bgl6Y6PjqtfqWrF8pSpkrxE4rU9BEPJ7ejv9uTkWADt24PBz+XVBjyAteNfrtbRDc18Z78AdQLrUWafCO1lky7Io75YdmFosLGwDzJKCkrCf+bhsmZWuShntAkHcPMwvhKCIfjFmKdDX63XKGRBkfqYpCZQFgaq7sPipwcOyT09NsYjZox3If+eOOwnoO7WXxYrxXU4lLHtJoMqQv0T/ZEv6s0wZPNyX01RH8OoRJGd5dQIJ/cckj2Wfm2VRSP8hBPmqYdOIzBW8OywevOBxnz5F8FG+5exhqw4B3fa1Hl4khRDkxYLl3c+pzRRQIZfHfsWK5SwWc01MTKiBDQbY/VvOGosymtGt+66YS6Usk/sPwTgphKCg+ctzxTqFEBKdeczXSIFFWF9n5zPmwzyvoBgzhUAbdPIYi8t2sS62I0V5zErqI3xc9sLI89Xj79Q404bQl8YYKc4nC5+jK+bnhp/IxbBQrUDGLQzOG0AlvPN3B643uM7p/w3Q1+1/V5b/LD53J4d5H4zv4/5Xbel2fTiY968qu82vqv8/Ude3xd317fmZUVEDOHFN39BvkL87MI1praMBsv+U2/IdDL+KsWl/Vf3BdabvQ7+uX3b6m+hyMM3B5T7fxWmfpp+6bnHeZffv9C4wT5Th3LNYJyCWOvmkp+rBD3oo7sMDRn2IaVef48iSM6NGOOGKMh5Tdm4xRoUQFOAdQpCdsJ1yo1FP77QdUEAnWkhYTPQUQpCdoNs2CPQUU7ul7FBNU7LlnliCc6duhF1kk1356Mgo73nb6b29j2PvJJDVcMqzBCH3MTg4qBrBICCPFxnerWdZlPEhRN77j8g74UGC7yABw0EnixyTE8wy+FToZdkdhPxOOuC4vQDYtWunzNfv8737NE2HVwgddoHZQsCxI3fwrZDbfTs4erfcIwhblwgv08aYWT1ZbvNx2QEvYwzq9VoKGjk7Ujt9B25DFiP0NbneAcrjUEfPEnk7BG4vWrKYKWehYp6DQ4NJz/HxcTno1OsNuR8H9DmC8yzgQOxdqxcqOcHacosrxqiMBUCWRUSokjwFfEMILAR7QEdTLCS8kDPe7ayjTwVsN78WMD/r7C/jmZdoG2OW+DUYzxa2j1mWFiMd7Gj6etI9l/NtFgL+waIpAv4gr0IQSw99yEOUs5AKISY7rGaXHEJIdqlhC+sdkb1kXoYQFEJQ/wphPl9hvBCCMvo2bR+Md75kHojLPFw2vmQx5TQwfjTFHpaxpxiz1IdpK8Y8hKBxXjn1WBRF5LCent+2v8fQOH/RFPYHbix8IC8ddn/xpP0yFND0FkFOvgT6D7R1uyeATP065++D/3MWOHgc+uVflf6fk/Z/vWfPTc9Rz9kubDr3AK4zjee320D2/9nbc8DKO/1V0KdxugAHkr4/MOKgfGDHbrYx7ehrmp2a1a233KafXHCBbuX4ssIxesconGdZMniVB6UivpfsqJ0XTrMGZIo4uuRT6MdB3kfEDYIzRdEAxxgVQiRbyc48hCD/sp1/cne2zc7QfajS3slJ+EXt2b1Hdo51nLiPiEdGR7Sc3Z2Pq3087i9o+f301NS0BtilOzhYXtPawZouw6F3OSnoEgydd+D1osFBISOYTSxZknaKPoqfm5tLOrUJ3h12o+lUgCN8nwz4KN/BvkLGer2RAl0D3ezkhcyYSaiTwLh5qDDbvMGth/usE8wsh6EgqOQLAb0gmHhxYLztZXndxgydVvRh+2Yxw36lcgLe3OysHEBqtTo4+glioZarQSBt8iqhgKbD7jnL5m1eEKwLcCFG2AZkKwha87wK1yGLg5T7dvC13UorhkAdbOKFT86CoEBu0/dYwPQouw/jygUdyhT0YpLN9vZYVdjN9rFdYszkNkFBo+l/Jozybt+LEI8fyihHFqe33nobtp7/E7vDDz8i6VbBX7Q94X7HKWZZGrMcvUpkjdYNKFymzwpcJcGqQt/yQOp611GV7gw+bgtbFg4O4PM2cqXpDM6HENSnNW6ej+SFlufFiSfeP82nQRacpptiQWSda8xhn/CsWLFKi6+4uKAHnqQDgd5SuzLwYarFYNxiWFy3OG+ajPYG42vkDS4vBtcZqLYB5Lzb9svOG3cwLObxm+YX83CbxeWD8+73YLBMBttnMRjXh8Vt+jzdl6Ff16f9TdJ+m37qNv28U5cNzh/cn/u0zesQOG/ol/up6w6GBvR9WFznNovB/Bb3aRn6AIt0L7ZTP+/AauiXEyEf/bZ9nr8u7dMfnP66dq4/uI3Lxh8Mxh8MB9O4bFscDMYbDsb3bdi3bRPdWwvgvG3fr+vTLuZhnr8J9Nv0efR5LuZvnOtNa54H64pYv/Y+uI3L8PIQu23gnXkEMh7uQNDHV4OOvK/dqz2Tk/K345MzoyIyJ9w8BDICcKIuxxBxD+RABXjZD/dw1BW7zUCNgBgzfypAWxY4XYKF8w2CpQOVHWEJvXfgzodY04oVKzXNUX7GjnmcgOz39Q2C2BA7vCbvjEMIyXHv5Th/48aN8jXODnaWAOgAUyJzhgNvNOo45xpBLU+p670YMA8H1xbvmYd499til++A7uNWB/4uOzO37/AKwoGkUW+kd9+2R538DO/jm80GJwwdIUqSxYuFbdu2yz8AdP311+nnP/+5brzxxlTeuHETJxHb5HYddrEOFG5X2Baa1yVgnxizFNBsD5hyY1hucWUxyvauY5MM3UqCmXlZVg9JA7v0kNu7dC8MapxSWN4Yg3xqEEIgiOZpV266HsE67eoZr5zg2KNtG32thwO+21rOhu0+NCSESe0LZDa+ziKjyRja1h0WAxDQT6YYY4J6vZ50sVwe53l+JTS1VO9v1GdZlBdmEdn8JcZIWy98TOv8TTfdpJNOeqJiFlM7Qcctj/UTn/Q4rV6zWu6nYuLlLFgso+WtYaMIrwrDVMzVPoTArARcLhf0cF8V809cnhMVvIwrqJdCmju2jesMtrvga/71ek0rVy3XYx/7CPQYZo5lCiEkvS2jaeZlyXT44Udp8RUXF/SE31ZZ1zzUSDNqSWUcaUG5JK0oVw2pwiFVLakECiAfkHqDUtepgbzLPcatC/SGoR2TilGpAsoR8uB60Po/INlPd3PwbtPPLPnZoPQfpcyQGoz3f4TTQQbn55B+Dlr/ZzNd+ne/HdLEAz5dZLRcfSjppwKclsjm1OUDAE7ImQDZhIxC3gPgsgGZE43p4XfgB2kW55HjwI/UYKf0d99OjTddv5//rLQv08H8kNF62ga2sW01h/1msN0UsB/b7gMmF8Fe8H3Yh333Y8tpbDkH2M4er8J8gWQH9217LU77cljXPlh328BgnNsbTNtvaz62sdM+uM40BugPjBf8DuTh57lYwLsHvg3MGsDPkC6GWXjMwasNeM70aJMDBXr+KsixWw/bdIA29przHAVmgGkc5BRRbV8h7culSU4K9nJisLsj7YLwTiZ0AueBHW1pB/U7odtOmzvIr4f2dmAT7TeD2wHfXfQzSX9TpB4zz3fPfT8DCZC50wfGqrsILKf/I6g27Z12Sf0fNhlv+RFBBwD5O0AXHXoAvlglMlTkZUAml4md6kGHmDIPP4Oz8LVshmnyi+FO5Pbcm+2wq6NhTXWcWSnviuzv9k/PaWx8ifICHJ3OEdSKXlcp2OM87bgaOLg6zjQLmSoEsEyBxYL6IDoBgiK+13lSmCeepLVaQ7VanaP9JimTGFpB60VCoA9YSiHKf9uPGGoSiO04ly1fln4m95C1a5MzLXDu+/ZNyr+A5v91LMsyAlk31dkh4+N5X95SjJmyLCqEgK6F/K63HxDG2FkuGR9Pf8NfoK+Df5Pg5t9ej8jiYDh/0jDP2wuJOkFs3759ahLsKzrpsnv2IsKB3O1mOR4Xl+uoTouE/fv3ae+ePfLuuNPxKGteJvrIkNt9NQnWTXbk5p9F5GVck92dhqiRoWENsDgZHhmWaVvQZllUthDUQwhycMsYGwevGDOkUMJRpRiDsoQLsn1KxqJi8CqErEit/zxOst4O+A783p1iPMaySvaroPeXJ03vPjLkdxD00X0b3WZZcJmmhhw+FXLZ82uauVRD1vldb03GOaB68SQun9CUjMHu3buTnfK81PLlK+RXNT3mYKfdRq4ifXFzlKPyxxPsn/uCZ+uFv/0C/fZLfksvevEL9cLfeb5e8NvP0/Nf9Fw9/7eeq+e98DkpfcELnqMXkH/2c56h5z7vmXru85+lpzz1yXra00/W055xsk555tPk37R/xjOeoqc85YksMB6nJz7xUXrSkx6rJz/5cXrCEx6lpz7lCTr55Cfo2c9+up71rKfpOfB61KMezk5+iWwDj4l184KxP79sPy9IjzvuBDT8xR1/kSW39li95kF/rVXbnnIAlm15ipZsOkljm56k4Q2PV+u2x6p286NVv/FRalz/SA1c+wiNXPMILbnmkVp29SO04qqHa9XPAdLVB+BhWn3Vg7Xm5w/R2qsfrkOufogOufahWnP1A7X2mgdq9dUn1WdwvgAAEABJREFUaPXPj9HYT8c09MMJDZwzrKGzBzT2gzEtP3+5lp49pKVnDGj8e8OaOH1cE2dMaMn3RrXsrCVaed4qLf/JYVp+wZFa+tOjNPGTIzR45lKNnLVCE2ev1bIzD9GKMw7RSmA5YNz4OWs1es4aDX9/tYbOXa1BoAWf5nkr1Th3peo/WKHG91eoec4KDZy9EllWauTsVbRZpbFzVmn0+5ShGfnBco0CIz9YJsPwOUuhnZgHZBs0nLlEA2eOa+AMw5hap48maCJ/87QR/UpA38b3htQ4bUCN77XmIeUHyYNPdcPkzWdYrdOG1Dp1UAPfbWngO00NfLehgVPrGgZGv1vXklNrmjitpmXfq2vF6U2tOn1Aq08f0trTR3TI98aBJTr0exNad9pSrTt1GbBch562HPwKrT5jpVZig2XnrNbSH6zRkh+s1fh5azX6w0M0kuBQLbnwSC279BgtvewYTVx+jJb8DLgKYGzHDVcfo/FrjtHotcdojDThXP+zY6E/lnbApcDFx2oZsPzi42RYddkJWnrx0Vpx2bHMnQdo5KdrtfTSw7XyyqM1cek6LbvicI1euEZjF4O/7FBo12j5hau16oJVWvnjlVr9E2AhXfvTVTrkp2t06AWH6NCLDtPaSw7T6ssO00pg+eWHweueYfnlh2r5pWu06uLVWn3BSq396Qod+qPlOuz8pTrsvCU6jPm67vujOvT7wzrs+yOk5M8d02Hnj2vd+dSfP6F15y0FlmjdD8BBf8R5EzruR+M65vtB9ztbesDZQSeeM6IHMRcfgF1P+PFqHfXT1Tr8okN06MWHa+3FR2gNsApYcckR2OcILSNdRp1tMn7JOvVhycWHauwnqzR27lKNnLNEo8zD8TPHtOQMnh3m4fIFWMFcXHEauNOGtZQ5tQQYY16Mnj6oUdKRMwY1fOaARnkGx05vaRyYYO4sNXxvgPkEkF8GLDdAt3wBjvzWkN63cY12NCaUN2qaqQXNFtOqDRCMs6ih4XFt3rpDDhYlu0aFip3rnKZnpkhnOS7tAQUOn/eVPfIc4VbQhRgUY1QgtZM3hCBFyinUODjgrHMcufFd2rUGB+A7M79u4dWAA4p3gA4WrYGW/GdVDqKFaVstObANDg3h6HP5T+YajabqtTo75dn0zfyZmWn5G+JZVuOd/DDyttVht+nAaV3q9ZocdHxa0WjU1ag3lGUZOvOc0t8gx65tgklFaDTfqelpjpbbicayWSfzcTAfGRnR5OQkC4se/XTSO2cHx2azJdG+R/DftXMXO/mt6c/g9uzZq81btui2227TnXfuRI65FDiTzTCI7USS+rJMDqIpxbbOuz5nYdNgceE+HFRatgmLoDp6WPYsi8ke1q0va8FKyWC5SwJ7hMa0o6NjGsT+Wcw0f4U0VpHxMoTAfGCBIQWZf84YlMgSQlAIQT4lyLJMMcYEtVqNwF1qjkWOTxlsr8nJvQTsKXSdUYfTAr/L37Vrd7Kb23lcsywmOTw2g0OD6SQphCDbkA8Z53SGE556o5H68viYwguAQPvI4qFgfpUgvXjA/G4CBAX0CSEIodNYOfB2eD1Tskq2Tratcebl0wTPl97CvC447bAdxdWgb/PI0NmvTer1Ovy61Cj9hcPSpUvlMfH3QApsZX5esPhLhocddgSnVKsSbf8j9jP99E1/+sfas+wY7Zw4KsEe0v0Tx2h6ydFqjx2p3tBhKgcOVTG0TvnoEeqMH6Xu+NHqUV9MHCstPV5h6XGkzhuOU7X0WJUTR0tAXH6swjLDMeCOVDFxpMIK8suOlJorWbEPStmo1BhVPr5W+ZK16gwtVacxqM7YKvVWHa32qmPVXnKouivWqTz0GHUOPVaza4/V9MojNbt0nXTo/cA/QDrk/gprT1RYQ371/VWtup+qFcffBcrlx2seTlhIj1e13HlgxQkqoC9Xkhoo56T5yuOVp/QE5DlB+SrAZdKCPgz5Qlqsvp9cTikylMhiqMhX5O8OXF9Sn9rBMzeY/8oFXk4pF06pK8jnyNRLcBwyId+q45DxF9DDZvkiKFYdg1yGo1WsPFrlqqMSVKuOxE5HLQBjAl6rj1FYfaxE+7D6OMXVJ2DT+5HeX3HVA5StPjGlBePeGTuacTpqHkaPUhuYGztKhllSwy/yRyZ8G3xn9Gh1R49Rd+RY9UbnIR87VvnYcQmnpfdXMX685oaPUPOQhzBn7qd8KXKhf7X8ONUPOVHZ2vurXHksehyH7vAgnyNzj/nVW3mMEriMbYo1x6sEKkCrj1cfwirydwPGB9qFlcztFcfSfx+OSXktP0biuamWYruJo5jbR6hgjuZja9QdXqnO8HJ1RpYtwAp1RleoS11vfI3C8sOVj6xRuzaiTn2ZmrQfpI/6sqOk5Uel8ekw7+cYsznGytAm7a44Wj0gX360cnTMlx2tAshplyOHy4YCmor6Ct0rdA1rGL+1JygeMg+BfDjkeDm1PYo1x6lYc6xy0h5pN6XHqUP7DnZs86zOLVnHM7hOHdK58UPJ3w2A7/L8tpuDyv2fAsRSs91ZlVkp/5Z7p5drfPlKXXzFzzS5f0rCSdoRVuz2OuzUpqem1CEQFjhAQwk++anAJ46Wz4PugG+MIj7ge4MqAo3BAaNDAJaCBgiuDl4ldS12qw7Eo6OjvKffjZMfwpl2ZNoQgiLytFotjY+NHXCqg0NDGhkZkYPb5ZdfrrPPPlt79+4hONU4Th0hrScY5F2+6G+Q/uykZ9hddrsdeEaFEFLQHyDY1+s1uY+W8wQvp+6/i/P3u/put5faeEefZTXZHrt375IU0hcNO9jJgTGjbUYA6rG4cSDxIsDBywHDOm7ftk3bOeqfTIuFDnr2WDyVcsA0TaPRxG6lUmCBj83rxYe/P1DaoBILrpJ2XRUElh7yldjQ78Ctm3fckCRZa7SvsSBqEKxijCxM2gTgfXIwMr1PKSx3l8XJPPSSLpbZfF1vmb0Icr1xJTI4MHp+5MwH21IIWUNvp8Kmlr0CF+gzQ4Y6wVFByMzCiDFqMwe8i59mLGyv1atX64jDj8D+A0lumrLYw7aV0hibn3UyT/dvXSyP+eQsIHPsYPs4n47mkbE/3woWSba/ZTCddXC5JOC3Ws00R0rs57YV7SzPKPNs6cRECuSeY/72vxeSQ8PDGmCuGufUdrF9vLi5idcNt956q/xKyT/4tJvTid/6rZdY7LtAvEuJwrGHrNS/v/4lOqxoJ1hXtnVU6OlYHs6jgLUh1/KqoxX5nFb1ZrUWOASaQ8Adoq7WqKc1gTR2tZp0lTpaHTpyukrgab8afqsSXa5VZUerq54O4cxoNEOAzqSa+T6NhBmNldMa6u7VYGeXWt3dGiz3qRnaKvNpZZrWWKuniWZPS2JbY9W0hospNWkzoDmNhjl4zGmIdEAzalHfon6Q3cQwMFLMaCyf0fgCLIHnRG9GhqXFrAwT5ZyWVnOaqNpaQjoO33loy+kYZcModaPkR8pZjVTAQjpczshgnNO7AHTD9wAjblfNt71LG/BDd4FpuTwM7dABXnMaQpYhtUnnYZD8IDq0DsCcmsjc0qyamlMjzqoeZ9TIDLPzaW1WTUN9Ti3wgxG+2NIyW2fbwzBBv7bTMmy1vJjTCmAlc2cVsNrA3FhddLQGWAukNO9oLXVrPPbgVpVdrTAU8+nyoqdli2Ap+KV5VxPQLqXt0rytpaTLAKd9WAbesJR0AjnGgbF8VqOMp2HMZWAcWceRawlz1jCBHEuBZQuwnPRgSHWWAxkmkH18AUbhMwJPwzD9DDGHhuhzKJ/SQG+fmr3dzOedavR2ANvVLO5UM9+Z8K3uHrXySeb2XjXbe8BPabA3pRHPH2T0vBphzMbUYb51tCSlXVJswbO0tOpqGbAc2y1bLDMyLkO+pchl/YeRabA3rQHmfJO53yRtMI8azJsEPB91A89I/QBuVq3QhznyC8CcGYC2VU6pBS+D+bbg2YLnwGKAl3F19AllT2IXLXtTwE6uJO3iMEfHJ3TDzbeoh+MUl49l7fzw0WqzY5udnZEDH+RSCASkSnacJQ4yiH/gdOAKOG07kqhGs6kmTtVONOL87aQdhMTl9naWduJZjMmxewdoOjtn866gc74JHwetAYKxYWhoUOPjS7RmzRp1CcTf+ta3eT9+EzxG5cDTbDbSoqFJu4hs5jE2Ni7rsHfvXjkomJ8D6Th4B+oxdry1ek3mNzw8JLcpCQQhBJk2yUuA8hfJBnD6IQT0jAcWIMa57wEWGFkWMbNtlGNzwasmB5S9k5Ppz9+8y/V/yBJCUIH96/RLliAfFQL2ZVdunILS5bFoofvKlSt1+Lp1OuTQQzVC8AkhoG+WZBgeGtb8VaXxKRmbgmBn+4ZgRgH+tUQbQkh6dgi81qtAhopFXJUGWImuTpCuEaxDQB54OfjPLzC6mpubpX03zYGCPnICPys73yrh02UBMTc3l+i8MHIf4mrA0wsvstq9a7f8JcyMPjZsWE8gHVStFvWgBz9IXlDY5lMsPjN21P7TO+sjenDq7yVYlpz5WhK4DW7jvg0YXyHEZFspoE+mDrv6er0hXzFmkFSpPoDoLx6HWBR6zjRYIFlOj6nLHtc+WC/b4sYbbtC1114rj+Mugrtf0bjuVa96ndauPQSud73jXYvzpZc++8n66rJKG8//vNaf93nd/IPP6qZzP6tbf/wFbb70G7rzqlO14+rTtO3np2kz+fVXfFu3XPZN3XDJ13XdJV/VNRd/HfiGrrnkG7oW+msv+ZZuuPw0XXPpd3XZj7+mKy74li7/6bd01cXf0zWXnamrgWuuOEf7dt+MAabVJvjub09rcs8m7dq5UTPsAuYQbWZqp6a3XKtqx7XK927UrvXXadPVF2v7lT/Vrqt+qqnrL1b7lss1e/vl2nvrRdp2y090x60/1B3rf6LNGy/Q1jsuAi7Rtk2XaPtGw6Wkl2rHxkt154bLgMsT7Fh/mRLcfqm23Xapttx68V1g622XaBt126Ez7NhwuQw7N/1MCe74mXbdcaV2b77qAOzZ8nP9xrD1au3deo0mt12nfdtu0P5tNwE3A05v1P7t4A7A9dq3/TpwTm8gfyNtbqLtzcAtwK3zsP026m5fBLcl/L5tN2vf1puAGzW55QZkvF67t1yn3Zuv0S5g56af686NV2n7+svR+TJtwR4bb7pQG278qdbf8BPdfv2PgR/qtuvvHm6/7odaf935B2AD+QTX/lAbDJTXX3eu1l//A912w/eBc3TbjWcnuOWGs3TLDWcmuPl60uvO1s3XnqObr/kBcK5uvvo83XL1+cAPF+DHuv3aC7Tx+ou05cZLte2my7T9liu049afJXB+K7g7mCfrr/6pbr3yR7oFuPmqH+k3gmt+rFtvuFC33XyJbr/tMt2GTW7f+DOtZ5w3brtGd9x5vbbuvVnbJ2/Rjn3rtWd6s6Zm79QMQbzd2adOe7/mZvdqbm6P2nO7NTuzQ/v2bGanxVPL014AAAaTSURBVBzvzKnNHJ/i8zaeg+u3XK4bN12q25nLG2+6VJvRaet1P9a2636krcAWYPP1P9IdwKYbSG/4se646SfafPNPteWWC7T11guZuxdrN3Nxctu12odsk8yTSebUnq3XajfP0c7N16oPuzYz5ltv0N5tN2of881zYnLLTZrcfJP2bQZHfoq5MrXjNk3v2qjZfVs0s39zgtmpLZrbD4Az/mCY27dVc7SZ2XmH9u/crH27Nmnvrg3auvlm7HiDNm27U2f95Er95T9+RX/1L6fq4/9+tj7+he/ro587Sx/9PPBvZ+qv//W0VPeR/3m6/ubzZ+tvv3SuPvnFc0jP0ae+/IOU/8QXztLffekH+sxXf6R//coP9c+fP0N/+ZHP6PWve6fe9db366Mf/IQ+9dF/1N9//DP6l3/4rD75kU8n/Ktf+Qa9+Q3v0gff+xG9+x0f0pve+C694XVv15+/4Z0p/5Y3v0fvfPv79Z53/6X+6i//Rh/76N/pU3/73/Qv//x5nXnGubr65zfqHz79z/qT//pnevOb3kl/b9Xr/uzNevvb3qMPfOAjeu97/lLve+9f6VOf+Ed95tP/qk987O/18Y98Sn//t5/Rf/v0v+iz//LvKf3al76tb3/9NP37Z7+ir3zxm/rOt8+gj8/pbz7+af23f/wf+sxn/qc++Yl/0D//0+f0pS9+Q9+A9utfO1Vf/tI39dWvfFvfO+37wDk64/Rzkes80h/o618/VZ/9n1/Sv3/+q/rKl7+lz3/uq/qn//5Z/dtnv6QPffCjCd71zg/oA+//CPmP6S8/9DH99V9/IpX/6kMf14et74f/Vn/1gY/pfX/xIb0PG/z1Bz+mz/zDv+oL//YVffFzXyP9qj77r19IMnzly99O/Xz5S99FxtOBs/W1r/5Q3/rmRfr61y6ifIG+/a2fI9vNyHi7Tjv1VvS4nraGG0lvAm4GboXP7Qm+/JWN+srXtujfv7hRX/zyFn39m7v0jW/tJd2rr359D+k+fe0b+/SNb07ru6f2dMaZQWeeVdOZZzd0zg8Gdfb3B3UOr9O+e1pdhjPPGtaPfrJKZ50zrm99u6kdO5+qq65+gGbbL9L73n+b3vmuG/Xa112u97xvvd70luv06lddpne/a73e884Neu87NuqD796q979rC7BV733XNmA7ttm5ALv13nfv0XvfsxdbzjFf2vrIh3PGraaPfqTSJ/6moQ//tfS3nxxgzozp059eoo9+bFB/+VcN+gt693uD3vPeqHf9RdDb3l7qrW8rSaW3vyPqHe+s6YMfGtMHPjiuz3/hoej7eH331JP17e+cBDxFHx55Me/9T9HdXXcb6E346K99Xpe+7q0qWVG5fB/cZ4H7LHCfBe6zwH0W+M0sUEG2GCiyI1aCxfnFNP286w0u91Pn7w769U4NB9MYZ+jjnTf8puV7ors7/GK+v2n9wXTmYejj7ynt04gYXemWtx6mE/79FUbeLdxjoDf1I//+Y9py/k90xYMf5eJ9cJ8F7rPAfRb4f40F7lPk3raAD6b74L7uLt/HOe3TOF0MrrsnMJ3rnBqcXwzGGfo45w2/Sfme6O4Ob5yhz7efGrcY+viD08U0zru+nzp/MMzXrX9MU3t++ls65mMvMeIe4VcGerc69EmP08OuvFh3/PACXfQ7L9PVhx2jnc1BFfft9G2e++A+C9xngfsscJ8F7tYC3o26YnF6T3nTGfr1zvfBuHsC07jOqaGfd2owzuC8wXmD8wbnDc4bnDf0804NxhnuKe86g+sN/bzTxeC6xbC4bnHeNC47Nczv3PcPldp0rHT7K9Zqz0Uv0hEX/rmWPRaESX8F/NpA32976JMeq8dwnP/AjTdreXtGWVlK/vLEfXCfHe6bA/fNgf/XzwGc7X06/gfmeQ5tG5gCJoFdwJ3ANmAzsAnYANwG3ArcBNwIXA9cC1wN/By4EvgZcDlwGXAJcDFwIXAB8BPgx8APgfOB84AfAN8HzgHOAs4EzgBOB04DTgW+C3wH+BbwTeAbwNeBrwJfAb4MfAn4IvAF4PPA54B/Az4L/I8F+BfSfwb+CfjvwGeA/wb8wwL8PenfAZ8C/hb4JPAJ4G+AjwMfBT4CfBjg5X31V6R/CXwI+CDwAeD9wHsVy/dqdPq9Ouymv9CR//qHmnj0sf3w/GvT3zjQ/1pO9xHcZ4H7LHCfBe6zwH0WuM8C/9dZ4L5A/3/dkNwn0H0WuM8C//9ugfvkv88C/zdZ4P8HAAD//xjUUvEAAAAGSURBVAMAl4QpY+A0riYAAAAASUVORK5CYII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74073" y="2895600"/>
            <a:ext cx="876992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b="1" dirty="0">
                <a:solidFill>
                  <a:srgbClr val="FFFF00"/>
                </a:solidFill>
              </a:rPr>
              <a:t>Activitatea 6: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en-US" sz="1600" dirty="0"/>
              <a:t>- </a:t>
            </a:r>
            <a:r>
              <a:rPr lang="en-US" sz="1600" dirty="0" err="1"/>
              <a:t>Crearea</a:t>
            </a:r>
            <a:r>
              <a:rPr lang="en-US" sz="1600" dirty="0"/>
              <a:t> de </a:t>
            </a:r>
            <a:r>
              <a:rPr lang="en-US" sz="1600" dirty="0" err="1"/>
              <a:t>i</a:t>
            </a:r>
            <a:r>
              <a:rPr lang="vi-VN" sz="1600" dirty="0"/>
              <a:t>dei</a:t>
            </a:r>
            <a:r>
              <a:rPr lang="en-US" sz="1600" dirty="0"/>
              <a:t>,</a:t>
            </a:r>
            <a:r>
              <a:rPr lang="vi-VN" sz="1600" dirty="0"/>
              <a:t> ipoteze de soluții pentru </a:t>
            </a:r>
            <a:r>
              <a:rPr lang="en-US" sz="1600" dirty="0"/>
              <a:t>o </a:t>
            </a:r>
            <a:r>
              <a:rPr lang="en-US" sz="1600" dirty="0" err="1"/>
              <a:t>anumita</a:t>
            </a:r>
            <a:r>
              <a:rPr lang="en-US" sz="1600" dirty="0"/>
              <a:t> </a:t>
            </a:r>
            <a:r>
              <a:rPr lang="vi-VN" sz="1600" dirty="0"/>
              <a:t>problema definită. </a:t>
            </a:r>
            <a:r>
              <a:rPr lang="en-US" sz="1600" dirty="0" err="1"/>
              <a:t>Gandire</a:t>
            </a:r>
            <a:r>
              <a:rPr lang="en-US" sz="1600" dirty="0"/>
              <a:t> </a:t>
            </a:r>
            <a:r>
              <a:rPr lang="vi-VN" sz="1600" dirty="0"/>
              <a:t> în afara tiparelor! </a:t>
            </a:r>
            <a:endParaRPr lang="en-US" sz="1600" dirty="0"/>
          </a:p>
          <a:p>
            <a:endParaRPr lang="en-US" sz="1600" dirty="0"/>
          </a:p>
          <a:p>
            <a:r>
              <a:rPr lang="vi-VN" sz="1600" b="1" dirty="0">
                <a:solidFill>
                  <a:srgbClr val="FFFF00"/>
                </a:solidFill>
              </a:rPr>
              <a:t>Activitatea 7</a:t>
            </a:r>
            <a:r>
              <a:rPr lang="vi-VN" sz="1600" dirty="0"/>
              <a:t>:</a:t>
            </a:r>
            <a:endParaRPr lang="en-US" sz="1600" dirty="0"/>
          </a:p>
          <a:p>
            <a:r>
              <a:rPr lang="vi-VN" sz="1600" dirty="0"/>
              <a:t>-  prezentarea modelului de afacer</a:t>
            </a:r>
            <a:r>
              <a:rPr lang="en-US" sz="1600" dirty="0"/>
              <a:t>e</a:t>
            </a:r>
            <a:r>
              <a:rPr lang="vi-VN" sz="1600" dirty="0"/>
              <a:t> pe baza modelului Business Models Canvas.</a:t>
            </a:r>
            <a:endParaRPr lang="en-US" sz="1600" dirty="0"/>
          </a:p>
          <a:p>
            <a:endParaRPr lang="en-US" sz="1600" dirty="0"/>
          </a:p>
          <a:p>
            <a:r>
              <a:rPr lang="vi-VN" sz="1600" b="1" dirty="0">
                <a:solidFill>
                  <a:srgbClr val="FFFF00"/>
                </a:solidFill>
              </a:rPr>
              <a:t>Activitatea 8: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vi-VN" sz="1600" dirty="0"/>
              <a:t> </a:t>
            </a:r>
            <a:r>
              <a:rPr lang="en-US" sz="1600" dirty="0"/>
              <a:t>-</a:t>
            </a:r>
            <a:r>
              <a:rPr lang="vi-VN" sz="1600" dirty="0"/>
              <a:t> </a:t>
            </a:r>
            <a:r>
              <a:rPr lang="en-US" sz="1600" dirty="0"/>
              <a:t>p</a:t>
            </a:r>
            <a:r>
              <a:rPr lang="vi-VN" sz="1600" dirty="0"/>
              <a:t>regătiți și prezentați „ideea” dvs.</a:t>
            </a:r>
            <a:endParaRPr lang="en-US" sz="1600" dirty="0"/>
          </a:p>
          <a:p>
            <a:endParaRPr lang="en-US" sz="1600" dirty="0"/>
          </a:p>
          <a:p>
            <a:r>
              <a:rPr lang="vi-VN" sz="1600" b="1" dirty="0">
                <a:solidFill>
                  <a:srgbClr val="FFFF00"/>
                </a:solidFill>
              </a:rPr>
              <a:t>Activitatea 9:</a:t>
            </a:r>
            <a:endParaRPr lang="en-US" sz="1600" b="1" dirty="0">
              <a:solidFill>
                <a:srgbClr val="FFFF00"/>
              </a:solidFill>
            </a:endParaRPr>
          </a:p>
          <a:p>
            <a:r>
              <a:rPr lang="vi-VN" sz="1600" dirty="0"/>
              <a:t>- Identifica</a:t>
            </a:r>
            <a:r>
              <a:rPr lang="en-US" sz="1600" dirty="0" err="1"/>
              <a:t>rea</a:t>
            </a:r>
            <a:r>
              <a:rPr lang="en-US" sz="1600" dirty="0"/>
              <a:t> </a:t>
            </a:r>
            <a:r>
              <a:rPr lang="vi-VN" sz="1600" dirty="0"/>
              <a:t>competențele</a:t>
            </a:r>
            <a:r>
              <a:rPr lang="en-US" sz="1600" dirty="0"/>
              <a:t>or</a:t>
            </a:r>
            <a:r>
              <a:rPr lang="vi-VN" sz="1600" dirty="0"/>
              <a:t> necesare pentru </a:t>
            </a:r>
            <a:r>
              <a:rPr lang="en-US" sz="1600" dirty="0" err="1"/>
              <a:t>realizarea</a:t>
            </a:r>
            <a:r>
              <a:rPr lang="en-US" sz="1600" dirty="0"/>
              <a:t> pr</a:t>
            </a:r>
            <a:r>
              <a:rPr lang="vi-VN" sz="1600" dirty="0"/>
              <a:t>oiectul</a:t>
            </a:r>
            <a:r>
              <a:rPr lang="en-US" sz="1600" dirty="0" err="1"/>
              <a:t>ui</a:t>
            </a:r>
            <a:r>
              <a:rPr lang="vi-VN" sz="1600" dirty="0"/>
              <a:t> și dezvolta</a:t>
            </a:r>
            <a:r>
              <a:rPr lang="en-US" sz="1600" dirty="0"/>
              <a:t>rea de</a:t>
            </a:r>
            <a:r>
              <a:rPr lang="vi-VN" sz="1600" dirty="0"/>
              <a:t> strategii pentru a atrage persoane cu</a:t>
            </a:r>
            <a:r>
              <a:rPr lang="en-US" sz="1600" dirty="0"/>
              <a:t> </a:t>
            </a:r>
            <a:r>
              <a:rPr lang="vi-VN" sz="1600" dirty="0"/>
              <a:t>profilul potrivit. 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236" y="277091"/>
            <a:ext cx="8880764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1600" dirty="0">
                <a:solidFill>
                  <a:srgbClr val="FFFF00"/>
                </a:solidFill>
              </a:rPr>
              <a:t>Prezentare finală</a:t>
            </a:r>
            <a:endParaRPr lang="en-US" sz="1600" dirty="0">
              <a:solidFill>
                <a:srgbClr val="FFFF00"/>
              </a:solidFill>
            </a:endParaRPr>
          </a:p>
          <a:p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Propunere </a:t>
            </a:r>
            <a:r>
              <a:rPr lang="en-US" sz="1600" dirty="0">
                <a:solidFill>
                  <a:srgbClr val="FFFF00"/>
                </a:solidFill>
              </a:rPr>
              <a:t>cu </a:t>
            </a:r>
            <a:r>
              <a:rPr lang="vi-VN" sz="1600" dirty="0">
                <a:solidFill>
                  <a:srgbClr val="FFFF00"/>
                </a:solidFill>
              </a:rPr>
              <a:t>valoare unică.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Problema: conecta</a:t>
            </a:r>
            <a:r>
              <a:rPr lang="en-US" sz="1600" dirty="0" err="1">
                <a:solidFill>
                  <a:srgbClr val="FFFF00"/>
                </a:solidFill>
              </a:rPr>
              <a:t>rea</a:t>
            </a:r>
            <a:r>
              <a:rPr lang="vi-VN" sz="1600" dirty="0">
                <a:solidFill>
                  <a:srgbClr val="FFFF00"/>
                </a:solidFill>
              </a:rPr>
              <a:t> publicul</a:t>
            </a:r>
            <a:r>
              <a:rPr lang="en-US" sz="1600" dirty="0" err="1">
                <a:solidFill>
                  <a:srgbClr val="FFFF00"/>
                </a:solidFill>
              </a:rPr>
              <a:t>ui</a:t>
            </a:r>
            <a:r>
              <a:rPr lang="vi-VN" sz="1600" dirty="0">
                <a:solidFill>
                  <a:srgbClr val="FFFF00"/>
                </a:solidFill>
              </a:rPr>
              <a:t> cu problema – cine o experimentează și de ce este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vi-VN" sz="1600" dirty="0">
                <a:solidFill>
                  <a:srgbClr val="FFFF00"/>
                </a:solidFill>
              </a:rPr>
              <a:t>dureros?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Cum se poate ameliora durerea?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</a:t>
            </a:r>
            <a:r>
              <a:rPr lang="en-US" sz="1600" dirty="0">
                <a:solidFill>
                  <a:srgbClr val="FFFF00"/>
                </a:solidFill>
              </a:rPr>
              <a:t>C</a:t>
            </a:r>
            <a:r>
              <a:rPr lang="vi-VN" sz="1600" dirty="0">
                <a:solidFill>
                  <a:srgbClr val="FFFF00"/>
                </a:solidFill>
              </a:rPr>
              <a:t>are este publicul țintă? Dimensiunea pieței. Cât de mare este impactul? De ce acum? De ce este un moment potrivit?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Cum </a:t>
            </a:r>
            <a:r>
              <a:rPr lang="en-US" sz="1600" dirty="0">
                <a:solidFill>
                  <a:srgbClr val="FFFF00"/>
                </a:solidFill>
              </a:rPr>
              <a:t>se</a:t>
            </a:r>
            <a:r>
              <a:rPr lang="vi-VN" sz="1600" dirty="0">
                <a:solidFill>
                  <a:srgbClr val="FFFF00"/>
                </a:solidFill>
              </a:rPr>
              <a:t> ajunge la clienții/beneficiari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vi-VN" sz="1600" dirty="0">
                <a:solidFill>
                  <a:srgbClr val="FFFF00"/>
                </a:solidFill>
              </a:rPr>
              <a:t>?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Echipa: Cine sunte</a:t>
            </a:r>
            <a:r>
              <a:rPr lang="en-US" sz="1600" dirty="0">
                <a:solidFill>
                  <a:srgbClr val="FFFF00"/>
                </a:solidFill>
              </a:rPr>
              <a:t>m</a:t>
            </a:r>
            <a:r>
              <a:rPr lang="vi-VN" sz="1600" dirty="0">
                <a:solidFill>
                  <a:srgbClr val="FFFF00"/>
                </a:solidFill>
              </a:rPr>
              <a:t>? De ce sunte</a:t>
            </a:r>
            <a:r>
              <a:rPr lang="en-US" sz="1600" dirty="0">
                <a:solidFill>
                  <a:srgbClr val="FFFF00"/>
                </a:solidFill>
              </a:rPr>
              <a:t>m</a:t>
            </a:r>
            <a:r>
              <a:rPr lang="vi-VN" sz="1600" dirty="0">
                <a:solidFill>
                  <a:srgbClr val="FFFF00"/>
                </a:solidFill>
              </a:rPr>
              <a:t> persoanele potrivite pentru a rezolva această problemă? 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>
              <a:buAutoNum type="arabicPeriod"/>
            </a:pPr>
            <a:r>
              <a:rPr lang="vi-VN" sz="1600" dirty="0">
                <a:solidFill>
                  <a:srgbClr val="FFFF00"/>
                </a:solidFill>
              </a:rPr>
              <a:t> Indicatori cheie. Demonstra</a:t>
            </a:r>
            <a:r>
              <a:rPr lang="en-US" sz="1600" dirty="0" err="1">
                <a:solidFill>
                  <a:srgbClr val="FFFF00"/>
                </a:solidFill>
              </a:rPr>
              <a:t>rea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vi-VN" sz="1600" dirty="0">
                <a:solidFill>
                  <a:srgbClr val="FFFF00"/>
                </a:solidFill>
              </a:rPr>
              <a:t>viabilitat</a:t>
            </a:r>
            <a:r>
              <a:rPr lang="en-US" sz="1600" dirty="0">
                <a:solidFill>
                  <a:srgbClr val="FFFF00"/>
                </a:solidFill>
              </a:rPr>
              <a:t>ii</a:t>
            </a:r>
            <a:r>
              <a:rPr lang="vi-VN" sz="1600" dirty="0">
                <a:solidFill>
                  <a:srgbClr val="FFFF00"/>
                </a:solidFill>
              </a:rPr>
              <a:t>. Cât de mare este impactul?</a:t>
            </a:r>
            <a:endParaRPr lang="en-US" sz="1600" dirty="0">
              <a:solidFill>
                <a:srgbClr val="FFFF00"/>
              </a:solidFill>
            </a:endParaRPr>
          </a:p>
          <a:p>
            <a:pPr marL="342900" indent="-342900"/>
            <a:r>
              <a:rPr lang="vi-VN" sz="1600" dirty="0">
                <a:solidFill>
                  <a:srgbClr val="FFFF00"/>
                </a:solidFill>
              </a:rPr>
              <a:t> 8</a:t>
            </a:r>
            <a:r>
              <a:rPr lang="en-US" sz="1600" dirty="0">
                <a:solidFill>
                  <a:srgbClr val="FFFF00"/>
                </a:solidFill>
              </a:rPr>
              <a:t>. </a:t>
            </a:r>
            <a:r>
              <a:rPr lang="vi-VN" sz="1600" dirty="0">
                <a:solidFill>
                  <a:srgbClr val="FFFF00"/>
                </a:solidFill>
              </a:rPr>
              <a:t> C</a:t>
            </a:r>
            <a:r>
              <a:rPr lang="en-US" sz="1600" dirty="0">
                <a:solidFill>
                  <a:srgbClr val="FFFF00"/>
                </a:solidFill>
              </a:rPr>
              <a:t>are </a:t>
            </a:r>
            <a:r>
              <a:rPr lang="en-US" sz="1600" dirty="0" err="1">
                <a:solidFill>
                  <a:srgbClr val="FFFF00"/>
                </a:solidFill>
              </a:rPr>
              <a:t>este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vi-VN" sz="1600" dirty="0">
                <a:solidFill>
                  <a:srgbClr val="FFFF00"/>
                </a:solidFill>
              </a:rPr>
              <a:t>nevoi</a:t>
            </a:r>
            <a:r>
              <a:rPr lang="en-US" sz="1600" dirty="0">
                <a:solidFill>
                  <a:srgbClr val="FFFF00"/>
                </a:solidFill>
              </a:rPr>
              <a:t>a</a:t>
            </a:r>
            <a:r>
              <a:rPr lang="vi-VN" sz="1600" dirty="0">
                <a:solidFill>
                  <a:srgbClr val="FFFF00"/>
                </a:solidFill>
              </a:rPr>
              <a:t> d</a:t>
            </a:r>
            <a:r>
              <a:rPr lang="en-US" sz="1600" dirty="0">
                <a:solidFill>
                  <a:srgbClr val="FFFF00"/>
                </a:solidFill>
              </a:rPr>
              <a:t>in </a:t>
            </a:r>
            <a:r>
              <a:rPr lang="en-US" sz="1600" dirty="0" err="1">
                <a:solidFill>
                  <a:srgbClr val="FFFF00"/>
                </a:solidFill>
              </a:rPr>
              <a:t>partea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vi-VN" sz="1600" dirty="0">
                <a:solidFill>
                  <a:srgbClr val="FFFF00"/>
                </a:solidFill>
              </a:rPr>
              <a:t> public</a:t>
            </a:r>
            <a:r>
              <a:rPr lang="en-US" sz="1600" dirty="0" err="1">
                <a:solidFill>
                  <a:srgbClr val="FFFF00"/>
                </a:solidFill>
              </a:rPr>
              <a:t>ului</a:t>
            </a:r>
            <a:r>
              <a:rPr lang="vi-VN" sz="1600" dirty="0">
                <a:solidFill>
                  <a:srgbClr val="FFFF00"/>
                </a:solidFill>
              </a:rPr>
              <a:t>? voluntari </a:t>
            </a:r>
            <a:r>
              <a:rPr lang="en-US" sz="1600" dirty="0">
                <a:solidFill>
                  <a:srgbClr val="FFFF00"/>
                </a:solidFill>
              </a:rPr>
              <a:t>, </a:t>
            </a:r>
            <a:r>
              <a:rPr lang="en-US" sz="1600" dirty="0" err="1">
                <a:solidFill>
                  <a:srgbClr val="FFFF00"/>
                </a:solidFill>
              </a:rPr>
              <a:t>sustinere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financiara</a:t>
            </a:r>
            <a:r>
              <a:rPr lang="en-US" sz="1600" dirty="0">
                <a:solidFill>
                  <a:srgbClr val="FFFF00"/>
                </a:solidFill>
              </a:rPr>
              <a:t>?</a:t>
            </a:r>
          </a:p>
          <a:p>
            <a:pPr marL="342900" indent="-342900"/>
            <a:endParaRPr lang="vi-V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8145" y="318654"/>
            <a:ext cx="9337964" cy="6262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 descr="data:image/png;base64,iVBORw0KGgoAAAANSUhEUgAAAfoAAAEeCAYAAABiwNfdAAAQAElEQVR4Aez9d5RlyXXeiX5fnGvSZ3nf1dUWaDQAkhApM+LMrFnz/nhr1rw3M+IMNRJIAIT33hOmCUcABGhBB5ISPUBKopHhyIyhJEIUPTzaV3d5X1np85oT77fj3JuZZboBSnoza2kh8nyxTeyI2OGPycpK+Zvhmz3wzR74Zg98swe+2QPf7IH/bHsg6Zvhmz3wzR74Zg98swe+2QPf7IH/bHvgL3fQ/2fbDd9s2Dd74Js98M0e+GYPfLMH/vPsgW/4oL9w7oz+t9/9R/qJjz2gD7/tZfrwG79Xn3jH9+knH3iVfgr8xHtfrk+++2X60Ntfqre+9oV62Uuerxe86Pl64UteqFe/6sV691tfpY+99/X61IfepE9/9C36uY++WT/7kTfpJz/4Bn38Pa/Wu9/4Yr32ZX9Hr33p39brX/q/6O2v+jv60FtepB9+90v1U+97qX7+B16mn38A/j3fp0++4wV63+v+Z73ppf+rXv49z9eLX/B8vf4VL9YDb3mNPvX+t+mXP/xO/cbH3q3f/KF369d/6J36pY+9Sz/5gXfog299g974spfopS/4Hr3ixd+rt77mxfrY216hT7/3tfqVB16nX//A66Gv0c+955X6iXe+Uh9840v15pd9r17+gv9Vr3zh8/UW2vGBt71GP/r+N+vTP/g2/eLH36Zf/cTb9csff6s+/aE36+Pvfr3e8fpX6BUve5Fe/H3fq1e+7IV615teoU++7w36hY+9Vb/+w2/TZ3/4rfrMJ9+mX/n4m/WzP/AaffxtL9Z7XvW39Zbv+x/19pd+l37gdc/Xj9CPP/fBV+s3PvEG/c6PvVX/+Mffrt/60bfqs598q37+Q2/Qx97xMr3z1d+jN9D+t7/mhfrou1+rn/jAm/WrP/xu/dan3qN/8tPv0z/+qffqH/74u/X3P/4Offy9b9A73vQqveLlL9KrX/FCvfsNL9EPv/c1+qUfeqt+56ffq9/7+R/QP/+FD+j3fuGD+qeffkCf+bF36cfe/xq96w0v1Bte8716HXW97x0v14/8wKv1S598k377p96u3/v0Owr+2affqX/0qbfoZ3/wdfrg21+kN7/qu/X6l3+33vKa5+v9b3upfuQDb9Av/ui79Q9/9gP6J3/vI/rdn/+gPvsT79LPf/wt+uh7XqU3vvb79LKXf69e9coX6j2MxY9+4HX6Ffrotz71Dv3Tn36Hfuen3qlf++Sb9ekPv0Efx4d3vep79KYX/219/6tfqE+8+zX6xU9i83Pv07/61R/Qv/nMD+hz4Pd/6f363Z/6fv3cR96iD7zjVXoDdbwB+wfe+nJ9+oOv1+/86Nv1f/zsu/S5v/9u/eGvvEt/+Mvv0b/5e+/TP/nUu/WzH3ijHnjzS/D/BXrHW16mH8P+t3/yPfrcr3xEf/IbH9ef/YMf1p989pP6w1/7mP7Vp9+rz/zQG5ij36f3vPFFes+bXqxPvPfV+vUfeYv+6c+8hTzv0Rf+wYf1ld/8QX35Nz6qP/7lD+mf/cS79ekPvFYPvPmFetvr/q7e/46X6Mc+9Fr9o599H/5j81s/rD/97R/Rn/3Oj+pPwb/9jU/ot37mffrUB19L+cwn1t2H3/0S+vvVjMOb9X/94jv1h7/6bnx6j/79r3+//o9feJt+5yffpJ/88Kv04Xcyt970Qr2Dcfzou17KOnidfu+n3kpb36nP/eK79Afg//y5t+s3f+SN+rkPvor1/CJ96I3PZ028gLn5Sv2Tn3yH/uBXP6i/+Ic/pC/+1g/pL/7Bx/S5X/8wc+Q9+vufeJM+9p6X6vvf+Hf0vjf+Xf3o+16uz/zwW/Qv6JM/pJ1/8esf1ec/81H92Wc+rn/9Kx/VZ3/6AX3iw2/SO97BmnrzC/Ted71YP/6R1+sf/NS79Pu/9AP6s9/4kL78jz6oz//me/VHn3mX/uWn36xf+/hr9NG3v1jves336N2veyFz9lX67Cffrv/95x7QH/3aR/Snn/0I+T6iP/r1D+n/+nvvZW29RT/07pfr7a9/od70uhfoQ9T1ix99g/63T71N//oX3qk//tX36M8/8z59/tffrz/65ffqX/3sO/TrrLFPvOtlejvz9a2vf4F+4L0v0y989I20/T36g1/5mP74s5+gbz9BH39M/9ffZ/x++v36xY+8WR99y4v1/eR5N2P40Xe9iL3gVfrHn3qD/tXPvEm//3Nv1b/+9Fv1+z/1Zv2LH32jPvuhV+tH3/YifeAN36v3vu579QBj8inq+czHX4dvb9bv/yy24F9i/zs/8nr9vQ++Qj/27hexNzxfH379d+njb/lf9Pc+9BL97o+/Uf/qp9+i//NnyAP+5Y+/Xr/zgy/T33vghXrgLd+tN7/4b+kNL/if9PaX/C195K3/q37i/S/Tr3zyrfqtn36f/tnPsbZ/9gH9Q+b+r3/8Tfrx73+F3vPq5+str/i77LXP1wff8D366e9/iT7DvPmtT7xev/ujb9Y//OQb9Ws/+Gr8eaV+jDY+8Jr/WW9+0X+v133vf6e3vey79JE3f58+xd79mU+8Xf+Eef3P2af+5Y+9Wb/3I2/Qb/zga/ST7N3vf+336I3f9916I2v2gdc+Xz/F3P3Mh16pf/KxV+uff+K1+qcfe5V++wdfqc9S76ff9zL2/OfrTa/8Lr3qJf+j3vTq79aH3/Ei/eQPvEK/zr7zj378Lexvbyv47I+8Sb/wkdc0a++1363Xv/h/0Ou+7/+rd73qu/TRN3+3Pv3ev6vPfOSF+s0ffIE++6Hn69c+8D36+w+8iDa+SB978/fo+1/53ewjfwvfvkvvw68fetv36dPvf6V++YOv1q9+8DX6tQ+/Xr/IXvRT3/8qfeRNL9HbX/F8vfx7/5Ze+r3/k974kr+tB5hfP/r2l+nn3v8q/X32xV/+4Ov0S+znP/u+V+qT73yZHmAveM33/R193/O/Wy/53r+jN7zse/T+179IP/rOl+Pbq/TznDc//8Ab9LOcDT/yztfogde/XK978Qv0ouc/H/xdvZKz8+2vfoF+8K0vYaxeqZ98zyv0M+AXWUO//TMf0+f++e/oImfyN3pb8nUP+nOnT+hHPvz9esF3/Xf65A/+gP63f/zb+srn/0Knnvyazp4AT3xN54IPPPFVnXn8Kzp7/Cs6/fiXdeqxL+vUI1/W+Sce0YUTj+nCycd18eQTunjiuC4++bguPPmYzoOzxx8lzyM6+/gjevKhr+nJhx8i78M6g/7CE4/qEnmvnHpMV04d19XTT0Kf0JXTJynvEZ07+VWdP/mgLpx6WJdOP6LLZx7W5bOP6vK5R3QlcBYduHTmIV08/aDOn34I2wfJ+yDyQwWXzz6sq9guBC48pqvnH9elM49S7iM68yR+PP4Qvjykc8cfxpdHtYAvy6cf09rZ4+BxrZx5TEvI1049oisnH9KlJxpcJu+VEw/r2slHFPar2K+A1bOPK+jSmeO6SlkX6J+zjz9M+x+mTx6l/ONaOvukroHFc09o8dzjunbmcS2Ay6cf1cWTj+r8iUfo9wbnn3xIy7R7lTaunX1Ia+ce1vr5R7RKe1Zo2+Lph7Vw4kFdZqwugihn6fwJrVw8obVLJ7Vx5ZTWL5/U+qUTWkFePv+Els4fp94naMuD4Ku6Sh9HOWvnHtXG+UfVo58CG9BV+mv1/GNapp+vPPlVnWPcAxeYC5Fv9cwjxX546bh05Un56in1Lh7XtVMP0V8PFr8uky9sl/A1/A7/16hnhTKXaNsSZVymH88/8aDOPf41nT3+oC6ceIj+e4R6H9Mqdqu0dQUsYb8IFhjrK8zRK8zNy9F+cOXkw7pGHWGzhO0y5Ybt1WL7oC5jfwn7S7T36qkHGQvssVlijBfB0tnHtHQOMD8WY8wZk6uM46XTj+syNHD1zJNavnBSSxdOgCe1SF9eY8wXGPurZ2PuHtflU4/rErjMWC6ee7KMxeqlU4zBKa1dBozDyoUnqOtxRd5m/j+qs49/VeeOfxU/H2ReMe60e42x3gDRZ6v02TJjtBxrgHZcYC1ehi6c/Jqiv5eYI9FHq+QrYI6sYn8t7Jm/l2jTFdq0wJxbiLkXcyH8uPCklpgvy2AJ+RptCZ9i7p574mHW88O6fPIxfH2Ctp9owBxbpm1L9MfiqSd17ckntHD8uBYeP66rYIG1f408i/Rl9OsidS4F6Mdr+HCFuX751KO6HD6NsEA/XsOm2NKvi+eOaxH5Gv1/FVwZ2V0lf/hYgM0qbVmjLUGXsV8mfek0eRmDq+xLV088rqvsM9fYlxbOPKFr2Mc6WGUMY52sxtqgDxapfwF/LzOPLrK+LzEHL7PmF0Csj1gDq8yrQPDXmFfR91eefFDnGbszrIkL7JOXmYsxHuM8S4xHzMUCxuIK+9k59pEz9M9F+u/y2ZNaoD8XL55iHE7r2oVT4LSunjvNXnda586c0OmTx3WC/fKJwIlHtXT+JPvME1qirdGWZcYt1vW1C4/rEnvhxdNfYw/5Mnv1Fwot++W5h3SFPWSB+bSJC4/qEroL7CtnWRNn8O0M7T3POrrIfLoMvUQ7r0S5F5/URfrsAn19jj48y3w/E2BMT9Pfp+jb0/Dn2cuv4PPVMyfLXn7p5JM6S9+fPv64Th5/DDyqU48/xr57XOeeOM6++CR770ldPUk/nAqcYu84yZw7ydx7UheZVxfAWfLHeXKePfUS43OF9XWFMb5M31wE5088obOUF/WcfuIxnWbMA2fp5waP6xz255ED56Bnw4a5eoY5cgYfY0zGOMvcOVfwqCJ/2J+j3tifzrJXNfRrCnoO+Rz773acZS2fO/412vlV/HoQOyhy2Jxnj4u0c9icZS6cOv6QHv7SX+hz//vv6Vc+9XG95u/+D/rYA+/UKdr09Q78pz3o/+2/+G298QX/H/2zf/QZXb26oIWFBS0tLWp1eUn9lSUNoEPocHkRfoSlBfWuXdX6wmWtXb2s1SuXwMUi9xYX1F+6VjBYWdQQ9CljQP7e4lX1Fq9p5eoVcBlc0TrlbCxeUX/xsgaLl0i/rI1rV7SGfjV8uXpR166c1dKV81pZuKDVaxe1jt3G8mX1lq+oD4JuoAv96jVssFu+eqHYr8GvLV7UxtIl9Vcua7h2BSyoXsfP1ataW4q6LmF7UcsLFyn/EnVf1kYp9yr+X1W9uqC8tqAh9lFf1LV6rcmzBu3h+3DlqvLKgihA7f6q2oOVQlNvVcO1Ja3T/hX6JrCxuqRhb03qb8iDdbAG1qXBmjL2g/UVbdBva+RZW76mVfpzDeS1q+KEkKHV+oKqjQWlderFr3rlinq0cY3+Wb56Sav4tI4/w40V1ZSp/hr1gd6KhuvLiMvqUUdveUErtGGVfD36cEg5DKrSxtUG61eo8wr9cJnxv6w+/b5GH6+QZ32J/llfUqL8znBVE7S5219Up7eoVvGNPqO83tLlMmZr9G+P/o52VBvX6B/setcUbUnIIl9/7VoZkyV8WS5tuIq/y4eMHwAAEABJREFUi/iypFZvGSwq8hr7TB8MVq+oTx0b+LVB+3vQPv0xpI8yNt5YlKAZf4Yj297yJY3toz312oJwUMI29ZdU0FuSARNUffxfvnKOOXhW1y6d0dLlc8zd8wzXkvqri/TjtYL1lfB9gf68ouVrlxssXNEi47HCfN6gvwfMhZp2iD6rGYt6Y5VyGAvK2Vi9pjXGI+bWKn0V82ywckl59bIEvHYZ/opq5vEg2sA4rBVcxM2LdN8lxinQ2OfVS9gGLqO/rI1oB+O2zHpbZezW8be3tkj9gHEcbiwrMAi+zJElhc0q9sus9ZVRG4bMzxzziflqEG2JdT5cXFT/6oI2Ll3W2kX6+NJF9dgb+ozlgPU0ZFxiLQ1ZK4F++EDZ6/i0vnCJNlymDVfVX76q4eqCauZCTZ8EhvRL2G+wh6yzP6zTvz1ojzLCfkBbHP1KG4T/GdTRNvL12HOafAtaW7iq9atXNaANQ8aAAZSHa6qGG0pAtCvWS481GutuhTpiLa3Rhh5za8gc8voC87GBmGfjtbeOzQrrqKwN2rRR5uMlDRnDGK8h+fuMW3/5ojbYk8I+9pyVpQWtry2DRa2xZtfpq6hvjbpjD6031jRcX9WQtdxn/mzQ1jXatY5tb/GChovn1b92VmtXTqu3cFYDyl9jz+xRf15fZD6viM5VZp4PGYPQBwaMgzeWhDMy875m/WXmfB/dAMTc7tP/Q/zJrLFM3hiTAf0ae8cG87n00eKCVsBywbXChxw+ht2AtvXozzXGdZlxW2BPv3rlAufNRc6bS1pkbi3GmcDYri0taI09b439bg1+lfmxTD8scc5cu4L95Yusp8taIs8K/b1OG3v416c/eisL6nF2rV27ptWFBS2z9sJuiTFZZu6vgXVse7Sjt7qgDeg67VplXALLlLVMmYEoewX7FdLWyLMWlHVXKGO4yvitXD2vFdbp6mgNrlHPGFu6C1pFv7IQtqDkuVDyrXA2rQbIv1pwkb67rGXavUw7lpaWtMjc/e3f/DX9T//v/1K/+w8/87Rn/VMe9P/is5/WL/3wA+qvb6jf66vX21BvAwTt91hsSXm1pXq1Ur3RUl5vFwzXWypAz96uwarUW+2rv7qBnnyUVfcHHDB9DTd6LKoN9dfWNVjb0MbaWkGPOge9HgcboC4Nehx0G8qDvgag3x/i0xDbIQtgWOjG+hD/apApV5QP7dUagkEv046s3rq0sZ5B3WCj1mAj7MJeyn36KjCwPMhyja7Oan5wwYAe6yerV1WgpX6q1M/IWVof1loj3xr+rQ6GCoSuNxQ2EknaGA61QdraYED6QCskLoHFjaGW8HWZ+lcHUZa1UVu9utJGboGO1usW5Vt0p5Y3apC1TNsizyBXGmobctKw6JL6tGOjTvhXaXXYVtivD015lfpqa0Mdbbir9aDUtU6da0NsBwn7oBW2iXKMP4FEW5CpY4CPA2iPPog61oYtrQw7Wqu76uUJ1QaUO8QmbHuDrD7oDaQe/bwRfkDXCzK6TD0q5deUWSvRjqSNYcaXWkv03xJ9dw0sRz/3syJvD18HYDhM6lHmBuWv0/DVXk0/DRv0hloFayVPLmVGucUW+0iLfl3ZwA6skX8NX9dJ61F/b1AX3/o5k5dxHPapa6AhPvX7AwUG+DWsM/3aUt8d9Wl7D2zkjtZzm3FsaYP+Xad/1/B1hTFdGVRaHbS0Qd/3sOm7rQHjEeOyzvisYbNKv65it06eHmO5AfpgEP3PuA/o35BDH2O7gX6NPl3tG1/NWNAvI/s+af1s2kIaPF1S5tUS5a+SJ/xax78N/NwIn9Qif4AymFPr6Ffpk5V+1lJfDci3Apq82FHXBmUHBtgP6Md+b8Aa7KnPPtJnXQ/ot8EwM9bCl1qDeqiaPDGOPcra6Fnrvaz1jZr9B7te0jDGGNSUWdPmsB8y3v1in7FTQR+/BvjHdkEeaYDfBcynPn24gX/rIPporV/R/9ZKtIm1ukr6+hjUsz4Gukhb6ifanLS4QdvZP1bwMdbUGnWu084N0APBRx+VNRo2I9s16tkIn2lrj/p6tGMDPnTrtCPS1/tZG4Na6zQk9ozesGbd1KyFrMzY5WEWKg2h9WDADBtoImVNtQykroeM2obaqa9OVauTBmqh66SkiWpS85M7Ndvdge2sZid2ahp+oppWt5pRN0E9RR4AbeUudjOa7s5px8xuzUzMa6o9oxbzsuqLm+uh2utDBW/ayGThLBDA1/Wser0GUk1/ZdIzje7F2tGA9QHcVx/fGoQ8ELME3QAM1U+0nTb0qqE2UoB+wX6N/Ct1T8tgKcA5sUq56zXpBVkbrMUefJlnwyH9NdCQPh0y//r9dfV48OqDITdyOfeUw0lqzxwGQ+Rhvc4aX1OPg2yjv6INDrUeN38DEGk19nXeYCw2NIAfUM4QX/o8qPVKHX0N+gMNBlF3rQGDNmDMBvjSZ9wGTNA+/gTfCxp9g32fva1PngFzoI/tYDjA9yhjCwPyR951zs0PvOtN+rWf+xQH2K2vdCv1H/zeb+q3fv6TTKwofIBJVkpJVaulKjXosSg38lA9TsMeRyHzUwNnsQYbaqkvq2/AJB6yYdRqYZmUXXEAwKe25JZCP3BbA2zGdjWbV41dHiPymrzohyxW1o16UT6LpI88xgCbnlTSeqHPVr/IGR36Iid0AL5HGb1CE+mJAy+RJnyp6diBagYiMwA1g5bo2ESHp3qgKkvJFEybh/RDLWwd6Kt2oKehe1s8pQ4BJasOW/hhTCb6j/1GalXK7UqqrJyyasqK8itntZE7TPY2SKrxmMqpWsqqkNulDKtOFXW6YKBEDRb7BbUldEk5xtBkzFk51zJIoML/StGrGZ0ov0GibFFHzRgO0Q5A9GUfGn02dIs6WpRfYYXveCPqzYyByJNogG1FqFlsNROWikNUaG3LBmhMnpxpg8yikXBLUY7RY6LiGJ3uVqavpKgqk1Ara5ijPYlMLdUxh0gc5lRaNMgmnZYg12CIfwNFPeiwq8GQQ2CIfggf8gB5EDy0jvzYD8hbMxeFP3lk26utnjvaqGbV0xR9PameJrTR6qjp3z6W9BbjnPKAJgB6SzQuPDD9nvBSddiQhl7AzC+HLsDGlQMxD4c9WktO+r0GA/wpyFYc3gNqa/ykH1gvg6IXaWKDkdhjGNHE3E7w0S9Gn0mPPhyO/KspJSs5ICigu03OmC/O9DVjGe1L8JwrajHObVvBRz7ThmiHSDceZzbMgTbU84Y2WBMb1UA9MASZOc1dNTXUqrM0oH8HlBWgV5hfCbig6Bhm7kc0ZE0MsR2mpMEIQ9L6pr2MV58yuE9QH3kAP8SXOmqhjiFtq0OmwhoMac8QChErmH6IvhhKtCPFGDF2CUS7zL5XjXQVY5epq3aLVlaqGY+hkuqYO2AIIi2QsRmSFmNCyYr6cQGPuKinZsyH7C0DBikwzOhZz4k9MlVtRdnrKOPGc4VDYJVCcntC1cyMJmfntGd+pw7u36XbDu3VbQf36uCevZrZtUeanFHdmSy0R1mXV9c07FSa2TWnyflJTcx1Nb9nTrO7ZlVNduRJ6uok9VtSzX5Ud1r04UCtyUrdqY52YDcz29XkNG1mPAd5nRvcZQ0Hq+K4Vp8biqADDr9BjDsYMv+z+4pxLuPN2CUlmfVjBm2MihuqFjeYLW5qO9xctOu22nVir01KQSMd2iJfBRJrMmCoSZMqFR45Iw8CQ2sIODNV18yxYa3od2cr9sZ1xq+XK3yvNFRLNeu5dls5wE32gP1kQJ19yupxY7OBb33oAIR9Sccu+MAgtxV266RvUG6P/KV8aB8MsB1Qz6DQNj60FOnrlL8BevheePJugB7oq4t/HdZtJaZKacdwOFTsp3HYBx/49I98VP/77/6GbhXSjcrzfEv7zI//QFGbOA54OziNKhhwh9KnU7JqZQ1igjLx47AboqnBEH09Av0pxkQhZ+wEjGTSBTKoqYc5TJlqUjIKBkCjeovEZmLjB5fsYmdbqWWxvsSaL2CkoRTgBtmUDozsTZqLTZMn+MamptToyUxv1syGTGfmumaiDGl7gMlKe2OhOyYvG2/NZpzNqqMdjjpGVEEpLwOBcVpN/gaUx+YxjLqEhR1W5KpxoS/TGy59NZTZXIIXeY290AtqaCJXBTI5M/Wr8DVxjaZpV4xBRmM0TuiClvwD6hmwPIYFLdJazAjuNSTSox9EvgpdJk8p31L4zDqVGJOAU1LFplSlpBbGHQrpMC6TnZYm2DQm2Fi67VZJq2inqTVhm6qkdtVSBU2UFVSkWRGyqFKhTykcyKQA8idsQ2eo0IoG1nVWzUTDbZko+qWh0bZaSbnAtCfRt6LvAo6+RU6jPGEXN1dVsa8pa0gNtUQ+octwKApXO420Q+R+gZkLibkTB18b2qLsFvOu8kAt0qrY5GgOxkrkr7Bp6qJkGk7zogaqyA0Y0zAPvSNTYZKcKiVuKMzmLUZPWAdSSnBWBI+4ZCslqypQoSklIcILq6auTJ9k5pho1Tgt+iJamag72hUIP+q6lvCdoks5FEdBGVX0xQDaJ30IBrJ7DXgay1Ut9nacsJS4Sn9YGJIHe7Y0cdzm4scANXDom3IV664APXZiDRlaQD+X/sfetMWMqej/TJlFj11Crkr7hjJ8IGFfBZj/bfyJvCn6HT78CNTME5EvygsYPiD6JYf3RDX9kSmVqaiaujNyDTLpdpIDVfRkHuWqZXyOPUThC/VHn7RZL5gFq8luW9OTU5oCrXaXJ0rr2mpfK/1aPcY9t9vqTE5oaqKrOQ7gXTuntJvDeD5uAGZmpU5XQ9ZYe3pGGX5xfV3neW29wmeIzkRSu5N15LYD2nNgDwf/rNrka89Cp6fVmprkgO+W8ufm57Rjfkb79+3Urvkp7ZifULdjxY13PGWvcwM+qLLiBixXklpSqqyYF8lSoh9c+lQyjbNN11nRR3Cko6+lxKFaceBxv6CAB1lVrQZDoSOKUxuY/ZkC4gKmzy1Fr2XLHJiGKjofLZVxUZCHytHnMnKSuLFI1JmwTzheQSvyJfaSCj8qDmyTriH2wOgNTdiN81WkV8W2UqIMkxZVkgOSFU1t2p7VzCtDG+CEws5ZJcR8sTK6BmEf6YlCAiQUu3FkW7ZLeU7Wz3/8AcUZrhtCukHWP/vMp1WziMdTUbK2h4yQVStRaAxkOCXkQMNnctRYBXJxIDZ0p1pms0ubi22oSkPKqVUxMaI8+peSovTMwAVqmgxYtIITqcZj2kX5WUZOUYZrBXXwYJPGJkBes0gN1Rj4EPIYjX4ghR0Hd9hTjRIVmQozVFAnF185x1TRFlOOog78MP7FYEW+6DEzscWKDzrWk10x4JGuEkbWJndRWqasBFpkSqVduejMxiH8j3RTdqFRJyjlkse0veQhnwvIS55E3w8GvDfDX1Mu1VGmZJ4gMvo8WFfipsW8chKvn3K8fmIj6PONOPMKKuQaXdTZYROa6FbkH+fXKkEAABAASURBVNA/Q7WiHhZdRT0VPrQoP14hTlYSDwe8Bhwq3ka0UqbPon2ZiqFOlJEpwyqBfKItDUKDHe3MtNvoE6pEjgIaUKVUyqtofMCkkQMrqQr7kT8VPkV/jvsl5CrS0cf4V/hfwUd6UNOHlYcKRD6T5hhjINJMmshD5yk7qsuqeHqptKZWAtpQh3lUsYYqfE/4EWUm+j4xZ0R54eeQdOOzmSM0QTRJRaZIg+YKDkRio9iMbVNfhZ+JPkzklRL1VfRjUkaukYdK+NygvklnfAn/Ev0sfK7xdcgBm8lj2mjK8ygtbBJyBRhKZepnhTb+wHOJISkwPkQflRtg2mwO+lTaXxf77PCwgjf+hd+SqCfTJ/F2QxzkgRRrMQ5p+t7kd/BB8VEFfYVdIJGWSNsOR76CvlLxg/7gZiMxhom2G2raKtotaKLNlbISqFJSioHBTsCBhJ/QkIVtQzPKWkWm3S42oaN3wiZAHtNpqZK67UrtFuboSn5oxU1xi00l+rDVTuoE0O3aMafDBw5o3+5d2rVjl+bnd3Hozmpidqc603O6sryik+fO6sq1q+rxXTKzdjf4jr4a38k31rXKK90eh+E6bySXOeAXV1a0xpvJigP/wsVzKvtCb0X79u3S4SOHNE89Ji1uDtLEhDjPtEK+GOsJbiRalbRzbkrzM13t3jGtycmWutO8weJAX8H/Pv3FMaoMNZt6ha4NbTkxF2kzcz0zziJED9Wmj6Jfwt6SSTOz1NnYBzI6qaJjWui5l2CtZVCTPiStFkMVl2oLJMVBGQpnYVOrjCdjEGNrxlsaYjfUwFKmnhZFFAylFv6VdRs0Z5n5yHTRGFWxzdQPsAn7FnZV4a1IDz6xRkw9Zo4m5pYDyBVzsdJAY5rQJdW0jHkJP7YrevIk7BO0Ii1owlY0LvowUNoqAv1jWwnU1P1Pf+VndGNI2xUXzpzSH//+P5dtxU9KSbDbTQpv4kSFFY1MFFyNMObHtMIxh5PbYBpaUBZeXyYtOr8BncsIRZ1ULeaHYtMIqigraSRjR90WE4hXIIlXIi211GFYW26haSMBdwqtIoVXKi2Q0KQRrSIffEWOAM+WlFCpokJnlZBlZeqpDQWKhJgwBXWTmqUKLoFIZu7CqQFpSWqywVtq9KO4SEw4BaRil2hbVVBHzVhGPQCd6GtHXyhj2+ii/EQ/VlReUUGMTStZ7BXFpoXfE21aVzrVqlLiSbutyU5bE63EYZzpgQGvyfpqMbnalDVRZU0yc7u0s2uJB3OevmsmaU/1+qIqvlG1+X5V9VbV5ltXB786+BT5u6yMaTarOOynOxV5BqCmHSxsysq0KuOTCGmzLcJXsTgbam0PJi0p1aacMUQpwBIFy3R6zJXgMztqnXiWdqUhGIBmKVWqmR9Dt5VTW6poadiB0NepScdbZmmlyBflBDJ9Ztpn2mkN8aeWkOOiUPyS2llqoRV9Vmzhjc4K2+1ASdr4si37ZozTb6Sm0kTBCVqR2ILGhhN1N5tPrRabVIWvgeIzfKH4ciONcqIt5UmHTTH4Aupw2IMEoqxEOYn6ylTMxswyPtgWl+gm0Y3wNRiSMmScQOSj2c5J5unHPPkkYMowVoJm0sRYZCeRWUpBWzI6U6irbTJjGumGmjFVoZUMLTx5zSHjqoUZPYRNppxmLCsNKW+IbgCGjFrwQ/IOyVeL4CwFNKKFj5SRPNYL3WafwRd90AC2RY55n1VzQx2/qGgNKLtWruhd/Buo4jalUmuCw3NqRjs41O+99xm69667eHqe02BjQ1cvX9KFixd15SqHOjfWcXBfXbiqK1cu69SpEzp37oxWVpb53NrT2vqqri4u6OKli+jP6vgTx3Xu7FnSBpqentXs3JwOHDykqqrUbbU04Cah2+1obn5eUzNzmpnbqQn8yLLOnT+vefyxk3pr61pbWhRLW6vLi1pevkZXt0SkKnWUWE+i/7JRsf8kJyVbSaIrrTJn6gzNqrEpB72zYt7FK/2gUtaNARNhDjJl5UIbu4xpAAmDqJfEoqM21mStxEEZc7bMeXizdqVaUb+rrIo9rqqGipseM45ONfkHYFhgD5XQR3og0hMONahVkRYIuwYZe5whN4xi31CqJFfyCEUWNsbLBGAzcg7ZSRk7QbWZz7LpRfRwGgcbif6uUlKqKiXs0ehP/s/fU/wrjbFd0BTRGJ//o38DS5UUIBCZYnBQ3nzlUGU5yAhjfkwZ0VFKHtExCTkg8gcFkclZtoEkl0v2iFEE0iGYSajj7qVm8Bg2jZHhFIPFxi8MY++okYcMyJBBrsdg44mJVqMvEwxqesN0vCKQN8gWqBAhKxPXoKEMU7iCfP01zt7k2kq7UX7qlCi/Sb0+z0i/OTAhgzrR3Ba+VNeh3Z5Qro2uxau2SbWqjuy2UntK7s6obs9q0J7hm9y0+tWk+qmrYdVVjV1m4XYnZzU1vUNTs3vVnQjs09TkfnVaO9SpZtUm7wRPF1WLPHR2tzulLt8EW1XSRLuFT0M1fZQLjRZlR9wg2NFQkd7otsdGazI4S7RQCb5QxqGyiq5ijiQnpUSKRY5cQMMV37EyT6uZeaKCmrRAliij8U34ychyOIobnZxrBTS23+xrbQaq2eRLORRnWx7Pn0gNXdD/hDBlFVB2wq/G/0y/CNRlc6vwPxB+ZezHl8dMUBKukxFQkRJxQKVPUEODBxLlj+tKUTw92NhG3yfabtSOwXKN9bDA+FmMkUzvQ667inkpJiL6njWcUcYnolx4dIny0MXmHGk5ZRVKPRnUpNXY1mr0IYs8xi6Bpv7wZ0Dd/Qa8OTBvDcSbrAQfqBh/U15jjxnlbfEhPxXC91ulhT6XVrc5WCY7WVN80urGq/jJOaWpnfL0HuWJHdpIE+qxNgeqlOnITrfLU/y8ZmdYn72+Nni6Nvr4Ba51+BlesR88dFgzvKIPeZHDfWnxWpnzq6vLCrk/GOjqlUt68KEv6+LFC4p5fZmbhhYHw/T0tCYmqZMbiXkO+YmJSU10J7S0uKhJnuhj2Hq8AZiamlKsr6ijZo30ez2trq7I+BK/DDYY1pqb26GqYvAl2YyyJY4sVfABy6UbmZpQeD1VyDclFOuiLhH5R/Qmy+2KxibyBranjHnjvxM+b9LRasJnZhtjgEzmzNwSNOBii0A2wQeyR3LMM/QhZ5XW09/QTLooq+iQR7Rmv8wBMd5FV9G2SMeWsksZlF2Tt8bprOYHFi5ikSJClA8pV9hIX/mjf12kcYRbY1Z65KtfRGgylbhEqG64wm9cGVWSoQ3wsvANbTI1RTRxo5HwXRG2tNs4WNtK14HGo5dKRJwVdWQW9pDXIzUbec2mXCOHLjObMl0RfhYa/DhNQzq/RhOAL4OIFTSHjbOoQFE+0dNejTf4whWGIQeCD1BkUwzphQ/lDSj2RFyjlO1cZpPN6DMujaERP6ZZUUmuGREaHBPHuSIfk6cc/lDk+bld2rfngPbu3qdd0M70LlUz+5Sn9qrX2a211k6ttXdqOLVH7V2HtOPwXTr2rOfp/r/yN3X3/d+hA0efrYm5o3JnvzRCd/aIcnsXL62n1N1xQHsO36HdB45qduc+Tc3Ms4lMq9udxF9c3Lya9oXXihSYOAgYYXxGw7hzaRysxA8xbTP2gQRNlhJ5KwkJRAcbSkLcbdMb6LMQCy0yNlF2YpwNIi1JSgq7Bg5+jLCHb/KIcqSILMkusbYHszhty1FwJDiiEeBxdyTcimAwVhfWsiUuXRcoJHSB0Df+Cjv8z0CiH3MDfCdBJYwzFIEo5ABsmOWgwRSEkJuslBl1xBhtR2MxiunE4uuIUrlCDir6Oayux7ji67UqdbMuc60alHXMus6g+IB50Bjf6OKASlE1WcnDIRR5auxRYB1tANh45AdsyRI08peyit9ZFYoAE0IF4Y8lOyIR8tdBTfoQQMvNAhQprkQZUxMdzU51NcfBffjIUc3s2K2ljawT5xf08JNnde7ykq6ubGhheVWXry7o0uXLOser+YWFBV7N9xT0xIkn9OSTT+r8+bM6e/aMFq9d09zcvI4ePabYB+Mp+9riVV26SPqZkxza11Tx1L7BU/6pk4/rwoXzojW6xNP+Km8A4veQooyFK1fU58k+bozOU+75s+d05sxpzXOAJyetrK6U8memZ1QzJ/bs3qNdu3brAJ8W9uzZq7W1dQ34TBCHvght3hR2OpU67aQ4S0V/xOeqIXnr6Mbihf4fDcaHxCGbGGzH/sKhq02aFLoybdCHrfG22JIv0gwt9qP8Qi562tekiYAgQLtzmdPwIQODuAqwLDKC4TevYk40yk/yZtKYyUWZGZe6cKE//tW/CLKJtMnBnDl5gliyR1VRuG4IdqSZpuWCzcWPOoEiU104HRuo8TGy2C7l2pZk2Ya40GBVgpuYTMYzQxOFGmCoAspmBOAzYlZFlrJY0Ud9ZMMvy1JBIwvdSGYgi32UbXS0EZYis8SoxmKJAUH4hi+KIb+uh1TqL2lSw0cVuiHQeEdq0ALJRgO4I1H0Y9OnNTxgsjiAryXNom3BReGWnWSQ1FK7NampqR2and2te+6+Tzv5xjfJwTvDN76pHfvUmjuotPM2cLu0E+wIHFVr9zFNHrhLe+96jvbf9WwduPM5OnD7czW7/xmq5m/XcPKwBhMH1Zs4pP7UYU3te4Z23/Fc7Tn2LM3tv0233flM3XHP/epSd2dilmZUakKWYyxDsCUnRQjvkSQiu0QahyKSkGilGDtlbfZzFBV5x+MetiIUPYMasm3F5h3zKFFfQg7E3BKFUZtQSTBOViDhVgWSrchjKZJlW/EjaCCISkA7Emx4hVdReoMwwW2F+8HfCNtbKliTv1FZahhtD0xZkYIqF4qrUHhsuTb7J2yinbZJN/ajC9YmQhuarAwhZjMuHhcam0atKCxa4/F8K5Q0nnxz3DTTz8UGWkoMZyivqbcpV9sDRlE1ZEtLg0KmCOU4Bag2DzNPpjDIBnFTF0UnfK7IWZGn6KjC0bFQBSULO54C0QyjNxt1zVNnA5K4Ka6H1gDbHmUNKLPGJkMDDLrKU1y0deRYtCfaqSgUvUbAS0rIBS5vEIZyNVDm9XyUES6Jcp2kvXv26K4779Ltt92uTJaHHz2usxcXlKsJ7dhzSBMzO9XmLdv8rr2amd2hbndCJuMK39aXl5fKYd/jafoS39cvc1BfuHBWx48/opMnniiv72N9x4G+wmv1AU/yfJrnhuC0rlw+r05ngtf863r8sRPlkI9/1z7ob2jhykUtLVzRV774eS1cvijzSbVVWWdOnwIntWfvXt4MLPJW4IquXr1SPgescejHIb+b9oSPa2tr7DNT2ugNNaBTLSveGEx0K3X55pfoF3lIn9QMS/RYhtf/48EMTipISvic8KhiHiR0FTDzJPjEA1MDK4UuQI4K24p8QVNuqaorJXSJvIkBTsyRxE1nwKyVZg3VSjycFl2koQ++2Ia9SUdXscfziEbpmZqtx5UhAAAQAElEQVSGStiaMjUKtguXQwe4ijyOLpw8PmYLTSUeRUuLCyOuIbkhJS4FFo6IOmyiYCG2xbUJ1IWPKIbUjvRtCANgsHlhIyZ1raY7Qo8YKhnGHFyFOnJZ4004ueKwD9DRBkrlh5fG5BA8tsTNACQViSdcx4Cgr1TRiUkhi4EK6lrIQDcH36DySL5RP1LfktiWHUib6d7kGuZGudE28XgsbCvFqUQxFd/bh5XUb1m9VlsDXp9rbp9mOKB3HTqm2R07VbXb3PnfrnvuuVvH7rhT3Xjlx8Ls0w9KHfWZ0P2B1JmY0fTsLjabXTx9sOG0O+q0K83t2qGatOH8PvXmb9OFPKu16YNq7b1DS/WkJnce1DPuf57uuffZ2rFzv+bA5NQuTc7sZuq21Wp3S7trvlV2KE/JbHjMMmYpbIiKyHaxs4MmOdroLdtoPym6KURRKNnT2VBYWiw4zojCZyVlJ9WWamzqcZoy6Y0uy6QlNEEBNpw3CgzwUfgg8ttWCkiCKFMuHLxlSQl/yYpeDdApUlByqfaWPmRFIehEsI1oOKmJRchNP8HZocXTQiXbcgJWCXYaURQGRRpFiFzy+If04KM/45WsR2ZjcqPc6JvyxUbUyKK0AD6RlChTBCfLtqLsOLyDIhSdHWlJ0U9wWMeViax62NKwDlSMSwVfKbOSM+vUINa7lJRNZaxjoYu0BuiL3CZvUo1dYCjJjIlt0ZPKPPkzArIIMa4ZOrpsq0r4BrUt2yp+QiVLwE6yg0eqVfYPckjUmNOGhtWGcjspV22t9bI2hpUqPm3t4m1aC7qytq75Hbv17Gd/q+7mW/zM3DzpHXW4CR8y2a4tLGp9vcc39zWt8HTfZv0tXlssT++X+E6/uLishYUF/GxziK/oxIlzioP/5KknNTW9k2/n/XIT02pbwtcea3rh2jLrr4g6e+q0lnkTsHRlQevcRFzlzcFl3hAMeGXfXVqVuZl4ghuIyxz8nVZbJ554XL31dS0uXFI7tXX/fc/RoQOH1am6WllaIa2n8LFVdbRn737tP3BIc/M7tHvXTu2YnyrodlvUb8aF0WDSO8W4hn+SgtiyASNkoG0h5k6+QWfSMZeZZwoBOa4YzqBj5DFzC1puxBKjVmXVCUt4jRBTK8CRUNKGqdYQm7AL3TgtaIOsupRTK2zkaAVwUszVTMFbtNXoIm1Tj62ahtjQSBtj04aySgPxtdDtjQpdI0f2+KNEjdTE0ayGizjjpDI/CI6MNXyNAA8nEIVou0NjvlCcbQyUg+Jv5Cz28IoQlDQbBtjQ0IPGFoar0WZKZQm5kgI0GEYm0Rr9MNA2PINAv8ixSKuQsbSkaCFtKYMKVSxGIEU7aZ8Bx5CKLiYhd57oyklfdJRhy24gKjFI+BNUVGBbCuipQxmXiLKEtaieKjKbBJBkO0qCpgJRh24RwutQ28YO0H5VVsVrQXU7Et/Tep2uNtqT6rUmdG7hmjozc7q6tCxXSbJKq64tLUrIHb4D1jRbzNap7rSmJmf5FjhQi7z9/pCngKss5HU24IGG3BRMz85pY5DLH57pq6344x7nLy1oZm4nm9OQjamvbndGrc6MKr7fqzWj7sweqTVNHuqmngm+T9Z4kbgpCX9U+iWralWyjY9AEYysEeg4KbqNeHQ5aE0UaSNQVoq54Ey+LSTkxLjSVUrwVQAfmupy0RldCh0lRrdu2lFP5LOt8Y+CN4ajy24E24ofQSMpNqkar5tXlllxoIYuk5gtzAygkiwxJ1xoIr9t/ELGGNdIE2mZ0kYKOEXALgONUKOLb9imvdGGUCuhDKYgY5ol0kV7A9HuirSoNzH3EutIIGTbsElO+BIwlLozeWNdyVIKvRSsYFUCdtQSVorXvUP2lwxEY2KMqqSYgiVv6AJhnxnDXMpHogw7UaYFkcnb0JFMGUUuFHtolCMXDxQ0B+8SaRywpAYrzvw6fAoJmwrnE9SR0RIscAMJOkKiokisSQNZVkYe0NoNvvv31NLAHQ6HrmZ37tWe/Yd4Ih/qxMnTusahfeLJE3wzv6Tz587ry1/8kv7iz/9UX/7SF/XYo4+y5q6UV+wLV69qg+/nK8srmp/fqVS1FGGD1/08RHOgL4lqxX2DFhZZqwvrunxlQbNzO8Sneq2sZC2v1JQh8SWAmybzil08eQsflnRtcYlv7au6xh5Rc4Pxta99RY8/8aTWeWJf5EZg4doGN/oz+HhGTxx/SD18yXko23rwwa9qeekadSyx7tdoW08b3AzEN/uNXl+mfzrsRzvnZ7V315xmZ7rqtiuZ/hnwtsG2IhiNTQyqqlL0fYNIBWZ2xnxgoDLjFBiPr+1NextDZdoIsjXkQW4IjRv6MjbUo2ITdsKSGcZcqjnAyxxOkjioA64shcw+EuuoANuwq0MHX3yAZwPHNqvIljRCpi7bsikIKmD4gKBypBl7oAYlRk9pRW+jKRiXEX5rM+ToF6RCSyaE0dXczI4ECCUQj69oQPCFRs4aF4IGalICwQcQxxf+qDjUOJJDjrSiQyiXMQECoY/0p8PIxjZWiYFpqMgvgoOa+mhsdHIMQlCPOj/6sgwWtpnJlUebWtBM+zJy6BV0JAdfQG05wMSihqhJNpVRVsSOwoEVE9eKHxFGJnDXXzEQUU7OGVvS6D5DovOjZYF4LRM6F4uIjcXTX+12W7McvDt37lZqdzW/95DWcltDDtger+1zd0oD2j7BYrvt7jt17/33lafy3oCFWCW+uy2zONcKVpbYNPq1drFJTPFkMWCx7pjfoZSsmdkZXsn11R/0FK8Qd+/eFb2jqelJzc/P6fHjj2l6ekp7eJW3wCa2wE1F1ZnULja31X7Wlx56XH131VNHuZosf8luYoq3BjNTmphoaXIKTFSlDtN+K0ITb3F0GrWGLGyaC50DzEvGsejIluhYgzjkot9RlalQMUA0W5G+edCgo4kqBwh9FXzkizwkbdqGPmSVhOKBVARtBjsSpQQ1WjzjHiaPUKuOuRr6EQ3XE2V4DDIkaywpSQqbptkklnxQ/NQ4YD9mY91lJ9XUXxd9TX5QCqEn0IUNyaISNTQrNt+oN1FRQomZhFbwW5AKLyvUYUvLlCk7YBt/SVOUFwjeipCJwrZmPWVgbBJJzThIuFzKNLqww9OmzxQhK+xJUhkXGNviAqRZKuVYyICyiz1+FRtJRdb1ISMG6jorgKiwT0QBSKgUSpvCRRiR0CEJhxRj1EpV4QcUOODm19zc1mlC6kxrYWVdfTq9Pxjy2vsy38EH2tjolXVrCsFNTXCzfYC1cvS2o9q1a5fisCRJ8dr8/mc/W3fedZeE8f59B8pbgG973rdo374dqjj4OTMVS5ezWrwI0OXLQy0srKjTaUFF25Kq1IaKgzqzTrtaXZPWNoa6cOmylvDv4uXLOs13+YXlNX3ha19mnQ9Yi0PqtM6gj1/+W1rulfL27dvPDcICNxQXdebcKT388JfU6bb1xBOPaX1jvRz4iQFptVraMT+vublZ7dwxo13z0zxEdBW/5NfpdGRHz0UVNEyWkasqKUB2RWBoFN/1Y940GDIv8Eu1ypgyLrGmY7zCXvRzyRMUizjoMyMUELZZkUuUkYt5RDnWlCXbDcItN7LGgUGKHFkkoHOhlsZ5pGBFySMEl0f1RK4AScpEWeSENlfwI6+a1PCn4aKQYtukN/Y3xcX+Ju1NimjWdUq7qbpRhlOlm6gw+FI33dzQYoM5/VpcU+RFtolKokaqLVk3hHyDvF2kf7dVtJVS9KL5MarRUGjs8+FYhm8odbLbhd4jyh6jgshDxeauT7yuNpPBrshWKXN4S+SFw0RCy25ZNDZ6YCTbpAXoQohNhOaprqhyMy0EHDHQmKe+zfSnYUzdcSVWw/yOHfpv/9v/l5773Ofxuvxb1J3ax5PDvdq575jm9hxUbneUO62Ci0sLWqctuw7vV2dmQsvryyzMVe7u11R5KPdJXVvWGt/hJpO1h5uDqckOG8pubfTXtD5cFw8pqjiQh2movYf2Kug0r+Zm5qa1HH9nu95Qmmpp0M5aHmzowuKC1iztOHSburzGn91zm5b7LXlylxI3I7vmd+nIkf36zu98nu5/9l3atXOGkaDxMS4BJLLT3GYkYhxI5Wq0Kn0WaVl2o4OjlYluNdRYGJpUs5HUMnJSZqwzZYdtRo+6lFmjq7NVI9VioZKQ0RWEHTJJzVXqCzbqDdrA22w2TUiKYQ5/c8OgaS47cngkBLFQBQMMnurKkmuFt8ZXlRD2gSJsRRTolGS7IBJseAHaZVukqkJO8A7bAP2kZBWg1xiSrBsCvoTSblKCGEUgLOMwjabX4Tb+Rnqi7pjHdliZ7gFhzBg41uUAr4Yoasmh422QQQKF4nFinrjAKnngBRI2qdDEQ1qS8EU3BZxBl0mj+IjlaC+6W14ZLcg8XdYgfO92W+p0Kg6wSZ7c92vHzts1N3uMA3WvJibndJjv8fOs0w527XbSOQ7H06dOcDAe1zD+jgV7QJsb9uDbnY7u4JPa/fc/W3v27NU1nqqfeOIJDulau3bt5kn/MjcLF3XmzCl0Q63zeh+PqJ8Yv/jkLts8ZdccuAl90qCXNOy3GcKEvbS80pcsXVvOunx1Q/Fav6bxl6+t6cKVq1rhJuQUnwA6+DLgzuVrvGFYWl0qbwR272vr5JmT5cY+DvXllWs6cvsdWiY9xS/fdTu8zeuq1aqgE8q8KmxXSXMzU5qdmsQHKSG32ZOabrYy/toWl1pVpbCvUiXJqrPoo1wO+yFvXWuxJmOeqQnxVs52U65FsGoyZfo0M9nGIIGrGEC3XdnMmWqENKKNnMr8gcdGNXbMJaMz7+0TfIKvgq9bKvqiowzsjd8Fqkmrmdd1tEbsPCPUvAhAh5/iDQkdtWkn/I7v+yaN1mzqi1x02/x/OtbXJ6brRDpNuNRATcgNEZQLEvFIdxMxud1oKSuDOiRUNlHwN4KGFRU0BqbwXyeKkgKJ2sampWMpIzrKUNMpohONx41OdLLIYShwUoVPLWZc0CirZaGTUKuEKLRhNFZaBCJHKZRhW/GjrxuYpPi13QzNpnhT2ylXm6nXM1FfSokJJJ0+fVbrGwOdPb+ghWsD7tZbunBxRQuLG8rcyad2RwvLy2p1u6Ct3rDHk/iE4q9czU1PaA932jMsvL3QCQ81ob5avRV5/ZrS2jXdeXC3/sqz7tbBHVPaMWnNtmvNd6XUW9KuqUp5bUHf8S3PVMWNwHB9SQd2z+nbv/V+3hYsqF/3tLCypGU2jytsJL26oysL+Lje0eT0Ls3tnNchbjzmd8xqgk8PdTyeqAnZDS2NdEYIQEZXSSaKbipP49g0PEoyO0aF/jbjbzYHky8x1gm7FHwxjtIzi0kNNApZ5JYUNpEfxCINayt+SNJTBDd62yNLFYqocaD4MSuRwBWzCZY8FqFE0Ke4KCAsaMpTGOi69hRbWebgdtQUFUoy/WFbMZeavkmkAnR22Itg0LScBdVSoAAAEABJREFUblVAanQi2A1vdBSnMUhqLnyN9ScowwELQ0oiXwAi2yJSBLgwZYtUQfxuxOisL3Lkjj0li5HNYZNVU3AdshK8qEPFtqZATKQoXzeHTGMyBoFSKXYJ2fJ1xqiE6SZcmUO0UpXEG60Z7dy1QxWH9YULCzzhntFDD5/Ro8fP6MSpMxymV1mbpzmw+jzJr6nT7Sj+nfujjz6or33tq7y+v1gO9R7fxf/sT/9If/Bv/3X5ZbmZmRnFb7bP8cYu/jlblSrdcedd5el/dXVZy6zpmZnZ0tYhHRRt4IzjaTwrnoLjJmA3r/szysWV1eJ7/P7N+nqNL1Ic8EMatrSStdHL4iWclvkO1+snLa5RYJrU+prKa/uaQ2xtQzzJ92nbV9TnBqXqtLWbp/uJyUnW7oSc6AwmZH/YJ32o+EyzZ99e7d+/Vwf27QG7dHj/bs1OtpX5tKFkcX6qpq9reAjzUBz2qfRrDECMa5/GDblhyNxYZfb0nLPix9RlmzyWnUSsCJEe+TIDFnwg9NsR+Yts4iRlysnwDYws/MKKOugiaZSuYhN6qeEb28JLo3wibwA7JXgyiX2ygMrwVVEe/ZULn5TlYpexz25sVShpJj92OSh5qOY/6KLmrXwUWQRTsQq0LWQpB4JARyljLvwoWUw6aRkasmMQkeOyQxncCFHemB3Rb5xER0btUCZAPUIOysSIyVFz0A/rAYu/1pCJEjaZ9EzXjrykuqxwy+hMd+cANiU9/MPlJl3YRXdZ5SeUGoXt/Eh1I4miQsfcCVI2Yqos1QR10RJlMdymDunmYq3o10yCW5X2HjigdVbvGgf9kdvu0N69hyVeHe7hFf6RI7crXvXt271bkyzKNQ7ca1cv68qF8+rBV7yG39Fta5L2znWsqTTUrsmk2dZQO7vS7o40775Wz/Dkcfm0drmnucGqJlYXVF27qNbiJaWFC+qsXFVr6ZIm1hc1p54m+iu6+NhD+ra7j+n2vbt0z9HD2seBLsbk7Jlzurq4qHU+C6zw/vDs6TO6cumi9uLjlUuX1O10VVWVouGJSV2lJFqs0kkc1nnciWjiohsUHemkEmzLCE2eWkE3QccX3hJmKmUqy8Iu0kIf8iYv0kgPPQj7QkiPFBGinAaWDdCVyxEToROkoIkiYRsnhesJTWPq4IBA8EFHyA0VwSNAnv6KPBRsW6ZfEnCqZIcMBEZ8pFWkpxS6pIQ+dHbIvqmeGIsAXUYpkm1ZGoGKtRVCqhHL8IXdJiRTp8YhCoCPTwGZNZjJkNHlUgmlwKsgeLQxFgWRiREK+2KLXCh2CT7yhAx740UWtjXKGqXbGHNFPUFKOpnC/yHCgD0lM2cmedt13zPv0d49uzgkr/Gke1pnz17WZV6bX762qidOntUXvvxlPcZnrRMnj+srX/2iUpW0f/8BXmXvVnynPn3qpL7w+c+DP1f8M7W77noG+9Sw3AA8/NBDeuzxR/Xnf/4nevTRR3T23BmdPXNGk5NT2rf3YLk5qNnb5uYmxT2BpqakcD2+1w84wTvtpPiMOc3ntdV1aTCsKVvshY3dxiq6XgM+vbPuxFsA6dKVNS1zM3Dh0jWezEnnBcBwaOoVNyXCrqPpmTnFv7V/4olH9cUv/plOnHyccrMW+YZw5txZPfLYI3rsscf0hS9+sfDnLpxVn7eCu/lWf/S2Q7r33nvUnZygF7NyspSSEvtZgq8qM/dU2pK5Sanp88xcqKPfAYMlbRsr29gCJfRSzT6PucTEKbRoTbwNpImpgZIry0WIEb4RmfS4suLGQuxB0adUKXmsow3kH8eKaiQl4w+GDkq7om1OSSHalmECkrmSBLUdMawVAROl0MEYSOi5CtXTB4ftNpOoYUu0ZEcUNBoiQi6IhsCUJtGLwSr6S5gXYcSENd7JtuIn0mxLAQkCr+tDZjCLpmQu3NeNwp8GYQpHxxMrUBMHhpRbM52GyENozciHnOELIg/uZNKjTQ2lvJFuS0bBJVmODi9tCX4EJdmWBLj0FCHaaWyMXzFhg8YkM/a4EnMnSkJSWMnUZUeqCNBkpaqSW0ldvpsfufNOLbGyF5ZWdPzJk4rXafO8chcL5NrVa7pw5qwunjqtK6Dd72kHT+6HduzQrsmudsLP5IGmPdRMVSue1Ce8ofZwRe3BktLqVSUO9Cme6icWL2snT/m7h2vaz2HeRR/yTg71oDt6y5qHn15b1B5esbWuXlLv9JOaWLqqXdSxu23tY0M6cmi37r33dh08tKs8Ce3dvY9XejM6+fiTiqePlhPf8aZleiF++zjaMeRGJnOTEOPTQNtCVlmAjGfTTZZJNXLYxvzMyMGXzo1ExjryhP0YJX2UR8yRgrADJTuGNpljkEIBG0SlNm2FsEEy+mC9yVtFbiKFYDWBmYNoxU9CVYBdUCNHlQUjHqLSluKvtkIYI221GWF8UZ4TBlAqkqC2gyhBU7KqlNQCyUkJ2SZdUhNrM8SaCIwVhknYJiyDwkpElrUVmhzhG0myDTKQXPo4KwJaSL2li4aTnqDJwldpPHYxZoUXemyinEbOSvRNCr2lkjcyI2+/jFCAL1EWYrnKwUN9LQ7l6I+atdQf1BpC13sbigNpgvVz25HDmp5o82R9lTdoZ7TBN/g1vntv8Lq7mpjU7I5d6k7NaImb6sWlBZ7il3Vt4YrWuMGNw3qKA3s4LFXyOv6CPve5f83hvUff9m3froWFy3rooa/QVpdv+f1+vxysV65c0sK1Bepc4uDsl3Ea8gQ9yQ16tGXvnkrc02t6yuIFA0/gV3hKX8ZOvE2QuMcrsKTYJlp0O/f4Zbq32VfiHF1fF6/+h9wYYOVK62s1Pg+pX9p/oNKuXYf0OIf4GfaWs2c3eBsgzc3vZe/pcQPfw79rij/Ic+78OZ2/eLHgxOmTOsUr//Mc+JcunVfcfMzy/X6FVwalv3GsxaeCHONItTQcD4OB4GNmPMW+UiiHrYqdVX4YP9tCUASGCWuHRYMcM4H0YrBFM5ORYUbLfMkNFB3AfhXUo1IoBBux5PIWSGtKHaKrFf7AKMfeQVrwmzXBmEKM3vheXKXimJLBi4grSCmnsckS+RL5qpIvRKNqoK8bfJNF+LtNmRV30wqH6FgrKhySHqiRkJEylZfGwSuqD08l2S7IdJwiWEUWAZb4qa/IkzdreGq7rZRE2YmFHLSCNrCSzGuSBgk3qZlBVQw41LVpntFHWgMzoQNpMx/ppY0iRJtr2Rkgyvwk2UFDBvASsvU0IZNGj+IDMwK+BlzcgapMEFzC9+wkFUgJvxAUwUSJOkofVZTTaun8lSsaoNt74KB27Nyhmldibb4/JA7vbpXVda090xN6zl1H9SyerI/t3qHZVJfDPQ74SSZ1l1f5FXfb5mnd2lDFd/Y2r+E7w1V1wcRgTZ3+qiYKH7o1TdXrmsxrmuTgn6jXSAusFrmzsaTJwbImNq6pu7GgzvpVdeA76KZbA81PVhrw9L/EzUBbSdOtCQ1We9q/a6/azP4uC94pKaWWWq222q1KHs8n+iAum96IC8qlQER2UUpsHHJSpq9rWXVQkOGjf7NII11jOydGG2Aztq3DdmxHuvBJdlTfYJPfpiPFHsvGHNCmxLw2aShU6IgPIuxtQxpIUG0F21tC4coMEK42QFdjMnTSENvwu4bP6MZrueExTBJJEj7RqYo5ndJQiRu9xDtrGwPaaSUFZFOHVUNrMz9zFjGoG7AmYLgskyfKiIM1JBQqweQgvxR5Yh+hDPIV1UiH5+QmDX0mY1kOxemkBCVWhW+JTOEZRcqOOFHFGKZJSaYkAWNfQSsZvW4ZMtqhxTyBwQ6Oq1YUHXWRpFieccjzQKzEfLzt6O06cttt2GR1JzqamZ3Vvv2HZOrq8+np6sJVbXBTfejIEd19zzN01133coDv55X7JAco64JPaLt4gxVPxbt2zVNGSxMTXerN+rM//WPFof6d3/nf6PZjd+mRh+P1/qOKfy+/traiq/Hnbk8+ofj37OfPXdU6B+XM9Aw3x13Nz+EtN8THDk/q3jtuV9Viv0ZFdZqfkeLgn5qQOklq0XCWs6oB1a5JVV+arNpqMchsD9zwtdSqOtpYH2rIq/z19cxTvGjHMT344MM6eXJJly5LvJjTbUfv4DPAUGvrGxJ90O1OaseO3ZqcmpboyHjY6nQnNDmNnKyFxWv6/Je+oIcfeaj005DBjhk95O1EFWudPAlwMS6k4GsOmzL3hMOJ8bQsElJWmW8WstHTZtQ1YDZpiHYosoAmJiHyMc/E3KN0UijJQSJKMCNwXmT6Q5RRwDwsVBHIU+SwjXyhCz4p8uQaOfwNBsT+VYA+qg4+2oQxPg8BCfhFqfD4SN5SamHxkhuQTGty+EyasKWGp7nyTRbh3WaGKNwuMc2jFsxLHN6NrRoFUthBvoHLbmzt62lkvdml0H59lE7BP9N4Q6/Lgb+lpvB1VGd0bE0nNZSOjRXMIERnB0LflBGZgosSgg+E3CC0wZkeUkHEYRPQTcEjDVWPuIbgYsPc6PtIK8o2m5Vt2dvAk0ZutbRzzx4WykBdngwWFpdY7BOamexqfWlBabChDhNj79y0DuyY0yR9pLVlntR7mm8lTdDuDo8TrUFfiU3J8Vs88GaxJW4dEjcALTaNFrK5ech8axfliTSRltgNjGwP5dAVSlk87SuvyqBKGxrwHX/YX1a3NVBiZxksX1Enr2snT0I72IGm2Tjzek8T3NC0amknrwQzm2VKFRtTR/HP+6KfqsQC0vXB1NxoXEiJMaarlFTJ9J1CiP4lkauItqFWIr0CCTkAkSzhPDmySqC8CpTNJJlkQB6TWBARfLk2eRhswuPI11BTX0CyreZnzKsE2xLgGlErfnRDKOnoghqKUcSbiP0nvA+U9EjB2LaMXwJwkokdxPiWQdAxEsklUTCSrO3lXrdmw4z0sDGUYhU3ECrBioyZyR+br4SsrGIDjf6hZGEkRZKkskahuaAucYxJIMUYVBJNkFJjIcrZQtiPQTpjR6yxP5ZkfkQwaK4xF5YqqWRjS8jlW3PNJjtgLazyfju+dddUfvLkKZ6qV7TB27Quczj+lcpkd4on1RlN8g49XsnHq/cB393nZ+f0bd/yPN115z0c9hMclF8FX+FV+GSpbGN9oIWrG1pe6evcufP6kz/+dzrFK/244b2bm4SD+3eKTtGJ44taWZbWV2tlXs3v3DHB17ChVpYWeeJeY61k7dgxrU7cKNPfu6j3yL6d2suNyNEDu3T34VkdRT66b1a7pxOQdk1Le+elPfNtDvmBTLksbyX11e+ti5cPurY0UHdiXsfueKYeeeQJXVsclv7ftWuSzw1zOnf2nOLt4dLiMmmLtH9G07Pz2rlzt45yE3CMG5aZmXmZNR5vR+bnd6pKLXW4IVhn7Z/mzcDK6qp69FVNP9tWrE3LKiFLNAcw64JhvDGRbRkDExsKUQCr2O3CCmgzYA5PYWjDvpFHZaPLkRmLuMUomYYAABAASURBVEo6jNHFXCC5SEIuyNb1ATlv04QIVCqBibQAJpk2jNiQAD5QQegCRRFREcjLJRFRp4Na31C40SzdlGtUgd0kRQbLmIHiZBjAo3mqq0nN5MrRisasNLphr4sxGcvRCWP+69PMhJBi8VdsAEFtyw6Qu4yQZEWgEhiS1MByySMmnTbLsT1Kl+C05Tzs9gs7mf4xVuAp7Uoel/jGKNqam93v1tnJZny0jS/4z2SINtZIiUPyznvv1czcnHbv3av9Bw+oxfTOvTXFf0bjwTpP5n2+1g/Vyn21OKw7bFhtXvN1WEwTONO11FVSl/LboGWJ6ig9qxxOjHUK/7gpqMmTKb8GQV3Rdq6MT8w/lSdHDn5x6JtDXx5I0FQNoX0NeGOQ8ckgry8r9VY1ww3HnpkZHWBDmGXRr11b1HRnQrOT0+zhVtyH2ZVS1dKQm5KtTsoq/Gh8EWR7hCwLjORihwGpQqWShhwHTNNW0VYUUZahWEQ8JkETbU5RZggFxWIUlUwjfovggcZ1JCq2LSehc2MUxBEhQu2GL/GIJ0Xj6rarRAg7Mz6wmIQUXGDEj0jRZMk2wAFolkNBDI0YnZX4iRjgqNOIkqZtIReeeFR3ESOiKNtKAJZSVaASotebkchobeoqkDAHkWOcPqKUn2Pe0fcxtwJq3BdZG9iK9eAYO8an5OQNlsijkItecuQDimDq4qLSkEAROERguRpJinbEDUePm87A0tqaLvKk3mMePvLIY1paWtbszKwG/aHWVlZ56h3wypzVxA3qjrkdOnb7MbW5GY/v2PHv0ePgj4P7vmfer+/8zv9aRw4fVY8bh/m5nTp8+JDmOWg5V0UVvBZf5pv917ROnWurK7KkZ9z7LP2N/+J+Hdg/zZM2iixduriunXweWFqs1UqJm4iWehyck50prS4va/fcbj3j9nt17OAx3XHwdj37zvv17Lvv11/7lr+uv/Lsb9ff+I7v0D133KVn3H2P7jx6TLvmZ3XowLz27JamuvRgLdrU0KnJHXrwa49qdWUoHshZj+JtwkDnzy5q0MtaX9nQ3j0HdOyOu1XRbuP1kFcgJ06c0Fe/+hUdP/44bwFO6Py5czr++GP62te+pJMnntAGh3u8nbjCm4roj5pFb0fuTAkimNE0dNtVxjUXhU1aXNBQm1yRkqHFYByRHqyNxQgKm6wSmG4a50/oAybFzKPA5gRBJ9IbaDM0tiopIrhwhksASp1FhaTtvJq0fIPOtuyAZG2VEX7ikoRWXyfE3rzdJErZlKOxoQgqXl04U9lWKpxBc5FUmC0NIh3n65Bxs24SiMt1XYai+Y+IRoVFp0Tjg4JbF4hjTJvGzBBjBrgQVKBtAb1NhKqJJRsuoBsC6kazyRTRsuIS4emyYTU2w3LrMto4ZFT8Dv+txDu42V27+Pa3xqJq675n3adh3IYPB5rgtK44bGenOprhtWJm92hxSLc45INWbJ5VLCY2LLMQXZ7Yh2WSi1DSoTGGqdSNwMyq8zAYwUo0JDZC2/DlYow1gjfLCiY26Fx8HyqlgcyTQgJx4yFuSvLGKk/6Q+3dsUNH+Pywd+cuxZ/obbc6EiUO8FPU42TkLFNWQMURZNR2RCTjtB08wBKNbCuR14aiTlAnWpZMmoCJuEJ/I4oN6akShRRby/q6oZSDVVBIXLbJ6WAleG0LobWN2iLS0wbsIr0QIi6RS7QIdXBjII4u28VGxDb8JtAYSEIl2BgyNTxSMJRMatEpAuogOaLAiLH4sYgDMLp1KBsVVuGvbThfZzjeU7Yrb9SRTYmoitzQ7bYNnyAVoOxRurFFcdOVcSigkm5FiNwJ1kR91so6h/3VlRWdvnCRp+5Vxb9tf8Yz79MsN9kzszM6cPCgDh06zOv3Cc6DWvE35M/zfTpewXc63fKUn5hDaxzcKxzANd/y9+3Zq6O33a4kaenaVRXd3q6OHOlyAyEtXpW+8qUndOLEKcUv7X35y1/iBuAhTfPGa//+vZriJD58ZF7x5Hvsjn0csgd1eO9R3Xv7fTqw+6DuOnK37j16L7rDup/DPQ74+++6T3cfvlN3HLpdz+aG4/777te3f/u369nPfraO8Sni2c96tm6HPvPuu8U2ovj9WV4GaufsLp05dZ662uWNAt2haE+nM6k777oDn+/Utz3vr+vgQfqAG/b4wzvLvHpYoc/W+eC/Cl1ZWdK1hct8uz+vjY01DdmrLl48z2F/XAP4a9eu6OSpJ9CzF9EnzXBkVnlWfFpRjGMg0mQFa1Kj/xJCwCVNpBmoCaTZjWwbnUkztLmyKIUJFppAlGd0NrGluIk0by/LwtD1wbbKT1ALvi5m8aIp0EJjW7bpu1Tg1Mg2MnwCNunQeDBALQxlGFMISUIhh4yQUpIByqe9rOZnu1G6XqhF/22qbMMDOiMWREbKFML6wCwxsaUowOiajHXhCj+6u6Yr0ZVc5Ba89Z8qZA6uuAssjlCsTfQNFp437ba4TRXlODyFFh3UdmHHkW2ZAZCsCE1My0vnZLRoykUUBmgKuSmiBzGhOCmigtBVypRfSoImvqEN2jNSZ5/mpm/Xrtk9ehZ340uXLmqCPN12kjVUxQThEUNxiHYZA56H1aKfKm4GKp7uK24EEjBgGUmKGoY8RdeMpRswmczky1VSgm9VlVJFGqhAzOhEelUlhRyq5KSEHwkvqizKsyr4xOFclfprtfGnzU1Hm7rbHPh1b1kV3/qHG4tSf7V8P0zcfCwvXVP8Mk+0v8cNSZen/JnJKfJndSprol1RV5ZtIFmSbVlSIq6pr45xQB4ROMm2qpQKUqqU4AOW1YQMAVx0i2zLaOLKURACV4iRLHssFdVmZLuk2ddTlJs2m8x2G5TkwIwYPeK2Cx2SDQ2MeIhkLqAbwpbKtNWYWZuBMoRGUDtpHCx+0JV+gY71QW0HiSlD+5uN2CN7BaU/I9FqgkNHHiPaEcPQj7Zl6rSDGuXNVxkCbCNlRIS5HD8wtiOpIMYm7ItAZFs2GPEIXMhWQ3XrEOXUzM+JyQleJfc14I1WPM0/9PBDin8OF9+XpzncY8+5fPly+S34J594Ul/64hd0+eJFHdx/QPfEQVklPfnkI/rcH/w7/cmf/IEuXjyrwaAHPV9+ye6JJ44r/vBUfO//jr/6X+i++56j2dkdSvTJgQNzuuvuSTE9dfoUT+6XljQzO6Woc2NjXS0+FczP79LOnXu0n5vj+bkdrIlWmdNrvALPrJddu3Zr3/795SbkwKFDOnL0qA6DI8du196D+3Xo6GHk23Tsrrt0B3vIs577LXrOt3yLnsXhf+TgbTp84LDqNWmwymjWV9TtriijuP1Y0v3379X9z3qmjh29TRXrud9f1wzf3+dmd9AHV7TMK/yVpVXFZ7eV5RWe/NdlVZqZ2alW1dUqPi4vbYiuVWdyUsvcBAzrpAsXruqP//jzwhi7GM2aOUb94zGL8SxQCTYJYYxkW7aluKA2jBSibAPmN7RiXBJzNIAoSi+I2sQ+FTBtcuHR8vAQOjjsxpcLU/KX9OtTJeO3aR/ro0xc0rFzchlfO/JHmm4OmCryFGwlO2Q6zJRcoY4SIH+pix7Yso8CojDjrApEcIM47OGay6UhGtnQDgknwsmEU4Y3m61YNKbTjIxBuWgiZtGiIpaUTJ4xSGwSvsF4M9/I3rZsIwEuiYirsVNxkzi0BdqMLbuBIjiim4GJtifZW1LDbsklN6JNhGBb9i0gk9pcwQUaid7Cvnalfm5JEzt05zOey130MU1WHa1evaoWr+NnOxWLXdyJZ1CrxUHa4vV50JR7HLr9goqDPoGKtCoNVZVfwqqZgLVa3CBUSehckBBSVSm1KlW8jkupUqtqkQbgK/gW+ipsQNAGSRU+l8OeyVll40/iZsNq084CFlMbH7r4MFEN1K34vMC3ew+X1eHJf/+e3doxN69FnoCWV9fZcGt1Oi3tnJuhHT2+jV5T5knAIlCXXTiE5soNUYz5iKVmg7EkRRbbKmFEmYbkiSkyLqGkhoJ5mskzsh+pG5IbMortxqbEI14ItoOMrFR4G90m0LlBqZAadctg2dsRRuHDGCE3yLIythAURZJZrEVlVPDE6BKkKIQAysW8CJoVoeQLRpQZqjyyR9eUZ1IQxlcob8FH1rG6ZPCmdEsmxmQr4esYbxk2HD7Ylu1G3ozHMt5wjdUxX0yFS4tLIpOWOagefexRDq2ebj96V/mncV/+ypf14EMP6goHfZu3azt37tJtR27nKXuK1+kXeOpd0u23H+NJ+Vt19z23Kzb448ef1IMPfklXrlxQvKK+fPGcHnnoq/r8n/+xvvSFv9BlbtZjbcU/m9vBN+w4NO++66Ce9awpzc62FfMh/ob87Oy8os5Zvr932h2ejjcUnxCOHbuD1+6HdJin6gMHDvApYF7xW+ytbketbltVpy2zfhIIvkIfaE101eamJg7cyZkZHeDNxJ133aN7775P991zN28EOqCrfXNJh/aIz4K1Vhcv6snHvqJzZx6nLSvas2ePLl2+pD/8d3/Ajcmp8vsCcVPS7/XV4VPcgQNHtHvPft54TIMZ7Zjfq7m5Wb77T7LWslJqcTOwoXvueRZninTy5HEN+cRnzg12P4mhsq0EA1vihBx8koo8msaNDWmhFcHGChAr8ghrIWsULH6QudBkxQNM9LU4uzIQcyFgoS28MUmyAbpkaTOvtgWKKubQcf5tqTewYRQqY0qLS0ZucqC5oOFJVSAsQ1+XtMY+5O0ImxuRtiuiwwJFR2OC0hZIxAHY0RXrnGqKNKZhUVB8z8WxcK4pEyucUy5ZtjVqpGjU/wnjptxmICi2iPgwdiASAJfs8BqbbZfFzy30Qi9CaRc0LhPZJYbjChYibA30HxDMRDdP6JyVGrirNL1bc/uPyixw83Tufk87pydAV10N1OYVU5vDuk1nV+Zg54k5FQyY5EPF3XeL0Q5qyg0k6kh8S4+3AKnkkxJlVNilKviEHKhUVS0lELQqBzwyizR0DcIGpKQqWS3Qhu+4UqANbTtx2FMu86BFfRMtabJtTbRq/N8gbU3d1gA5a8+unWp3u+rXteIvhIV/c9Nd7QzMTqrdSoout8aBAabcGOGtId5KLVYlg8nnIjbRmPcNesnaCkayjSIA2XZR7TZJssPGIyqCQVwNpekhbMIoAgrH4QsltRQDpWVSk1WhsyxaT0zKpn1WlBHQZjCcZeIEIs3UUSj5mrJIKBYlRbaBxNBRB2UyR8I+rEqCDDsGbLks2yKSBNVThOiovJXmYmsUAcgtr20ZtqdTVmxu16uewnbTaFTPiFDEZkowoU60Y4onzRVuMv/sz/6wHPJHjhzlFTwHOQfapYuXeDqd5dCaYA62NcWbprm5OR3k6XqCg3OBD+0XL5zn8FrjQJvXc5/zPD2LJ+AhT9qnnlzXpQurWlrs88p+qIvn13T29BXoWb5fn9HDDz6uRx95UgtXL6nP9+tWq804mINvoGuvEacDAAAQAElEQVQLVxS+iTA1NaX4zf19e/crnt537typOOAP8hnhAH5E2uz8HOuno9RuKd7M5UTrUpK4cVeVZNZPpAXi8O90JzTNDcRu3gT8led9h/7mX/+v9C3P+qt67jOepzsP3aMJVRquSL24BxpIe7jB6XAD8cjDX9GpUydku9zsdCnHSorfYxgMat5k1LRnAf8XtLa2yhP9ivqDvtrsY/FZomJPSW7xBqWnZz7zbqWq0iT9KA5aPJYo17YsUaoLNXzckEGKXCiDWfRhC+OSErGlorMS7beNaBEVWJYCjrnDocp8z0Csk4wPkGClsBkjyqAselGwihJ0Y8ihBdBS9I3pRY46AZewK6qINjOQP+RtyLQziwxBAzekhVjSg9mGtI3/T8LiwvXloCgVQ69PaKTieDg8QqP9j42jskAzcE1peEEdDX+LOPqUDrYt21sGsDYRmkJ4GhUTISZaosPHIKsaKwyDQyj2iLDEzWVb9vVoUq6Po7zWYIUaqG1qr1qHv0XzB46pxQIxrwF3zrIwO5XaHNqdVlarGlJuX+ZwN7rxAd6uTBpotVSxqNpVW52qo3ZBW+3UVgVayC1oI2ObQJWUqqrAhU8K6tCxYVQgRblsJi34KvSB2KDalAutCsVPNpa4oah4iq9oHCVRb0vtqq2W26BSRb9WvIFoaYNX+uuanZpUt91V5YqvEQNVvNafnWxLPXacuk+HxRjHASXF0IZUOowtQTmRbiDZ0LiCqgk2CllBiOVxHvKFjEIispGARmHMcj9EaihNxNwKQmIQFIINomDKGh4n4OSY1ShY8YNgwBVk1CqRpAhkk22eKCSLwDwMahLs4NA1KTAoiYtY0kiHcikO7QaGD6RCiSTTj0AYcskJFRUYnW3FT5QcUIRg0JMQ0i1he1Mf5ptCMCRxaZsJPBoUxGHxdXFTmU+Tg2Kb8jdtGLdmwmxqCsNkOsN7835vQwd5So5DN+Z2PRxyWK3xyv6srl5Z4JCf1gbfoZeuLZYn/MxdeZf1Ga/Ql65d01VuDE6fPEGnZt33jPv1rd8WNwyijKIqVVGFLl7IHPxNS1hOpPd15vRlvt0P+BxwRLcduaP8Qt5uXskf5qn7tiO3oT+gXTt2FOxBv2/fPu3ctUvTM9PqcIM8Xo8WM4mb5fA9ngLjaXtIOxqwP+Jz2YOxiUXUSpUqnDhw5LD+xn/9X+kYr/YP3Xa7nvPs79DzeMV/+2FuKvbu1sbKqhavXJKGmfWZSl+cO3tajz32kM6cOaXYTyr2k7NnznATc1Yr2Pf7dbkBWOMtXbw1ySyM+I4/GG7w9mRB8ZauS939jZ4Sg5UsJfyntyTmu9gfYu6KMYvf/xHyFqL/aqxzyWMJCixRlMbBcmGbuLC3jEqfkFJjHyXDXncZH8Ta2K4seTJzCijSSUQacQjl2iot0oqK6Dq+5Ed5w7WppohxXTFmmzz2wUNuutKNGrvpgia+MbWRS2FU1khNXHTB3qAP1Q0tbVR4vZmnaIhGutAHmnzRBaCUG3QL5LjhCqMxrk8qWsqPjolyo312xFt2RSIygyvSzFQpvEaBgTWsxY9hbrhCFdhSW7ZFxGWgWwfK1WjSFj8dZiVSnjusQ8/9LzW/77BW+HZdbyxr784p7Z6b0gSnTYdDvXz35u6zTcMCHerspJbaHOwt0G51yuKt2i2501YqaMEH2sgtpXZVwAqV4APm8A6kVlJKIA5xqMGmjK6qyN9qU0eDFou1gHIqyqja5I0y4BO0AhShhL/G7wraThU3IC1Ndztyva48WFbb69oxM6HdPLG0yDDZrXgDkDj8k0w+ix+LWE1gfLlkuyCUsEGEpqEobG/ywgsV2RKXSjAsdbgIJbJDCIi6RzR0hS0RCZLQ2SGDoIUQyQpRhJjbMeSGH0OyIt0OOoIki4COuFy2lQKk2BaXRP8VGoUibV0ubKQluNicykaJXdDQq5hEhIWTbINiDM1AoKHsy/BJktWEXIiRbWIQCttBthCDsik1eRrxBjuUtqM0CaqnCNF/20u52ezpU2+239KEqx0O63hqvvue+8vT9MzMrOJgXFtbU5t5Pjc/r0OHjijmeG9jg6fRDQ76S3ry+GOKw+4Sr+av8QS+trrM6+11nmav6urVy+VpNg7jZzzzoG67jTd0c9b8DvE9PWlu3pqda/EqfKcOHtiv247u4y3CrDqdjnbv3s138BnN8cS9d+8+lmjFkGdNTk6pyxN0rMWp6WnN49fOHTs1zxuGKdIib6vdVqTbbqgiKwc860ex55S5gJI5FDcqmQO/Yk23Ox1NcqN9x1136v7nPEcHDh/Wbp7277z7GVpeXdLZ81fV6/fL0/mF8+f1yMMPKX6HYHJiCp8nONhXdOLE47p48Yra7S7t26lu+Oqk4g/rOfq636vV5+3kGmWur62o7M+SLAmXicrFmhtRRYjxBRQQc6HJg0xSyUdbrK2fBD9GlGl7ZEl12DZxWR3oM8WNysKu7FFob7youuS8UT+WI52Couix6ukpVZY8T2MVXkdytHkTeEFW1Ft+I0j4rm0hbeOlKAnYRJLshmp72OZNVBAVbk/+Rlq2Pc+4jNAFv70sXC99RVtQI4XBtvpR3nwxcW9WloxFHZy2NcvXC0gWUVxQ+MJlRVc0kmU1wXbDu5HDz6je+GhSHOoSBRO4TgjFFiIJxH+DOExWL1XSrjt14Fl/Q8ua5i5/XR30sxOV2qkvD9bU4pBvsVjb1NdVUteVOlVLbRZqi/xVaqlCDqRWJQO1mLoFlfJIVoWOPAqgy0FHMAsykKAaBQeNtoMqJUVaVVEXm0psfhUHfUX+VFVKFemgos4CbjYqbgDanZbIKopQqqw2ugk2F7MBzfLdsOLJvsv3+zj0J9rS3PSEXG+oUl9dyprgqSXyhiuZqMwf+oFZgtRclmFAGBZiNJaQbagkj350XTASwMa2bEtxBXRDiMq3q8IW40JCP2JGhJRQNkihpExBuaTgYxKBsu3cUHYctBqFyBvmkc8JJROvyORtymlWYg4DFEESBg47oEBkizSVAoqkkLfZFT9KmVmOAkjX0wSbzKQ3Mcx1F6OTG4XtpiSo4GyrCdYm2yiuj329eCuJacC+ERUFbmXx1LrM/AsHqqqCWDGXJ5iP164t8NS5xBPzjLqdLvxi+SZ9mif/QKvV1q7dexRhOBzwPX5F588vgiu6dPGCap6cO+Qb8Nr6GjcBvd665ud3aH7HDg74ecV397gpj0MvnrwnOBR37NhVPhMkJ3WZ73GDQcOKX92SvoMbgz3lSX5ychLbGc3MznIDMMl6aqvFemyzFlsjVKzDFGAcHbCUoA2SnPDeKuWLfhgOBsXvGW4cnvu8b9PBI0fKgf/M+79Vz3jWvbr92D26865n6K98+1/Vt4NnP/vbdPc99+nee+/TPfc+Q9/2vL+qv/k3v1O3336n2vRPSpVm53dST6W19aZsU58IbXyNuVnz1i4jN1dwVsJoZCbRjzF1A4oQgw0NSwhXw5FFNITLKj8oLDHtPZKlmNaRPRNltBAFT4owV5n7lgoPheOCwTArsmMBD7t5Rf5NhDbMo6LgA5ExaGDE523pI1Wk3oSwi7IjYdMuGHwY6yMtQLVBNhFDuylYzU9RROuCcURbiHJDikrplWBpcaNt4hDhykXUWGzGjUPb9DhZEkMVKMKtoxtcubXRLbVRMB6P6jLt1Lb22aExOQEXjCK9sEQ2EYNhxU9JUkxKWtoIuj4YMaASSbZBUN0i1OiyWiwEpaQ+C2ydu+qJvYc0/63/vQazt3GUM6H6a7zKW9fUBAe5B7wuGyq+c7cpu1PQUseR1lKraqticQcS1BXDTNk1dnWyAhka9eVIqyopKIetOejH+ao4lCO/yY+XtmnHCLISZQYq8heEXCWlqlKiHAcNOSW5kqqWaWdSm3rioG91WqraSRUHdwtdBSY7HZ7kK81OTEOzOom25nW+2w+1d8eM9uyc00SnUrfTVlVZiXbYVgnQ4OyI0RRK3cHib9ESGV7ANgTo5mA7LCRoICTdEGKzcejGEba2w1wR2VYEO6hlhABk25U1SlaTlkkboVFovM5CK4xtBwFojPnocpmj0liFGfxYUglhI9cqaRGFdmQSZFOFkEiLeU4XKwkFMjUSX3+N81ynvaUSi6YYGC5sQoSEAKTtvP5DwmiNR9Zgm/0mpG8MYR+HcRw88Q15dnZWFy9c4PvzNIfYMxSv6k+cfJJv8Bs8ifbLU/oqT6OnTz+pc+dOa5Wn0l6vr4lJa2razG0p/mjc6VPneR1/RvHX7Hp8f792bYWbgavIq8zjCruW5uZ2aG52B31gnoq7mpmZUYv1F/RQPFHzZL9v334dPXpUh4u8S+Hf5MSkWlXFNMmKsgO2lQIpsUZSKRMR3tQ3lq2Yw0kiPTdgDqkeilcYil+srsjkZPagrP0HD2p6bl5HqP/YHXdy0zOnQX+g8+fOln+V8OUvf0F/9O//vf7wc/9W8Yd/vvD5P9VXvvIFHT/+iC5fPq/LVy7qKjc56/0hfSetrgxKu8c3QXV8UoiDPhtfgAjUnSG2iccXGgbXBbE8GpkOKAbFlIYFtbflg+dSaEgu5tw3QLMye26MfSmAyPRD0y9WhQ+JjHbkjPqk8LmOPBKWRFyUQsyFO0WLf5m25Kgxo7/FVeokrckbDLiF3XZVk4ccGWzWTo0hF2y3bvhoS8NF3LRDtuWQnw7b/Al2XPk4S7gw9iHKio69EaKXm7TMhBtDTDAhNzQctFTkzc7P+suHp81DIs5FPVGwbdpvaUy1FVBp5AxUTxHIW1LGNITgA8Ffj5rvXD1eYWVNaAdP8X/lr/13uv2ev6bcmdH68lXVi+dVDTnsOOBiMaRUKdG5UVpwlSqZn8Sijo2hYtGPaUqkgITjsWjDsgA5dCnywW+lJcpuUFFuAnaSXWl7IEsRbcrfhvAhVZWiXoicJFdWqiolDv9y89BpqeKA7/AqvjPBDUq3pXa7Uhz2LQ7wFjcYrdTSRDWpNj+J4Ul5yGv7lg7u3aPn3P8cVamSRbBlW1GvpcJrM7jhSLdd0uwxVSOLgI5487Ld8BAuFYx1SMHaoWVxYYl7xCJFo+DC21BQlNBctEXajFAXHssyrYqwLWKfUG3qAaEOwlTF1qW0WBNSLRQqwSUuUSaO/LZlByRLIGI1YRsrbCTLBrIibI9DDnUplw2lyCVqrAp7U1R2gpu0tqOokd4jGgSeK7gbYUdC4MYUbZWFTexFAbFGFOE6X0Px1DAlTUxMqOKAneZ1+ASH6NTUNIfr7eWQX11b1Y55DmSecnfzBH/ffc/Wgf2H1apaPOWv6+qVPgeYsM1aWsyKPzCztCjSpEXo6ZMDXb4UPSh1mPfJSX0O/qnJaV7R71X8D3XPfe638mr/qPbu3VsO9P0HDvDqfrrUG7o5DtvwbZLX8xP4OsEbhy602+0q3nQFjRuVFm1IVaVYGwE7qdAUVIqbuEBKRuByklMKhjTHhquXyAAAEABJREFUylckoVH0Z3uiq92sv0n6Y/eePbqDwz7oLJ8UDhw8wtuFAzp48JBSlXgDOdDS0rouXVoC0It9LS9lra4ORW0a1lL8D3o9Dv3spA0+gVSttnjOUROij3KZ1i7jSIYyz4NmTLJiWMOvZj3kUi4J5Yo6HFHkhdoepY+pSMkcQQEXGmVFmVFAWJnGx/jYSAWRomLL0QVV8YG4SSCuqWWMjPwNXxiP696ex27q3q4LPnwt9Ua+UHwdxBhumlCkbG/KNzJN4RQ/8og6bjS5Sc50JznQR/MjxxhbclPuWN9Qup48Yz7Lm+XkTX1TLuItr7HdDYkj36OVdsTj9LAX9aiE65JCU0zDJtAojHX4FROt8WWcNqaSbW2F0Ae2NMF1OhMskKO671nfqmN3P1ud6X3atf8OtUhcvHRW9fqy4rfpO5U44DKLz0qyKsqOyWgnpZiUKWigwi6pVVVqswHFL9i1Wx02rwat4Cv41CZfS8mVTG0NKvhUsOVpKr0vJ42RsQiMJ3zQpmstO8ySHP6w6BO+GaSUlKpKVZXU4tAPtKHtdksVtEIftM2CD7TwvYOvndQSD6EabKzT5qxOZcUvJlWkV4kygalTImoY2fC6IaCzrLhGEcRFJIkhtEpoGoI+yQ6M9CTGxoihYtyDqgx+JqVBlFNsSpas4ENX7Ea2jg2LHi1rA7uSjhy2dBN5KK5cYZFHXCElCvsCWXZAMvmLP4oQeQLBO6KSXrgShSrSA/Cj9sY6jBsDNCLDCJFhZKemhi1JonpFCGob2SE2QC4M5UfZhd8ekW5jH1dgexo82dhIt9cmYSaNYhFCtomBDUV30/VU+psMpcQc7PU2NOAVe4t5eI6n1Yu8eo+/7haH6759B8ohHK/dq6riIF/QBDcDR47crvg39Pfdd7vuvOMgr6sP6557Duuuu3br7rvmuVGY0uHDkzpyW0sHD3U5FHdpz+4DyHdi8wwdOHiYV+5TspMq5vv09Izmec0dv1W/a9cunvbnNTU1pU63o3a7rbgZTvhqSbbJUyn8SVWlVFUNz7qoUipyqhpd2FSpUkqp5LOjBAlpBHgLXjKTkQs7eDH2DMgEnwh27dmt6IsZ/Dm4/4D27d2ndqtVbkYm+KSwf98hHTt2VEeOHNLBg7tp+17aPKu5+ZaoVsN+TWkSy1era5m3GtwErK7ArzKLYyYHwiTLrBVbUCl8SVLh8UYFbAwZG4RymdgmDlAaIvbIwdwAmlMO65rNi6uUkosN9s2lKCYRpZHMhOTK3KjUinx5686k5MwUGmVBil3IJeGG6Kn0281sKlVgu3aLL3WECLNZXtOA0F6H6LdNhd0Ualt2A8mKsFlQCH8ZlIojArHRMTBlgGIQQg56HZgEY32hNanbdEhl0wz6dH6UvNT5dDZfJ820nW7YZtWUZ0eKSM0jNLyeItjelpLhs+wtnZ3KpHnwoYd19dqi9h++TRPTs3rsa1/gdfxQe3fNqcNMq5iKiddqnHNMest2Q0mzLRQFsYhTaik2qhYHZZtvg632hNqdSbW7bBadKbVDBqGvWl1sO0oVSC1F3pQquWwObZVy2FwqNr5Wu6OggcRKDThV1JsU1IbKsq1UgMzqrrBJKYkLVKQBdBVlBBL8GBWbRmxkLWg7fCCtclWmTea7YbtK2jE/RxvwlXQ7ScCmXgGobgxF16QRq4jYGEhmUVqCBh+wIyUgCd42JDPrGDticqBnXsKLOZ2BLCnmHYh0XEKWhHtjfdOIKGOUN/KDOOSxpIhIy8ECaNlIqJfFjKJcxipQBPIGxUKoucZ5Yt3Ao1EJwQcQPELkRRV5Y32PPSq+ktaYZdF0NTqNQi408hSmRGFdGOy3+EZzcxxljq0sNwahDG6zrU09pc9CP0KYRQ6bOIAejvg//qqYT5l11uXp+MrVy6zLWh3WT5v5P+TVcrwyn+ZJf/euXdq9e5fuOHaHjhw+oipVusCr+6tXLmqdp/4+N6W99XUOtT5vwgdqkR7fvHsbA6Wq4qA/oKNH79B+DsrZ2XnNz+3Q/gOHKOuo7rzzLr5zP7OUffDQIe3etbu8op+anlK8pp8YPb2Hj51Oh/XJOkhJtrcQ8ggJuoVKCV/sJAOpyZOKjZUogxTZ6EUIaiGLNIDd3Nyc5ufnS5sH/T6f0To6eOCgdnJjEvmrRAnkGw4HPNUvamFhgRunmsNRUCkOwmSp3UqsO8pOUps+NntBJl+BtgLLSZiXKRg0Umy4WHPMUxWEVps2pMo2kGTdMsT8jcM6ficiplzOpqTG2GSyrdhrqyTRpNJ+EWJWlrw5F/8hULRcJONO6MdC0YjiVAJlFkqEFTHm1NrwEd+Qr1hcH4XVlubppC0rmrAlBGc7yE2wb60fG36d5LHZ/z10cwL8B1THrIrhVjToaZocSQFpK45813e7NoNt2d6StcVLQ4a6p//6v/kv9Df+y29Xrtb14MN/rh2zbU11rP76ilruqar7qrBMfBuyLdsiKrCtxIw0izhVHbk1IbUnlTjUzSKq2LgqaAukTgc9YPNKrbYChrpVFT5VLRlURqa8KrXUqtoszI5a2LXbyK2WqirSk1JK1/EhJ1vxk6TyKSYhJRGjD5ocfCW7wsIqeUo5CV7Uk9SuQKtSB1+ivIp6o3+73Y6mJjqqkiUBs2GIECyAu+kKNVUrzAuI7NCKENSjxRo8Ki7bsgG8HJFkwwQ0DuFRLFZkkohvsmmWruVIZPxG1opibMvo3RjBRSplljlcRHJsS2xU9KREVoW1OJjwHn58uKu0JXKFhgS5/Ih8jdahHAMV11gqNLo2ejXKDdtASYhdrTBbkd2kRmwTc0XqiARbULJSUZgo/IGxsYorqLZCbKQhlTzBjFHsSoai8bZybDe6ES3CXzKqUkWOrKVl3rNTTm+Dg4yn1C7rZ5H38Jf4Xv/k8eP66le+rK9++Yt8k/6cvvLlL5W18cxnPqe8xp+emeYwy7yOXi9YXV3lsFtSzbrduWOH9u07WA7uKHN2ZlYHeDV/5LbbdNuR23TktiOKP8IzNTWpSO+wRlustXbQWAcp4Z+i1QyyCJYNGLBUVUpVA1dJY6RWpUBVsWZpXwImZ1w2HNeYtxEoSyCnJApXhFBXJHE2q0VavC2M3x2IG5Vd3Ii0KDtuOnbs2KkKH1Z5Ql9aWlDkr/A9fAk6PTepiakJ3gi05SinLQ2GUvwG/5D+qUUlAeYJmSV427INC2R+tLmnxLqJb/WZG+IckyXsRDpWhjZXKaxht8VjbdSZsd9MioyBUIyot6VHPYFIjrzaliYCq7dZf+EPcnO5IbeKM0psg8CVK7HqHXiKbFFHmQDbM2FfMt8iYiS3tPbNpYZmrLZD2rK/nnu6tOst//8jRYsDN5ReNsxb6G8YnOty0U4rYRFtMlRFSqG3CDWgTHhUKreRdDJjRd+jVxNIbpiImZExcIlNuXxzTk3qgG/P3dkZDVmM+1jkU2wSS4tX1eLwn5/uqMu+E7901yJfO0ltsrWptALJSQaKssivChnaanfV6k6qxRO8OfAzB7+qrqrWVEGCJr5/J24EWi1uBtoTcrujBNxqCyPZVLyJJBWeFtC8zJ2vIkSbAiRHH4QrVWWllGR+6BL6Q4Qmn8jnmluVuKUPrYm2XVsiXM6yrVQltdstNpekKLVKpA17mmoNNT/ZVQub4TBjmyTSsmq5wBqH7ZxJtYk9Tr2eZmUUNyRij1Ia0VGqIuBmkFsi7GyPs23ZRBVF8ihuaBEiinQQm0nxZ8SL/pMsioRkaNY4bHFjTUOxliwFSj4pWIV9FBflB5qBCq2uC3ZkRlXoiEcM3yDXX8XmelVIUWpjHzWFJBXTEsFrq1x2SI3DOM9YDhqWkc227C0gRLJcYkHHnL6hYHIUz1KlPvMre8ir5BVdW7qmQT3QmbOndHXhsuLJOw7nu+66U3/tr/91fcdf/Wu67eht1DHk2/s5XTh/UvH36+PmfNjf0MpST2srWVPxfXvnfu3jtfbeXft0+OBh3XH7sfLv4ef55j7Hgb93927NQ7vttuLJvcuTe4cb80A73sy1udHutNUagxuAVFWquAmvRnzCf5u14koptQqspIDoLxRChERaJZe1Sjo02woUO1kRMqT0S0z0QHxc57t6paROpxMmBfGUH/8cr6avutyIT0/NaG5uN6/z59XC9yFrfoN8G/0Bh/qgrND1jSF9K3a6BKUWR1E1Ua2MhQpC36C89cLGJsIq4gAs20/G4xwstJBRFLrASNxGxnljngW2JTENmzx2UgKNNLYg58iH0GS8layMbrtdzujUBHKI5EbYHudtObaxYWIZYtkALikMon8QxpfHjErqlnQ9l64XkUqh5IYiSbCjSONgo2wuVMbEUMluqJ4mWH6K1GjEUyTdqC6mtyqnJNxofYMc+Sz7FqA3bPQyeQIQLnuLR2xSUXGFCMb1jqmYeEARXOybYai5EwVM4IQ2kVxxiM3s2qkDx45pD6/sl1bXZRZF/Bv5+Et3FUYt0K6sNkKHBdkGVUplApqFnVjk4pATuoqDumKjCOrUlgom5ASqCaXWpBIHfOImoOJpvx2v8kHQqtMhra3IW1UtiqtkU7lATNqMwyDjXzydjBeHUZuoQTCSt/2MJZUyTFewAJivRhbloUEHI0IhJRJFqJRJ9a0qqeVKFUkdbt7m2WNmWlabAsIfp0ph3Cw6jUIpueEpiEvaplIJNyk2F3kk2y5Z7BEN5dPAdkndHosSQo3rlK1RGFlEgkkJMSjtoTPIMTIjadwm2KIP01Fqkcd8ods3jlBQprEaQ/CKMbWuCzGWgVK3I9Fy2Cko2LQOLzYFGAsT2VAJKkLDw5TWbGt0qECkWw5ulE9Fitob6BbBJgeXsA1iW1wAKhVKpBIcsREdTKG21fwU1WZku/COVNocr8gHHPara8vatXuvNvhm32Kdxr9hj18a2717jyrm4zI3AWvY9AdrvJZe1/yOGR27/Q6e6g/pyJFjOnToqG4/elj33HVMhw/drr1793PQ7yf9AE+006pSpZmZGe3ft4/v9bs1wcHeYi0H7cYB3+6ozU17oAUfB2ar6qgVB3tqqQrKejeHvfC7gRU0OyigTQ2f5NRAtkx+u4KGrgWtyBf6kFPh5WYssqCseY2QefIOdNgvZmdn8burxaXFQqPv4l8WDPo9rfBWJF6LR7ZMXS3aYvaV4OP/EQi/yi/kDTL9J57s481m1MbmwAOQ2CcV8xc/8CjcAZGeZXS41Vy5IWK2GUhNoqGWiHXLULJFQYUJk00mhE3kKHO0rvBs3A1QUmhcrJuaNwqw6LSJm0sLbzaLVSl2m1jYzUzYchUdUbgZDbEtLhA0IHiNQmTejpEaEv0H2bocLBFXcE8JyxI1ckH1jYeSjei6HHQY/hFfp316IcoIPL3VTalksYlIaIhpxhiCDzSyCI0NzLYrOs3bZMtFiph5WfhxVPITlbRI9IC5W6tilFss9Hjt1eUu/q5nPZen+mFuMLAAABAASURBVEl1J2ZIs7pk4GxXlaTEIV6BFghapaRkEig3VZUSiz2xQaSgo4WUc5JcqWp11YkDvTONXRddW251lHiKFxQBT/Ams0QABlyWU1KVWkqpAknJUGCnJt3WOMS4xWQfy1KT5qCUeSMVZViJfqDcQqVkh7XQQi2FTH+Vu3gWfKqsKlWKPpiA7+YN7Z2ZUovvph30A6gsRTllBen6YETbsoFA0AISxtdoMY9F2w07IiKfxjp9A6HkK5GkMW28iz7bKiGTmhHLNgKvAo1CkxKx0BtALUVfKYIjatILRzua8QhdVricSHDkoO/FmBSoZMShpl4GRBEykUtaxE1OUQiXZBHCgmzUg4CqKEfUUBU0kW4ZmrIswdhQfeOhmJco8jR57RFFZVvlxwhctmU7OME00Cg0TWmEYmJVrcRmTZ/QV5cuXeKw7egw3+FjbsU/rzt/9qy+8qUv6vN/8Sc6ceIRPfnkV/T48Qf1+ONf1alTj2qNT219vl3HfN25Y7fi+/XhQ0cUv5F+iCf5o0dv17Hbj3EzcERx0zAzPcMhOalOu0NdbbVZx3HgV6zpVtVi3gcqJVeqDO82tI3cKrCSJJw3a7iAsdEIqIVOCYb2WAkRCC5BQwcVNNa6sStdkiTBE99wMXMxiPllUuLNQ3xqmJ+dQ5Im+MxRsSeFMDu7gwO81gaH/tr6utY3enzKGKCT+oNarU6bflYj81ZuhU8cxWvWfWbNN/OxVrji8JdCGz7DBYp1wzMXyQbPZcm2LAE3xYiAjri5muykN+Kt4mjjuIZIjyw51g5CRsjwWVl1nZUL6sLDojXA8KkukxCA3PIijUvbXS52KENX9kUaXHhqCrmpEcfouwyK/SiKfhuxNxObUhXYSrNHMoSLBGMBRnq74YlJu9XlWynRhYMQSot4C0bjLTE4RK7gngKWfT1QFFuXWIjBuVB7O03X6bBUBEcEbLgRGoLfqEji2mQkWJtIowBfI/Z4JK1TXSZvm4VbDyvddvhOvsvtVfxpyCol8dgv1rISeSonVSkpFmHA8EJvirWJQ25VwkBOlcrB3ppis+iiigM8MwmHytxx2kmpAjLzFx3f/AfDvupeT/XGhjLfI/PGgFU4lFh4OWfsJJs8yTLUDtpAhLCp4w6f8jNUsqQkb7MdyyTItuJHxHim7aHoLdkeIbGhWS3qxm21qkptnmI6VUtdXvhNt7OmO4naMgvMtFFKlcmL39oWKE+WbKv8QJF0qxDtafSpELvkkA11URWeqBEivqG6UI1BtjE7omEMuCLNNkVZ4tJThC2ftgzi808MTixwsajHNLPox1bsQxLlE3FRARcMKhguBaSSo9TBeOMWGi7SbMveguRyhU2x1w0hkkGYiXxSCE35ukWwXSxsKAgTGz4YYJv4xsuyAWobahWZuKHoFAG9ZNnWOGxjRyrSuDAayYJ1mWfT01Pq9dbU4ck6DuZuHGAcvPHfr54/f1ZLfK9vtZIShbZSR5OdjlrJHHTTOrT/iO664x7df99zdOzoMcWr+iMc9Pc/837dfdfd2rNnL0/0cxzu0+ryZi2RP7mlVtVl3U4UmlKLdd9SSpWqinpSBR80yQ6nG19tF9ke0y29RsH2iGuIFWUkSZadZJDYRwzkSjZ6jaHYjpCwZuA5W5TU6DIf14fsHWxp7GFHNDs5pZobnL28BZmZmdPa2orWOeCHHOpxH77B3mLK7/EEj0p9Huc7Lck2dhmKkJHZS8z6FvM6QDJp6IORZDWB6VqYTVpmskq6bdlAICiOs0NoHLavk7EuaJnX+BD8dmzXF566oozgwzwO9xpHijyimJQiTOzSlrBE4Gp0ESPcdBmvUeK34JhW0qiwSDFSXGOqYheabdiqqihjzAqzGW3m3tQUxuJnVKANj6ygJjkQBBnytNfI9CabsV9RhG2KHgPT62T0soRON4aR+lZJYWo5iOwRRbLh4wpa5HGkYhdquxgUWQQrfgpDFJcjKrCD99hCNrxVaPxyS7+VNKTXY5IkFvPGANkTeuTRE5qfndU0351j0zabiu2Sj6VXDrw0kp3Ql0VJuVWSOQDjtVjiEJRTMyUskVKQmYWZlZYHfeXhQENeRQ7jYGdRqh7K5EjkS7GZ2MhoyNMc4IwME7dGjpM0JvJ1lLx25MFOETL5oZQnypPxwg6FBC8CxWETOqYvAhcMCZtXpFl2QEq0t0pJ8R/blCccJXVoa1sDTbes/sqSuu0W9kmx2CRrewjJYx0LPliKxsQjQK67Gr3d0LAfJ4dmzBeK8zGWuQhEyMRPf2Ec5Xh7wSWHSyxlKEYRj8obETQil2UHJFmj0Nij3lIxNpn2lvlEgkmxjX0AEoWyqTb+j2LsSQnLIFCBxj7KaWrRZoiU7UUK6wa6LpR5c50mcoZiTIMfgQLtRu9SXqMPDxuOmHTbUkBbAQ0qq/yM0kyyXWLZQVFoTAUHzyVCkPWNdfV5Cq35Hh2/bPboo4/owoXzGrKGut1uef1+37OerbvuukftdpsDbZn5a+2YO6B9e47qjmP36tCBI5qb26H4TfqjPL3vP3BQM6zviYlJtbl5qFjfgVRxmLN+C0V3HY05D+xmDdmW3SAVffDa1JEkqdGJYAdvuK3LtuyAFGve9kjeoqLsjD5yjaaDHAIIaqREevxNj/iXBLEmY3zj7wvs5SYmPkdMTk7GNkEO0UddVewFrValFm2coP226c9aVbuir+NJWKp4kyGnkkfMXcVh76FCZ431IikXOA5P5nDMi6ifFK6Md5LtiICuC6HOYw15x+x2ur28MNkqe7tVcQEvXdqZBS0IfcZwDMl2QbIUQCPJetoQeTCIPa8peWQfJNKug2RHgp4ybOu9p7RpEm4sB5mLNJdKbMPHNabB/yUQ/fKXML+VaVPz1ylou58j3nIpzrbsLSBwuUkrsYpsowMWP4WO9SoB1Yi60HGUmcR1aikO/CFGw6qt2b2HNTG/VwcO364ZFsf6yqIS06cseGyqqIMCoiTbsl0kM2PMBqGUlNgsWiyeWChD8vbrAYuIBYJls5iZfBzoNQf9sLeuzCZmDnyzcZmNPkpMlJtcKTaQhreaH/Iy22OyD3lir7EPGrLIQxUQb+bDVCi4yO0k45/totMo2DF1WU4Yl3LwGYkFszV2jrzYZ5EXRNsSN0mxUVT0W0oVT/dJHd6O5N6qPBgoUVc8KVhJIo8Itom5IMGOIdLHvE2iIoypNFYFtfiBsUc06ynDOKnQEklk062CUdrECQRFjmsbG+IIo8JG0nZij/JDtusZOUReQdO/MIrkMUIufc5mmQOjsciMb5NPjT3VjouPm4YmDaW2B2MLwnC7epNv7KmiyY7ebuxtI0kjAvV1kLUVophSyJbqJm6zoCbFpoAA4ohQpDXmUW+70DOH4j+0id8an9+xS6dPn1Sbw+lAHNR8Tz906LDipvehh76qz/3B7+vypTOanprRjp17tX//Ud15xzO1e9cBDvUdmpic1t59+3Xo8GG+3+/U7NycJqem1eVbfIcbhlano6rNQc8BGNQV85b6xXww1KmSWeMFITvht2XSt5xG9hhJqaS5UNvaHuztMny5vGlru5QvjeqxmkCfc2ksxiBmFC0O5onuhGJPiLT41wXxzX7njp2aYi87duxOzc3Oqx8PFuw3VdXS2uqa+v11zdMXbCdaWRmqxc16VLRKWs5RUrQjfMhSGso2qMJkG0hjrmbAxsEMz5AsY5GKvZUcZVh28A3VUwby35CWc0YTgNxwNWmizkhwRA0/Mo+swQZKYolCyvhThBLZTd4iRHSTGPYo48LWclgRW3YDySoBOejYt+DHSGPmqWgUMcpfTGw0wFF40EDhJRutJRhthpA3BZF0g0KEDBiqiP9D0ZTaxN9IGbiqsLaJ44LaMGhtywYyRVm2RcRlWQQi27ItogaKgBxElu2Gg9rwICmplTuktdRnEfcnpnT4vueq157U0bvvVfzb8JqDuJIUv3jWZtJXssYTVwTbcgJsABXfuFJVCQN6j8PTSYnFlKoKm7hdyBz4A8UBX3P4ZxZForyK/En88B2/4hxwPK0Dx8qjDmETiyRVWBsgM6VVQhkrJGZyBrZLaoldLBo5kY+0KMe2uEqiHbwLH/m3oyiJmtSGMfVnVxK0051UarWkRNn0X5IUf0hoplNpaeEKkjAjXZVsazPA2y46+3oqWRFcaMQOEVj2NqDZvNAXnr7gojOQ6ItoC9xNF0mNDuOwgTTyZuzClWJLVMTyyrThtuKwtH2dbxolo2040hvm5tg4U7a0bU5kbgKZKcyh4XUZvM0mEoqIsuQPRcARbWF71ZtJJWPYRM5NIRQF9qalErzlhgYPhKyvG7bKtSlhhHE227B+2pKMRWJuVVXFFKs0xaF899336PCRI4p/Wre+tqaHH3pQX/nyX3DAnyvffquU1EotnT5xivW7W7cdPaYJ8qWqo717D2h6elYtbsJnZma5YegoDsdWa0xbqpjPFW8FEod9qpi3VZIpM8MPq5aG0DrkVAmnlJMlm2uMIhZZJTR6yYpgW1zAIRbYwWeZHxXe6A3rEYWI/YQ9IU6vmDMBTnTEXOZ7lRI0q8dbwcy+EW8/ZnljcW1hQdFPmbchJv88B33lpD6fBdeWV2l/Yk8aquaT4dzspObnumrzVD8xkZTwZX11XZ12F76lyYlpVbTb+CKCbWIxTyHhBjDY9At1sSCyIxLlJNmWSdt+xTocy2VWRjkjZLF3Bh8G0O22obo1MLwxgbU2VkX9xovAWPdU1CQU4LfII0LIEIVoI3FpFIoY0UgOEm0KOkYaM09JS4El2jQpEpFtcUmOK6IGxLLdQNZTBfup054qz1Pq/xJl2VEvcIV3bjDS2SFLNtRjapUfSzBcHkFMCcWxItuKYDd0zNsmTQVJ1kRNXE1oODmnLq/31loTSpMzanFnvLq2qsRCryxuCKzKifJdYPImYCOjt9EkNGwQgsYG4FgUqSWbiSox/5vJV6GPzShuHsihKLWKtick0lIBWmQ0bGDkY5Ka7/RlgZvCqI9YtjcRciyCGtvMTURmYYdOMheg3Iwvoq5cdOEXejUhN2QrHiWZPLZlR1sqhX/G605nQq2KNyLUldxh08Fnyu60ksRTQnwfrKiTnIrgiMCYwlJmI1lGtGzI9guF7ev1xiBQiGVoXOPFtEW1uQk16SM5hOuw1fIoq4A6RckGhVpiIGQHo+uCjQ7YVvkJCq4zegqBoaLYqB8g5AC2MYaBIocOoN68Qv//o+0/4C3N0rM+9HnWt9PJoU7l0F2d0/TkGY1mhDQSkkYCgSwhhAARjJF/Jhnb4Av8LmCba5MM5gIiiSAEAlkSCmg0yqM0OfV0T+wwHaqrunI6Oez9rft/17f3OftUVfcMuvLa611vXDmv71R3MCMc9J3BRdyEhaRNyKshXyM0dUFNPZwsBd4FvaaLMt1S3GJPdJKx4lcEEYQw8KtApNXn9pkZY/E/sjl//ryuXr1skIkRAAAQAElEQVTKM/yc4g/K5ubn9da3vVPvetc36F1f87U6dOi4rl+/rgcffFB33XWXutzUe8zl+bkF9XoTarU7qgCnSjkxToGY466SCpT5SwmRC1mu2GBjPMMbkJNiDtXQA9KoE5s/0GceDMADky42LkA6HoFkW40b4YZrQmTobWMnwJIsWOaVGhcMVGnbfV24jymD3IhqNvy52Tm1KdsMrx9rKyvaWFvTEt/s21Ul7hrqs+HXPLtdvrTCBt/SgQMHuOX3tXyz5qZfa4AuUa+ataTPK13VqihTlMuUZM9n8aNgdTmk1pQhA8XL8aPsiTaBlI0EoMXlSALTMRQkEELSDIp0M5YUIXIBzFqKYszbJSU5Ko6FZNkGAbqDK7o7yL+MKKKNm7jklcUkJj/hoEcyXuZk2qKUCYx25NOIeFVMOk31RcLDSpC7ZTXOUBYB3g2g1y3ORgfcIpbtW0WN7A7y2wxfQ1CilwrvGY3q0Uis+AXtCIASp2DLDkgFI5Ks4mzLDlDBWOiOzuNSF1uiia1Lud1Ta/6g5k7dp9Xtmie9eSYHA5qJvHBgSamqxPQGpIpISYYmNAAleAfNgmgWAEEXgDZxTTqyNXJW4udGFIOY03ZmgpiRXDZyZIEzvJisAZln/TiVh51Y9ISzrSYRhhtxNOYyrw+7LGaKHKNcw7LYbtQhC7pAQmaStBLyEZh6JepSgEXDqaWKU35Wkpn4FXVsoKMdFoNMmSd5Aq23t9R0uSUB5EEoQTsAXjjbEmDSkyzbatwIDznktmVYkFQCFRftVYicFfpC3xbEiMtDaeAA2CGCkiLNAKmQisQCFG6fYQhkN8omRLRLQO/6Jh5FQ4IBcQihhz76CpPQF6DfYWOZYMkIqrHLYSdiDkU5N0TgEYSljQ0+6AB7jAlBpFHwXmDfatPoUrJiHNiW3YDUYNuQgMZcU6QiiDI1S31hCYa2INvCI3t1H0lFGl0OlDvbO1pfX9HW1pYm2LDjj/Ba3L4neJJOKWlzc0tnzrykK5cvcmuf0t1336fFxQNlc4+xGRt+m5t8bPSJzdhAinE8HM9BhywgaKHfBSXJBvCByU9Apm1i048DQ+CQOVUYhX0iSgDxJOj9WCMX6QU9wkFrZFsY2Q3PYJD5NdJoHZX5FXPMalzgEezQJpmxNDU5KbHGdNptZQ5NO1ubmp+bU6dtVRUrWy3NzLQUfwuxsnxD3Y7EuYAXlEk2/y6b/YAlpy45x76lW12Mw1KcrMzalOHjkLrb91EgYtuW3bQJlOTwBLrFlbT2y0JUgACviKtbHMkXccEkaxqsAHSUSSggFbA/6u2SRk9O+Ia+JYy0IhoQhwtYRWc0WApau+72RNKu7lWIEqUEjYHtpuBWg9U4w6ESSOFsB5Ld4MJEAG+7kYNDFEBfBdoFQ1kmHPmGthtMm4aXDR8wMhvDaBQwJipkVKeJkpUg7D0re48uxgS2SQcAwzY+6AC4IYIa94bxMB5kQ5X86s6E8vSCdrqzUtWRdgZK/QEn201tM0HMZBAj3ERzxIvBykR3YlKDBb9vsleVUqtdIGNfM/gDiK6mfkExKdi8a/LJbIxiQgZkcIGMDZCHi7ttBEkmLxUZLB4TZaEr+qEA5JAVgAlscMQNCL4AsuItIw9IqcnDDpkVfEU9G0AX9LBuddjAtzq0GatNhh/QXi3qz31B/a0NVZaEHK9wOYKAkQBsxQ+hhwAScgUfNOARU+RGokbSkIWmCI1wzEbhsMEHxUIUqClFE6qJq5ELy6xIYrRQhaRoG+GtpMLYNsja5wqbEdWA5Phl2lCjlCGKZznKAHSuzTBwrMuKYUHnljLnSIb42gUV18gLuS+IvPYJtMd5j9xPjSVGdaQmKMg22AoHCRrSUK/lx5K8g1mTxu0KKosPeU0jLC4uscmvaXZ2kW/IK7RLzbg0T/GHyl/MX758WR//2If14osvapXn6HZ7Wvff/5BmZ+fZ6HvqcRhodzqqGLd2JadKBHLQbsljkIJWpX04ZMU2Ec8a/ZITyRhbICEN3uCUpMCWBNgEkuw9bEMDdHuRB1YRWXYDxNCeMySAhyg+xnuwBbJU+CEWbpoNfpbn+5pLRLfbVjzPx7f6zY1VtLXmF2bV6VTivAS9SFse0oGlg3rooYcLv86z/crKhuKfMMYlo8OhKHOQp3aStevIkmHKekZnEzJeQ7KrxtSyR6BCy9pz4/Se9FUpshEZ3kE/SmiE95ejiZDJGqA8hR+Z3jlBpFGjJrs4LETetkmjxG4C+IYgtPbrNHJ5RBRc2rBQowA9cUccGAHhrd6R/DBDGw4QAIWpAcHuxwjUSFTciN6rWhE3AWk1xm5QI70tjAEbsKuIeLuMbhuMUZv4o6LMRhpKljlQVjSEbTVuiIeoyIZ0mAQQCXGWHQoPMaIxP1QhMRA+KzKq211NLh3V5eUNVSy0i3zTyxtb5TRbM3nryhqkAba0TJIyk5oMlA1NokRR8A45EJtjYlLYSeYnnIMOW0bKoN5Wv7/NgtVvJgUyCcvUUeJ1oYpvYfHv9yenlfiMkHqcyJGbb4k5tVSTTrRQTZyaQgTO0Bk60lGmXApHmixQYqFSwVGeSoZ2hgZEA5h4VqUUcsoZOJHPCByyKimlpKpKBVtSG5sW9azY2JXEQlKrldp0hYFaeXtTqd7BsgZGnsIpAN7YWTLpyhDa7/ZJhswQ7Te8Axd2tknWaAMCNTgPsx8VA82ut/gZgzIeERca/BreRTceFkGk1BAlJM3SzthRLtFeBvAjraIvo2zsbc1Gj31dY18saN8hHqEoGgMIz7iMiKEgGzIO6isCY9wsYBHx9ii29wnt4E2sfeLbmJxHfX7ndG+L8CqCSKfTnVRvco5NfEXdbo8D+EYZZzUH8qe/+AVtbW1rYfEw7SddvV7rre94l6bnF2RelapOWy0gDuKKsieLZpXAinHXqmTGdPDZ6JDnIYQsimUCK35JtiX8LiicYQFLoRZuFwshvHaxbnMZkwYSZQOwzQaTSAZ2Iwxp21h4V3wbEXrUcUjKda0J2qwivemJKU32ejrIK+VEr6sArviamGwxhvpKyYqDerzKra2tFHpjUzzhb6rLQUFifrsiOxInbPz+/s11VsmX8YinnFhhTpEgJDspnMVvJAzBODgY+qIkXQJpiMaIMNoF28ID4KHUhgYk67VdxiJjEgDC71Ewt/ioV6O3bN+ivTPb2O/pmlYY8nlUu0gsIOTECHkmt4AQ2WTW+N2MbRfadB5kmDXgIUI4JFUwfKO5PbSLxZ4CHj/kRzpKRdnUpKbokHjSSAwOukzFHlPbCj70dXbRYlx8or7RAAFhZfQ2UuIICFkxvGNQMi8aTAuOYE8anBRpRLkChIuNk/VC23yLykTc2tjQHO9WNU9cNJ3anY6cKiYCJUaQTT1TVk0h65RUU77a1MOS2fgSkMllwCkaK6XKqjgy2yaNkGT166y48femZtSdnFR7YlIVm3mKvNo9JaDqTiCbUovN3t3Y8GdkJuqg3VXd6im3uhI4gSvAppxulxbMtVX3MxPV8G2J9EhMSt2SdqSfODSYTblqkU+HgwR08K46ctUdAvRQLrdU9NSvzRNoxXdOslGtpl2qDgtA1LXT1oCx6VallMyivEa9ayBjiS11H43bEJi2sh3kbxuYNEtilmzLGjrKNaReA+1aYxNlDoB8LR95DEFDbO+lE/WNrJ0TByAAXTP+ssyvSdoF8SDC+KhLG/aJZCCjKePOtCNmwYvAtL4zPYCNsmljDPEmTbKA2vOYF8YR3qpE1pQxq/xyFiLZxTrIApFNIUKMzvbQZoSLdjcI+4B9gl3mtYkoB41Fnagzdet2ptT8Jf1RIlrnXzmvG9eXdfz4Kb7LH9UOL2M7O9LR40s6fc/9qnimZgCqAUuMzQIpSamSAVXQtqgEkJSQ2WBXMrgAMpU4SZnxLEccQADlMriBCJMccZEpANsMjOJkWeN08Bm7AINl+jCAfLKYK4BEnADkAiK9XDC2CZshLVySIxVC4SxzAG93OkpVpU63o9m5WbWqRKQB68O2trfWeLKf4ha/pAHr1bXrl7W8fI1Xk2Vt8amk3a1o85ZEeSrSyAzOTjvaJkqn2xw9pQGqel+n32bWCNygO4WmBvbtmmaM7sljjIRsTzKMBLIJ9hS7lN3IIzT5jBSGsCOEKD5Sh6A+DELaDL7UqwhKzHFzFwn2X6FPX84usmE23mZ2a0a26Z+AJNsKZ1vlF3gIIVfQEDZaALLUzTakUe8Bgv3eDRttEGXLagQ0i5rFTMzXRmrFD35YgSzajzyyJZAYupQZWlJCaSQKQBk2kabGXMgU+gIqLmOrEW8SGealkUNW8olFEl1WxSSY0ubmjtZWV9TrdbS6dlNVCysW1n5s+KnCkolO2jmJmAC0WAAyk2AgKRsg35yxC6zIWwqzGIxxyq0RxQLU6vTU4dWAU4TIXLndBTrKTMq61VLNpBqQZw0InfkmmdjkKRw2PZlDQcWtv42sMzGNyYRabNaJzTulDpm2ld2SKyZ5yHszSl0gMPbmhuT2hBK69uSM2pOzanWnCh8yk3bqTSshEweBTJq12qrBavUo+4wqyrTNJrOV+cTR39I6t/eBaw1o35q2kBN1rzRgAY6xoaGLtggItpjZ2DnYIdBIGkGIoFFjVuxsg0dy6CB3wVAJMDZJhIynCBGVNOmjUhjSDNEdIcsmToDAd7QZExY7ybbCNWFQ44A09AwS56ZcTAriqAGFXorxUWPDespmLwUuxZWEuIGggWBclBkul/kKUbxNepFm4faCsBTy0Ko4yzZUoyn9UtIkv0aEbuh3ecuICkRcAI/kTn43UlGOc1ZwWRGXoaIgglZxmTmWsWB2Mr+spC5jcmp6tvzzutWVVU1PzerBBx7S8s1lfeapJxX/xTz2Jr317V+jCQ7QqWrTfnVJxxVtDoj56gKVUqulVFWiO6Q4BKQkAXZSsQkMyNYIHLzgA0IeGLCtxC9CF540wNROGuJCEz9wgKADbEvYCD4bGij6kAFB74FUhz5sKWuNOSa0k5Sh8bAuJRGu1W6p0+3Sdl3Nzc1rfn5eU1OTGA/Y5Ndl5uvq+oouXLzAmresAWvdHDYbPO23O0lT01OaW5jXyupNmX5IQIw5k1GAxlwZO6JXM8kPIdS2kQbAWbK9C3B4SwLw+v/LWSQNgGVSsuw9QNDwELYFA+jVHXUQkAkaiHpBDecHKTTtjE3T2yq84UuiIxwM9K48eCABd/S+o3QoHCmjAiEC2wgDxvlCRzCE0AcUFvuC9wehtuI3LqfksPaY3AjCI8sAUYJr0FAXKCo8glBGSjSfMoOuLH40ZAymEhklvpBlJYOJAQVSgMgHL8afzE9AzmYy0ClkUmM1goxhRo9GUq0EMM1ZXCtNzyzyPDVQpPO61z2ky9cuspFFV2RtrK6q4tcuGx6xSGc8TaUk7y4ilQxPBuRMLmyEfTa6AbdrXtBYeKhp1VKHBavPBbc7AgAAEABJREFUQhSfDAZtFiRuyH0Wnn6rUt1ps5m3ubW3dJPXhdWtLSUma590tyl/6k6oxUZddXqKjTxXLQlI7a7abNyhG0GFnZGpxeRmk1cArwODzoS22LTbMwva5sa+yYqxA79ZV9phI99kUw/9Tupp211tqaN+/MuEdqTDAYCDQd3qap2daJUNfp2Nfpv27lsKyCygg5xohgDLtipkwmVgn0dne0yUsReQCQD6yaU1c5GZfBpQ40rU3NAKButhesEl6LAf/YcuGsPQNFSEGXaUgkjDtmxDNmDxg7eGLo9bI0NHuOttR4yGJ/FMW2QkUmKIW4UE5d26iRpS7mIrxqQZK1LcjjIyDd0YiT0pZhSZAC8kcMMwKJVsdCdH3iGmmIHuACVB2UNDLDIpF4j8hHyog5KEAd627AZgX9UbjUkv+qXMe2ghzMRFBRc51aKx1E7WNk9uG3xKu3H9pq5evawDCwf0EN/gP/HRj+ns2ZeZuzuanJrToSMnyrf5LnNEZq6KVjEJM3dUoKFTlRR8yS/0AeQTfANNvKBNwWxCQNB6DWd0BSIImjh42QY0hIbW0GVDAAWLVjFlAzJxcvCoc+gLhgg5KA/5wJC7ntjEUgFhG2tVp9vT7Oys4kYfcGBpSb2Jrro833d7LVVtMeZyaefLly6ov9PnQDCNrGaEDjhE9Zm/pMyhnumncOP5xposUXbGd6awNZDJWziKilRFG7Rw9pAC5ZGGOkOi3fMjsz3JkMp5SOyhfbaku4/fM9ulMLk1u11dEDECxUgMXyCEQyLaIPaoqHHgREoV5Wf1jyELZCQlQgnulFcqmvEgrMb5V6Ox8zB5D20Mb0c4FIAShbWRWWhrQBK84PVqrtQslGFf03EZGEVocEadGxJqvzeJ294vhIv+ahoU5g4+0gxx2GSGXGlY0spkxN4UqtugxEG/XxF5A3gl46P8NSlJfRbhNrfTTT5Gzc/M6MbNa7RQXy1O+TUbmOusPCDVWtinAlLgFoIhsFnadDNpRzVtqyZefydrZzurD51VKbV7xOlos4+MJ/B+qrTCNeQDH/mIdjgJmA1bxN0ZDLS2sa4dTtibW5uKp7CYTCklRboDNtgoUmZwJfJOrZ4qNu+q01OLPFqdrlrwqdWmLpSdA4csibRzbWSUgxv+IDb99pSq3qw2+tKO29qoW6om51V1Z7WyVWtHpMFBoZqYQz4ndaa0WVfaGCQ29RZYWuezx/rWTvP5Q0mmTBSRfJKSW0q0S4uDjIqjPQtugihWQzWhvSfZoyTbMunY1qu56PZ6qLQph8xvKCjIhIkzY2BTPu2OKg255IGqYVyMi8/kmUU85CGgRQOpyCOpwt0paPIgQzz1LhGHEUA2wR2iZezwIsYdtEMRBiN94IjT1KHR23dOO7QeaxXbISoQ6QRR0hqKY9wFhJwCFTQK7DAK0FiKahw6u9E1gjuERW/ZFoHCjZaaDFFz+GcaKl6FNpif165d1lve8lU6ceKkPvyRD7Ex7WhlZVnHjp0sNq9//I2am19Uq9UhuQpISolxQPq2lZxUVfDIMlkK3q7kACEHwsZCBm1ABSwpQF/e+Q52RWTZlvAlCBwgiSmpKE9OLljFDmXBlAtsG7Gl8NDCQRLe2duhJT06s8NlYpI1bobPgLPTM1qYm9Pc7Bw1q6EXgHkdPXhYJ48d4/v9Ic3OzGoK2/jvDsR6A6lOp6OKdmrTdqWNhumX3MmqhshATQEzAFl8Y9ZIKA2ajNxggxMQGIREgA2PD7oBfXkXcUZxi3UkEFCY/UGxFda52ZBpHw1dxLAJA5CFKuZEgcJkKddoAMYnhEhIYV4uElQnRXTMtOsQKGBXUAhMC94NjJFtKUD7nW3EgBoILaJADViyS6BwhQxiBCEIGhMMta98Id8Fo85AYMkKBx/oNaGx3DW5hd2V35EI4xgatO24PjeMjR4vsOUiLJMFKkwC9mKiDyW2ITMLCMs2A71w6rNrLi0d0qEDS3r+uWe1eICb7mAb+Y563Kadk2quqon4tlUGuqKrIl2pZlfr9/s8h21piw16Y31dW5ubfOfa0g7ymCysPsqpxYaetcGJeYUbyvW1dTb9Wvfcd7/OnHlZL585q5dfOqNzL5/V5QsXlXkN4JSg65evarC1LXEAWL1xQ3V/R7FxVmyerXazqKWKQwdHcwNBG96pkihvHYMzFjV4zhza3u7Lra7WdxiwYHE4iI2+4hk/vv+vc0BZBWJDX92qdW1lQzfXt7W82WfzH+jyzVXd3Njm5WFC8ezfm5pXZ2JGA1UcRCold5RzxURqyUpKLBCJvDXmaDm4YWhjB3tHb42UDiJsAeEMFO8MiukI2vVosbOtJBETnlAjF1EK3cjtwFKgoBztFYyCk2L4RJSY71hpz4U+Y1UDeU88Ru2XWrbRBoBGfp9RUpaBUOYICrhkvscXYQSIxmtv35J22IwgVOhtK5U66o7O5O9xzavljZFdgnFrYgdrhSqocRin9/Rh2/RUHCyokqLNBxx2r165Ujb0r3rHu7S+vsEm/0FNs2GdZMOP/+xtp9vRxMSEHn/89Wq3OiQfaVkVc6CqKsrgUtdU0a5kGGlr17mhkNtBA2DbJZ4NVlKEjeGXDyN9mxgjiNjQAiewjQ46QoULHghSyBWu8GFhCdo2aK8csCouMitEE0Sb2Vbk06oqtVKlxOZsWxO9nmKj77JmLMzNs9nPF7tFXkjm4AO3aLNYyzbW13Tz5nW+2d9ULbEW1qpccXHZkazi7IbIwRXSyigDBFY4bGyUjVeQghZEoDCREsiKn0K+C1KR6RaHfldiYaNdZyMYcrZlNzAUqZSQ9QKxdmGkHMOZhox6BKZSRZMjzBEy2wIFDzRpQtzJj9mNq6PGuzxF3KVfk/C4FgYfEsuBSmgHDRQs2ZaFI3BQbhYzJMWjBiOMMFAjgBv5qEFWiO0wGMnBsLaLrgmQ4ZHARlgYgtf2pM6Gsd8mD9kG76U1pCQ39YjFQuHgA2moMJ3MDqTAFJFBnNiQ+4r/hvbq8kqZDNs729rqbzNBrFYrqRs35IoTbUwaWQoA2YayMht9/JemtnhqX19bU8A2G3Ns8tvoBqZbU0uJU/E2s+b8pSta3dzSjZU13SDPqtVRh+fGVT4TXL92XTev39D66ppWwH3srl++ovifVeywyD33xc/p0oVz2uRAsc6BYofNP7HhR5lyDE7KmJmQZsIKWo68rVQluaokJv3W9jZnhoG2uIXHWeLm2oY6LJwzC0vqc6tfY5M3T/4bO9JG31phg1+Gubq8pleuXNNL5y9phbhhU3HDzzzxr29l7QwqNvuWxHN/zm06gvzY8MmUbBN9Sa/hFc6SCxAIB2M3tG10RrjnbReZR6IgAsb53CSe1SgMJppGfW1s7Qgh8LtjJNoNfqSyaavgA9BJoziBA9Q4yNxQWOQCVLpIcgnHA4yxGEmCG9ERh6WjsFGFmsj40l7BF0VZbULacONhiYshflwsjSqkPWfFT7IdgaQG24aywtkNFjjaqEAo7gBDy6KxTZRxCLEj2A/Y7QmG+iIzU5P5RDWj2c1YjY1+bW1VfQ63v/SL79Uzz3xOsSEdP35CXTauKFv8V/IeevgRHTp0SFVKHDZrkVKhE7wTHECytCKtxRoQNJmpZCv0wKhMHhHj+I7CcYNXoy17D6SgCZEJZ8ODw9vQhgITyrZK2W2J8suS7QKl/Nrv7EaHAQpLZSBlLgZ9xf+qNv4pb7fd1tTEpGamZhSb+vrail45+1Jpq00uJ9HOB7n0zHCrX19dKUlcvSbFHzom1rAoT7Rpk4dwlgmTU4S7kIsUdugpmhqRQQEaOktFGciyBFi2JQHhgx5h3dkVkwhQBwqA3OdJghStKKmGLmTlNj6KkFEAeMaK9iAmV0Coh7howxCZS8oQQx4KiQoIZ2Dcj5dBYWUbNARo3eKGGgmdbTUOvEs3klFYJtBQh5XMb6Qb0baLKMJCMjEamjAEI0SlUDW2yApxS1DEBDbBLbpXY2PyFhgaZJqbrMrCVxoXedSjKbpBQAgwwqPFylINZG7vgTFSogyGAClADM6+krIrbcTGzGie5UlrBzzgJt6PXVBsYP1NpapWwq6ASirkA2Yz3eB2vskN125xWx7wjavWJpvkGpvfdp20vL6lF8+9oic/90V95vPP6CY3+TU21wHpJ+JfunZVN9ZXtT7YYWPdVtVpqTc5oavXr3Ghrynbpi5dvKQrly5pZnJKZ194Xs9/8bOKg0Hc6DPlqfl+VrPpW0mdiWll0h1kEX9AmTa5Ca1oa3NDNfWZmJqE3mGdS+pzu2+1ujRFRxcucchY3VSb2/na1kDr2wOldle1eb7nG37wl66t6NL1FW75W7p6c0M3Vrd18Sqyq6u6cn1NV2+sE69Wm6f/OADUqihdAqxOp0PuWeEcEhPeAqHbBUuoZX4KZ8l2ARVnwiyTKgRhUA0EH/2dIGKjp5eVME9Z2GvXwSraJARGk0wMK6jSPrahAXCxtchHxUEWfKdgOBx3VZlU8i53Z6LRN+FuJpiauAUMM+6HpmE7IsfVt9JUQSQFNAnZlg3IutUhHkpzJD+mjpwCxkSQ+1Ow7D1AXbxLuBdEKgEhGeHovcwLVLRfdFgruRxqz7x0TfFydvjwccUcXb55k9vmsm5cv67nn/+S7r3ntPq8wkUe0cf0ohIlj7Tq6GHWgVgLcqGzglYYKzcoCvHbCdQ/krOtxMCzLY+woS2BFG5334CxaYGiI8A+w8tNbUoEN/pCY09NSkgw9MRrvEBK2FfEr5S0zUYem338lwJDFjf8RQ73O1t9nT9/VlHODi+YbdafpaUDUrK6kzNlk+9vtdHTos6qUpJZXBIvnankShs2ROHGA8NQBEJsCIMvBYMOnwkC1BjJkTb52kZktAGS+Qlnm7DxRhagInMjVOAGbMt2kdtmPktW42yoETSisRDdruWYOMhRZ4FpCiXGk4d0w6vEjDE4SiXkARpz+5orlLvGGAUdBoGLjhYqNLpd+ZDe5cdswnZfAaJIJSEihQ+DwCMY8g67Aiphw6txNFZ2Q94aOqzRF7xP6X3cOJOxp8iNiAZsCMJCEy8DsCOPeenAwhcdE6Ewe4FNnICY1FFfVGEaMD0/oxpd/PXuNCfdAd/M5aRsq82teMCGLxae2KTMRp5cKcVgJMlMmeLfjXb5Ht4GNriu97nBbu3U2LRk4p+9eEHnuZFf5za+YyIxia7fWNX5S1d16eoNNvZanakp5XZLy1sb2sh9ffHF53kev65qoqeVzXVNL8zq2Ze+pDPnX1Em7y7ljEPITQ4Cyzeua50bzzovCaGLPAec5Hf4PFBTvi2+8W+sLmuLg0R/Z1MDbkbNyX1AvHUt37ipl158iafRNTbqa7xkDLRBG7x09hX12aRvsPGvs+Hj2cTXdH1lVTuk2+MFYGJ2Qe5MU84FzR+5S4dO3a+5wyeoQ1uXeO5f5tv9Du3VYYOPoRA3CJs2oP0VGIlWP0AAABAASURBVLANOQIUzgQ1EBgI3rfwQr4LmBoYeopWKDuBLdtMRt3BGVlSzoEhw2MrWBPDtmxLAvAKN8LQOYowrkM28kW1y0SkEYyE4BCBwmfyU6TVJKo7uqG9PSTuaLQntB0pClSEHoYWP4R2YMnew3LDq7jC0D6F2RfsL6ZlWwQKZ7uQthWEbZBV3Bgycyrx/iPVKl1AP8em1UCNec1Y3S7/Y6mqqhTTcOngEfW4xfd5zu9zqI1x3GVjiv/c7Wk2+kSf16RL5Ft8ph5DoAylf8BSoQgb3ShSzOsRPcL76zySDnGTzJC5E3JpA8KCJUu3Au2koXPo4G0rAaZeTkjNmAZsaH0ZZwmvuJJnXhWJWdazTqut+F4ffEVaxw4f06Glg9rZ2mKzP6eUKl25ckmLi4uaXzjEa2fF66N0ePGAvvZNb9Tx+TlNJmuOtWmCtagi7RbrTctJpR+135lSGBHdS4iHMbJc7PfW6tKE1CvKldAnTFPBVmBLexhjw48gBR0yIOgCKBN85Bu86UCSxzKEKKEiDBD56A6OKEU6Gg8jLMaYGbdSLntPpFGgRECGvImItDSKkUQpirQE+zjakyI0EcOUaPACsooOwa3y4JsCZBVMFqIAmFIo4iEtlQbvepQ2wa7gDkRRR5p7OrsIIwflIT3SmlIG3ZQnqD0I05G+SENQCIKSBbEoM9OPomfKrSa1bO263FBuNA1TaOKCMzAUDlFWiCwN246mZlDnKmmGWzwV0NryavmvbSXkZoPCgrxrddiEq5SIBwQGSEWxyQ/ij+jga063G1zjB5TRrbYuXrmqM2fPFXyRW8c6rwTi2Sx0x07epfjfZba7PX3wwx/Wx594QgNLE9NT2mQRWzi4pOdffkmXuek/+dnPkM5ZHTx8WDU2l/heGfFS1WbiVlpZ5mZzkwMDnw1SVUlAnbMGTMBo1j75bnOT729vasAniT7P9maSVVVSTdnjIBN/iBj/ffA10tgh3hk2+arTK5v+tZsrEk92K7xAxB8Vzh84qAcffZ3mwCs8519b3dLatrXWT7q8sqkbvGKkqTn1FpeUOZCskH/NQiCZopUW1ch5ROzD0U+AxkGiyDIRAugUjVzhh0zUO2KJPpAsu4E0xHbDCxd2I4AVxnjTxyMba9yF7YineRV8QMyxBkbaO+H9aQVn8aM8YR3pBAQdCceCkoMoAgID2KuAbndFP1YK+JJeSR8mcAAxS9MMcY70UAtdRlYwtIosBLdCKBpZlLGhmjA0doSSDQZi47WhdbuzaoQl11LTLCvKllmZR2n3Ga8Dxs8qY3xpSeoyX25wuI3NfZ3DbUpJE4yxU3fdzQFgQk5Jis4h5VfzUZoCubGIdm6iQEEMxSQz5EMGjLVuE3E8jATHeFMXw5tBOw4pWXZAKBuAU2knQWGvgiWQisM+aNsK3ATQGnMUmmYrgmJGYIzr4fzOYKNttVqqUiI/8Soyq4r8rl+7Bj3H0tRRzWkq/s92Yr5e472+VXV18cINzbalr3vbm/W2xx7TN77znXrdfffp7sNH1Ma+Tdu0ycvEoRilD8lqn49ZvzdnoySoKWPYExWm8QlVQp6G2FQqaEaGEKtgRayskiZ0yCL2uD5kJIE4lzgQ4AizggidIWzDWwWpcViQqmiChhqNxSLEhFGhSF8hYMNHtOtdqIhXCIJGAhHWgXahKf8uS6RiCy4To0YzgqGMxtAddHkoi4nTNDLxiq0UFVO4SPuWHO0QhjLA2A4BtqgMgbdMOPSQURoVA8nllxXfPvYlP9TrNVxJ5zX0I1Wk6yFjW7YL13RMQ2tf82aFNOIJitKpdqUdSct8G19hkz925Ljin/KYCRCXSBO/06rU40ZqBVfLjLyUKslWTKS4WW/y7L/CN/XIYZpvW/1B1io3+CluvO3etDrxVM4z/XXyuMSm/8knn9DnvvhFbXNzvuf0PWpxMHjmmWe1vLKi6dkZxTf3ufkFbW5vqdvr6hzP/hfOX9T8zLwqNnKy5ml/UhXxdti4xYCLTc6pklNSlK/FoUK4uh4oNvMGdhSLZ81mHnnbVvwdQYf6bfMCEN/s19jsj504qUj7pTMv88S/ree+9Lw+8vGPU6c1xX/7/9wrl/TkZ76oM+cuaauuFP80b9Ca0BzPqvNHT2jQmyqb/MSBJc0dOlTKQ1FKPckyyCF4iEVz7tF6NTeMbLlYjIdiwQlhoABhY1sJMJ0O0q6DyUSu6d8YLwGQxMiNPRQmu+Z5l9ojMjaRRjPG8p7itahilolZA7cYNoWmGLlRgEq5CmdFeQIKe0uAKfEoiUdgRdluBSonDW0UidEuGRygkIv4gEIWuEAWKsBCXCSjYK98SIoybBoo7Y7MbnjCURdhTD7J4AAQh+Qau1IO2OKzlBjLyys3y5idnJjiUHtDMc63NreYB61itsmL1RQvYsHYVqoq3VZQ7blYAguEiDwUQBDNX+oDETggTP6LIZsoASAFNmEDCooyChhJcuQNKOIBFp0iKxxsQ2EvwLLCC7qAbnGoS3VCDJ1kJWwbnFSlxBxsqcuBKV5GJicmdP3a5bI+7NCONZeMmamZsvFfPH9Os6w3Ua7/5ru+TV/35jdqiVe8Y9z0Tx85qmuvnNNnPvFRbbF29lhrKvLTmDN5B0v2gTTChRkGtofUEAVL5xQx1/GCy0KcZQFFB0Y32tPCJg4ELnaRTta4LmgTT6qRh49MJBJUuIZzYT0UkEJQe0BHMCwowZ7mtzw+hqmmIX5VtJvVqFR3soxS3UlOUXcrTHybALtIMwDy1X3YYl4anFJCNrYQpplsN3yEkLaRBiPZ0AF6LTe0wS7KkuU7Gud9UmyKPQXaJ5foG+23xYAOzwwIOym7pTpVEgvDjeUVLbEhxcZKTLVbnTBWt91WlVyAbFRbEoRNK5BWzQa7zY3j+vWbuszz/IsvntFHP/pxXbx8Vafuukcrq+s6eepuHTt+SgcPHVFiQx3wOjB38KBWNtb0i7/yi/rC5z/Ls/qaxOb7xc99QZ//zOd14ZULjE9rdmpWYnzO9Ca1vbyhyxcva35mQf34RMAhYcDErJhhGaNWpy3RDFFvV4kDQo+yhkDKnLbjhj/guXOH8sYf8tV1n2e5LW1wa1rnQDGgLq1OR6lq6fNffEa//P5f100+MTzPs36fTxFvf9s7dPTYCZ3l0LG6vqmpmTkNEm3Iy0KfdtzkcPMSh5EvPP+CllmIr66s6/y1ZW1S/kG9qXCTkxxOKFvQBUzZCrEXINpjviIqejmAtBj3WfyGiST6qQDpxGSHhRp6bDGFGcalPzPNJRMM46P8bfSRaIDk+JFfMrRNtzVl0JijFg0XNoWCIF4hx4Ky4ERdxmRB2pa9H0IuGQ8o3AhDY0u460NjRzgUFdKyPRQ0KFi7kQWyXWxMO9oN3VjuD21LAVF7bGGiAxUuWsOyeu2e4gB6k89Ts9OzzMNKaxyotxj7YszVjLng72KO2WYKcahlHMccyDRuAMlEkneGTCvTdvg76qNtoyxFuUsU7ssGsVZEOcIwokZZMmXMlvbAQ9oat484Iwh5oYkn6qRIA8FeGmPpDeXFJuwiDtgx54hbM+ZqDdRqJcW6scmnwqtXuLHTtm95yzt0zz0PKuqcnEiiUse1vv3rv1q/5xt+hzLrxAYveNubfZ0/d57LxzlNTPV05eLLisJPTsxo1w3zbfgsFjPtutBRll1+SFhZoXLJ21Q1ymDZlgTgVWjtOjuEI3acFqb7eY052yo/sAAXXS7heDCSNJgQTzGLSVNeFjc4mnW3ikGPbFDhI/UAyDGfxujXJiPT/Snu2hfViItRHDDkG10TNiJTVzdkCYMOKMxuUCpGo6iocoOKNpdwFNhGBxhJ0ADUrreLYpcfEUU8YsaSDOsixiAGt/bVObQBxWI32IuOrolUdNEJAZkS1q60bRaS3mEtHT+tRb5TrayuqGq3lJgYvU5XKfqxtra4sdfRhmyCO+i2qsx0yZTEqjgULLEBLrGxH7j7Hi3efa9WiPPs+QuaO3VCV+pt/drnntTHXnxWF7fX1J2dUuq2NDkzqUceeUjxb/dbkrbX1kt+169cL//E7hlu/M8+/bQ2+XY2feCAZo7xVDY/z225qzRFGpRvm417kxv9Jhtrhw23SomaZSaJZSflAa1FWTJtF4tizTfzirzQlD9wWllb5rv7FS2v3dT15Ru6fuOGzrx8Vsu8RixwM9/uTmgwNa016v3BTz+ljz35WZ25fF03dwZaVdLciVPqzB/Q1OIhdTmAtCZnNDW/pMTBZO7ocS088Kim7nlML13rq92bVfyTqPgDoKxaLuUwZeyrph5pd/KHJgCDr8CHZUCYRr9GNwWUDBCONviRjWkX5eDIO9M+0DV2xdNOClXDQI4YbBWtNuKLwV4Q8bAWEGRYq7iwb+JFHmQVFhJGtmWNHAVRQMPnMbpI9tkWyWsG9l7Kgh7jvmw8zBubIWETG7BNUkZnMOgWbxsJEB7a9KdtbBtAud+nilpaGChjF7Xv88ScGRuZ2ZUkpWzFZ6qjjKUka2tjXVPTM7rJy9f2dl+d3gRW5gY6q4jX6rREUruAcs9zAGAXw2egBsC72qBLDyHZT0dfhgTF0BsMUDYJPIQMzmSeEWWwGS9CJugCwhU6SW4gF1xJIhKwm4YYlyM+q7RIDt5RmsZWwRdIqkMOKNocUGU1SYOhRXaZhc9VomUznwSv6PkXntPMzLS+/hverYceeVin7znNZeRQeUW8eOmCXnjhgo4fOaSvesvrtL5+jZe/TdW8Dm5vbOnipcu65/5H9dgbvkbtNKnB5kBLs0uabrXVog8TvWFTwpRkByGVnRAyS2gDgoIJH2VDZ1sJcIKRmriyEIkQEM7Afu+hpkjDeMQ7JCUIooEhW9YFShItOjJvDIZli0UEiIPPeP9bjJOxoiv4UcQ74mGGt+jSOG/f2ShsxjMP/k7QFFJU507akGWNsrAjrwDkGRjzuyrkFj9wo94lGnYUOgjLdhDggu4YhIX3lTBjDwxltuWxmHmMTqFzNFljAVu0ubAlgB9hSNJsOKtmo99JXXUWTmpidkkbbJYTkxOq2m1Ns7nFRt9KLfJOMrf/ne2BVrilClksPhIpkbc7xJle0Oxd9+rwI49r6YGHlBYO6Do39Njo3/wNX6ff98f/qN71nm/UsdOn1GeynDt/VjeuX1HNifrG5UvavLlc/m95s3xvvJtn80cffEiPMfkOHVgQw0pH77uH9E+Wg0N7cVFzR49qmleB6cUDlH1evThNb2d1UltVThIbcbu2JuA7uVJVJ1Vs+gMm6er1G7p59Yo21lZ0/eolvfLKGV4ebnCYWaNGNbeivu6+7wE98pa36u3f9B6941t/t972zd+id3/7d+od3/StesM7v06nX/cmLXCwuUEeL129oafPnNcXXzhbbvAXrt3QBfJ4CXj9V79T9z/+Bl1a3dEBnvvinzB2uaXVAxac2NxpQrEAZ8AujEQplIPQmbhOAAAQAElEQVS2ctAFVFxIbh/NuYhymZRSHMgyMZGK7ikLR4yTAJe0TFoBIDzRCEUMFW1KSbaVkuUAg4eQZQnI2nN2Ig8A24RdgNJI71KemheVkk9EJAnbsi0C3dGFXQBKK36FkA0dALvnTdmtspCqcdEWQdmWG0K2CwR7K3ifAA7bPZFVfshsKO9pbqVQy3aBaIdRW95qV3jsRNtlW0QodYi+YwuGzqpCTrvFvyq5+67Tilpm5k6fcRNw/eZN5WzG/pRafHuO/op+j7aPTS1AkUaAwkWDBkCzsRDS6UO+YdS0YS7RgqZ4yKRI28myLWkP8jjvRLmjlKEn6dAFuQsNQerFjulYxsYgU+osXKOnysiJTz4jsRNpl/RinFVyqrBPMmuYbLylRN7Q2aioX6qsTqctwfd5vQv5Zdac9/3iz/KS+LN65+/4Gj3w4IOsacv64tNf0KXLF7WwuKC1tVV94Qsrmp5JWlsHT3V1ffUal4FYIzZ0jW/63d6UUrur3vScDi6d0srVZU2xlh6emtE8a1iLcihJVUqqqkotIFUIKKNt2VboZYoHYCZUCrHgbSuFUBKkJITCweAhbvFD9Ug6Yk28O9pjaNq9ydNw0q5dNDqA18gFHe1HCyPKCtzEgqWtCYsnScZkLnQEkaZt2Q2EbAS0xoj87cWjyb+XahQooJEEFZUJ3EhuD41oBJC3+Ch6aCXHzyrODmIERTQWZCxz6WSGsmxrvBGDC+PAKQe1B9G+DRihmZcjgC3ehJFaTBqVdCOPkg4VHajSwK3yxL3KTX6bp6l2r6MYkFWrYrKx5JAna4syG2Wq2lqcntd8a0oTg7ZaaqvNjaI3t6Rq9ogmjtyl1sFjusBb9SKb/kNvfbMu3ryhT37ik/r1n/0FPf2RT2r53EU29y3dfddx3XX8qO49cVz3HDuqw7NzOjgzqwPcVnq0wQbfJa9zqh5srmp9Z0Of5mZ/dWtH/V5PrYV51Xzz3+CWvd3uqI5Jx0Y/055RZ9DRdHtaM9yep3JLkzvWPBNwqTOt+aqnLk/wOV4OqGvmkDHYWle3yrTdtgaDTb7XXdJ5vr299MpZbVGOrVZb2xNT2pyY1sbktPozi/LsouqJWW21JzVz5KROPvQ63f3I63X8vkd036Ov1ykOCYscRL76W3+XvvTER/TT//TvaPGA9fSzT6nX7WqC9mtrVu2qR79ntZhtlVPpH7lW46LfrBppLHw5hMyixBKZoMtp3BC3+Ix+v8iyrRJH+x3JKebECMoowTasKE6JZzfx7T0c+oCI5yAIYsyYSKUeYSsLFNqSbNhmDjOj8oXODpsGwtB2oF3IMrWh5MiHFBIB0SoqLlOJOoc2ICMLkIiiXQezP+WhBtOIX7iw2QUR37LUAPJYdBP1s3elutW5sSaEws5De7vhG/uSKfUCI6foiOlVbCP9lLCtpMivclKAGeeH+awWm8XM1JxWlpd1jUNk1eqo251QfLtvMw/k0tQS6Y6gSV/FRV13gQNqEd4WkAhecvkVbELSNBLhbEeoYE1gEwKQskd09AflMaAxCB6oh7IoRiljlZR4Saw4sEQ9A2PCGpSZA0DNWgTEp7d+v89hfKBRXNNONKhynUXStJkVfwFfpUrx9ztnX35ZH/jgB/QLv/IL+uwXP6d7H3pQX/sN36Tf/NBvcDM/r8de9xiH/E3FITz+mWL8R3IefHhGW6xjO6wTqarUog9WOQDEYSCxDs4uLJI/YzO1NHvgsNqpozU+Xb75/gd1Mv4Il8MYSybxrE4rqQ20KiulJAKVOktyw+7iasTbshvAClqSdUdnN4pAASMju5GP+NvwmNreY/JthkPBPsWoB0WxiIvPCoMADR1CtA1j2W7IYUhVh9QQhdqOcCgYQ5aH3AgP2S+DYoMsJneKNl7WMIq8scPLjjCErwKhT1YiA4tf8Hpt55F6aGvihci2Cgm2LQ9Hx6h4LgRydBo6gwNAd/ARIfMcGLhioLbKRr+zsyPWSyAzuDfL5Njmdt+KiYJuwM18J27IrQls2szaLmlPqW7Nqe4sqjW9pO78oja4OT/59DO6sbqsDQ4OV9nU185fUf/KDfVIo93fUY/FvsvJYYoJ0ut1tU1y83cf0+w9x9Q7fkAzpw5rAX6Bg8DiqaOaPzwDLGr2yEGZZ7bLm+s6v3xTN3iunzl0UEvHj2uSU/gWT+WXF0/rlcWTunDouJ6b6OkLPG2e4WBw89gxLZ88pXML83ppdlYvsnFfrCd0eTCh1fairgymdT1P68LKQJeW1zUxOaUeG/KRo0c0vTivbrutuEmJzkitlsyi2pue1gKfOtoTE+py6JhbWtTc4pz6eaADLMrveMc7dO7D79czH3y/Fie7msXuwPyCVlZWtRV/9Mc3VtuME6ldJbVaSbCSoves6Opm4tDcGnehF1aBsdN+Fws56x0LZOhJMywj4WABm2A3SuSQVSsr4oU4tLZlWyk1WBaeQHsu7AOEnW1QA3LYRLlyEAUyfZ4ZYDkqhYFtJfKMOVIA2i4R9aoOvY0N/o42OfILaLSFbcgmjLgN1YQYUOtduiEitOxoN+iIA4zawcP2sMMG/Zi3LYUHGmyFKCXSCkJ7rpSSIJoD1Ciwk6UwdZKYeqrAVeSJrtPpME5a2mbjucYL0hrzK/7518b6OmOnpapKMj/dwe3WE12sGQWGNGis7w0bJbKiHBEEhkOONzD0IZfGBBp3IQ9AFq9r9LaKrVnDGipRr3aqOGS3y/xqMa+Sk8IsylvHps56kQd91f2B4g9pY4MPeaoqVdi32y1u7LRLt6Mu892kubG1qY2tLW7fqzp3/hV94KMf1ic+84SWThzTPY8+wue1KfVZf0QFlhYP6qlPP6F7T9+rt73t7fr4xz+qD3/oKd3/wMOanprR5FSlyLPPGhj5bm5saJu0J9odTbGWJNavGNdVt6dpLior169rgYvPN7zra+R4QUhSqiq1AihbVYAqOsAUIUASHWJbyUSQJcC27CHoVudbBfv4oi3BmJhujbKOJLYVv+AdwT7AeMiPxxlfiYoFQcx0Emqs4ZlWmOXdMRUK27IbCH4EUdsRfQv2Pt5ueNskFCpHsAv7C7kr3iUsQweAxjzFZOkZE7wqSc1e1TKLYilSb3AmlQDQa/iwjUi2AykaA5IYwZdm3c0xdKmxKHoC4jR5hLViJUGiAiounmsCRLx+XWma78lTU1NlwmxubrLJTarT7SpSidNzm01um5t0FTdbJtzk4gF1Dx5WWjqkzqGjmjl6ShOLhzR/8Ig4AOthTseDwY62OP22mCB5bUM5vndPTujA3Izm2BSPLC1phoXrrkOHdfrgUXU2+hrcXNPapWu6+colXTt7QTfPX9bm9WXVLGydTluxwS6wgfbYqFeRbZDHz7//l/UPvv8f6z//3M+pTx2nmGzxVL9xgcPFKxd1/qmn9Nlf/1UNrl5UWr6uyf6mDvYqHV+Y1am7T+vxN71F3/Ceb9F3/+Hv1Xd/zx/S4gHKNTvDgpp15oVn9bmnPqULF87p5vINZW4RXUtdGr1XWR0mZ5X7muq01GtV6qVKC9OzmulW2rl5WZ/4pZ/V2rmXtDDZK4vDxtq2Njd2tLa6rps3r0nVtvq8VCRJsRAkbgy56Wgk4U0fADFz6Ax8CKllBgq5P6A8YcoMw+ehzrIBONuEIQ+AHPqYIxFvXGpb5QdOLD5BC7oA8SIOhQu/m5dtNDHHmT2xscOVdAnwxVby8AeFvSVGoQSpXbePaaQmATekaJEhdTvCrAjH61IEBBHfjhAGv2tDpBEd2mICYVsJsC3TBikleKBgSzI/3dE1GkLi2WCsbBNG24CGPvI1qdgukkBEUcEEeGhqjDo2mooNY2d7U3GQazEvn3vuWa1vrCt0dQixi4Qi3eijEUTjBx26ETBcRuQQExkvRRApWKP8Ze06O5gANeLggYghcAExDgBhlgOCDgaAZV/Dmo085lSfubzD5rm1vqb11Zu6ee2Krlw6r0vnmXdsnKsrK1pZBjggLy+vMneWeWK/pAsXL+qVCxd0gc9+Zy+8omdffF5fevml8k9yn33peX3yM0/q/NXLevSNb9S7vu7r1eblY5v1yMyzQ4ePam5uXg9w+37s0Tfogx/4gJ741Cf1q7/8Reaq9JmnPls2+KWlwwVvcHiIw8EWZc3UcRBjho6aYr3J9ENivWxPTMq2VnnWP3X4iKa4YIgjdIsDSVUl5rhVUXnb2EnWnkOkBBvYtmxARjL08IJ3QKF1m3ORNGEhbwtoc2QxDsIqALZ4R7qNuvC3BlRXMYbG5SVOCIgXdJCNEWO8YUoYxd0DF9koiDqPaGlkJRVSr+HCNIzsJkG7wa8ehVK+qpICv4p6N9XbZsteBIsf+r0bS0byqpkVnW0MDG0wHsQ0V4hToZGFhy4oRyi5GSZgKYKwVzlJY5iBEEqEeWgp+iQp/mtvO6q0ubWt2NQ32OirThu51Oa0agZoiYD5FAM5/p35XXw3P/jwAzry2KO66/Wv1wlOv4dP3qWfee979cmPf0znXnpBazeua8CCNNFOWpyd0qED81qYm96FSU7iyxcv6anf/LC+8Jsf09aLF1VdXFHv+pZm1mpNrg3UurHBBs2kfuGczj33ktZurvBE2VOUaX5hTmeY1IuLC/rGb/5Gve3tb1efyfgv/o+/qh/4q39JT/7If1D/45/QA4NtvXmqI33hM1r75Ee18elP6MKv/ZI++EP/Qj/0z/6Bnvvip/Xj//Hf6EeD/4F/pC89/ZTWl6/qwPy0jh8+wGRt6c1veJ3uue8+rdy4oVe+9IzOPP1ZfempJ3TxS89q5dxZ1TeuqM93/lWe+tcunNd8K+vKs0/q5pc+Q/yuFg4c1MzsopJ7aqUJLS4uKdc7OrzQ07HDhyReQbLbCqgVfSLRUSqu9F2hsFMROwurhlY4+KJUEIzZkEHHhA654R0BMrsQSBofNmUSoys0YtvkA1iySyCRY6QukyIR8KoJMos1StkuEHRApFUXXcSiTLHxhz0QeruxTyyWRMQ3fOjGgZiFNeUjCnaSpQLCRT6g4iMnSqcii3wCikaNfSSg/S5sA0ZS27KtUblg8ME3cjMJbQuhXs3ZoZdS2AJh65TGzKkVZSNsZGEPlQIDluEaj1mpT2YTT6QRsLR0lNemxIa0qS0+PRn7uHXWcUttGkFEosXIIRKAQjBMsEG3hZGvQ2pSa3CEGnK6zQ0zskRUhcsQIc3IctDgGkVpX+jQRT9GSyRevfLOFgffNa2tLGvl5g1dvXxR5868qAtnz+g6m3eR83J3/ep1Xb92Q9eA69euK/7vfSts+PEyduXqNT35uc/qY5/8pL7w7LN66dw5XSO9amJCR+++S/c/9piO332Pjp64m6d+aWlhSSd52dvY2NQv/8Iv6If//b9WrGn1oFblSu/4qpO0rbS2Jg4U17XKy2T8cXKsj1HRFpv65PS0OtOTqjgwtDo9TXM5EHRnalrtyclSo2nbTQAAEABJREFUlxb1npudIcxKVVKVTPoAladpBEtyGTAgeIOzop9Cb1sI8C6gr8RFnK/ELmxKVhFomH5Da8wxehhGITfSwKCvwBfLMu5GxhEfKOUDj8RgmoNw6EMV0LANZXtYQKQGxvyIHeEx1TCO5ZGwlGrE3IKLrgR7CvLdY8apsGugGczkULzJy9KrxIsY2nXYQdvg8GCLX8GCEk/uVrgIESsaqiohkhAAxjI2g7C7HSLHmnQku9Lk7LwmgBZPX/Fvyefm51SxCWeL5y3uyJ1Km6nPU9iafunHf1L/8n/72/r3//pf6T/+yA/rwtULev+v/jKT7CN638/+lE4eWdDpmUorz3xBRzodtSwtb66JT+byhNXpWN7e0PNPPqn3/6ef1OWnv6STBw7p5F2ntHTPKR25/26duOcuHTx8WNNHlzS3dIDb/5zuOnxas50JLZ8/r2lmyMLBOb3w7Bc1wcK21G7rJM/hS/Mzmpvr6q5jk/qOP/wt+obv/TYd+po3anD/Se2cPKp08oR65NM5elw7MwsaTM6pHmzpMGntrFzXLLei6VTr7uNHFN9CZ2bnNTkzrR0NdGX5Bm0yrfseelT33H+PTh5c1Akm9cTymnZefFnbzzyv3sVzOrJ9XYf6V9U//7wOz/R04MCCUqo0Nzeviht/q5UkFt11bia/481frbt9QMtn1/UjP/Yb+mt/+yf1fg48fVUa0IeDFNNMjWPSNFxuePQKaDjCoTyoIIHMxlAWWGS2VX6GeRU/sh2po6RuYhGOpJSesuxy0PvjuahCRhHKIlFomHIowD4M4m8LEgPUtkx/2kYcINlDrAZr5G5hR+J9mPSb/GitoFE2PMQdfKOjcOM68rfJDJ/YWG3LBqCDjwNAYBsZMB5V2pNBScED6TY7NY6sU+jhbCvsLAlS4aJ8delHKc5Mg/4AmxQq9Th0r61vsiExBnnejpe4AEUCWGTVogPwGagV7c/Qw5Mp+lt9iYaq5E2AxwRBhCCak3RKknfEioxj0RDlKxcMbCl7TcH7fKaiu5V5gu9zMFm+cU3XL13SNW7jL3zpOZ3jwP48m/QLzzyni6+8orMvn9P1+CepvIBtb/aV3NJEd1LTvRl1qp54yNPl8zf0qY8+qQ/+6od06cxlTXhCs91ZHZg5oGMHjurIAvN4/ojWlrd1+eqyvnjmnJ5m/Xjimc/pQx/7JX3msx/V44+9Ud/1nX9Yb3nTW3Xi2AmdPnm35mfndfTolKI9ov2nZxY0wRP+Kp9HpKSUWkps6pscDAaWqm5X3alZ9aZn1Jqc0hTf7bd4pdtYXyGtadq9r+xatmXGkJ1kWyOXlLXH7VGhHzML9r8I8h2sQxbQqKCiUxqmhKYshdgX7C/TPtUdGFKl4xlzY7qoh+1ST9CYRkr7uNACthvxCDccYcgtuwHJKg6+YIKhBEoq4hLoVVxYU+1Ar2IxEscEoGYjdh+2rPAFpAYh0j5XmmZXEmpyxtaAZINHIKnRaeiybBe6CaXABZAH3pNoz2XxdEapwVv9WoeOnZQZgCLO5PSUKp6aWp2OUrJ6Ken8F57RD/+zf65zZ1/Uo29/XJdXL0utHV27yuZ2aEZH+IZ+GNzfvKmd1euan2hrttdmYnY0yY2el2xVnOBf4Rn73/3wD+llNsW3vftdets3fZ3uecvjuv9Nr9dpXgkOc9JeOHZM80eO6Mj0AR2YW9TMErff+P7F9/eDrZ4ufupJff59v6QOT3kztdTlk8LK+Yva4GTfZnNcPEK8u45q4uiiZk8f1+TxQ5o5fFAzCwuampvXxMyspmbnNTO/qM3tdcUkbHU48HASn+DbWvxh0zQTdzsWmG3rUG9W5kYxuXFN09s3OOZf02J3SvdS1re+6U16w2OP6iCHow1eMC6dO6O1G1e1vbGmzCEkFtcZFoBpFoAWbSk+LgzqbT315Kf0nd/1X+m7/uwf0z/8wR/Ut/2+P6BH3/Qgi9u6pJayDA4A4Wv4kGXoXCZnULUQh5fGpktmUYl881CDsnjbSFzo8SDGbyxoBcYV2I+zjJZdttgSsWBKG1jY47HJuxDyzOIfWDkrs+jXw5s90RSlCYimibh2cCpy3cEZjXfle1SIIo/IOdJV5DWE0I2XXcM8wv52O6F2geQkS7Kt+CXmgQ1FYW0woFd1Lhrbsr1LwxR6VMZginZoI7n8Agtnm6LTblQsyhsHcSGLT2kBDDH04sBaa5OXuPi39JaJqaga2RARjhSG4X4+FgEXe6MH8IInC41c5EtqpEcqwzat6cdMPwYeQTxl1+RYU6iauR5yIqlClnnu7jMnBhym4w9sz515SWeBV7i5X7l8UVfZ9K9cuqjL4Litz0zPKv5bFXdzEz916m5eLbb1Cjf1q/GvZPhGXrPJnr73Hn3je96j7/zuP6B3v+c9uvuhh3WdW/qNzW0NmMebbMYLJ07ozMUL+pv/+9/QR3/tN/Tg8bt134nT+rp3fpN+57u/VXfz6a7T7ir6empiSscOHdE9d92tY0eOa2Eh0aZ9hYu2jpfOLumajX5ru1/WyKrNGsla6SqpMzWt7uy0esAg5vBgoDZyceDKkYhFywJghhB5WnZAyKw7Ow9tGlxsXMIvH9BXNP2uXQ4+uBEeV4Y84A5pR9mzjDXK4gnCdgS3sCNxwbmEewH1FWlpzKUxuqhG6dku/EhvNzxoJFJDe4xvaLvBu4o7EmFDxQKN9LuNsysYEQXfWp/dRkVrjX7BNDRU8UydgvcHmRgBSKO8BSSbuAAtrjs5u9EbZQBIxZaFVtqVKNweZwZsV+2JSU6etaamJ2VGYZQrVZXmkH/+Ix/Xv/g7f798d3rp4hl99LkntbJ1U1/7zrdp/cp55dUbOvPc5zXdlXbWrqtrNqCdTSWezDtsbFNkNsXJ/joT9X0//VN699d/nb7j932H7uJ2vXDwoJ594QX9yx/6If3df/SP9Bf/2l/T3/xH/1B/55/8Y/3Nv/F/6J//23+jX/z4h/Usi0H83+kuv/SSzj/5GS1y0j/gtnqm/BxUttn043awODenyzeva9BK2qmkmkOGe225VZYbIVGLBaD8hXKnq5wqDVjAW2zyXRaXCTb4mel57Fq6cnNNH//0U3rvz7xP//Dv/j197IO/pn/5Az+gP/Vn/gf9v//639af+wv/s/7xP/sn+vgnP6a5uWndc89pzUxP6yyLV+bmUpF2h4VhAL3Mi8A6J3xpm7V1m7Zq6cknPqEWB6SXL5/XRz/yYZ158UU9cv8jatWJ3jJlaCDDCQgcXRl946Zji1S7LqRoI1rIxsassTSyRHsF2JZtJOEzQQCtAxpFCy2sFITGHMIY37tA3xY6TJLlJNkaOgjso7ix8A/YIOphBraLXUIZJfcwRkHotE8g2KEAXaFKoNtck12kKPYZ2mOY322GRbA/keAKUAnb8hDLkm05JXAAtIxQksHa70JkN3LbmAxhaEapqDXlKzw6sG3RfJLxCYDHQ+ALofJprcsBvNfraYKNKepaMbZ3uNFvsIleYSNMFQNf4ciFukffRGaQIWwgGEdsgPwaocjaiqzswICsKGWY05iQ2AcD5Oh3+jMDoQucY5NnvA/Ag35fg202Xb6913zCu3rxvK5fuahL3NivX7lcnrfXV1e1zvf3tdUVbXNQmZ+d1SMPP6LH+Rx46PBhffqpT+t9P/ezquu+Hnn0IZ06dUJLvKYtHVxQp5tk1pp2u9L01IR6tMvrHn1Uzz/3rB5+4CEdYW350f/wH/Ti00/rT/6hP6Lf87W/Q8enpnR89oAWJ5eYg3NqtzqqmKcBXdaDOdaA06fu0hKfA0+z4fd6LQ4Zm+TP2khcctQkc/rgwgFNdyaYy6bqWVHfLnO/g02bftnckWo2+sleV+JAlEtbS9GawhGLULJHEhWXw5a2LQzBLWokt/s8Zn+79hbJyDa68RaV9hdlnzZTkDxmEKZ2hCOzcZoqk0+UixE4NGj0TTgUDVEa4jGEGX4kaMgm3CvDkMdoXzngf3t9JrkA0Ffq71QgGiQm4R2TGFaliWaqSJNk39k0ihKA1rZsQ93ZxyALiFOqGeQnOdXucEJuddpKLBqbLBj97S2ZCfy+//hj+oG/9X9qgrTveeBevee7fq/+wt/4y/qv//j3avWVc6qu3dDFz3xO557+oi688JzqtZvKPNWbid3i5tph0neZ8K8w2Z771Kf1Z7/vv9U73vIWPf3EU/rpf/Xv9f/5s39R//v/9Ff0gV/+Nc0eOKCPfuGzeun6FQ0musrTPS0zmV/3Te/W3L136UvnXtYr3AKun31ZW5evaKrT0SQTa5oJdpBFITaQ9773vbrEzaCDbmtzi+9ra9piAVlhMbl544Y21te0w+2ixSm83e5pq7Y2eH+bnDuo7uS8nn/5gn7jgx/Ve3/257Q52dNjv/Pd+o4/9d/q6MMPa21yVq//1u/Sy2lJ3/xH/5SW7n1Qz/I98X0/+17903/yT/ThD39IB1lcDh88oDO0xRrfCSc4KG3SFjeXr6mqag4ZfZlnvYVuS09++ANa4QnzmSc/poVWX3cfmNW9fK/vMCYqus8yHQhk0JhHUjQ8Xkihi74OGLMZkTHZCl0iRSDFmhOgXYecdMi2SGyTPgAugrEg0sN0V9LwjcRIbQ/jSrY1cjHho38yC9mABXCUV8LEBLaxH6YD3cRzg0ZhsAHB79oEMwYxP+jTkn6T3JjyDmTYK2bDUBfpFpBsAxUE8y4l6KSELMA28vBgNS6XTBt6FNqN3m4wiYxU+zH6YkHHQDb5kGdKVmIwpCSlCMhjls3w7Jnn1O12dfLkMT4zHS0HgJr5epl5kSIB4Ur9S8vDhC+CZswEOwYWv4hnBaVbXabfMnk3fUg6bPLahZon+VqxXphPCzW33bzTV80mv8Nz9+qNZW3ywXsLOjb1q2zy25sbZWO/SnlrbCe7PT380EN6mE1+i4PBb/7mb+hjH/uwjp84qnd9zVdr8cCclvm8ts6L4SD+65Le1mBnTVtrzOnrl3X9zAuq+Jbu69f0nre8VT/89/6+fuB/+1/0VXed1jc+/npNsyb1Npe10M6arFpcEHrquKuWW0qqCrRSizmKrtPTXcdPaLLT0tzsvPocopITeW1oJ14MLl5hndtQi5eDOJxs7+xQlh2ZtbPNfK/4xLC1LdU7A81OTSnRp81GT7tp5GjoIWnv0aL1o8e06yzbu9xvF7E/j68gVfr+y1qNinmr7VBuB2Hqsz+lNM7aloon0NAhww+ZBt3Kh9Qexhlie8iH8v9pICub4A75xMS5g3ifyG7ipiGONoi1ibVMgcO4JmAcipkGNF0YQ8pu4mrXwceg4ykpFg9FYkpKDPwtNuNenD7Rra2tcCvPeurnf00f+79/VvdNL2licVZv/Jav0Rvf+WY9sHhQZz76KV196gvaeO4lVVdvaF5Sf+WG2lWWzaCvdpBsQ/e11d/Q+asX9cf/mz+hmxeu6J/9zf9L7/vRn9I6syTBkYcAABAASURBVOHo3Xdr6egxzS8c1Oc/+0WlyQm99KUXdfbjn9UmN+qDE7M63JnWIpPy8MSMzCZx/sZlrUySz+KkJg/Oq7Uwo622tXDskP7TT/24Di8sqsVzvld5BmeDr/kenrc2tb29obgZ7MQhJkvzM3OK/9hIxaGg1e3qNz/0EX3huec0zWR99PT9esOjj+mB++7TAU7o9ZmL+uCP/6R+9B//LR1KF/Sz//Hv6qvfcK9Oxsbcbuur3v42xb+9/Ymf+DG1eE2Y5qn+8vlXFE+VmZeNzA2n2+uykMT9dYe+6yv3t/QKh6Qf/sf/QK+/76Tmp83nhA512dF2J/qKJvwt+v1jy/QDQFq2CfEjNORpDoRNCCGFfqjT0I3SzMqMkqwRDysYomSVKInIEHj4hg6bzEZUA3RCY4+BbZXfOA4aGGb7FSOblACJMc034gQ4UmfM3zkRKzuWmWK1a+Ih5dAVqORUSdTLsdnawg+t7ozssHGjhA7CthzErYAQL4UeqIAUQNGqlFRRhha3dEhV7Zbipvutv+vb1eVgfmBhQaI34vAUL1Xx1+mljZGGb/po2FclE2jlUO1CZhMvawdyspWKnYoLy7JuQ8QmH/1cANtISYExCLoAaWVu3zXrSWaDjD+O3Vy5qRts7qacoYuNb5VD8A4bZBzQjxw9qlOsA9vYv/fnfkbnXjnLt/NH9djDD8n0XcyfTst8J++oxyfBbq+ldqdinrnc6mteyRLzv5+31J6opNZA3/p73yN1BjrAZ7zPPfc5TRxZUF6a09bcpPqTLfXd1yBz6DY1iPIDdjCSlXTi6AkdWTqswSYvDqyHV69e1YCXw8zm/b6f/DF96Fd+Va8894J2OMD041MCdelzsWi1u+qwucemn+sdzU1NqiWKFIs16ddkASsyCa99jjZWSMNWvzVHc1F6KbB+i84eFfK/LAFH2e8Q5Xa591mlfdxXwNgkANjgkqmVCq3fHsdg+C0nRJHwlIoQP0qn9C2M0YDu6BMT3cbCDMqYWOCRYUYeEBqjc0ymkXIf3ouU2Ihyu6Pe0gl1gcRz9fWby4r/qEScPCe47f7CD/+Ifuz7/7+a7O6o39vUH/6+P6C3v+5htTmdn/nYp3Tl2Wd14fnntHrjCrlsa4Hb9zwwxSSc6CVOwhOa5i1/c+2Gnvn0p3Waw8GP/cAP6jd/5dd033336+3vfKcefPQRveFtb9FpNtPZudnybez1jzymtyB72+/8Wn3Ld3+Hvvs7f5/qyzc1vd7XQyfv0rvf/XX6pt/zrXprnPIPLak3OSG1k3ao9zW+kX/hs+f01W97u8QhouYGoTU2e07hrAPqtCq1ktlss5I2mYTSm9lgf/1nfkp3Hz6q97znW/Q9v/e/0pv41nf8wILOPPGEzj7xSW3wknDq4AHde+Sg5ivp0ERL87w0PPWJj6m/ua6Tx45pfn5OJ08c59PHlD7zmack+qLHQnzz6mWKZ4mNPnPb6bMA2lar09La1oZ6qUXP7+jls1/UXScPaKAN8c2jxCf4ir1JxVgbDGItzoF2wbYUIIG8CxpzESOPjXFTh4iSVagxy4bMoACQYmWJRTmOMYpIjNloZRSSiG8pA9qNoOKMzvRJwwSnkAAiQhgHSJGkhs5g24of5J43ZAAa0cMBhiZ3RdnQUkwrlYKYEdNALqsvlk5KJV2woiYAvJAHOIUNIEvoVbAppwrkki70mDfqgNxUY08z5ENnWzZ5gkcGdsgaSNBFbml7h82MsdPrtvS6hx/UwcV5xTNzh7GWqsSw3yowsg9sWVScMDJtYHdTzrWi8DnwEDKFzdzWM4eyzLgV8gwYCD7kwibGdI0+Y1cOb+CgM4fxPGBGsnHX4B1etNa4bfd5Sev3t9WqrPmFeR1h3hw5dlScZPRJ5tkZPnl9/e/8ej1MvRIzoc13/qNzUzow29P0ZFI39VXV23J/U21wl826zcyfZM3pssFPz3XVm2prYmZCucr63j/2J/TEZ57QCp/MJtlwJ9mAO6x7ZE9xKR9li/pUKSnaOFOnVFW0U9JEb1IP3v+Q7rn7Pol5u7p8HUT+tPOhw8d19fIlXTj3irauL6viUpG3d8ptX/RVi9eJNof6eEmcACcGvZtWLs0mufyErfa5oVyOLtmneVWGMZexp+gRYpbHAPK30duU69b0EJmcbd+qKbzRFWIY3MksDXW7yLvU7YRt2S4dZoOj81IjM7Q9pMHC2fBDTMTwcF+JJ17EBb6sdbR+GFkyv/ABhdbQYROTbsjtIfor7GyrxBnimLCxGQuXUWQxjFgkQg1VpDFK6H+GF+xtntww9sS0Jg6d1M7EnHJ3SlM8B8YonJmZ1tkvPaenud3OdQe697ET+u//+p/TV731Ud145hn92o/8qJ795KekjVVO09bUgSlNL82SV5/nq00mcdb8/LSmp7qKG+sLT39BbSb4C59+UjXf0d/85jfoDW9/sx54/GE2+NM6xtPcd3znt+t7/+Af0Hd82+/SX/pTf1p//s/+aX37H/v9evwdbxKJqlrfUIvNeqLd1gab41Weu1989jmdff5FLV+NJ/GkDovf9MSE3v21r9fhw4d4NttW4kmwxQm8TRvXPAeqLEoD9boVN4OsXntdb7//mA7kbU3RTucvnNeVl17SNt/4J7kxHOm2Nbl8Q/naRX31V79Zv4tPCH/ye/+I/tz3/Rl993d+j77+d3ydvu1bv1W/53d9q46S55ve9Ea9653v0qFDh8p3+gEL3TKHjyi3YxHk84jZVNot6kGbLB45oheeP6PFQ0f04rkbOnnyoHa4lVS0ZoUtSLe53EhM39sRSjYYgIDRbc5u9EZjRwiBt/foGDPj+dkWwworkayVDcgauSgGD7YMmcyQzEXMdFPCzsaOyB6BKvTIFGlAgiMM5GTiJNmhlyAUssDCZfpOTfJwQ+80JG5BIbZl8gtIrqDhHQlkaCnxMyC4kGToOlsCG1lAAgswZRNrRwZEWjIaG1WS0GfiBdQ5Wo+6gUNeoNhhi52NjkrYgcN2CEN7hw15OfKB1tDZRYMEDC30ZKkOt/rYQI4uzevk0UM6yKH06NEjajM/4j/busI8s4lDzJKUJVgCNa60Rw0dwHqQs6JkmY01l8qErOYGG5thX7EZEqjmpj7gNWzA2B2wYQ92dpie29htq+YT3QB5n+f6AfIdPpdts8H32UwrDiC9Xk83b97QJi9rojAHlg5qcemAPvO5z+pn3vuTeuSxR3Tw8EHVHCY6zL345r4Uhxg25zik9zpdUTxdu7aiLz79JX3kE0/o1z78Ef38r/6Gfu79v67f/PDH9fSzL+rqjZsS9d2mfPFP4o7wWnAj5nOPzZ+n9i0uKnW5gW/TCX1RFEX5TPvXHFD6lL2mPWrm6eTkjN76lrfpsUdfp6tXlkn/i9qkDd757nfr2F13q+JCxILEM/6mtlbXtMHL4SbrVJuNvgusrq6q1+lwsBRg5okUQeQpa8/lPXJEhdqUI/BIdieMiWq6MbpNMKZvI/1EgNdePmOZoLCNagjQAoLT0GXGa8w9D/nAthW/kjbUUBWWAIVAgIlEYGMJyMFadsCI1j4Xs2lXQPl36TsRJDNMzEqpApjSgStwySQsVGxUHPxI7hBYzU9g3eKsIiz2DSmcbdl7IFnhooEKjqBAI9dQr9dy0Vn0yShGmDrikQ8jkwaVykDELnQFHGETydjalgISWPtddODsASbZwcO6cvE8A/Smrl67qonpmfIdrTvIPEu9n/P0jr7pe79bf/CP/zEd4zDwoR/5af3if/oJdac6mj99RIfv5an58AFNzEyqiok5N8Pm2VUrqfwPNy7x/f4S39Kn2YB7vUoPvfUxPfZ1b9Lhew4zHjfV5Xu1zemeZ/5W3lS9cVM7vA4kNsZ8lifvZ1/QJk/4W3yv3+yvajmv69KNS1pfXtbEjjRVt3SgM6XZzoRqTtMT7Y4uvPyy/sJ//+clqr3DgjIAMptti3aICUDL0XYDmTLGZlthuNDNqvKaLl48o2Mnj2tiuq0cN4e2NODJvV1Zq9evap3PBX1uBjPdlh657x49dM9pPfLAfTp1/KgmqONEt61Oq1IL+5N3ndQxbivR1tMzM7rOrX5qssdhpKPKbW2sU++JSR3nJeNX3v8Bra9voZMmOKhEnGRKNuDYFl3Kyh4TnoIrBS8pUe4UmIqkoJHDvqY3dnIJQd61tffoyHtXUQgr0XbCjaxibAfQicqsLoUOPQaJkiXSiziBbSt+qGUnKeoVc1IVtMtY1sgZ3g1j6hPQcHthxkby8JdkO1iwpEJaJp9ovxbtXEV5FK6O4I6QsZEsZUAKSnbQAQnBECi3SDtTh2zTHVaWy6tApFGTTg2fwaHPwpEEXw+UXQ+BFg5ZASuHPWmKNE2bmLhCpoLJdxw3CcnYp1ZSG+gx7mameppnjE2ykaWUyj+1i79HiX4hNyXsbcsGhKNhg7IdDICP8lGamoNwzUYWcWkQ1ewgfV6gAnbYwPtlk99RbPKxgcdtvUZfs8mXGzyb+gAIXZ+5s8PrwwBdi4NJq1WVMpTNj1e4TPYf+NAHdP7ihXLzjgP84UOsS7MzvCL2tM13/k899Xn96M/8sv79f/wl/Y2/+e/03/3P36//7q//S/3Ff/gT+iv/5hf1V/7vD+j/+Okn9P3/+bP6tz/1lP7tv/uw/tW/+DH9ux/8Af3KL/+Snvni05qjbS5deEWbmxva2dlUh0N+HCKmJrpq016mBysmVrtKwlPnPnlvqubAkaoWr5Izetub36ZHH7pf5185oxfOnVWPA8g9jz0qtZK2WGO2N9bLf87bHM6pVjSdpientcZG3221VTFPUk40dPRIDVZpC9uy1EAeYmTadRld2OddyYiI5b+mEUMbZc2UN1KnexU5BVQknpAbYDVBXpNelm2ZhJysAgbDh9B2UAWCinimjWL9DDo+u0TaacwuKpzjFMY4CjpsbSulgCTbDcA7SQnQmNvH2qagANi2JICKFhw0rG2ZWJFQQKEJXBirMbfCuUGQQThS2A8ZVQAobMPCQWNlIAGG/636iBudEvEjmyhb4OAVvViIYYCxyU9hgC5sG01WlC1OibIUDdzQWa/uai3MzRWoqkprnHLnFg5owCBt0Vbrl67oyU9/Sr/3T/xhve3xN+hf/l//SP/mn/1LfeCDH9Ljb36zHnvLmzR/7KB6bOzTC/M8lU1qhvRmmKCLi4s6zu10YWJK69eWdeXCZS0eOapH3/FVmjx8SJqc0iCeqrsTStDV9Ixyb0Lt6Tm1J2e0TlniP1yxvrVevqGZb211vckp/qLOvvKSbq4t68ip43K3q2m+rx/ic8Bcb0oz7Z56rtTqZx3jppBZfFKdNeBJbbA9EOsV3/Q6alVWi0ld0TgxATKHgEx5TvAkf+XMFzSRV3Tw0KJmDyxqnReA+IOhmgVuhxuASLNiwmwxeePb+wUOMVcuXND1K1cUC+sqt6gcfcNgnpid1oMsBAt1milNAAAQAElEQVQHDuj61Ssy+Q12as1MzPIqnzhcbWhA+c5zwDr3yiW9/PJZnTy+qBadaZvyZpU5U0dMIg99pD+S2C7pFhV0YBtZABqKEqIh1EIUXhqF2CmASazRQBQuA3IECnXS+EgvyqILqqY96t2MrJhmiUi25WBkycbHEmGFi3iBYyxHfQodwW46wdwJiE/kLHAA6UpRtoQxAE+oCmxWbDs4YG+yYMcydGs+LmKCDOx527ItRToOLBxYQKY+pJuHUIMLoMvYm3IpAFrFuYSowU0+ERItmgGZUVHWiEPaAnsEpOFdqKQoSyY2bR9kt91Wj/kQzR2b2YBxevbsWTXOcgLcgKzwKjIi2JYNKACdgWKvaCigLjf1Pht8zIUtbqux4ceNvWYjrnkxi3khnrbzEFhIlJlwmfUkoOaWvMNB3LYmJyc1P7+gig30N37j12VbDz30kC5duqRp1oN51gPzAvfRD39Uf/V/+V/1v/7df6Ef/ZVf149+9KO6OD2hVyjz2Y1trddJnb50/4707kPT+v3veED/3R/8Bv3pP/1f6du/85t134OPam5ugfymtMHcXVuV4sDeZlzEvF/m4L587Yo2WE92+PQ2oH6Jq02burctDtSZzX5L0T8brEk71PMNr3+DJli3XuCT5cr6mg7yEnnqwftVE2eHNSLSreM1ANsBuE2frPH9vt1q0R4DGjQg06aG/sp8dHNYWsQrEFwDI0nY1DABIw3NStvCRVYB43FRFhEYi11vFyk8iWHvWBcicSQjTZiMQ5L3LR2YquiFPIh9YxgZBkU8vt4gS8DtPspRpCYE6A3bshtI4ESHxmAudLJQAlLgLJdqiHhykh36UIElmZ+yivNYWEiCkO2BS0U9lIPwwXG2opFsk1qAZHtUbVm4YR5Qxd/CYhvikbTEaOIhHkkhiy/a0nihGULhi3pfQDH03DNfVPxHKmpO8AcOH9GBg2zCTM7LL76sv/jn/wd92+/5Nk3Pz+ov/Y//o66wkW1i9/v+6B/R6YcfUnd6SvOLC4qnuMnJCU1OTSramxorNrsneNb/8G9+UFM81b3lLW/R0sElDhMbrAXMzJj0axviaK3EgtTn+3nN4rF67Zpu8M3LTJBpvmmxuugm3/TOX7qgc5zGBwy6u++5V29661s0R94n7j6pxYX5sjG2qF2LlvnSF57R29/4Zu2scRpnYWEnVR4uNnGISVQ8JSsmc4oOZmb0WZwGqc2NaEpH57q6ef4ZxWGpouwLh3l5YJJuxE1ge4PXjpu6ee2yam4p00ziOeo9za2g12lrGnqGdulAV62KElkbTP6jJ07Stoe1yrPeMk+GOywa7aqrdqvLzaKnf/2D/45NPWmHRfMe6henZTNuaspFlWV+UdTYEDMLOwkXb6Mp0IxfO/iiIrAUY1vRI7BDH/WK5DAdSgQbY0W3OOKjMSDAtNl4HIUr0Zr0M+UNNmwojTCXgiH/QJaYIxFGscJSxY3iBRZ9IdIpirGgVGOXH85b+EglUrQJnaQAgeXmRyEcYKMDkEY+Adp1IYeJxEIPOfJ2oysoyBERtkAUNROnpoB1FsWPspF/BpBnwA5aGkVVpCMc8zKDit9Vhm0YBAZIVyUCdKnXCFu21ThSoSBtbpXxvb7Ni1av21P8M7unn/5iMdk1LdwwQGiTRnjaqEk+GMuJfEizz3jfWL3JU/QNbfOK1Y+D99aGBjzFZw7HNXN3wDN9g/vMiYCdgjPrSIzhgNKnpBd/VzBgDYkSxGHkczzXd5lDS0tL6rMxHgTPTE3rEt+8f/Tf/pB+6sd/RrnV0/d83x/Xd/7JP617Hn+TrvIsPuC7/NGlGb3u/pP6vu/5dv2//th367/9zt+jP/pt36hvfucbdeLwrJYOzOuhhx/V29/+VXrd616ng6w/R470tMU8vskGv8mun3l1qCwFjjptDzd7xx/nMc/araLkzLKjTrsF7rPxb+uuU6e1xGUmbvHXWJ8mlxa1dPyEEoetDTb1uNn3mfeS1WcOb8Uf56VKNReQWqx/dJlL30rSfiBHibZi2hB7pMvMHTWgW13GfAREJVZEN31qEjNdmSAgUZIOCccoNUbZmcQCQHf0ocuR4q52N0puRLZlAwkgM9soRkpIufkNdTZ8AQmRxh1FHWdfmyYZJbsBSTaSFBC0cFSzlMPQkTRAo+OLLcJdHPSrgxs7j1mQF8LwNGc0/pgOMsm7nWX40mjgfZ4OGPEOe5gSDzqKTapI9vw+nvwjDqZ7BjC2x/g9sl2xGTHx1jbW1Jmc0jaDskUmv/aT79W9PCc/+PDD+rX3/pweeOAhvfVrv0bv/N3frIkjB5U7LcUE7aWWKuwrBrHptTipz83O6SAT9vTp03rs8dexwR9kgA1kJmfFibnNBtliwcg3r2nj/DmtnT2j1TMv6uozX1D8t+D71y7p5rkXdf5Lz+jmxYsyN+BDR47rDW9+u17/prdrCbrPxbTLN69JnsnnpifVozwxgc+zQDxw732anZoup3FhGN/aova2Fe0YC0qKzo6VmQNHBrc6k/RXW13aY36iUnv7Jk98azp+6pTiL2cPnjqphcNLancrPkfc1LUr53X9ygWt8DlhwOLQY5GdmuioSzlarBwtxlsB8pyiXSdmZnT3gw9qhteHdTb7SxcuanNjS9Nz82VzYC3VBs/2j9NeXerUZwFKxM2Uj1mMzxIljA2qpryBEch2gZQChyTABAB1bMYGNJLigwSIVti9INLf4/Yol/TDniyg9zQUiiKRA1FrFsUASJl8E2Y2cQVYhBl5YOHyEEB4UoiakdyIimQbm6hnAexEehJzV+hJMywg8chGPNiMQ9vC7wNi4Y09iBwLUYLItxCUAUz5R3k2eRASzS6BItGoY0zTiDmAoEuIy7GxpuY15Yk0NLKPKNDwtiOUbUkAOAMNXUkhY5Qqoys0eHhocOCAIg9LywYkXqfMRmRN9Fqa6HR16tRdfAZa04svPqdtNpyUUmMb9oDCmSBooGSXgqdtkMdmvLa+qiuXOWCfeV4vv/gsm++LunHpPJ+vrmj1xlWtLV/X+soy82FdO2yeA+b1gO/hAw4AOZ79eao344KGUYydVispLgWBB+h3OMxf5fLwhje+UVXV4sDbUaoqXeFW/4vvex+vcrVOHF/S4296i173lrfqrocf0fG5JT26cFB/7vd/h/7+X/oz+ut/5nv1u77hrTr1+vt05IG7Nc0rwcbNDa1e3dTcxKKOHjymAweWNMPL2tTkhCY4ALVYqxJ17jBXu+2WKurNlKV9sgb9LQ7bm8BWodmZy4XArJE19ZvmJaJL+8bGHZ9Ijhw6pAF1XGWeGt0Cl6Wq1dGANs8cdFrtNuvIFo0q0qkU5wYyauYC44YWv807S5YagBZuJIN8Fc9IxDbGbRjYJj5QsMTIhM+7kHJY1drb6IsghHTXHm0kJhao8VFmwHBRJlDRRnvaibZMSim0pGEWaUiKIBsijEdQIqOPW8xIBk7Ano8EREKKyECQu1ojHQKJR54BNpMPUECxHUUaYaFyBA2WBFdAt7iYFAEjsYdWtkciMPQwaRsaiYZ4iEKikNlDvRpnN3yS+YVsiC3ZVvyEy1A1ALnfW0hdQDgDd/Z0CgOxZpRvc8rcGmyxcV3Vv/qn/1w/94Hf1Le85z26cf6i3vjwY/re7/0jOnX6tBaWDqrXnZDN0InVrRYbKqkzqLuczCe40UYfZg4MU72JsuF2mMQthlo7tdkou4qXgGlOwAd48lo6dUyzx5Y0fWxB0zxZTx5f0PzpQ7rrDQ/q4a96kx576xs5lT+iI0eOqN3pkJHU6XQ1zcY5PT3NwjahLZ7W449trvMa0KY+i/Pz5IYpZTKImch8HZRbRixCQp6Qe5CZkDuU35qamEZSK1H4XpdydhIb+Ss6cmhe99x1WNq+rJmprJMnD+ruu4/p1InDmuxhc/2inn36s/rkRz+oT3z0A3rikx/Wk5/6mJ564uP6/FOf1hc+8xk9/bnP6enPfl6XL1xSq2rrwOIBLfJJYImDw4FDS5rnINDmcePkMenY0WnlOBCxGDFilRjnsVgGiPaOlwlRfkFTVPRSJauiP8ygjHpp3GUY5AqANLYBkI23xJDSyFlmUQpoUrKhh8pIIpJr2KDofAUGGl9UxY7oZp4mD5ChJAw/WohYK6inmea5wEgeyWWCiJHRhEVAxC1AcSJu5FyHHQyeMhft/oCyO1kglZVV4SJl8AgRGY+g8VGOTNuydpMmRuNKTAyEDzvJyqWygUWXRIlrHn5FyUIb1qUhZLuAho6Ui40soSKQGkK3OAxukYxYe0wHnYBOu1K7Jd1z3z1qseGsra7r3Msvy6NIUDWvWwPGUJQhVZXaHeZVSpyJB4oNeHXlZvlL8ksXzuvihXO6ztP2DebW+Vde0ctnXtKFVxrZ6vLN8j+d2eBGG/+9jW2+Ue8AfQ7zzS1/R/XYZt9UOIPIiwP41avXdOTocebvttrM2wOLi9rgs9dTn3yiNOAs/IDDwKmFGQ3OPq304qf1umPWt7/n9XrD605oarZSv5U16LU1d/wQnwYPaHn5hi5y2O9OWAuLs5qenC5zrkrt0h5z8wc1MTGhinpXibqTbxzEY0OOMrRa7ZL3DuvXNuNgh7bqU4eaw0vNZk6Ha3Kip/jMcOTEcaVOS/GqucnBZaveUavTVkoGkgjU6nYVnww6yNutSvHylzkMRiuI+aHfgrtjFDqzpDlU2hbFUKK1GZ2yrdd0mdjUN8b1CIhaokTMiG7mo8rEaGZflJ9aKpkQgwpIKZFXKvH2gkhhj9ujKHSkuSfQvpgOPUrSjXAIIEWCAVLoLEOouMJHUDiCmKCBqCAIn7HGHir8KI99NOoSbZQOvE2AkT3EQWeCXR9MgEgfKHZWQdpz3iP3UZabyhMhaN3BZWwCQoUZnIMUBH5I63ZntFs8vdWMiOn5abW31vSL//Y/6MpTz+ree+5STGxmvhIdGf/GfD7+TXqrxeTNZTIkMovmi4WxtFdhJIPj1BzfC3ucoOMUHf8RjJnuhDqqVLH215s7TOo1rfGMvc0TfktJMxNTmmfznuK5vKoSWfe1zk0hvtObUddhBQt5m8nVjonT6YistM2TX/wPLTa3ttmE71aVkrZ5WtzYWCcWg5LCxeCta2ggESlR9ypVinLGi0QvWT0GsXli6w6SZtXVfXwnfObDv6HL576kuameap4xtzdWlZigvW7S0oFZ3XP6uB55+F499tj9euC+k7r39DHdh+y+e07p/ntO68F779Uj99ynB0/drRN8FlmcmuHVoMXholbNhl5zc+9x03nbm2b0xscf4Mbhkr4pj3C2CfGULeqQKX+AqBlSamHZI5AsFdBtjj6jHYo4jIKIeLdah01A6PeBZQeEkHYkf1IkpCS0Z5StdEaoHQFQcFZBsCOPOSQ9SnpZsRQF7Fk5YhiTwIECCh9EA5FfpBMg7HKZmMOyRKmCz8E3EDYKN5ZOpCHikrH/gAAAEABJREFUChd0AeLWBSTWPapEIujHfSQR0mIPEbjOWXQN9qEVKVC/SJs6CsiAUNkWnuSIaNDIh3CMt41dAxAjq30Yk/28XG6MndaOTh4/qkUOlDWH2aeffloDNi4X6yhnTVkByhy3/fh+vLG+Xj63XbtyVZfOn9eLX3qOT3rPcpM/o7Mvn+Wz3XXdXFnTjZsrWubp/Cb4Cpv/jRs3tMyGv8wGG//Dl5h3AzbGPjf7PpvjADwA19yII6/L3OCvEW+HOdtqtXWC5+7JyUnZ1tVLl/XsZz/HS8GKDh46oht8KsiktXPjpi5+7gvaev6MTh08rKm5ObVZK5aOnNSpu07rEAeCLhvt2XgB5JVwjhfHhaUDarFedNhoU2op88oiXkPie330a7c3UfqoljWgHVLFnMQucDbjMdN/dFH0ac1mj3GzVlDODoeDJS48gu5jsE0ZRePiyafW+saGdhDMUK7Eennj5k1N88LYJo/pqdlIqvTEVxZkUsqYBtRDLNZYDR3lVFIdVtQjhBUFYflUYg2hiAoQstDtQaQnxdjdAy5DuS4yAsrZ2ER8kipRI5kmR8k2EFhKQcuyG1BxEb+GCgDt+pDnkn6Eu2KIBOx6Q1kmxEcckIZ8SG3DAcQiFNURAo1ctEdEG1UwJmnwYWO7mEU4DkVIkMMIHN5D2nawBZwL2h8gS8UEguqNzG2TQqaRMLdkuwBjDBz8CIwNuqiPpaaXIy0Vl4UwSzZYAF5ficO+clKPDfN3f8s36z1f+y79b3/hL+pnf+TH9S/+2T/X4sKC3vCGN+pNb36TDh87qh4TsqraGrB4RD2Tq7JgjNoxZGYWGX1FOdoM8h6TIp4SJzs9TbHRLzLQZ3kmn8gtxYY6kStNqq2JulJrh4G2uqmdlXVts6jsrG+KKnODb6ti5FJcxeSd4EQ94ICysrqqq9eva3N7h1P6lN7w+OuL/TaHgz43gQ71cophudcYUcbkpCoFtNSCTvRJh8QXqF/HFQeRpE5uSzeva4bNOK8vyyyUk+2OprsdtSRVxGlXVgfodSpN9ipNTbQ1yQGg2zbPdBJILRaCFgtF/LO+KSb67MSEFmdmtDg7o3ZVKz5nJF5T3vT4G3TyyCHaqEUdBopyasw1bVyX9q5p4wwYvW2ZuiQ7ONngADU4I424wZZJVcQlQMPMgBT2xa6RUDMI5FkEkEKvIAOjNctKiEOfg6CwkXaZVwgcxkYBTbjroxx5uJBQfNaSrJrBnsN+aGUTMfwuWDagEVBmyjDKq8F1SSvokkyO0MiwDSF5ECWEQFGCww9t6oztCESZcgN1Q0dbZ9IJGKWTIVAXu5CjRoKU5DP5gSIDUfQGR7jLhDagCFWM0NmWZNmW5OYHbVsiTY3cLo18JAPTDeUA6bytY0eW2ESPKz55XTh/gc9EGyW9qMuAm2lgUYQ+G+4OB+Q1btI3rlzTFV6dLoU935lvcOO+zOa7vr6tNT4zMQXU6U0pu60Wc3hyelZVC7pqqWacx8a+w/f6AYfXRNEy37m3OHDHYL569Yo++clP6Mrly0rMuRa32xKHsvSYEx3SiY3+xvUbOn78uNqdTnmGf5xv8g/e/4Be98hjeuzBx/TIg49zkH5Yp4/erYX2hDYp3ytf+IKeeeITXBqua25hXr25GW0x/zc2N9UnfVHzqmrLrtQt5a/U4wUvw9e0JdNTSlWBuszsVEZ46OosDVjPMjhJiq6Idraka6w9a1wmJlg3RIya5/o1DkEzfD44cOIkeU3oCp8eb/CJY3pqShWRYy0kqhQJ6BZHHiNx4AAJIWCgoYkTIlDoc0lopEVC4ciGNnYB21gECBzWWZGOCRn0hBkUwBwijxgXzXiO0Z2JowaIgNe+tGXZSQbCyskKZ4MpR+SzB6EZQtE1+ZH5UNig1KD9oWWFYhQKXiNHYrvVj4xH8sBusg8yE9DXytgEDSvbBQotBxqDkdWeKCzIrhHA2AQNNwwzqWTKCg7DETA4HLSGcvjMbTEgJkeAqWDig0rg4AMi+QbyMP3XQFEUwCa4zcyaTV39yd/3PTo6PaPcrhX/lbmrvVrzPC2/7e1vLzEqnrn6nMh32FwHzIoAUSPhMhM8JmwZHNCJmRE3+gD2Mb7fm40xselVatMCcXvupErTnKjnJqc0y8Sb5il+gok+2epqFtni7JyWeD2IfxEw0e0plcpLiQ3NEt+8NjUgr6rV0uz8nOIZ/ASLQ58n/Db6KowobwYwQxIC0NAHlyh/RZsEjlt9l5O/WVxYAXSDhWq9Y212yau/qYlsVTt1AW/11a7FQSAV3K7NZp5LPTtOmmBBmeBAMNXuarLVUdQr0k/oyFLRf/EiwNLImwHxBtvggaY5LEy0kqYne5hlQPtchqtp29LOsVkyZkJmu7EN7GZch5wiq2Z1yuRbo6uJH7KAcToij+yLLtIICHuUmbg5eLAAPJrbfUljTBzDmmi7kih3Uzom+Lhi12KPKOpIYE8kIcSDIhR1A2iPmg6uwcJFHiOIBSSSoKkgyZO2EG2mqEzYBlDoYi8IUpYStijwIScWPIsgvHbjwZMWvugizbBFCh+Ge5BprEy6tmUDeU+HoDCIFbSNHoAhySRTFgEFZ0vQe+BioyIzuqGnwrksti4HzpMnjmpp6bDW1ze0trauNofumDej+ZuIH/QWm/jm2ibf3pe1Da7Z/JdvLpf6HD56TA8/9ri++mu+Dvh6Pf7mt+uBx16vA4ePqcUcbsX8ZO7G7bzmJLDDHBywya7zfX+N7/cvv/Sinnjik+S/ovgvRr7ljW/SqZMnGedTmmbN2eSZv9VqKQ4IfQ7sj7/jbTp+913aoLyPP/x6veXt79CB06eUTh5S/66DSlWl+txFLT/5aV36zV/W5lOfVPvSRc2xuR88cUoVG/iAjTnWBrGRD8rYSIo8WpSz152kHSZVdSaUmKMDbPq0Q61KQeeUwImVuFKmFzLx67KOxGiQ4nbf5wYffT4xOaH4Q7sB+la70iZtFn+IN3/suBao4+b6us4+8zR5Wz3WF8VY5SAUuDSu9hxdR26K5eGOIFzYgG7zMfZCGGUKbFv2EARmTKSmNnD1LohaNkAKDOhMXTMTJgdNQkhlE38fZNFEcpKqSNdWCgxo6DJpiPyG7G0oR/pAsbmlUiR7m/2ewHvkiLIsUQjd4mLO5KEsMhySwnpE7uGh4UgX9qV8exb/ZdRYeUZpRgJ2w9lDPCxNtF2FzGZKglNghJCyrfhF/DsC+jvKx4QR//DhQ3r4gfvV5uTb2e6z8bc1zdYcG9jS3IJOsoG2OLG32bRiUG8xkUftUDNwgxYDhJ1XgUMWIBo6saGn1FLF5peYzKlVMcHaBVKnrdRpSWxuuUpSVSm1sQVEHWNa1aQbg62qrHgdiI1rk1Nzi3QmuAXM8Mw/C0xOTSq6qmaA9Xe2+CbGiwB2A74DWklFqcaFXcYuhCbf1G5LLADmsJEpb04JtqUq1ZrodZQYiDVPjx1sW7RpQMUgqEgjDi0tEm+RaAeIW3sLXVtUJ+SWOqTXa7c0QX0jDSPvc5DY6W9JfNMzT459Ppkszk5zeBhohroIG93qSDfKHXWsofeZUC6y2osBk8MmJJSroBFPfWyXsWMbVQAovOsI0QWKkjaRrYQsEWZw1p4LOqCR7FHB52IbqQTXQOSVSvWifKMiNTrJdgGCYEANb1uJsW9bjSNVIteMv4BIK3C0SWbcNTYxcqSaMTQCuoz1FXnGAruI10DwwC1+pGsWwCZeRI2xGSWhJiJBsg1daAKaRCwr9FFk29rnyJtIQ5GxbMg9Cp44toOQTX33IiDb720XG0Ubyepw0Kw5QC4uTOvkyaOM50ov850+DrMUuKREDG1x493kEDBgY99mXseT+jKbM/ukTt51t7723d+gb/rG9/AZ7149+9xz+g8/8h/1gz/0b/UTP/WT+qX3/5J+4qd/Qv/gH/59/dW/+nf0kY98RBukEa9s8ZkvDgqf+9znFLfdd7zrq3Xvffcq/kAwMR9efOElfQbdJz718fJfjry5vKwu8/nRN75Bd99/n+YOLuld3/D1OsALV1wuVq5c1/UXzurspz+rzz/1hJ58+jM6t3pdfZ7GJ+69T9OkPbV0RGaNqmNMcBlJaqnLK2KbzTy5UlV1ZNahTm9SvV5Ponc6bPY2s9UVW14SBrRNzOgET5vTTwyf4Rii10l7wCAa9XKXi8GATb/N+jFg7VxmY5/iNl9VLQ5N1zXgpcT0yVE+T7RY/zIHofhrfEaLfqvORAwA7flRgUICHfpYtyoIAyEWhN0wtmFdxBn7Ms6peZRrxMe4RlRsJJdfspQiLlxFvVJAsqJPEzIDGjrMhlQz4siG5CLcFYeCbPbL0pi6kC7hVxCEIWATjJlH8gFjorFiljIUfn+ssG5iuWg1DFWcCQNAr+lHNrZlA1g3oQovN9hOst00LhPENKqdJMAOI/0XOMrNIl+OizR51DCSOHb0sHpsOHOrN/XK+39Bn/9P/0HdSy9KO9eV+yvqsIuZwT05Mak4cceiF5nG4BhwOIiJNeCmXzO5KFHpuDpmRyTuSonNs2JCtHm2b7GZOgZ8VXFqlmrq1Op2NMGz1vTsjCbYtDvcEFqtjirilXyYXH3SjwmfUtLU5CTP5ADxMhvwOs/3O0wykV9899tickX2Si1VTPTMBK/bU6q7s8A0eba1w0qWsZcrmUlasRjUhW5pmzTjhF5VibInnu36ypzY21XFmSSpknkezTKHiIpZwVFFsbk3IG72YokxdlI7JbUiXmWRnEgI3ycFphRtmlkkTP1iAWgpacItXTp3VjXy5CQi0FNZTZ+pcbAi34ZpQtsQASD8HtWkgKj4kBcoQRGJwuxCiBVulwgGKHwEJXMEI9/wmbrUQOTWaBp58KYGgRv5eBjpocU0qpNLHdQUJ2jA9hiPLnhAOFqQZiAk8u6YRB7ZZWRBjiD4EMW4oOsVOGQjvSECSjkbAsnIhyAg+GF5IUcSyBKt4BJQoShEmWsq5Rdun32RuoSoJOpkwwO6xe2KqMCozLYlfGTsyIf8KJlsy4y5gLghHzt2WMeOHmSjPq1z515WOCwYX3WxLd/MeUqPfza7w236BM/N99x3vx56+BHNcsh//sWX9PPv+3k99elP6/Rdd+kP/qHv0fd933+jP/K9f0j/9R/7o/rLf/mv6B99/z/VP/6nf0cLiwf0sY99TC+eOaNV5uS18y/rrlPH9ZaveqsmJ7uKz1iffeLTunltWfff/6AevPcePYi+vn5GHdeamplW1W3r6tWrWmXDvM6B4/KN64r/NHSMjTZrx9zcvE6cOqlTD9yrw/fdo/bBg9rigLCJLldd6tRSXErK3wVNTKobaw6be6wndkX1K8XGX7E2JPiU2krQdgsd8y07mhSwjIRmhYZAnlnfBkDIoodr2r070dU6T/ebHHCEzTwHlKrXVbTr5uqKtvhWPzc/r0NHj2rQrrSeB1rmU8YgMW5LBqQ99FuwS8wAABAASURBVEQfUq+NyPa1DdDabsqvrGQBRqois5McP2yqlIZClXqW8VUyiBoiG3lLmJOOgKQqJVkCW4kMEvmE3rZsi0ASWCRbxi1E+FuSDdGtkG4VRDKlTLcqbuMj9SFEpNBHYcA0twQdFbRRAlb8VFzEgpWQa9y5YUKc5OZnFSyENoxew91BTXsp4kaelkWLyrYi/cpJKWiwLClpiKxwTRhUQC46mrjgosshD6gJRpAVi0SXATjNRr/x2U+p/5Gf1vn//E/089//17R87TlduQRcfEnddlKv01Gs5ROciElENRtUbKx9NuHRhm+x3JSO5fSLUWb0ZsqcmGwVm7eBxKba6nbVYUPvgBMbfzyv7fA0nlUppQ4DqKMWuEW8lJLanU5ZeBY5LU8Rb+3GDb3ywgs686UvaX11jVzJt5bsSrGI95mQsYH3q7baMwvqLp3Q9In7NXXsXk0sHFFrYlZVe1KuukQiTzb7PvXZ5uDiqlKVKuUsVVFe0og61ug6rRblsiqZLshgbLBrw3VSC95qOREfGOJWpFdZFZCZ6Cafym4OC7Hr9LM8wL5O2lpe00vPfE41h5WwyQzwHIsCEwmrUqas6NmAoGCGniQplWUbSQBo6GN8D0lhoHCWAxF6F4rgDkGxcKOwLRto2FKyqFemXpnGj7xy3Ics7ACFi7IGBN1AcGErxojUGBtsExoJWIBtJXgaTIawg6H+dBCeNvEQkKlxttX8Gj6TB0VTnyDG2oCy1pkS4IuFCQGikdeQaESE4UeGe3mEdBeI0tBhl2X6LdIKsRW/RjsKo96G8T6dJSLZYIXLEexCwzVhCC1LbJAirz2I8pnDaq1t5sAcn7USNksHFtTnyfgym3q706a9smJMxw3etuKP4Y4cOapT3OIv8s37k59iQ765qvg2/g3vfre+5qu5kZ++SwcW5jQ/PamDczOa59m6WyVtb25LlOWr3vHV+o7v+C61mTPXr91QixeF+06f0PMvPasnPvUR9dkMH3noEd1334OaYR4fWlrU8itf0sz6Df36L/0s8zZreYXNcW1T6zzbt5nnM3xvn6XsU9h2Dy6qDV23KX+qtBV9qaSU4GszPJK65B3rU7vdFV0sY0egDjf4siY4KfRBVxU391qq3KL5SCcnamEpmng4NqKfhDOaWPtyBIZLSUxXxWeHAZeAbV4RO92O4u+Yumz+m5vryqyL21sbandampyd0lan0sXNNa2QQd2qJNKwhnmqcZF1Q+2FGfsRZ1sC8KCggwVrv8uUPyAqE7ZUEIMsl/kj4koJutVqqaIdUkoIsaZ+eQgRx3aRExLHxEmK9SwhxytZamjLyRJeuEABkCSKj84Yq8cemYvJeEBJ9ljWPmLv8V+eyjI5RyV2I+ZXiYVdMR6qrfgp6r0bVeG8GwRRrCKPIkZijyiYMW+HHCi4Udgu8QlkW8IrHNh0QjSinWRbqeCGRk256gKKTYQFNtGKI2AJLDojFx2owOgRSq6BrGt83xpw8txYXea72bSOsjjM0DF9nvW6TJTB5gaTeV0tBmc1hNjkFekUIHUmXZaVKV+mfFkJNaWDt1oSfMjN5m0mZvBloYVudSbU4uRdBbR7ctUB2qpaXW76M5pfPMh3+EV12ez7PDOusljt3Lyu7es3NIX93PwBtdmoB9xI4vmMQqjqtJV6E/LEjDQ1rzS9oGp2Sa0Dx9Q5fp8mD57iBnFIvclFyR1tsrFubW5RrJa63SlV7a6cKrXbPU30pjVgM47FJya1GdCJ6kV7QNKsA2XaPrHgxgIv2jjav8KGFlHQKdqGBSFooydB5CIeXA0GrKpZnHhGnUiU35YTOtKtDY40hGMSEzEEAK1uy7YI8GBZwQqXgVu9EdiE4QPDCzpQwBgZrGwkeKkECmfoAJFBZqxk+j/KFDiKF3ITBIjyRzs5Ig7BLKoiLtUmGsRIOcSO9MnX2NuWaQjT6CkAGnG0ogZkVgOxGNaRYCiwz5bCPiCRueGjbDXljL6kyBoEXeJYthV2CVwBSfBDDFKAZI1cJs8R3eCs0vdhUiACNE1EiDE/ipuRRUHl5mepMadVYm5G2QLTfpnaZsZYHs7hxk64SKQmXpaTChbp7PBEvLGxrarVQW612y3Ff6zq2WefVpWqwi/zXF7TELHJHz9xQvFHZb/wi7+gqekpfcs3f7Pe8Mijmuv0NMenpGk29ymgokxbyys6/6UX9eSHPqZf+un36ed/+r361V/+Vb3//e/Xhz78YT3C9/xnOICvqKMvPftFvfzUR/QAh4TJI3dpdeaANhZmVHNQmD56Um/72t+te0+/Tqsra7pw/rxO8G07/gD42LFjmpub08zsrCbila/XZYNpMd4ZUQPLO1KX80Vvq1Zns6/W2raqjR1lLgt2pTZzf4rDRHdyMhpFWxwyoq7xh4eHjxwRU1GZSZVr1CJNxkKmX2KMZIQZWjiDC40sIjV0VqqamdxnMx8MBrpy+ZJWlm/q5o0b3OI3FWNomrwDot3USuq3rLNXLqlP3LpNnski6wI2tPZcDIuatg7IiANsbMIXSLKt5ifZ1u0uK1PuzNhpdJFKxlal/Cb/VFltNvuUKplfLvUd5SpFspgpbG03AsZjzOkA27Ik27IkO0I1rtDUEy5Tl8ZnOKmxgo60tN+lcdbGFL8rI05TyJEEAYnYjVETho4sqcyQoiGCD27PIrgoFNGHBVLBjUXYk7YaV2TkYVs2IEtgjRzsiAx8C6vgXUK0Bm7xRmcTOqk0ODSixgoarwBK1ciGdQuZi2RYVjpc0eGlUjWaAHTwz3MzXtvakbmpp8kFzRw8rdnFI1o4cFCHj5/SwqGjPHVLG2yErVZbo+crU6aKAdJi8x9mS7qWDWgElDu1ZCafVOHbSiw+qc2G3uoJRhry7d6UWkDVnVRigUndCbWgeyFjY9hmYVq/dlUbMZlWVtXmO2Sn0yn/l6gdylbz3N3U0RJlEy5FvePf9a7EweCyBsvXpI1VmcmZmdw7HGY21la1GbC+qi2eDAc7A8ZwpZS6tHlbXcrSYePfxHZ9bU3bHApIWik6BCKlBJ1Uk1ekmcGxqLRomyqhq5IqgFLJZuCzYO9wA4jyxiIRthHHSepNdNRtt3k94aChxDCMngWIR1ZiwCIDweS9RoeTHD/s8Np1+2zo711FECawbBdM0PjCN+ReGDYNZ1mNB2tUFqmmPaNwJcsSKMxoSzBZm/qoSNQ4ZCp8k46GzoYHjM4mHEKigRLtadrddrGmZWgSEiI/Yy8gVA47iCrR9kDoor1i7A7Y3AITReFsKwF4sFRwIgaEHViS8cwVkHZdSSDLIUeB342/KxvTlXiZMFZxcEQHIbDilyIvKARD32gVjTqUjCPbsNiQh2JuBwQNtNotbe/soJcOHjykVqetozwfx42+H/OE6T89NaP453fnzr6iT3zik9pkDv3O3/lNOsJ8bw69VocNts1t+Mbyqj70sU/q+3/wh/Q//a2/pT//9/6u/sFP/KR+7pNP6LmzF3Tp/CVduXRFL585qyeQfet7frf+9Q/9Z20wnxKbbMWmX3entc183monnrFb8sSkTtzzoA6ffEin73lIX/j853WTw3uiDWanZxSf6NqsN5UrxbzaYd5tbWxqnTTX1zaYxlxANrZkNuxuu6OJmWnNcPOf5Lt9m8NB6QzSijVr1IRrzPMDCwdKejFeA6IfhEGMj4BGlrGpVYcSKHJwHCwHtHMd9mBanxxqLV+/VtaOFT43xFN+6F1ZFWDmRebgtb3V1+WrNyS3ZNaIAqSjMRdDI9iSHwTdVHKhNHAiLzdgaPrfhtDIDelAAZF2wSWQbaVksAoEnVKijC3kqRGKlohKge2wbYBopTmTjCZ83qWCC7CNLECyLYm1bgj1sGIqLuIOIRfBviDt42BMIqDiRw1BMQsfgT1u4RDdAUI+BOzHDUJa2ioKExDKEYa2sQAItVsUGLzsCPfEuoMrFqRX8Lh+V7BLKCqfnOTd3yiCG4J0GmIUIh+WYSRp2iYMm+EjhlDA1dUbOs9A7U5y+40bNzfa1sycUqvDE9uSjp44rVP33Ae9qN7klJpbrZTo/VQlhcsxcA1d8rQctBrsqsIkdElm06/YONsT0+pMzarFJq6qI7d7wIRSh80dWYebeOjbbLAxSWpu8ts3bmqH20RiAZuamNICE7rb6aidklo2A7ZS1WrJ8PHXv32e/7Zv3NDgJpv78hXV117RNp8h1s+/oPVrl7XKwWH5xjWtrdzUJpt8wAbf1WJx6rPZZxaQATf5OP232u3y1Hnz5k1t8PrR5yRfs2GIAdJiUW2jT+TbJv+mn6TgLVzN6ARqnlJj6LOC4AcoiJ1r1WQQ7VdVpsUG5e8PetTLZqNn0S7P99iRCrkRjQVHQA6AlSMYgg3rEQMmR+wgIkogKWwCdAeHfL800rLKD52TBSMRZCBwFCorHHkha2hBAREnQBry1CkokhHyRko7aL8LtQhsy24g2jM57fLjMUqeu7qksK2qShXlbVVWAoTL9MMAqANKuxCTNnYS6QLYk50sCZFS4S07ydCywiscJAu2Cm+Yog6ckIENbpTkIdwQxbQjSyqNAI+mMSO0LdshaqCUEXKIYwzAjflIIOZz4D3IGminv61UJU3Pzqgz0Ss4bu2vvHK+HF6ffPLT+vEf/3HFfxvjgQcfKjj+Mr9VsfAz9qfaE+q4rSee+Kz+9//zH+gv/42/q5/59Q/q0GNv0OS9D6vHJj1/+iGt9sVngb52treVmRNnX35Zz3Oj/yN/4vfrS8+/pM9/7rNSNS0x72v6oc88KCVOldLkpA6evl9m/sxxe//gb35AbfKf4Nm+PBHTCxV8p9VRfHef5Ht8/BHu5PS05pj/C4cOcRE5pHnwxNyMUjfWkrbMOmMn2VaLORlzNP7qPf5AsEqpXFZqyppjXtG2TctlhnJQ0TVBgwWgjw1/QMfV2NfwA+ZsHJhSq1KiHhX59DgQHVg6oJmZGU2yPjlJ5um5ph+q7QFtVOvixcskmNRi+ifGoMJFlqQZqGHJ25gB9bBEI13oqRQIJWGh3dBNWIQyv/Aq6e6LLRvtEBJtUVWVAjuiDmGcJoKCbyAPx7yReWg9hnZFQQRQj6IOOqAwBBm4s093Ft8egbo1pqjKhGq4O4fjJw1ujaL4GnPjRRsT7ycxMvHsEkpg/Rc4Yzsqp226dtQ4KPBJLj/IPe89ckTlYcVvVY3kI7uSemRopht4s6r1meef1sHZBU2wsfU6bXXnptTl+avDRjs9M8ukOqjZhYPgJdmJyUipKKtwfU6rkXXIrUpmchobFVxJBmQJPqWWcqpUM8DU7iix4bd600ps8GYy58QkJc/gKw4ANS8N61euauPKZe1cu6Y6vsezUFQVNxZO85kNmZMHm2VWm8Wh6nalijbk9N9nI9++eln9q5fUv3YR/Ir6V15mwz+v7RtXuBGwwW+slY07nva2udFsb2+WBWuHzwDlDw/5hj6IP7pRq7uzAAAQAElEQVRLLbVabe1wyIg/tNnilWDAq0DNZA1c2pjx1mJRic2+ov6Gj86ssYu0ag4Hwj7kLq0hGaLOfcxq0k/qb2+pR7u3yEu4uBmKBWYXWGgQYy8gMpAcPxKyoazGQQt5A9rnRibCxm64IdpnN2IsQwY0ecYfIZVpE5FCnJBTqZCxPyiACGVBKAtN2IRtSQcNfJQ8IwtoxAjDI7MLISVL0KYtE+NlHGzLtsJlBl9DBaciT+jC/v/H2p9Aa5Zdd53gf597v+HNL6bMyHmSUqlMzZIty5aNBgsbj4CxsbFZFGDoxg1mLFjd1VVdPazqgrWqi2roAqpY1dVQ4MIYsMDlAQ/Ig2TLkqxZmRpyzozImN/8vune07//ud/34kVkZEq2Oe/ss/fZZ5999pmH+15EVSdVPJOSvfARVekzCOcTDlFClfSImGPi1MuVgAVPc4fl1NWRiCgmWqwcX0KdHOkkFToUKo5sbotwufScbSj8RTAXW4gv2AWTF08jl7CwjoJgDgswNqBbjrPR7412CVsFC/kyt90pZT/2xjfp4x/7hP7BP/zvucEf6nu+97u1tLqmKRtXhVzN+PV4XmEe7j13Uf/8//3/1d//e/9Yvc2zWrn3ft3+8Bv06cef1kc/8Xl99Lc/reeev6wxm9h0NuJ5/FBbHJwn05Hcbtv7u3r9W96pp1461GGsq+7VHBwa9Vv6pEUkQiPsnZ1c19u+7p1a5kWxZfP92Mc/Vm7tPdYH2+J2q3s9LfECsMYmunHihNZObKi/saq8OtRkqdKolnKVVKdKFXO2mklibZhx+Jix0fZI+8qTX9E999xd5nBmHmXaA6nigzBofAOkIqAKSN7YF7KYTZtm+WafWIOWVli76koT5vYul4UUEsuPBlUPNY1ytJpNx2pYt3zQuHDxopJ6GrSVXC/rjaNuzfKPyzC/QKhz4Ax0ka8xRC+ecjp566ZiJRIRSsyriFBgdAT4CKRgwsCRFCouQnggK7AyClOK6KiIDqu443Rh/K6C9NWlXcDXIDZXlOf494NcYsg/IpQchDoXsaC6+NccYhge8Wx1YBUchEcqszrHYPVACWIJXkeHEoKOG5y2AN3Cra9v6hNPPKH6tQ/psB2orgeU1Gi8tyd/ux9xiz7g+1NbT7R5YqCVYVJuZ6qYPBULQ8vmJUZhMDiUKICyOzswiKg9yRJ8JQa4KvKHAuEUtRIbfEWZqUCtCIbSdKLJ9hXNdre0f/mC9tmwWyZtM5uq3++Tp1bLopAoP1gEemzynhgz0ifepHmenLHBBpPwYDbWNs/u25OZtliULvMt7wpP8Je56e+ODrU/nWmXhWE797WfVnWQhzqcVUzeYEJL1uMFp0ZXSkkTNuN9ng8bDhyYqoaDzoyJ7vKFS1Q2wF7UK0HRPhlbRHP4xiPiNAB6p2ppx+Apn1JK06QqtMpillKQVqa8NajozEl0N2pQRGhfGJRlb1sC6Yhw9JXB6cBCKsKU4RWykBQRwl8XiI40Mj8Cik4viCCii3vBV9l4VPJHwBcAjggF9XSbRghXAkXEESToAimpyBVckV4pRxls5LPv8hQZ8gRyVUqq2bx6VWKshoSXrredKS2c8wDHooUsWbqMJS7T9K+KyypZEApswcs3OIrtcOHnIrkI3H/FBDNI8hih2YSoogQwnXYMCoeMBR/jR4SSgh+VZu70eMw0appJ+UWxHrfMtROnderUPTpz+mE9/eyOPvTh39Cf+jN/XA/dd5suv/g8Y3zG5jdjcz3kZetQNRV58sI5/cBf/3H94uVn9Q0/8gN68O1v1UP3v0Z3rJ7QGW7hp4eVpmzq/fFVvfl1D+hbvuWb9Uf/6Pfpz/7on9OP/YUf07d92x/UO9/1Lj314nk9+Pp3qM5TVc1Y/sejkisCNMxf9ltlNua15Q099shjes1Dr9FL5Pn85z6v3e1d9VkbDK5byxxqmXNi/qSoSlfWHMLrSauaC0oL3YBpFqV+Vn95qOWVFT6F9XWVi8J999yroHMmHOZb1gdRvtAlu6AdATdmRJijCONAxBt22SYZyRgOv+px0eAAMWETn9E3/ZUlvXT+GW3tXtQBr4K9aWj5YCIWC13gxfRimmnl3ju1R5lVWlKeVgoOPJ6/LY3gtQM1jlKvrqxMOZSmFjOMi1El6GKwVQC5iFCibgWgdYPr5G9gOWI5ICIUESLAB5BUXAhaxUEW7CDieEzIdPGIDmuO9Ht089JfKTfaM3A82aOjzKpXqijCN2WB87vwZHbljJwLOkotCaELi3gxg8jCioB+pcq4w0nGd50NgQaHHZTBAGldnWyhkPEEX9CZOOCCgDhqg4UMCo58LpvIxa0dTW87q6Uz92l3byyxcXmQzg4P1LAZDutQnxvC+S98SvXhtipuSkqhxKm22EE5HmQRSUcum6Ie3BYK6TYhPaVaMQeVCes8FcJJwaRv+A434WAxvnZNe5cvary3o8noQAd8W59RTubWHjzhDdkQW2yIKilThnzDv7qn7aee1wf/6U/ov/1//tf6b4Cf+5c/rYvPn1f5rscLwS6fAfZ4ft+lbrtM+kPyjnKlSzuNfuOjX9LP/vuP6qMff1xjJqtP6v7nd0fc4P3NMyJoFhZR8k84jLg/IjCKNi4hExmTVCmwqe2ABarhJaDlQJABkSmczmLTtlMFAyQ4+de9pPFon3ZYLCy5pCXkvTgmUgKgKFRkKIOQKVxJYNsCEm6OoLx2WNZQorKYKLeLOXSawbQhKOZ4XEXcOg3CWYfBdiX6tUpJQeUjOomIKOWEZdFWMCotm0pakgJQKGIBjpud4AFF53Vc0dcpVUrwkdKtXKRQYlwFMlVKKhu9eUlymuYu5rhDjNOMcV3kKOw4ToPVRaiJ5LwGWlYBEbSlIRExRMBE0q1oynJ0I/0mk+DrOrt0+HjTzmpwgyMFl3GELqmFxgiXRV2cXuRhsRuRjBxjLTMGK+blIQfaVgOdf2lHH/zgL+m//L/+V/rZf/ezetPr36IrL11VzcvZydvO6GC8z9w6KDZt8HzuP2/7+//t39VpbtB31Ks6OU060VQ63esrmIuP3HlGP/6nf0j/6L/5z/TX/sKf1B/6g9+sBx68T5ubG1pbXSkH8UPmx9Lysna4yZ6+/awC24PxHuVQa4Ol7B1MiWokVVFpabCkO1iDHnnd6/XFLzyhz3zq0/JhOkWSoQJTdeRpBjboBCrzAnVMHxRWNEOlmbgEVH3l/kAVNmc2/yG6KbDcrr2x6qgzUIJ3O4Kws6MiFhgupPvB28sCMEg1l4sWPVPqVfUq7e3v6PEvfUEXL13QNp9C91nHLm5t6dlLF/W6t79Fs2FPLW2uqCXak6cBzMB4dHgNPQKKhFt6/Kg8eEeeRExSRChSKAEVB9pUJVV1VeJupIyGTHvn3NIuDe3TSvSDAkSaAJMBNm09bueUEjqSIpIUoRCp2Ag68gE3wmGGUgHhIoIQD44IBTo6CAm9IX7murpykb3JU+pNnONRt8jx+IL2yFjQ/5Ex9cBsARhPJHSjc3wBJcWRQny1IHcCc9RFutDVdAfS9IWxoAvuRrvcyXKHlg5056KIzlaJQ+u4axVsrmMmwzbfyU89+AgTn4HBIPU3pH5Vif1HFafX0XNP6cJnfkfPf/4z6rPZKhIaQ77RRoRSlRRB97kjAdvUsuhkNtIgHpGkOUSqFQz4IJ6gk8jH4WLGAuFNfspG3/IUNuH5b8ZmPAaaJK2ePq0Vf487eUpNv8ekzvKfsBzsXNP2M8/p6d/4bf2Pf/O/0G9+8EM6vHhZzcFIuy9d1uc/8Sk99+Qz5cYy4Yl+5HJ43vfN/ID4L//yh/SP/vuf0C996NP61Cef0W986LN64gtfVIpQXVXqbh+tUlVRB6mlXvv73QLp277Bt43sGwd5IqgPdMvC27hevBq04AyParCwBTUW+gEzGKcVh6f9nUtqWDhUeNHJ0Hbe7Gls2eU5kR2ZQ0QUqgtV8ulVnXMbFkLQ2KC5busJtISTSTKKRdwRA2VGhFIkVanDpmEpbtYVgmcIJX6CPBGhACfyRpiWQEopiZgiwHOw3sInniwkJApW50KKKIHC+VOlLk+oqoAUSkBEFDmQIHTk5nXMtLV582hpjsIiyEy+fJQgJQQjoqgBgTs6ETGA4GUxEpCc+xYMBLqg8AFc985TCo0Ms4PsucvcNjaU9Pn8tpg3O3aMMu3LPMPIPq9eL52/qH/xv/4r/a2/+X/Sv/7XP62dq+d1cqWWf3flxMm7tHb6Ts16lTJKEhvEgDk9Y4z++q//up554pLaCwfSF19Q+8Xn1L94Ve9+42P6i3/uT+lP/sB36z3vfKMeve+07jy9pGayqxGH8NW1ldLGIy4G/g+mam69okJf+MLnqYvkmrrNuqoH8Q6c4nJr+mydw/ttp07rbW99my5duKDf+s3f5BPDqKuypFQlVcjVKalGd1VVqqpaVYG+Uj1UVEtKvTWl/jKfEvbkP79NqdLh/l75E7+WOdkyfw2ZthLOLQ3S9bk150SYXVq7darjgJ/uMzjVtVr6Z8pL4vLqqg79cri7refPv6DPnDuvn/zZn9W/+bc/p8377tKLL52XqiSRj4B8VIsDS4sNtsPgfjTOLmvOFy4HsvO4LTNYT0RSMqSkiraoaYcE7fmXyyaPJuwTNciGOV0Gi/W6HECAzYoU6vKHStwFUW4ICdNmQgsGHpRRBUCZbYhgxJNYbIYfgPmWMia15EEj0Qzc6GmhY4w4Rh8nX57veOrvm840SFFyrJyIuTHGkEaaV043OxLjWBrRmyXc1wWOJ7g4DwA3TkdD0QHHZW6k44ao89zAOBbpR6LhQy9ub+vU6x5W44HCBukOSXWvbEpTvnNPn39G61XS5avXJPL0eRZ0c2QOCo5Hqgtf9HCLbXjZZW6tmUHnai94VVTySM8cAlqevxpu7C3fy9uDfb5n7Wq6fQ3Y0mhvh4m6ozEbc7W8rMHmScVghdv2TEtrGxSbtHvxks5/9tN64eOf0LXHv6Q/8p5v19/6C39ef+PH/4b+PM+IH+Dp8es/8B7def+98mcJf+trOcgMxlOt8B3vpcef0grPft/xzY/pu7/xdXr/1z2gP/CO+9VHRtd2NaQ+UxZAf8d0O1a0Sc0EHzOpy2/h+5MCC4fr2jKRmqOFBGl8RCjCrZmpcqZvAeo945NCw9O9gWcVRR1SasFJOSFPHi/iYR2A9WuBS4QAGcLOR4e6sIuU9s6pY90URgR23cRUdAwjQ4ljS1HUJTmMwhdhsNAYkgKbDSmgI3TkbiCJkBYRigglj7VIRQfRwovo0gK+AONgvKSoVeTJkygrSYoIBwp+hIsIQhV9tiMRL7JVV4bpiCCdOHkiQqJ9Mn1M10HTN5lGxsu8AvDkJJjzNMvKeeFLoQgDVEhMJvRneJAyA5w7EM4qRJx1l9jChyIAygMtmNdxyXQ9KoUoxKH8W90GBpc6aDRhLu1ceUFPffEj+hM/bA5l6wAAEABJREFU9H79w3/wX+gf/e2/pf/LX/tzet1bH9XaQ/crsTGdPnlat526Q5trm1rmBn/+/Hn94r//Rb31XQ/rx//vf0M/9rf/M733j32HvvED79bbv/Ht6p0Yqlrrq7/cU8uc2GPN6KWkU5snxGmYG/NUY+aqn/97vb7uvusevfjCc+pDN37NCnqNOrrNDQEdSvIhOahNTR+vr67p9jNn9M3f9M26evmy/v3P/bwunH+JdahSrx7IehNlxlxXSrXqPnZVPSX0JZ790mGra89e1jZP9vvjLe3sXuXAsK8Jh5BmPOYw3ahlznpNNbg/jHPZeFs5Ljv6KSLked3SBx5Phc2BPTPPKU5Vr1f+fYY06GmfwwRV0Ic+8WH9zf/h3+ljj18qfwr44Z/+X/ST/+wfa2N1SVXidp0mrAONXF62HZSbGVS5FDwPwyXNATtMZWyQgUhECK+gLVKqZKjZ7BNxKaQyrqUW3a3tdT7rAWd4na5AHbKyC5U5k8DoiICP1zEX1ltAcjIhPmQX0eF5AiiuAzojQsLrq7j0VdIx2LW4lRT8AG6VdAtevMyaLm9pmBvk4ygW0dFxc94uK3IhMSoIZZGIAIVESII6AOELl86gQrDpdAaAWBV88j5Sp46yGFk637E62ko6Csku4QbZeZqRRRs2umeefV69++/ju9a6wn+XyulYSvLf00/ZcKVK1XBJ9zz0oGpO6xFhq9TjJqBI+Ap10ZnNQDIR2J7Z1IQVHbSlxuaLm2v2TZeb9ZjvWiO+mU8PtrlxbGu6c1Xjrcts8ts65CAwPLGpjbvuVn9jXQOeB3vLK1o5cUorp25Xn9v9jPh0dVkbD96rkw/fr5Xbb1dvZU29pRX1V5ZZCPrY3Jd/wTACO1PWwXSXffyaNk+t6U1v4/vg6+/TG972Gt332ju1eXpVK+vL8r/KtcdT/4xFylWaMSmDSRWplsBEecqfslC5n8SkAjj4UG25yt2YCUVEidNA+ECuJQ8TfSEI15PMbSYOEZkJ6yywlQgwl5B+DABv3TCEVqMCcTwWhUVgYdAxH3GUCLejI0IRAJzOR4e0wPMoY1iGEs2KID1SwaHFT0mkvgGRlKlBnsspBVLOJ5FNSVKEoUiJZCKSWGgy/WQQWJEURz9Ssghxt4tposSkiFACFJKcAJRoSJEIJAXINx5jYrLz3MgQOZNYMOabgfWCl6HpYYEKIPIyHxHoBuYpMccLVMaCFb1MQ5BvIWUcDm4Al3sDg4h5SSEPiSBexk4rpSbUa2u1k1qba7frHW95u/pJGi9taLp5ly5tjzXbPVCP79+zqqchB/Y1buNunwM2wrd93dv0I3/mT+l1b3uj1h88q9W7Tmrt1LqWB32dGqxqbUyfXjzQ+MK+UttX1VvWEnNtxsbvzdy32qhqJfrNf7O+wsZds160TKCWzRFTsFoF3BwLkB0Rt5N/u9553vu+9+mB1zykj33iY/pf/uk/0Ud+/Vd17ukva/v88xpdOcc6cUmHV8/pwpOf14uf/5jOffYjuvDZ39Clz31Y+09+UoeXXtAer4Pe2FJVSQnb6afMvGuZvN6887xMY3pdlm1J9629pa/ofrVzmYgodjuMSJpNpur1+uqxBmbV6vWhe43e8KYHNKKiq+vSQ3dJV3gNXecgMCgmoJUD/fHxZHpefZtg8ga4ng4V15NsQ0QIL6oGBO2u4hgKPnsBuazTrl92fUqqA+xw3ILCWIWUKkUkBT8COqwbXRClwEy6fQcZ5nEgeuQDkXQUWxBH43bBmOOXS84TvjpaGHALSSfdgt2xjid2tBurSxPGSw4iQnZdaMowl6chHVMnKIEt1wEyHQEbWriCcjd5M/GSnw5BrkRLHArv1ONwnIX48SRocwyQ9ggzdtVBVgXvxSeflng2Wzl1pw4PE8/zbJA+nrIZp2aqmqf9pfUT5c9ZPJn971oHk2fEhi1weKShp2Vjz0yU7Fs8WEA2r50xiBsJ3LB5t3zjDp68YjZROz7Q5ICb++41jfe3eArcZYM/YDMeqa17Wjl1RgNmzZgN15utXxPaVEuc5FfP3KlH3vnNes2736N89z26tNTX07wQvMjN4vLBWPujhs8RM3nDvsYNZMKhpuZgMJbgjzVVI//CXrU0UO6F0rDSKE90GI0u8s18n0YKJnMCxEQoQH3reXzGaXkBU14IWM/UEOA1tb1Ac2xRES5b53zcuEsjGN7ER7RFQxktNF7JAX0lhLw5kbX4MmHR4aSIUBTuf5zAujpw6JIprZRVSqOsju8UIvhQRJTCw3ZChYLQHlzq5gWWOLM7KikSYy6FEjgiinRiOUolv7WYcptUygEWgJzI43ID2cAms0o8JCsJZUWEQhKIAA+BV8cLmVZxuYRHwTzqvrHOBd/swqM81C/YXxN23k5QCnWu6OpIwgUXEr9IiyNpmF/FB+k0K2tGLsCupGn51+rq8vs2X/nKs9yQz+qFS3v6+/+/n9S/+oVf1t7F8+LqrQnjtd+vtbQ01JQ56d9F+b7v/36dvv02zZgXY16dDicH6Nkqt+Nr587r4jMvau/yjuq0pMrP5KlfXvn8GWyL+bXLd/mWRu4xb6uUNBgMlcCZdaBlLtB1CiaHbXZ7RgS1zTR5VkSSYy3pfmFY4yn/gfvv1/vZ8L/1/e9VjzXlk7/5Yf3az/+Mfumn/7V+8af/lT78739OT37uU9o696wOr13UiM9f+1svaVA3OnPqhDY3NqnfMrb2VNmmqqegnEx/tj6ccPhomZ8lDk8hCZsY9TYVE2EQF3kKeOe3HJA51CNQ9K5vnpLXyBlr5X333iWWEbm6/p28Q9a2yhVmHbSaNgndlIAO2WUHHRwjO4YY1TBpPhcFEIcXEcIXqKqkKiXVNZi1KSikxc5Zm2UTW8rByy4iQJlh0kowWwRAEnyKAUtinhGVsDnQBaGQHRIlAZo0ipCYw+USShyFJORONqvDkqLo0NfkaJqvSe4VhOIGvjvVlcs02w0JjhRRUmyoKwW2rJMs3uWFiVxEKKIDKbRwpC7IDjsJOSkVqWRFbpjomqYLu4afs7t8hG5MrJGCdOczkE9OKNrUZQctfF7wC8PCJowpmXwZ6PIniU4d9mpd/PJXeAa/qDsefYe2mzVNeNquotaYZ/xmzIbLgPATWX9phQHcMlDQyeBK5K17AwWneFvYMhkzw9hGNWzqxpnDQDMZq52OlKeHZWNv2NynPHVN+KbVsqFm4iNu8vsGZC7nsfLyks7e94DWT54hX1YdlWYcPBpsGY1ZinKtNg01qtaUbr9fd73rW3TnN36zbv+6t+u2N71RJx54UKunzmrMzGqpS7GxqrTF5v/S1khT+P21E0rDVfQMWNqWOFBsavPsHTr1wP069ZqHtcTrwHBjQ8OV1XJzGfDE2QMGHBZqFjFR78xAbmnTNou2yZoZKzPJsmYsIphLLGgwWoYZ68NQRKhtGjUcFPocWJRqafmkJok6MggCa0BCTJ5MUuiV3auldbkwCRvE3DbV8V4WWo0LBEcQLAQyefAqNnT8iGDoJEWAZR4CRhgdtIUKrwszMo7STIoqZFzzqaKuJLpD3vBThBI/EZWCNjAIvACnKsJeSRKtB2TBktvHOEhIIdLND/lHuAWGfGUfL2+bTL0z/ZfpWC+WLX2XHaclF5sDuYjlV2zXtkst6UgxbwitF7AxtlvF0lBHq3MlHVnHMqUQ72JE0Gk23A4RdlyHrSK1mnFYbWncX/3wR/X/+Yf/o/7u3/7bet973qu73vCodi4/px6H4Y3+siryHh4e6PKVSzpxclPrG2sc9A90uLPHjfiKtnjOv/j8c7rw4nMa7e9qmpl3g57GHBBG06m2tnd0wGeunb0DjcYT5smaKubFbDKjH5LO8Aw/aSbyjZ/Kq0pJKUKiHQlVs35UzCHRxj68VVHJ1Zuh2/Ge09iQA7h9c1NvfuQRvenhx/TGhx7TI/c8pNfd+5DuOnMH5ZzV5pmzWr/jHq3d95B6d96tWF1XrzdEXQCJuZaBVqXvKL9hJ7ZdJe6+dfNhWyTLZ5UDOnbNmMBT5mkoqeawQFeoYR2qqkpj6sw0Vp91sTdk3Wx66vU39LYHTurKtvQkXzr32rFaUVvrBlpIRYJjkCIKAwytG53LymTIsk2JxFCQV0DCTqaTqghVKSkR79OeiXgraYbNDbaX/DkYgzDnPrtepf4N/Eyb5IIzeYODg0LUVrRbdDkwJJtytACxcCnGBikiFBLQAiouIrArHcX1VVz6KumvnowdmhflyaviCrNQ14M8lzrOySXifDRFoR3EXDIiHFVBHVnii4D2gXRCIAMoiItGjILdlB0solmRhVTuALF4xdpHGUClWRFqpRIvOYlnSjGtQqOI7zaCZ8g55AFwyARquEnWPJ9/6Dd+TSde+1rFidvEjNCACdsyIIINe9jrYVcw+EMZfTWbe4uFqa4V/ZpypUz5yoQGTq9iURD5xaRiZqidsMkDeeYNf6wM3Yz21Bzuabq3rcnONTXcIvbGh5qyMd9+74NaP32bvKFWdU9LfKf35Arq0DKASxHBxuiZRqMdcIsPbtrD1U2pGqg3XGGjv11rJ28juiReNbXHAebkQw/rLd/1h/Xot323bn/0zbrj9W/Q0m13qre2oXppXWt8t6yX11SxEEY9UGIjjrqncBsYoCvq7z/rczvMsGXiSUV7zKgvXi3t26hrE1pEJMkucxBqaQ+PJ0xWbqVe9FQnYOO0Rm2UvOHEkilJCSgtbA2AFQIBGUGIh3x1j7zcL4ZbSEYEpUVJCSgTEWHU9asp6iTSIuAX+6xUnYO0lXFMPyzlSEAUEPkiQq5OYjOquQ0kFgv2fOovBfFASSAQFePKkMCpkgwKfjLQKhEaQoICIhQREHiw2w+k4Kd4R/TKLkgKOiPRPxVtnaA5iallkDWAD2WOi3SYNGUGtQVym5XJ3/V2IUpQuE4A8EWmpX2aObRwWgp2s3ZAJLKyWHyxIRuwowU8XgQWPENCBmk0ZHVplIDeQvMa1ZIyw4rtw7GusWl/x3veopXxl/TDf+gxvbR9yGvZqjQaUp0s/4tuzjfgVWubz3Qur05kpt4zDucV/ZLbqVrmc92r1AOYqJow3/zde8oh3v+6pPvo5JnbNVhaVURoMhrrzjvu1Mx6ACxUikrh9iIuxlCqKtW9HllrJfodj00zTfmMcMgl4OAqh41z57Rz/kXtXYG+ck0XL12iTtu6ur2l8WSipaUl1UPm6aCDug9m7GTKaYCMLZECm6RMuS0bXGYOup553mYgKkxbErZEGtLd7xisChthy79oGBC23zr62D3o93kNmahKtaq6r0MOOHvjsR573UPaO5S2tkS5Nb1RAQm6UhtJUshhAltnkuYUmIYKbBBAE4FateTOCHq8ICiqg6BkmurJ7eb2NEQEfRWs1ZLHWmbcZHShQgbUo9MhUSs1kEcARSgWP8R13KHDuSwuZArN2HCZHbSwzdXcmW7nknPWEYSPivYAABAASURBVOpqfBSdE+bOyRtR6Rq3xo3sY7GAnkOxMFFJV9BAboxHoHhLFYPdGkWnDUWO1JIVfNwXkS7TMXZh3BSHd0xBBPEiscBdGYVF4E4puqG7lCwvXB1dmDcEmViWdc0B/RmejvMWdLEjiLlJkwZsZnVdqz/IevbLn9LO6IoefvfbGCi0DYM32DhnPEc1nNo9uIVuBW1oUKhmcFd1r5NnQClCnkQNh4OWSZVZHDy5xAIZQMvtvvXGXOipphNu1gf7mu3tyf8q3QUms2+1Z+97kA33NvWXV5XYVKvBkAUjFKnH4JUglCOgs4JJPWOjrZh4S8gPOF1X5MmqyvP5ytq6pmzGu/uH2rzjbp198GENT5xRwwY+w/4dFsNlNvmN227XKgeL1ZOnNVzZVMusqiovQhVl0V4JLDB1V1UpkWY8YzGZtq38N7XGU9rBi2wbbqfAVsl92jLWMrItssayrlaq0ZOilj9T7LNw+YAQEWQCZMhFh+Yuq/uZR4vEgu6w5YEuUkJrIRs64dsDJeEVAhd/PcnlYegRw5mzIgJQgRRgqdCyI95FAnQdEoI0C80WqpIKpCoU8FN0OEgI2jdSpUgIRUJHB8IFFTFQGWL24aBABCkAGeQnxcKcBxHX5easgswtZTPpUgqFufShx+kR0GdtGc+ZVNqDuPu0gODRtyTc6AubwFyUWoScaq17Dk4qQHoEgXUVBrVDpuhHhfMVsBLs7NYDBLPzIGuStOwtoeRr1Xis0XaH01Y96nXly0/o4m9/TPu7DZ+rsl68+KKubl2T/1nZ5dUVBTI1zyxTNu79/X0+oR2yn8+4Gc40GC6pxwaa0T1ivo64GGTWBbpOEza2erCkM2fvVB+5hnait+RfzLvzrrtKjTBNKarStpk1QOix5Ym+Tqw/db+vxDymGmq5fMw4JBzu7OqQw4RH3sAvausbGq6taWVzUxO0NuS9srOlly6+pK1rVzh4HEisLQ2vARPbCIyBKTomgO2ZULcGmUzbCKM8FxfQ0KemZxwECk36DFnbVFcVa11PFWOyrJf9jl5eWtYya9OANdB/njhD7xj7z57e0HIl8SipmnaNSGpZT1imXKwi4uXgguAbFcj0KzaASpQMCuoNFywgJELNXZpjwXOejC6yU17ugLzZjJZjAxgvt4OxcM4j8kBKVq1jjvhCTiaIH6Uep4+YJorGThUkwxama5CwZF6LfGPm63VAtHjnMsyzdBt0SbkpsCKDFZNEgYQv9+jq6miBDmzDEZDDXFDxnUZRiVCXr6N13JUMcZxTZM0J+eeGpC5S8nTkrcLSUbdKmPMCHOgG3eSDuJsR8M2+QMXJecbcaDRNYw3yjj7z+G/q/m/ihruxrtzra4lNMqXEJDqUn9H6DGox2P1kJVXqsaEmT1AawaYHpWQm8dECyYaeC7QMdMBpPgSwSEy5LYzHBywI+zrgCdB/3z5Nte5+zeuY0JtKLB5N1Vc1XFbDRJvSGTMxe5hUfh4fTaaqsdGnVi8WnmQtdnhj94Iz4KSfKcsDczAc6t4HHtLJ2+/QEk96rRILWKNTt53VxonTmjC5o7+k/soaT/1STrVmTIjG/EgK6pwqJnevr0T5BNypxLLKoMW2jIztmMGZUceGdmjphxZ+Nibu9Ja0jN7syZID04KFoKcp5RywQB1Qp6bws8rQJl+EWxXia/bkLZnBx7JSGpagxGWDSuRYulkFSnnzBNtLnYoxgb4icFNgvsUBvEp2FUodrYLDC16SaC5V0FUVKgCNRyYAKUUCAxVQ6CAekkIRYQTkjpauY5GmztGEHUEYEYoIqFv7RJpTI0WRS2CvJy395E2hYXU23bKI02FFSUsbtqS7H7P55mYHKjp0zBUZ5AtG1vLO25qGb9GIkPCauyKLvlIOfdDCN6/0Q+lbc2BqDnM9jlnO4LwNOiYE17YPVLcDfefb36P/6e//E735bW/R2m0ndJUb8xJzo2Fzsl1TxqDrP+j11PMGDPY/fd1nDkYkNYzTZso2yyvgjEPpiA20Yj54Hi2vbiixFngjrGjDEZ/87r3vPmXqVvrUxgEt7RkK+jlklyjDIOQwV5l2bTkMhEKeyyduP6uTPMWv8Rlg5eQp5vBZDdZWNVxfU4+ddMJrw872NW2z2e9SnxGvEjPKzrMph4apGm/u2IxiRYSLVCkHyv07Q25K/Tu6Ww8bDitCtKoqpZTkdnGbzpBrsW/K0/2E+k+B8jkRHf1+T0sry9zkD3Rmc00by9JDD5yVD1mBspb+bskb9FVQdkQoYg6OCxq88LlYSQz5hb0RYYYyKMIBUZCUya0Cwjk9H8OQVB+N1uWhgy0yTT6niZwRQajrjrgjRQ8EuZ3lKIdIjwhSvrpfSFmX8+WjfIuUTkfq0CIslhIp2cD2mMEzoCvs2KsB9cNglr1FdjNsPvGUQ/GyzOguMjcmJIxlmYeJPc5kINZ5R+Zmo3ehlFJFNsnJhVBxmXI9kIr9mfIKV4oI+UfHXCfXMRClLi6AnEQ6qksjY0egoxCUIdkmQ5Cc5EmaoVRJdRzquWc/oyc+91uqNtfL/7RUMdk9OFOKsjGO+Dbe3UArsf4oMbFtT5QCRCtmeYFxHk8WT57Wt3qDmERsvFMWiYlv8jzbT/1sD91Wqdyw3/D179IGz+j10pomOTGRV9l4Q030lNloa24MszaUen0FZY+ZcL3BQBMmZm9pqD6b+4jJt88C5Grt8fx37tzz6vO0p7qvF55+hlvCAfqyvH9Z13BtU32e6hObe5NDqxsnVCNf9wfqDYa00YCyekAtKlwgR8KuVmM3Qq+v3KvVJGmKHbMQNaUdkGmBBmgxJhvoI9m1DhJtFQoWykNuMAfTsWbUuW3DiQWuUyX6uwucGZsiBSU7azgodORC0l/g6PhQxTspm+X5ZFy4BCTgIYSO4wkqjqJkEMqtMhyBTkQKEE8GslaMt4o+79VJKYUiQgSSNURSpIpoSPbhABKcbZhBnYsgDTICjFfJoM6Z11E3hGZHhCUFAkKJ8rpbW83ho5JdS996/C4g50XtpUxakWlb2jATB8yYgyXNyeS5Di393XLTbpRZaLN1IBgRQkzmOXt2pCMIM/pdHoLEOp9FC0Ga53RjovijvNBHnj7YTdJBf8iz95Y++D//Hf3kP/8neus3fSu30WX5b81nbPCWnzJ3Rtzm/SSfqZuCjLSNX0dmbJZuowrelI10wgbaYz5u8go24GbrdnKWmnmWRR2BJTbi0l3hOmY2Xo7AKZQSeoUDew1RiLZpjOQ1Jxgg1j1YWeGgP1TNvDY9JN7jE8PGiROyzO1336U77rlXG6dOa8A89L+g2WJboKmqe4pUKZeLBropNyivpUVbJn9L+7u9uoNcQ7/A5QZf6sFhxGuYN3Zv8j68mD/jAGLbHXf9/UvJYzZ581v69JCXz73dXW2uDXVyXXr9w69VRDeeXJYhUX73ItP1WyikMOhlzvKWchsWbIkiS3uSJRdaKjqpU5R0KfiRHWPJOjCNdoBBB3V0VulflDqdFHJ4XMHAPsePA2rQTikm5glhTPkRQV5Hfv8wHxVfi6JbG7rI6dRCF4O7WBfCLQubYzeBoyTf0ocUQVAa55ggZClCOJLxXWeYKKw5AW2PuJGcZ0EXhoMbRc2ZAwnZ4OYBC3AcHJRm0ALP+cVMXXeMfQX1Tk5vpaqa6guf/7D2Ll3QZHdHMzblUZN1wFg95Pv2tfOXtcKC0UdvQj5UK0WFjqTgx4MmM4FKCVSk9cBi81tMKm8CLQvAZHqo0XhfE2712wd7mg76ev07vkErp86K3V3RY4PlFiHwJGom+op6y6uq4Y2ZhIcsSBN0H7LY+KksM6E3Oe3PKOvwcF8VG0iDEf4uv7LBUx+j2xuqF4sDDgGDqlaeNnrhK18RRsi/aOib/pRnztmsVaSeUtVXXQ+lXKmPHXDZyLNS3WMjl9pIbMwqtFiYmpQ0oQMb2mFGQ88iU9NQS9yQjbNbKUnQGVnv6T4IXN7d1/64YbHTTS6IG0C/G+8sKRQR9E9SYFuEvmaXkVwAZPGZOnmAYjaUUwu7lDGnRETBj71wEcQWQDxBVykp0Xa1cQqlCvvg4xVBvICUKIVkFccByO0leCQX1q0Cp4X4MXELgYiAG4oIEeApGzuqlFRXtXpVpYpCK4WHqjJjrWXxF2Mtuop3fGiP7dIKBJ1tuu5Ix9QSd1oHWD/nZ+aIydZBJ1XCRZDhu70LNr2AojSKWBcWsgSYUfDLAsZcmtGa00Z74x1tjy/rYLStn/6pn9ID9z3AUz7zkM9XrW/rE0Yv8rYr00ZBu3izm7kNaJtc16p5Pl+97Q6duOseDuW3q8cm31Joi20Nm95kf08D5ljm2Tx6wRzwuJ5xK54oc/uuUlIC5DaOpIiAT22pIxEl+qHmpbDmoO1x0iM+4Gl/dXlFmxsbPIcvq0/cc6e/vKy1U2e0duZ24DYtMdcDO6d8TphgQ4s9QcMYMnVoqWPLrbyhX12ccJmGzLYB+1tgcUHpNnbb3tnmvqhSJefr93rgrEQ+/4niFOaMMTLlIHA4OtBgUOmOTemuU301UauhHPtEQHEqQN4EleClgoNQBeT1qthNoLmLOV6gkl9FPh9LM5mwhx4X1QHgoCajE088q4XAk0yCbuGOsekdUdTLhWCiueNDd8TvL0xfe/ZjFurIDCqHBrcGDYCngo7DJlIqQrSTdn4DDLw7F3SjL3nMui53Pa/56C0lXE83t2uL6KwKc26EruFv5L1qDB0ZpbmU1dWii89pl1TS0QLGQyCN/UeWMQPKAsZIbDMKo1GeHejFJ7+sNBsrSF/mtJz4PrZ51506c+edOtzeldgko2WgKyFjCEUKV7wDSooI+YfilJkElKxIUqpCM57uZ+j3xBig+85HHlXvxClVK+vKTHL1l1QNljViQg5W15S4WTep1lPPv6gJ5Xpz3BsdauPkSWUWgpOnz6iqK42YZGM2/xkTvKGMKa8F5g9YEFJ/oNvvvkfLLBiH/k2ZqFRFaOfaVtnIZ2zyQw4SPQ4yhoReiqd1Q1M2f9NefEa8IkyIeJFZ4tNGsOj404J6fRkm1LVNiQNAVltVsq0+iLi1RIuIchVJXkhE+iG6z126qu29sdqcFBEF9Ht15EeBDOE+iUISDflHX9V5dGTq3QkG0ejIG0LYJX40R44JBSVRE0VEkXGYoA0RoZQWUKQkWSIIAzKECBCS4uhHc7col4SOg3A34h0lNYx1LDkU0YFwkEdx21GlRDck1RXAAbFHnyTsE86tUMYuY66lXxnIHZe4613SMmXCtY8IowLmWqYhnzfOVvwga9qfcaxbiBc5crRHLd5xSoh85lAgY2TsAz0Bz/ktY94RwMjIugzjXOyUkuc2h+A2jXTx6nP6o3/42/XBn/znunTxogbMi2AezzynJbWMbZuSeKWq2NB6PO33uVEvscF7vA8Z88ONTQ3W15V4+fJLlqpwVTTs1xqkrN/5zY9ohTTrHLI0AAAQAElEQVS/3mVsddu1vOa12ICJjHPCkCKSA0WqlKqeFi4RFyIz5lrD56zZeKLJaKQpuMe8JKtcpRxJU+SGfI7rs070uPFXzOHEgcS6XJfGGzuQ6Ycgo/sj00YFEIqACbZ3u3XQyjZPeMXwPJ1xSLB8i/2pSqppGx8Mp7yEhEI92tCfCut+D7tajfkk+e53vU1rS0kzVcrIaB4mqcRCKtihaeESHEOJYyOs4nMJ0eAE2wt4bfaps8OdgJNNpXlZpq0ml3GQqVOWaZKdhMIOOYxY5Hasg4hQBECGAAoXhRFRSBLtO5rQ3FAo0S8JmRSS55JxREikya5UyHFHrkO6Tn6NlEdBUWplmHhDnFIw9rgmL2aLelznI0ekCyHmPhW9cMlUtJucpxmZZ3wr6Oq6kMhF05Fcl3gUVYlfj9JF1yNzKoOPg1Dtqt4I1B+5iA57wIr6RyA8r3SQoXXUckzMi+efU272Ja7tKzzNneH79tnXv04rd5xm2IaYy1IrXFZEdKCQoAVSwRBgfCnFA2zKxPGTlzfj0YibBJPvtvsfVI8yEpN1WvdUsRE3TOY0XFJig59Iqpi82wcj8JIOfSqPpIqNdefgQIdM/l1eBfYPdrV99ZIytwZv+Fcuv6QrF8/p2rXLyPbUQ69P3j3yTSczLW+c4KBwGttC4/0DbjZ7CsrtU1akSl7kghFasWhUTGzz/CdEUy+EFZMXqFjM1OOGH6EYDhX9IRt7MLmTxIGlMb/HAaBiEUvkiUqKpEx7RwQLRh/5pEtbexpPKpqtBgIZ4cCEv1vvXo4IpQWkKDoJFRLgUEcuH1HHiLjORQ155DVFR87JmREJ0IAd23RHdfJz+mUI3V6cil5MiQgFbSIOOVJCPApkdZjIkc9QBhCems5FUKEjnQpFREknuMFHREmLCHkBikiKZAhVVVIPqGmvKiUJ7LLoKqqYVTYAxquADIdOlJ3nk0HmmXEElspqmU8NeVrapzHNxDFdANlOP7lJz9YRDtlooDOypBQqE5oO5JIa5wRe7ostyBiXPNCWyuRpYqTZdEtPfv5j+kd/97/Wc888o1O8hK2wQSbqPGVTbdnMbGekpGrQV49PYj02+tQfSMyDjJzTvfnNeBZvsTeq0GDYl/+S4sXnntQe8/HEiU1NDg+UyyaDvdTdm2fLrbelDEVI6IoI1f2+eswfKcoTunDZbcZGOiu385EmzPPFv0jpzburHyrqSsEcDeZhhY5BOYisq0+drLeqe6pIF+U0lB3zMhd9S1HX+4gyFZJlhHMZLXbDKq8INWX00OUmnaHrkPXHMlPsbGG6HYesCSMOJY9weZlyeBIrpqxUImyBrAjJQUQYyQ7KSApdd+jMxMoYgX+cthwsUh2GIkIECn50k7ONBg8hV9F0pl9uEjsWLSUVTQE3IsSqJVkBNIQiQmGC0DiCECBUBU4QVRK0FGBCCVkVF4QG0DFfxI7Ffx8kyt1qaCiTAKyjwnXMuaKlWpqLX09DhbNECUJGisBHobucKs4NWgiCCNLB9qb8vNKVYM4rQcg/r5T6cn4csSJCEQYVrCN3veZHrBuIVvuHl/XSpeeY6EmjVjpgEfafvA1WVzXcWNWEp/MoeYL2CSZKV5OgZ1uFGJ+ESSmqgoPQpTbctCfcunPj7btF1ymltRNql9d0+eCwbJYNE8knc2/oExr/gOfEcSvtMXkmbLLrG5ssf6HEBB7zOcElT/nGfe3SRW7nl7V15ZImHCI8CVfWN7W3u4cdAkJeNPosWGMOHIc7O/Kp3AM+WHhGfKrgmq2ZFzsOAsEniymvAyP/uR83gmDk+pd2DvkGWLHgYRJ2ZNWDvqLf42ZBDbG9rWo1yHpB9GsDu7lYaWS6pT1EW3hAV/RNShU6krZ4YWirJZJqRSRF+dHvwTH6ossWEQrrCimiBJKM9TJHrpfxzEDaOeRNVI7A9JimpnKeDtzf5pB4C1+yUX4sFByTiei4aDjimhPYLdLyAiitK+tIDCKA+fIDmUWgBO+r+VCEIRWcoBPlpYp4koxTSjI/Iooyj2cTrrs3Kw/wDMNxYRukWUYvA28AlivA4urx5jyZDcTCea7cco4fKSoFwCEP4bwUU68O1mddxqUs8vsQP6EuU8afeXl8VZ/66C/o3d/4Lj3++OM6yctYj03Mda+ZHz0OrJ5fLjQz5wy3KrWYThM1JLZ5pv29Hb3w/HN69M1v0s72Vc32dyVuw4m5FOgRtpRNmt0mxE+QEbsSm3WifFVmlNaR27khz4yDvaFBT8Pr13g80/bOnlZ5/RM63FctMm7OYD5ZVz0Yqr+6ouH6hvorq0ocupXoXPRbXoly7CnbYwyzygEjU6GIUEQgnsBJVVXJz/OwRApr31Suw5CLiH8HIaHLhy+vJUu8HG5ubqrhEHDl6hXV1Et2rJ/KYYoDc0ZPIY8C676ZiSlH6QsiAh0AYccyfRTpWCWEr2MKXWJL+W1W5xa4i+mYKMPPiQELiKwI40AmOloSlOyCIHkFQ8695nhEgitFlJg6Z7qjXi3scr6iRH7FlEXjvrKAU8iPocUuRwvAK/jWQSiOEuImOiKO0kwc77CIEN5s4NXLQOCYrGNfHeJVRbrU4/ZIHU83OLawPNJnPvvbiqrldspcrQZS1KpVqe73NWPjy56sKckThxw0dShShRxd3zGUrT+ud9+Mk6/z+Uktk7p521k1vaH2magzJtQBer1JtugdszjUTKbB0jK39rGYcRpwu5gg4w23YlPd8m/bAltbV7gRj9VQuZaBN2NRqFk4PBlXmPBXr1zW4f6OLp57QS8+9RWNt7a4xe/LMlnSFQ4HdZUU1KnlMDLlIOPDw77/xGd/X44fcHqfsPFHMKQJXFbV62tMnUbI7/JtcsYNR57cpE+xoaKtgrqkqlIK2kaJiUSB9kw8AROeJ/0v90XUEu1HVqdKJkK/J+eN2dlF/oikiKBkgQGpYNdbc1doZObRghw1UNsSPwrQadr9R3OTXHKb1cE8vRRiTokXaceQN8MAWRTAph0yhV3XFIrOYglKJHSi0UWRNTscyA4B5rBLmcckyygkA6i0CXQEkYJJgYwIRQpVkZTcVykKjnC7AQrZeRMonYchlGbjCxCFXTgWuw6wFnmMvXFldqNMhpYVl+QiG3P9ESVKcESUlOsxkshLCD8UERJ+HhRbhLN+z7GCabgWaFJWg2ybK4ldv9ccqBpd1vkXX9QD992rx7/wefV6tfqDgSrmVW/QV0TIG6jnbMvGFdiOGtHMUkYZZckoSbM81eHhjj79Ox/VPWdP6+IzT+nC889rfW0D0UoNB+mGeSWw0ONs7ivbGLSzKKu0h+cJdoh+cNzpQjiT55BPddd2tvU8c9hrgOcuSRwu9th8x0KFKvJHhBrWk4ZDQnZfMgcrbtm+8edI2CO1yipVID0oKxmX+lijAZmci90RoUSbjHhZ2Nvb05RLwh5z3bd2lzHmktGybnjsjLmMWCYU8mcHrz865sw3lLrBb2VKoihiN/uMndd5UWQzmuFhk/VAwQ2jlwEiyJLLyrOgDddlC4VQRJAWupUzNyJIFxAqjjgRRQQgIGQX4gfegi44pIgQzStIFVcafhFb4JIihlJHvDykBlSVpiIJ+sZ88OwXzAU27ziQzzqOkrMi5hFQRtQAepknufAWWDcTN2V0chwJRcnbBTcJwjyeSvTlvmQpwfW0ud0R13PHUXnXxV6NYmiw6E10+eILeumlF1Ux8SZs3A0bb2YCudN8q820WSmGwFY0LidYSFKtDGYtYwAHRYUSE8yd2LJJBx094Xv44USqhquql4DBkvbYLION8+q1bV3b3tE2G+wsJA16mjDkhytL6KUkFPkf9mj45udvgBO+h+2xAGxvXVNV1eUQUtWVBkxuL1LD/kDBQrV76YI0G2n74gU1LBrNbKLt7S0tcXjoU8cqVZoyUfuJAliQWmytWTi8yDXINmzyLZN8AG//cJ9XjwMFefwb857ows0ox4ulJzDVVCa9qnuKqIpsRIgaIBlq3EDE/cuB/iQAU4l4BJU2mPH7AatRyKriJj2dDZrbIt2crmPO+R2NuVSHw6wCrobXEjq7xB1ERJGOCKIuzUB5COKLaIbAd3SRs+wCyNZpID0rH6WbfyuY6w/LLtKP63J67trXyU5CfwRE55WIVympon+9aKcUKslgZzHYZgwy6cpAUp6su2MdD0vKPMn5boBjeSIoJyWyRgfE3S6OMezn5ZD0Cr7IkeaibijDSuDbZxT5N+ezQr2oVXMgnexd0UsvPE29W73u4dfo3IvPU3c2QmxbHOQpnLUgCvgFMtAZ6DDkjM3Ma2GvuM1fvXRer3/oPl18+kldfe5ZZV7Ghisbit6wjHXPRc8l2+g8qKKkkOk2ixt8VqRaUde2VjPmoG/GtsWb6he/9EX99sc/pi1e3nr9vho2cqcNegPZWf+EzdiXCDoGn8ta4MN30Kf1YKAeF4cZm3JjsAFkTCmUqqqAoAMwNngs+ECROWis+5MAa4XjLtv5zJ9xoPf8d74a2+u6J9fJl4IlPnlkamk9AguXqbIUaik/A8aauy6tkyRpnkNIG7IWLpyCHnMM1/lSRCg0dxBRYkjhA7bzGifkXIeCoSPMlSI6rOLmtHlzsrBvFTidMpIxEEEggwgD0NzdSM+ZBaUSHg9Q6AYUQ0JUOpjgBh2pI9WjR6S6xcBy2qIltXAoIv8i1tlmHvkCmCc4GxrnMVkTgAAZ8DC65nPOIkuSioMwEzoiyCPZzojQwkWEnPt6aYuUV8dztUdCEegBFowI4mhexF8RhxQRWvx4qve5yff5Pv+VL36eSTpTf9hTy8QbHR6qQjbVwVP1rEzG7JxVrRxJqeqrP1hWxYbtTS6iUl33mTMVe+xEfsJreH5T6ms0WdGsXtYBEzYjd+/9D2jMQWJvf6yDvbGN0ouXL+jabF/jutFhPlRbgcf76vcr7XNDr6rQPs+Fs8mBghsDZtGMreqqGzJ97BjQIUOe4pdYBNb7tYbDWsurQ03Y9LeuXS1/x99wK/cmP6F+uxwYWmSDcdNHTw9V21cva0J5y5SXOQys8kR3+fJlXbz0ksaTQ82aiYIxWKVEO2X1vPhEUp+Fxb/glxKLa9XDtsQCFBJyDYtHot18mzcmI+kZlAtGUAsXJgiCWZQiCdKcAkgX3DFDdI8Uxc8DFRcwDSVC4EUGpMyPyBREIhiJ1HuRBkslDb7TS8kmaFPEmH3OjQUl7gS9qmtJLTmchUimDUocvn2mnEz9pOSogh+pgiZOGsQxH3JyYZdAOOwnzCUpuH3S3o67juAouuBLzioRhiRnD7ct/ZKAqqqUkiGpZvF2eoIfgX5X3PaDM+B+KlhCj7XNMTJ0pI67wrItznc8YU63pGXqnhXYLqhABTBPF+XjJVgRoYgoNARyWXa2xRtPZjMzbW5mYxebMYNL0UicR1UzN5b6I40PrpbXrodf85B6HJAnHLhnHHJF3yTapBSByu+QSgAAEABJREFUkoTyRCRYVzNztpklzWYVRdcaH+5q//JFvfD5L2htEuozn/ps8GmwqsxcD2pSBfKTabnpTmcN60ou4Nu57W3Q6U14TN4Jc3mfZ/894Nlnn9bP/fz/pueee04bPItvbJ5QMG9E/3iehYJeTbRXKHMZSawl3RgiLrHOTAo02K2UeKFs1QbNRVtHJCQk93Hd72mZeV33+128rlln+jQZ8uS1jS02tmzsw+FQEaGqqqjPFDrJrqVfrauqkhJlVdiZgjTKC3AEBG0R5FvI07RqscXxjrbdSdmDuEAqdXO6wSqsxXQHzuX6dFB4CEVYCgBHgJ2Qs4p24gnofh9FqpKUgrSwELDAkMWTD4MK+dWDmzN/9RwLCcxYkB1uGYSZjccDueOEwg1JxAtHyyBfQGcj1YOw/HFYNE2Qj3qq4BLCuMnnm+K0U/mltEA+SItwCOHOgQdF29yUC5Egzdxc5MNidLOxoURfNbD9jDvyHBfz8tCqUqOKSe1/yjNoo9J5SFL748JHtE0I7CmMUKES8jVDrx+tzr/wjC5dOgdnrF4vGPSNPNCrXo+Ssqbcqr1hMUpU1X2pGijVQwk6V5WUkiIqZQz2b8+O+A7v07k3wMHGmvb9BHawr5l/0Wb3UOeefl6J2/7WxUvav3pNiWexnRfO6eDcS5qcv6h90qcvnNfs+XM6fPIZNc+9qOHWjtrLVzXjFSCzQetgpKvnzmuK3nEz1j7vAXtpqmvTA+3sXNPk6lVNXryg6uquTvGU2T+caphDbMOqaLPgKT1T7sy/oMfrwt61HVUsIBVjKrNQHe7t6+qlS8rNTAd8K9y5eEUjvrFP+HaYoqcedW/Rl6q+ZiwKmVkU/Vot7ZF5OdBgqDZ1conFtseikSvaNjzdGb2MU+EyQMM7VC4dFXJ7uq2NzZvnIN0jOeS0iASi3VOQd6EvFMRTgBXwQzkbJzIamzXHkJ3PQlwLbip9GcSjS56HGUwpMm6zQxj2zmx8AyCJTEs7t/BpVrXcDDMjV0pFd0RIBoEBkxGhRDTCQaUIy6rwpOBH6gLd5GIet12tEjGrkAMAr0JLoKQohWTorFRJiThdoypCnkuJeUHLSe6rPK+LaEJo0JHPUG5esz1faWyRVYKZ5yCEAqZ1VjkrsjMlgmMenueOOaGEXVWBFKYBeFh5pNfjrp23JzUQzVzSMFephcPa0NlDrpwV00PlyT7jfqrxaB/dmeHZJ0+WXRBk6j5LSf4dnTZqpTqpX7fqt7s6U4/11Id/WZ/9335G6eqOTiyf0CSTv+qrYh0I1gPlKHUL5fLEPvVBgtexGa9j0/FI08mo8MfG40P5d3impO/zonfhwkt69tlndfbsWd11zz1a21jXcHlJfeZMzVyiCmWOtdStZX5WzLEZB4UpMEK3DwyeIzP2ihE6/XoWyFBRZeqVONgYV2zqHt/JuEpKqVJlOerfMIelLB9+rGd7Z0fXuCD488CiHFSpTuSBGHJQ6FV1OQAIm1aWliXsC4wN9LmfjTOBQWDYt/SlF26RTjFFviQVIQL0y0BK4aM4KMzjS9gfSTKUsQOdgJrxbUgRCicWDC0AWsUxzsGUgHrCeRmwrNVVM3kMkCElM7Z1HDwI4QvcpXVyxzKW0XwU90C1YFsKtLBkmwyFkIpBLaO8yCJiDPtlvqhQwK8ABIthkF+Ddy4DpV2X7hjX4zdRx5Ozy4WRiwwEOLshwK/kSz26DEh66ixKz9Y2B9NMajqZhoCXr6uDPNLRFSkEFBEF3OH0P33RqM8HuZZb77lzbL40T6ZtMgPXE0kpuM235A01NGKrpJoncp/IJ9zKRVxlFFdqGOSGYCD5mXvK7brhZOynxMPDA41293X5xXN6/JOf1v6Va7p07pxm3Kz3uTFffeY5Xfnykxq/+JJmL11Sc+ES+KKm4HxtS8Gk6x2ONZw2OskG2gf32KgH2JB395TR3e7sS2zEvtX3+F7Qbu2pz6a8zIJYjSbKpOlgrGafRc9xZGYcOmb7I4lDR8Xxn3WNBbFRS77Ei8T4cMRiV2vr8hXtXt0CX1VL2TscNlxH35aCie+22eHbvnjOa6j/TKEWfsssq+oBbdZXD7stG8oS4P4xEBHiKi6kIE9EyFi0v9O6HM4lmRcRwkuhubNERwbMRCK+YxCXIfQKrssbyCTApVAFiXF1pKOIEOCdrmMuoCNCEQFFKuMEX2iqyQKRPTxNwrOMIRU6a04bOb8xKWZ3aaFIIUXoCEsqbYh9lCYRI1U3uwi4N4PbFn2wFdGlJ3CVQlVKqqBtWQK7DCyXy8glJJj7mGMPffeh5SxjdonTAHhHZdmikxhq6T5ziJDifKbcQNe5QUp0ciGcg+MACwkp0bZYZyOIl/JLIHcdCS1cgbMGtRTtVOODXXGCV4+Nr8/hs2FjvMqB+JB5GJZmDtfjqVoO1bsvvKgrX/qSvvJbH9bP/bN/ognz9LHXPqrbz9zJMF9Sf2lFPV6yUt3ThAO8sCNzQ5/yucxrR8MGPzOwsc+AKRvylA3eMOEz3IQXszGyBxzUr1y5Ujb59fUN+Rl8eWVFQzb5wRJzp6rL5ls2W+RHHM5HHPRtt7+VU7OSPuNw7uq7/cekGyuF6rpWRX19YHA80wneM2RhAssl+t5yjder+X7ieK/Xs3o53eB22uf7vcH2hMT60NMu69OJEydpV+TR2w1N2p+yAhsiLBluYXLgSxw892SZUwEORQT45b7NHpUdlFTE8EoKOQtFKUiICFElxrMY16G6CrAKr8iQHpJ8QNDclfHqwADPNrltOoAhyoXpuGOdGAzaUAUK1wFgPsiFlLR5HJZ9cnADOB2N+DnbOQ2ohulCc8t0KXTbyThPR3n+IDiPgIImYcRLbGYEX9VHdGVRRx2B7OZ8yqJoM46gSyHEHzFvJsh3M+vmuEUMpRImFgWhF6+IUOk0vbKjZUgs0gr/kMdYNH4CMhu63/f8FO6B0etzIy0DvVVLuybkZ7OZBE5MOKWeclRqQ2pl7eF1g2R3XVJVMdCR6/Etnjmjckp2ErZvMZkvsXj4v8HMTPrR7rYuvvC89i5e1M6LL2qDQVxv72py7qKC2/X0Crd3nusbFodtTtYXz5/XNovN5fMv6crFq9pFZrS1q53zl7RUDXXHqbPqN7W2z11Ru32ofk7yTdKfDPZYiPbZ4Cds6r7BH3KLPyDe7I55qh9zY9/XProOOCwc7E2YuPAPZxxExpSzpYPdXe1ubzOp+3zjPM/C0tA+rUbo9YEnK1TxjD+jDm1KmuWkNiplwAthxaJasSBGuDEYp7SHx65wNKXCP7RxBFTALD7MLdTxIIhElLCkB2GGZ292BJw5mEeynG4o8aPgGCdgAniRVYLosGVCmNsBmszR1+Bcv2x5MpuGtFpFhLxoSm6LkPCZwBBgkW5mCFdoY0PhQFiSNlSr8E/AmnuXZzLMX0DRASecIuU5NkopVKWkFKnginia59M8X1bnWll7VlnEO9YRnedxFeVde3WsLsVldfFj4Q1MdNNOKuJB0UnCpgA0dzHH0nXKtNvW4A5y9k6NKR252ZTxPNort/nM5j7jJuy5P2Sj9jP21vaWnnjicf3mr/6qfuODH9Snf+kX9fRHP6aLj39Jyxx63/jgw3ro/teqXt7UNNU6ZE2Yoafi0N/r93S4t6uGTd2vaxNu6BM24wlzfMLG3MGBJqMDjTnwjw/3NQIbDpEdwV9fX8d82oAG8HrTsi41c/Av5Pow4M31kMPBAXm3mYszXtosY3m/DPhz3IxXhBa7GuyzDkPQp26Nipt72eBpldaLE9htBVLiMJCqpCkHlZRoe5hDvtO7bSbodPuOmev+jHeOC8qIC0DNOpeqSgMO8BcunNe9996niCjrgssJ6kIUXgICEA5cQimkAq41lZddkYdwGtmhVGSEsw2uB8vyIgluqOQJgUsg1zdRZ0NVMa6rkG/zdUqMc8tp7tCGn0dAxZJjumHhS7nsCS2N5RknUY6k6JB+Ly7dnMlF2xbjm9Mc74wgFSNsYYlDlOhi0lnwGESEgrgBdORLOWQs2Nwyo4khL3QWBP/mfE6DXbxlEvncyYUxD9CCWAnpU+zFggzMk0GhiABf907HnI4xr0sX0THZG/PoFVxRXUSDvBIhNVJxvnEHgyEYCGLwekC33JQHvZ4Gg4Ea6IYbb2KC12xWTZaCDV+pUgFv7tDZWqF9IFjyiXx1Raor9YYDVb1Ks2aqinL6VZJP/f5Wnvie+PxTT+ppFplnH39cH/+VD+kzH/5N/erP/jyfE57Ttb1tvbS7pbe971v0Dd/1bdLyis48+Dq998/8BX3dH/njOnnf63T6/tfpDX/qh/XQD/6g3vF/+Iv6xh//Kzr72Bt0jfq8/tu/TW/8439Cr/nO79Fr3vd+TddWdYFPBav336XN196rK+cuKA978p/oPPfM83ruhYv6iQ/+sv7BP/8Z/dQvfES/8jO/qM/99idKO5y9526trK+VP1GacHvwhPPA7/Nkl+qe/Hf33vTbSKLC8nN9m5KCumfwiMWnoY1Ey1skIpTgB2BsUHGhCKDQtwhIQ8Ae6EZaRsxQdIepgBMl/bpeWEe+hbIc6CYfQb4Fr4iUgHEbcp09ejuO0G/KoK/qAonIoUrBj0Qxuu7MCymSJEOAJYcRoYiQXTZegODhzb8lkGZRp0UE0gA4lTKkiJAUcryCToBKPGQLeOgilgG9ovMLUEVTRtZNcrQSfGWXIVygs4MbBRfpKJBdRZAQOQ4LGSkiFFq4RHc7FvQN5bFYLLQIAl/4BMiRzgb4wvPPcjg9lM3KibxAlZI2Nzf1wP336+u/7m36xrc9rDc/cr/uvOusbrv/Aa3ddY+qk6c1W1pSi3kti34zm2jK5wCRtz/oazw50HS8p8nBHp/nDsuBYgw9YVM39gY/Ij463NOIG/whn/IOiB+QPmLzHnMD9/+u57XGa84St3nfpgfggdcP1qVUVUpVpYrnid5yX2sn1okH69NE4lBQ0WGz6YiLx0xLbNK+ZMx49Zs1jSYcQhrs9sbvBszK8rxwOzS0m4oLVSmpoqw+a5/t8l/gOI9FGg4WwvmvAty2Q2xDDb5VRNLJEyd01113STRrEI+AkOQwIuh/qWKg0FsSXOMQDmXGBmJFDrEjbLr0IYm2w7ZDFu88BQgiQsmQQhSvVFUSdanAvSQl+KJcz2GMxi8sQKMV6+XO+6nLxkTQQq7ESvzlOb42DubcQvAVjMDSIkzxpVDjOaOgo8B2LYSPmKLKOnJFJI6iNxEltfCKSJSwxEvg0TLXFnMsZIJEN6Uo21XIImYCvm2dk8QkxHWzy4WBJESnS+UG4Y53PCn4gSd1GDkaQp1zpKMWoaVLOQ7CXOxRkoIBAfZTWBnUPG8Px40GJPV6tSISk4daNNflPQB8W82k1f2+PHhaBZtdIz9dp0FPqyc2VDNJiyWU58nXY1PtMVFrRt4dd5zRXWdv08MP3S//W/X/4t/8C8Mnq7EAABAASURBVH34qc9pjYXm1Hveqvu/+z36hj/9x/XId71fD7z/3br3m9+pN//R79Q7f+j7tHL/nTrx6Gt1+s1v0O1veZNiuKpJhGZsqmt33qZH3/ce3f31by5w9g2P6O53vEmn3/p6PfZd79PZ96Hnh75b933bu/XAt79bd/2Br9N973uXHv329+qeb3i7rmiqZ6/u6ckXntGd99+v933rB3QPm/zm5roOWKBmbPK7W9s69/yLOn36Np4wlzTkYDNmIzdMeNpvJdXcdnwIqFJfMxpo7+CQF4ZGCu6GpfNLyyiEc4D90cVgHPPmHwdkoiR3IVEZIkIpJQUTOhZJ4LSI6CZHmi0w3JRyLEqfI9CZy1icj2VQGWqFj7THg8yE7jyZOuJ6aDsSUsaRMNmAEVBHQp5Li6wkOSrkIwJkOJIshEUNJXJTgLTIhIcKCQLv+lAP4m0xvssdtFvCpsrlwEqSEFFAG4SzLe5XY6JH3umdfNyQJ5AIOAF2eoIooAQX5q08yiMQBCJCEYGUIYEB0iXiOdHaUd40GFpuVPrDfEHbY/i8fhmpmW/0vIzt7+/qKq9iSCHfqm39WpflYlIVirpW77Z71L/zbq0x5vubGxIH2RZ+Q4kTDuszkacO+U/5xnVSLPU0GvlGz6tYO9b57cu6ePGctrevaGvrsrZ3rmpn9xp4S1euXtYOh/eta8R5Rdja2pLXnQsXX+KwMJHH7xKvDBEhb/6HvLyN+CQ25nXAa1OTG42oyzYvfds7W/Iv6F69fFFXL17QNV4Md9F3SB0PD3fFUsA9I5TQlSWs7wBSmUZrOPhMucGPOWQ0HAZm0ME4cDkzNnXf2Gvq3SLrQ4g3fkPLoSIFungVaHgZoXm1NBiyNhzokdc9oszFKFFmRChcGFC6Agtsh8x3AhgtRKOAFHqZ6zLCDpkMAo+3br4VtpSMQwGOBI6Q2zGIV/RpBa8GR4REGahAVwvkYpHjOuYiQhEx5wTVAxj4ni8udyEfsZCZi/4uEKYdly7NcqxQp2EcJZUCbSY0yAmd4Y6XWBdYzo15xHYryQYaOpnrYVfe9fiCQha/iN2InRCl7AU/IkoJjpMyp69TnU1OfQU4ZkZHdnW2dBDQb/RtRm/bYSrnAVD0ZgRe1Qf5EMDGDAhoWDQa8l28dFFPc7vuM7D9Dbzh2a1hYnvyt7nSlAE85YQsBQsEGVIlVTVQie1LZNOY9BkTyPoYG8o2ljJGfAPMnKgbJlBVh8aTQ+3ubWnj5Jpe99gj+oEf+UF95x/7o7rEraBZX9LJRx5Uj1t3/4G7tPb6h3RtWGm0vKzhA/fpYGWgAxabg5R14rUP6I43PiqMoC0SoNIXDSf6VW4kDQvRvqba9i/r1VnV7Se0dM9ZXSb+4uGOdtZ62l6ptdVHxakNbfPCMM5jnTqV9MM//P36hnd/k1Z5Vpz5+Y7FoGViNywILW3hye/vdMsrqxrDF3VtqKOqpAG3n4Z26vMJw7f98WTGYrerKTqwUDQJdlKmPZGIgBcSXjhalwlGOI+LdENQRgHHkbMPBUUHxSZVVQWdJHhlXqBCr+bi1RPzPH+GwNv0YveCVo4St5Y8p53FtHkLiKCgAkkRAXQYApEoUPKJsU7MtAS/yIK1cJQHSVFysl7FdTajLx+HlnHayIt8y6bhClGEjgB9NDHsLM+pRckJHb69L+KIXfeRoVslwuvpUJGK3oTy5Og8PYG/mieLYv5j2et0EO0gky5DtrmLOkLThsJl0jC71IP9C04rP6e/xDOzNyvPReOW+WqNCaGq5nbeW9Fhb0kzDqr+R60ajG/Q6U12wrf2fd/EucE3VVaPF7LN0ye1tr6k1ZWBbrv7rM7ee7cOeY7/4pce13PPPaPz51/U5SuXdO3aFe1zUL62dY35MtHW9o6eeeYZ+SneugfDfhm/vk33ex09HY81Ho25tc/kNWTEmuQB577Z29nWztYVjfhscOXiJV29tMUnhJF2t3bk3wnwJtxw+G6ZczlnZRYo1zEilOpKda+nHuX0Cq4pu6acRjQbrxUz9fo9Dgq1/GnAh4ExLw8NujzH+m4b1jJ/ArE9CZ3Xrl7Vg7yAVIl5SN/TZE4CMiSQ6RsDBbhfdJML4mUoGQNkIoRLnkJ70JPRdSEB1jyBsiNCeLlYipehSkGdOkgRssMK7GkZ/1kt7WGwFqdJIcslRBPyoFKGN/gCbWe/bnDz3Dbc4DQyphRCBfoEhr5p0N8UzQp1znhRwY5DmIG5f1nanG90XQwqplgrRVS60WUqRU0Ib+RLLjsII0I3upvjpN6CBXfuKX+h3+Sceyt0c3LmFtiSN5fGzIpoaETbC5hHeqnYrZSZh+0RQb4QgUKpgHJSwwCacDrd53vZf/iVX9T5c88ptxMmzBXSpqq4sTe51oQNzgukJ4xv8lihVPWUacuKydJy0o1AP5r9LW3CJPOzfVRJY07kwdaFYk0nY62sDHXi9AmtntnUMpvv8MxJvf87v0N/6X//l9Rc2dWzn3xcO3yH32eSzzhVH+SsQ0ltVbMwjIv1VaqVlpc0xT5RZpIUNEdLF0+xqcnSLE/k07k35Ak38RabYpeb9eUdNdv7spuw0E3YuFs+Tzzz+BM6weHgT3/fH9ObH3qN1jipN2zSpSwmxukTJ3XH7Wd17wP36/WPPSbXraXtZtziLZOxrBoMNFxaUZq3TaTQPgednd09NchGaQfGG3Uq49YYQ+gGQtGeQoJ0Yq3T3KToUKKGYMvlgGkPDnipqlTRTgWgYdPUjBj6xDpQ9bvyFKsOsIN6O2JbzRPtuqAdR4JkM+UkWVz0R4nougt4QfsEfYPJijAnaeGsqyViQBuUfTjoZC3fRQvPbZCPxQvzWFB0WCmAxzgshWhYoAtwm23p++zDGS0u6wpkoAPjDYIWtJ/nhzOJZB13Lj9bJmbUTIogV4FFvaxUEgi2EoFBX9WFEJW1eFMLyujgekbXj+rAyNhFq2VIbHVoBAfTA4DDOAiYg0FPzz73dJmP2R2FArwy6S2H9CkH2pnn+awVQ5W+zMoWKOULm4gzwVoOxOpXHGiH2jyxyXzmYMDheUbb+tv2Y298o97whjdyq9/Spz/9ST3//HNs9NeIbwNbunDhEjf8Xc0od0qemvUjpaqUNWZzP+Q7vDdWryPerGvmPYnibK9V5uSptTWd3tjQxiqHf/JGk/TE557Uz33w53Tt8jU1fFqgaxWqFJFUoTtSyHrcTAbRNFWVlFJSWRuwxfEJ5ffQ6Wf7nd0duT3cLg2bvG2zDt/0HZ/By7SPdVy9ekWrq6ta4kJSMQdF75FEGzIPIbweuVzLi75QcaEIQAYRAgh5nIVwDDD3v+tuIAkmHn1HKog6Y0SAADBVpc4CMvUL+B5JlEqfz+jYmTHQkpKB4kOKCFVA0CZEZJctR9t4HWlhdPYjDM3AIyzcDrMAB8ajQkGRBquyPQgceZKO6I6Y68tdzHUFGGxUlHDO7ZANKHBDC3Rp/9HC6Azqwhu1eiIlyg7FjQnzGCZjO41tArk5+2XIdSiCx1IyHX6rLBFBaXFM8hiZaTV742PsQs6zMARRi+Xo94C+dP68/rt/9Pf0n/5X/2d98N//jP7lv/lJrfF8NyZ9RGdneqwhR1ZiMjWoCkVU6g2W1ShU9waqucU22JV49vcE7rPxLa+uasoCEiyqPZ7vz9x5uzZvP6Vq0NMet/s08MtA6E1veIPe/83v0Rvve0h7TzyrjcNWJ3NP/VnWiFv8YGVJPTY0931Qesamg9GBRiw+h5S5jZpLvUYXellXWHj2WDD2ef7bZZP1xJ2y2Vdry9rlGZOzklZnlc4sbaran+qTv/Ibun24ph//s39Br3/wQS3zKjDg5O4bh/ukotw+h4olnjL7vQHfAVck2sX6G2YxpvAtf0kNi2RNvoS823fKYmA7drmNzOgL297SDi0rkQ9HrXlzoEroLCFDgM7rSFo2FBHEouCIDkuhRPt7YfHi06tqVambRi1lNJTtMoRcB5q7ABtAxzzVuV4uNjnJ9toSt4Ghbc3BTNJdPxCR4snrHDdCRCgiJLzAERAG3exKKUWRyynEzSLzeAQ65vQro7mdRWBOY6zbxJuHD2gNneYU2BSXWbcAdbo7G0rmry3osiki5J8MNhBRRNBPAmfJu5Vu5QKmISmUpAIVdEDf6NEiz8GWVNtuWztwNUqN5hk6ycJhPMw46Gbq/MQTT5BfmjE+ZhxyG/rU43RGetNM1LJRZuhut6eXSSdU1evLv2lfMb6ruq8lPll5XrjsqqrkDc90zY3Z36vf975v1bvf/S268NJ5fexjH9YTT3xee3t7zJOB1nkpO3v2Dtnt7fLsv7cvj+GqSuAeMkNtIFO+hbPuLG+saf3MKYlLQrW6xJrTV7Au7F4Z6bd+7ZP69d/+sp559kBf+MKXGIdJrlumzpkGcv1bY5qyof6F56ah/YQbc/nwJr7gR4RSJFXUybwB3+NNJ/pxwHqWyJeZ88pBWVYU2tne1db2NoeeVaVjc5Di1DSdHCbQQaZVHOrmOFOeGH96FUctUGB7XCKKimxEYI0AcFpAEkawaVMH0mWQ6M4WMM4q89jGwQ8F5QfyItsch4pzeQ3lMgTmdZWsLryhY8hcTDc4mKGABeDlDMQWHusW5Ktj511IRHSxUCxYL8Nzket8DJRhznFO7J7HjMyRIuZYuGPyxF7ZO8s8n4WcLR8vDKZ5i44iWvzNMoW5CLoMZIm5TQmNhkACCDcdmBhCpBFiQ5Z5Bimiw2JwGhhayqpIcF46nwk/ZjMe87T+4u5VffqLn1XD8+YMqcQp1fZ1i2RTJpEnjG/KHjCGms0v1T0lFoPV9Q15s/Pk6vV7WltbZWDNNGSTX1oeaJnNdrA00HB5WRV2+Wl8mW9z3sQHy0M99MCDuoNN98v/4bf0iX/1s7r8ic9pmZv4ytahdO6yhtzGB2zaK610suppGR01dgY3jxl1YH6rxo6KjbnHx7qKW7rxMk/qh5eu6cpnv6wrvBp86uf/g5775d/S3uee0jc9/Jje/ppHtEKeoA3GvGps7W0pqlTaQSnJg90LVcsEGfGUJ9yUW1DFBKPFWRgS3ysP1SDYKopFo+lIB2zyo/FEiq4PMu3astFn7M3oYgaRnd4qfZOJZsEAQqGkRL4kgZMiOiCqSJUIKLdSzaJUV0lVolxPTGywHQ0Hj6yQgACMpYT6VGJJKli4Urwx+TMYQ5CzPkcgCxOadEKSsZValnDOQ6p4p98IQTkhAhUHWfA8iOgY1jVngbLMjiDNACcCGvzVvBeoW0HLBtbQ5t4IWtrIMl5hy8JlpQyeDLxCJSzxCmC7FiDFDT/EsTv06lqPmhA5kV84WkAib6bP/EudrWmgdZyxkAsEI0lzF/SIS3JZGV5WzTjxTZQOY3wkPf7451X3Knn+Thi//iTXcKNv+AQ1o31m3LJbxqfBeQy5aRj/rWxL1esxh9l4N09QlhjzI7ktK8ZgphI1CwIxAAAQAElEQVTWNyO/+/LM7bfrD/6h79QHvv279Za3v0MnTp6UnWV76FniQL2xualTp89wuF5Wn3XEm7v/s5y19TXWjrXyi24rVV/9y3savHhNoy88p4uf+ZI+9Wsf1s//25/RxQuX9d3vf7P+xI98q+69/04+ERywuc7KOjWlPhPqZTyjDg12zaif1zLXdTKd0CYV1QrNWANTlcqLx4ib/RiYMG895/cP9rmxr8jriNslM4ZCQf2jtP2MMfPiC8+rJn9EiCTWgUYt7UGrgZGjO4jqZoe0xZXoS9PH0zMp+TjjFnQ4HyBF90P54TgQEdgoutC9IewQdhkTxxj3l4KcBtaOYJ0jiyJCIc3zGmMFHhY+KyIUUDf7iFDEy+G4XDoeiYijqI0xmFEwaRFdesSN2DIvh05G6rDDI6CyC7pL72IOZVfSs6mbwDwaq3BNF6IER3kdc5LB9ALQuSA1t99x180ajR03HBeVrDnR+DQVnVji4Gy+k0gRLh8Ds0LIa+EsmBTOB3TcrJZJMGFSjBmwiZtz268Y+NPyn1fUAyaCgnijMRvpDNlU8ZzP4uAJNCHfYLgssekqVeoPhvLE73PyN254JnU1Z2x6NXoHw4EqTv1VVUksts1oooZJVfdq+Xbfp/zbTp/WUiPdu7yhwyef12//y3+nD/79/0F/72/95/on/4+/o4/81E/rd37mF/QT/6+/J/HMv44t66OZ1g6mWtod6dwXvqIXH39SV59+TjvPPqdLX34K3pf1+V/5iL74Sx/W5u5M737sLXqwv6q7qqFWaSP/XkKvX6vl++Nhw+KVWg359ri+uaY+hwTfevwJw98gl/hsMOaThJjwNfVYIn3EC0KVkvbY2Kt6oClph82hxrTPjMVFNEI2yC6L2QdhLO81xEMSQKdncMYm5SAtQdFnhKFKEUkSfHBKVVmoqqSyyCT0W68XmMZty1NdRodykshfoNCBBimFwFlZLABA52FCmJcdWMI6zOsYFFESSj7YR97JnbYj1g1EoMuMBTZ9A3Rq0X8Dd57rRt6rxYodBJ5LR0B7tLQHaz3dFvJNRbRXoAgkGppoVnjpjlZ2TjP+qhC5EymIoGTM6FK5xHsRF4VEJ9WF2GfC7WUbTS8gAkkgw2jd9vS16OuspDaSclTKwtIcYOLmEzfPoJYwy1VSps6J9H5/qIo5usd3baFjzJzx/PVhdcrBeUa8YZw2NFDDOtCqRTdKJDQHujp6yKvWGW7jwatVjiAxlMAt64IPD34FO+BzledLYk4vr63ojnvu1u133qGl1WVVvaSKw7Rxf9iXyLuxsamzZ+/UvXfdq1Prm1rD1j52X33hRX3x45/Ulz/2aX3hP3xUn/q3v6aP/uQv6l/9Tz+rj//qk7r/nrv0Q3/qD+sPfOCdesNbX6M3vvVRDTg8BIf7qLAtBU1BPaiP61Zs9OGGdczz158JWupru70ukaMcXCbc8n2Yn3AQuHz5kg7Z6FkkJea00DVjTrvP3B9NJhdrwMULL6nncmk1//VVi9wU3Q15spCR56BucBHmBzkkk4thpLlzvvkwmXMk59DLXCgiJLyMKWtxMKTjZGc9M2xpiXS2M/IyEZVMhKHEuEisYanoUHGWtYEFwylZjmHIG3xEKGIO6vBxgZe1AiLH07Uo6Ig5V1bioZelu2IlbRHQIeGC53E3atfEC9ODFE8aMKxAgU/6aFamLJW8mbA9guwFAUWZSSFckALqfO7Q8dB1MNs4opOOiOsilOmI040Nlhd6cwGaic6QwMSFC7BVRHkWbOHYmozNWD7XF+SJCClRY7LmQAxvlN35QCZu70EvNoM+ctuXntdGv6V2FRuXNOJ03KQaMSBqxCqg1pgFwgPb3/oPeC6PNuR/Sa72oEH67O1ntLyyzGFhilFSxYLjcvp1H5NC/scz9vf3VDbEpVrTU8tauu+MBrdvqOIV4PbVdT32mtfoez7wrXrrvfdJX3leVz/8O9q8uKuf/Qf/WD/3d/+h/sN/94/1G3/vf9aH/+E/1eoz13Tplz+hq7/4W9r6+Y9o/0Of0OHvfFHf8NpH9c7H3qxlnuPalVrNctJsJWmyWilR5oxn/1me8t1uzOeGiTIfJVpu4BUTeIknwyUOIYYhLw8DnvHqui4LgzeQ8XgqpYo8oRGLyYSFb6QZbTNRr99jfLaisVRFpRq5KiVFBPKZNBqJvgp3gjvHIKelLi0SAqEARwrRaEClVPX4XNrXMgeNng9PCrV8Q/UNxN84vdCglrzokSGUKTMiKfixKowSSfRvo4YNIgOyHV1AXikilBA2aO4yijPjpgUyi1rRM89zPXuhSKKO87R59jmKojsi5nGLOo+hY0WQBkSACysUBSM7x7dERUVWS30KYC8RbnvB9+EodW3gtfRvSz+XucxIz4AbvfRFUbwojQjyR9Uo+s2jTZ0fEHlLfrAWgtgdtB2SL/MZfbeCCMrEu4gCQd8h27aJ/aaiDtwWafcW3oRXmzZq5WCMCcwwq+DXZOzRsbUqqQm+aZ/Q3Xfcq4df/0ZFPdTGyTM69AbfZM24zfrzmjf7gpspTdVSCwBdgZ7IiWYJ1bx6NZlCUpTf3ZmwJpCgXlWrbBR1XX4v5erWNe15g/S4HPQ1XF3RybNntHl6RcvrtdZPLOt+5vRb3vI23X//Azq5uanJzp6ufOU5Pf3hj+tJDuTjzz2h2RNP6akPf0I/++u/pZ/4xGf0sRcO9Zrb36zvf8/36A98w7fqzNnb1OfA3h9uUKfbtX7yVPms0GPO9blYeO56s2vp54ZLx3Q20YTPd+6nukqMA+pCW1+9crV8WqiZm+77hvm7v79P1Vqd4PVihQNORZtWubQGbROkVcq0ueifZnKgjRVaPI8prmGMNRrPpmDrR455L+s2lhSRFEHBCQx4vEREx1PILpe2J4VyzcmURqkw0ImA7TRfyGOWBDaYztBZOASsx3TB6DQO0ikOAck4Ag5Q0Y+BPRHERVFzeShieCsCiTFge0wuIKLLo5AiQsEYiQgdd+l4JIJEvHmujCjMtCEpVIACjS0W4VDH3M1xJwU5DSr5wyzA+g1dGTQjrRRFUsipUBEBEYqYg46qDXXMxzG6kBgJdsOCOn+sLh1DDAyhsJOFwpvOlGcyE1ixgRpjHww5MQt7gwmomx18rM/IBlhHLsiRiEWBLszQmZuHccep2aj7nEYPr7yk6c5lqb+iPRaUg+lMIxaGtmXgeoDXAyaK5AOAn6/6dU+HezydTRsNueV74tds5ko9nebEfurMWU3QccgEapHJLMI98vQtk7NmLDwNp+WWsqmWBnyTWzm5pqXNVfU3VjQ8vanhbad14u67deree7V59nbdefasTm6s647bzuheTvj333e3HrjvPt1++nYm3ppO8Vx44sSJshAN2JyH3MZXN1bl20SrRm20mBdiDjKNZmpZCDILXWKQ9vp9tZJctwl2ra6v68Sp01IkjTj1jycjNUxm3w6GK6uqB8voyJqQNkNPg/6sznmMtbS+Yz6Uod5k4fhQmQtlVnYApG5c0EZOF+kR9E9UUIloB5GSzPYtIlw67WgNLqt1XzEGssgnu6TEppCobJWSasApHp9evGcsbg1t33JYyLlokEdXhVBFIVUiPyBoHwq4dAmx60BZmgNms1l0wxqTIFRcLpFCfs0BxR/JUvQRfUviSDhTflbGQNepwdgZY3jGt92poRVjN8ubpWVaNgJiqGyV6TfR8wHldq3QaRzwhJxoo2yMbucxbSg64BdMXpQVH4qCHSQ6PjF+Km6Bqapk2vzWutxoRJrSD618kOxzyOynmeo8UdUeqC4wVo8DaY+x2+d27HEd/WXVa6c1OHGv2vX7NFq+R9P1hxSnXqcTD71DZx5+p86+/l16xzd/l567sKXB+qbYIUtNZxwa3J8zxrjLnnFwn1HHBsAcak2LYN8ym/X6xqZqNlHf2Msc4Na7z2uW4XB0qJKPwe7bvF++WtrdN+mqqrWxeUr3PPImvfYd36RHvv7deuPbuIk/8pg2VOvi576kZz76cV390pd19flzurJ1oE+eu6p/yWe2n3rynPbzmt7/jvfp+7/3u/VN3/p2nbxvTcubA77n91X3+qpYR+p+Xz1eEm0bDSslRi/jzfXyZwrXrUpJLTxfNFy3xnXmoCNlxkrm0DMrnzWcNmNu+5C45IN0lURTqwop6ENC2iWUo9aUOmYOEWdPbmhjKSliBggXyKA3grgh4EnhnwAXvjGAXZEqRQRga9S5Eo9iW2Z82PZ5grp57fKkFJVUgPrJ8ujIWgQQJs0o5A0B0uRoOwgpgkBzR1tlA9EudxbdS0wFm74BFMIiQEBH65hLx+hCBhnCFIUYLcA2mB8RigilSIIC1BUsFVpzF0EqUJghRYRCuDk2bYBDYzqcA+kCSp/OWTegYlfuWCDrCPlHxQ7hLOJGgqRTaGgIRAmvezeSCw6EDdelLGmAQ5pzRIREfcWgyJRlumBoUrRwGYIxQbjgBhJESxgoDChLXQf/GZE73FKJ03uPya+DHV18/ss8uS1JdV+Thqxs8jPSTe8ejLgJtgz0Rg2q+oOBgsHm26QnuP8d65oJuMKNvMcmOFhaweRKK8urTJhKVRnYSVWvpz6TFe3y385OeRZvKf+QJ0BP0lxh1aBSWhmo3lzXChv85j13auOO28vpfcnPdUlaWVkqLwdVXcvQG/S0sr7G7WFTm2z4g+FAg2EPG6RUZSVeQVIFzQz25ptZ4DKLbFJo6MnNopHZuGxbIDjDpqpXa8yBxPb1oP0PYRzyGjHo91X1ejzzHSijpy2LJI3injeSXQjVcj07MAnPTMohdp1NJJPPwMoEnwUDniwLRCTIUAhnIWQRYighB11YxpaIUCCfopLrUaVadaqUGNwRQn1bFmgv8A22Z+rZjduswP6UpIqFrkpJKYhQpBeclkHWAC0Hw2z7gZIjIwBk527V2YQeuL8HH7+rPEGZsciRs9q2VcNC3NCvxl6UpwxWwwzbm7lMzg12Al6a2dQE9ote2eCZpG6HDD/Tr5alk6kRlUNO8C1vyIs4em2GbYlw6JgUbj+iEWhEpsU+Q4YWLiJUMX4T7d0qmF9iM07K9FlijlSMs8ScWuWF7LUPPqBHX/c6vf51r9V3fe8f0Vu/8X2689F3anDXG7WzdLdemK3r+cmKPvXCjj7+5Hl94fmL+uhnH9dnv/ykXrx0SS06J0I/ZU7Y7PwCNHM7YdOMejbUyy0yI95i32B5Wf3loTLy23wCOOCT2z6b+yE4o2fKpum5D8k8XFFQV4+WYdXXymBFp0/crvvve63uu/tB3XniNq1x4Dp4+lk9+1sf04XPPa7dcxe1s32gK3yC+8inn9DPffrLmmpD3/uB79UP/+CP6Ovf+kbddmZZwxOhtTtXldhU3U45JENLwRnbbLftdZ/DwucyDiCUqoqxXNFlbdnUx9jeUFe3f8t4mNEOM+bAjLqYN+j1ZfD6WDFfqpSUvvXc/wAAEABJREFUFPI8yGBFUpuj6FpmbXnXO96q205xGIoWGeEwjrB45BL5q7kNxo4vIFKFugrR63kC0qAstfSDbTJNdxS5bBvmELEQDo9CiyEjdbKFJALOgD04LIWAMblJz0WbkxeQkSnlwjDOjIsMXTx5C54HnQ6hIwBj3eDS8VjEjUJBogVgd5kh8DoOiMhyC8BiOd18g/nGC+jihPgFz3lMu2LGTvJkjwh0hQhEqIVb1NG8oOYFk7hoNMeJypnoYxp/oVnFBQlRKAIroEGdl9iRR+0RfTPhvJbHPJIcA829y5uTlKIjUHGZw0gLD+wyqYj1lPpnCwS3h1Z9np4vn39KTbOj/qCP/FDRVGoYrC1PcjWLTot8VDV1C6RD9QA5BuwBp/zNjQ35+csDuMe3+wHPX3Xd50LksiVvKC2DpnX5VaU+G6snVVBSXdVK4LH/sRkmIhFNkeVRkdP9RNMek/30CflPfLwpr66ysFShaTmFzxRMyj4Tb7A00PLqqtY3N6nHhDJnTJgphU/lRTxbN20gXOuJRIUqym5mrddyzaYth4+xVtbWqKPQ36CnUYW9tt/t1lLm6GBP3vD974rPuNFXlF+6FL0L73rR8IqAA0QEdGALYBuIyyTJok3wpElun0xkARELITmXpW8Aj7IiC7cF6CLUhlKqVLO412wkNf2XsFE4y/oWNONWUhY92qHTTE4q4eIsW6VEm7nGqdjUIMceKrqlAw+6uZ222VBsoYxOXyF+V4HLVgnm2VyGSUyz3R2YcQzm8qVs+tP9OsPQGRu8YTqnQaUe9DTt6JYyoBhVufR2LkUHbaAStyRAhUu6sQ8IpGXTashJOnHLl2xwhPaCSpBLNNNOAjJpHU1iiD5KZWxV7qPhsqpl5lAsay9W+dR0m/LKbbrtvkf03j/4HfoeNvfv+kPfoff+gW9S3as1Vq0nzu3omtb15HbWMwe1Hr94oJ1qRc9evqZDxvqDj75Ob/66t6ri+/jO4Ug7hxONMWlKPaZscO7/GZv9TG2ZbzP4DXUL9KtXacwYGfPiVQ16qvo9ccbTBJ6xu2bIYToUzJEZFZKWmPdrwxVtDte1Vi9pdPGKLnz2C3r2w7+lJ3/5V/T8r/26Zi+8oApbrm7t69c/+Xn99Ec+ritNXz/0ge/Xf/rDP6bvf8s36w7mcdautDxWfyOk1Z56HPz72ODxLPo8qqREu7ntqrqS52dDXUT96qoqY3fGBu6buuV7/b6EKtEPZaxST1kYef+J3/bWllY43NTWTZqni0e/s8g8hSIABRt9ll8kh3XoLY88rNtOrKsuAyBklaJxIlLXtynJB+0KmwzJioWcLBq0KaAsosVjHgkYBeE6eczY5jJuBL9I3Rggisit04I8iaRAKKhXV3KX32lR+PJSNS9XBZeymU9k7+LIkVLoBe5sKrFbBukGLqehUgoNdX2SZSVKoF3ldmFNl8G0eZSmkgcZqS10Jn9O0NYObbkIqoUX2EaFAlmqtzBaMqcDZGRQ55DU8bh+D86dhEUlZ6cPEtsIb+HpDdel1KlLdh6Lu96inSrYjssJ0LfyEYtE6zN0UoFug1BgLognfDla1CUmeS+P9OIXP65BSopqmWdpBjQrpCfGDBw1G7cqJrt0aWdXvdU1tWyUExbVjTN3Kqda3uDbqLSyQhoFTTk1+ynN7V958KNb1DHVlYZrq+ozuUajMYZI5k3Z7A/RPdrb1nj3sqY7F3W4dV7bV1/U4eGWUtUqsfEPlvqUMdSQW4fpGn2ZxXc2G2s03tcYaHgCnU4PNJuONBkfaDza5+AxVWYAlyGQkkS+hk8L+zv7qqKWXyMaNvz93X1NxxOVQ09EeeLzq0PDwjflGT/zXA9bOTA9VbQuvV2UqjjYSm5ZiOyZJtJJsTxITsooyE6XWyRz027FfsqLSS76zCVpntMxhM2YAy0hF9kBMyYLtaGIpJRCdZ1Yr5NqFsWaeKCppe4z+mvGotgCbgt5AUBJpaANOnB+YZ9LtU1kK7YVTDktujKvPaKWohJkV1v4pITt90aol7mMoOHGhLgxSizED3rFrhJ8rw7T8myiENJf5mF7nGbqUuqIMVPGrOvaUGY75+dCuyWoGXkchxLFqTjXGUBMmTwdZPnHciWOHQUzZ7KBuKJFBQqRVImbhkJHw6bbWiES3qiWeEHyL6WdOX2b7rzjLt1959266/7X6MR9j+rut31Ad7/re7X66Ht18k3fquF9b1H/zP06d2VHZ87cruXeUEsh3bY+1ImlrDS5qhODmU4OW60PsXK6q2/5lnfq69/1NtX90IUrl/XFp57R3mSiZ8+fY7M/VGaDDENKZZwENmKpME/VYKDh+qqiX+uAQ+yYA8EOr1iXt65qxJgf851+zGHXz/Ut9ZxRtxmf6Ibl4D7UmdUNVds7uvyJT+j8r/+qLnz4N3ThYx/T1Wee1+409OWDiX7p2Wf1b/gm/zxz7v3f/D795T/zo3ofB5L1/oQD9AvYsa1qOOMz3rLEYWLmtmOORTWfZ7RxNg+cGNvCpaoilII6ueVbD1rhiNSkOd7v9RXBPCHN+Sv4CXlfVOpeT2tcEtwWQb0SWUNRQgaCjqDwUBqhqqp1Ym1FZ09uqh8N62lbUiNCESHrrqrUzcM6wFF4EaHiXAcDkUxdTM5TiFEk/OOeUpXDll3nuh5dXofksRLAesIZEDXqUkl3nPSSD0x07pHCa942JjPjogWKGEEGLLzApl8NbrQUSde7GFboUKgUIwh1afBCEoAXa5Y6k6+HzgGTnFkRoXCEWMypEr0puNngID3CIQS+s2NRBgx8xPV0orf2bhDA+hcNbDOc05U3NpTMpTcyJEAeiCPv8hdyHWYgQQTKfLBZCMaciFhQZrhkdJplKCzilOEUswxwjlqp4nttYmNNbJb1YEljbGvhzZjs3tBHLJzlP44ZT5U4IY/YxGfYMlxbl//Rm3q4pMRk6gGj0YQSg6fvGZv/Ct/XllQxMSoGakpMWAZU9+0s1F8ayht+f3lJMegrp1CqQoejPbbuhg1+V1cundOFiy/q4uWXtLVzTVevXdGVa5d1Af7Va5fkf47zGnhn54q2t65oxoY8no6x60AHbPL7owO5zVJKmrGBH+7sKdjwqqqnpaUVTaHr/lBVr68pz4wrK+vqE59xCNjl4DFxnVNPvd6Aw4Jr3Si3Ey0v9dhIdeMgIRqA6I9QQBmuI7PMMWRHSPKG27I5tbRLC2Z+KdNXC8WWy8gtfJfU9WRGByNjnhSKAGjDKiVsM1SqUir8lowN/diwybdsUga5MDYql0VWVVVSIj9edpk8nU2UZ9uyud3oJEkGwcM7gThygbbocGESWA+o+OO0yyxMArIp2NRDQUxHoctwHgMF6NaO8op9rRrasYHu6tp6/RLRAtZhOttoIFBucH2T4wVaKtBB0D5BW4kNQKRdh86KTHrTTstCHknywUJ1TwwW0QFqWeRjuVZvc1kn77lD9zz8kB55y1v12Nd9g+5+/Zu1ds9j2k4b2qnX9cT5K/ry+Ut6itvwM5euaK8N7XDQqU6c1PnDfU14KXt+a0+f+8qzeu6lS3ruxfMaTWa6cPGy+rwKPPzom7QzIn5tX1sHM+VqqByV9g7H8Ed6lmf8fVp1QgMw5KlRVtDUNX1e1UmVP5v1e2rhzajXjLbpD4dqaM/RaKTtnW29cO5FXeIAsetfwEuNBv2kPuOnHe3qyS9+Xo9/7rN65tnn9dLFbV3aHuv83kxPXNzRL/3OF/Sh3/yMRldD3/nuD+iv/sW/qu/+tj+ou0+uaWmyq/H2ee3tvaT+etLa6TWpl7hUtNjUl9u0lahLaMZNfcIzfFKoTztPOWiYl1JSxt4WW6u6luMRUXi2PSJElsLPkiznfNZ1+uQpDQf9srcUMQ8GxBmKcrmeN9YtMkYk8mb5gtCjzIfuvU/3cVgb1BVdjg7WOSGTnVmhirWsSq0MiRUt0GhdnU4V+wjwGfVZduFgDoWbCUlq6becuzzWUUScZgJMiqkOjiuBU+Tp06CUDmDizS9Z4Xc0ZdGGCxrDUEvhFgIC8gjI72JKHPq4T8cjR7QzLyIRigCIO4wgpOEiwPCKR57SC3mroKtIlKQuLORRgL1H9M0ExVC+ZB06cqXAo1hEKCKO4jcTN0p3qRGh7od4ADRsqYNbaRE1ngPiMsyjYgVUkSdfZ9v1Uoo6Uo971/H4YLI0XUhuKLyL9VjM6rRVDILe/pZ2LrygqGaaVeJWO1ZmcB2ymHhj9/d69kFx6VVLn/RYeAyeIfVgyK1UOuRWHjm0srSmjfUTGvCcFwx+T5gZNwAPINtpnCkzKoYEEyuYNBsnTuj0mTPyRB2urGhpfU07+7tiDmnCxr27t8Om/hJwTtu7W9o/ZMPGzmtbl7XDAWCfxXCfb4kH3GAOuX1UwyUlFsD+2qoGqytKKGrgNywWtoHxrJwqnbztNp04c5uYqSwkLbf/KXXJ3OQbJdKXl1d4GWhJHrDRt5pODnmum2nYz1I7ogVVQHMXkRT8KBwmGQtHVCQB8ENz9rxXaIuyoGGU20V0oA8nosdKD1EUXo6LvIUmQAyJwiWt84lCEm1aVYkFJimlpHAe+tKbX0sZLX0hteRtVfSzWJNFHSCMF5kyBRg8lgxEMa3kKIVhAjoEz1FnMoe4uQFtlpMA6zFAWgD1XWKEMYC4FPOfIoJemBTqfAV0a9el5bIIu34zDjQz19d1Jb9tN6ANywIl1AG+aAMo2YQC8EocTOEqQA7RP0KWjMVbTyFot5ynEnjG7plTX2011KhJqlc3Ndw8o9Xb7tLmPQ/otoce1h2v4bn3gQe1dOasxoM1XZj2daUZsMFfUcNB8pAb8wEH0xmHiwll7jFe96jLPh1zfn+k87uHaodrurI3ZmyvKfrLWt08pcNJqwuXrnJQDV26uq3xNOvKlS1xptP5CxeVq1qf/9JXlJEXLwNYrMy4SMyJfq+nHht8qpOYuoUf8CfY4m/biYaZTqaa8Pq2u7Ojg8NDXs4mZU4c7o30/FPP67O//Ul9/Dc/rsefeEpffOaCfvuzT+tXP/64fvojn9MvfP5pNcNT+jN/7i/rv/zP/2/6we/5Pr2JdliqEq91F3V1iw1+tdLdr71HWq7V1OKbfUsbTjioj5SwpawTpduizEHb5Ghvvqn3qIM37intFRHyeHB/T5nrVVXRv0FbNKqRF84vdN2fIIb6HPAjq4z9hWxpB+QWerKs02AKzNgS0Eu17mWjX+oPNOESkSoOdfRjBT9Fku3rY/+wV5V1LBhDWZrb14KhiTt0WYaIUESQlgFSGIvmQxEnD/ILHcYw8QtZEvEB3OzRiFyLGoBEchASZZxRBGlwIHKJoxkapgXmIBW98I3dZgbhokuB6nzq0PXQgnE92lGUEWS0cHScVwwzhdqYgl9Rqkt4JV20KZ2cKVFzyPo9ObLZjgVYByxFuOQAS4SAuXPAfg/IDFdZxUVEwQ4ioPGmDSZLm4UDu9oAABAASURBVDmYZzDPaYZAT0lyBNoD1mRmUBa7GGj0Gix3e1JmMEpJzrM0nWjv/FdUNzvq8a2s8a5OWmKQZnRVVU8p9Rnfof2DkTKDuYXXkjbmW3fNAO8B/iW2fn9J/XpZG6ub8p+kzVhwMxMbUUVK8iSIrHKznrGAtGzOY27Ply+8pN29XYnJN2ZzX15ZZtNlc2UCD7ApyJR5RuwNag15+n/2xRc4+Tc6xPZZJK3ffodO3HmPlk6cVr2yruHJM+qtrqtJSaL8AfqWOUCkfh8bKvmR2a8RExpq9dQZDeqBog216PLit8Mtxn8WOOEFI0dN3aWG5/ulQVIdLEIxVmFSlxyiPUPZlVQiTCJQ2bCxu6MRMrsK2SSZr4yKzM2lBbcSbRVAlh0htCkDMaRNzQF1pgLlLl8pBEkbB2SoJp4oKMwkp8dAyybvzTAzJlx8MAYTEGrJI+wKRQTSmJIB2kNWvsCm4ecjnEsyoSTyArILwac+YEcNpfz5QmJaRTYIQ4kfUzruMlpvguPJx2nrwyyxL4o9F8iiiiwPGUCSRMtAESdi4hZgmQJyvg5uFsvUoTXw3TolywSt11Nv5aRWTt0lDU9rVp9W079Du80p4IQOtKm8dIrb/Rm1S6uqeOoe0zdtr9aAsby3vy//96jD4VD+p1ndRwf7B6oqxh0D9eqVbfqm1pe/8pQYjlpeXtN4NJVvl6vDoZrDA+3zsrUcra6df15DdL/Erb+hMT75qc9wYz7QJz/xaSUO34fMbR6seBFoNGHulvlJfV2nTHsn+r9lk5x4XnKD9n8h+9K5c3ryS1/SZ37nU/r073xen/rYE/rQz39UP/3PfkE//U9/Sb/+C5/R5z51Xs+fHzH/7tNjb32PfvRP/O/0d/+Pf0d/7Uf/ih597I3a59vDQUywdV8xHjE/V9V/7R2a3LmpSzHVJFXa51CxT9qEl5JxM1auk2bYNuXUYtsi0dZ07Az7ajbxPnPZsEQb9Hs9dS7L7Wc6ImivmckCLQMkIuS6OV/D/MrMiV7FCAwmZxmNUcZIplyPFJdrsIJc5FtlbMiMgUQ7P8jhreH1c3trmwMFucpcqRjRtWpVbPg9pnoUzWTDtlyg00EJtHmgy+tbUIjnJWjus1xOS8aMHEit555TiRdE4DSsFolYDUOSCtVStnV05ZQUl1Xytl0U2vmd96gc17PwESl4roOoPTGjW0I6zrXiBZjvyrmShSaICBpGNJYKlh22BrgDItA3+lcrnmpj8HF5ikD3XI+VHk+c00dZINyQCXHbWtrQ9Fyua7LktqJjkCzyXaLLESXZ68ghUxjG5EZpsFwE20/pcOJyvOi5tXEdN8u/cMb4V1En0bEG+NgnXKZjy6Bqicy9x0omQ1ZCHoDfO7ymrac+qyFPZ/6f4vaYXBMWhWBT91NeQ4HTlhxMLjHJEhMzU7nx4UgzFoVDbuCJ+B6L1urmhlTXqpDpAX3AdGai+RdlXMe6rtRSxownOE/klsEVrGKHTJgJrwM1E9eb9Ok779LKydMa8oy5dtvtWjt9RsGLQuLGvnrqdp285yGtnLlbm7ffzU1A6q+uSwMWP8rc2t2VFzJP6tI51GGJb6VeyJpJg92Ntq5c0z4L6SbfTld5ylvmkJCqHi0ibfGNMvWSpqyMLXUP8vf7NX08UcUS5PGQ3Uc5aMlEW4pWlRZBRILuIEWlFDWQ1LFRhi9jqZXopmIi67qstwwB3dpRnBTOTL6COzoCDERKcl+kFIiF7Dw7bGuBeaHmIV5kImKOE+JRJJze0i9UkXjAX/hMwaaRK8akklfHRJCQDzoFUOByZaazARYNMiQaIwIKgF28ZS3q8k0XJoFp8ywaESK7Fo4i2OBDLf3k8W5ssKHOU7CFFhlsDBsjOeTxaBBzTvAKNj2HLr97pkV/y4LeKDECKvW1PNzQ+7/1u/WOr3uv1jbuVfTOaOtwoCsHA201y9rXmpo+86G3qkNufv7rj9F4V/1eqOXm7I6nJnLdfNtcZmwfHBxoMBgoMWauXdsmrdXly5fVIN9wCH7yqa+oN+hphRerAF/hxcuf3C4zB9dOn9KXn31awRx98YVzGvaXOERM9eRTT+uly1fURE+jNmlcQBoz56bMy4a52LCBivYzlEM4n64abH72qSf1sY98Xr/wM1/Qv/nJD+sn/tdf1oc+9DuaHYQ+8N7v0l/6sb+qv/ZX/rr++l/+6/rzf/pH9f3f9/36lve/R/e8/n5NV2bMn22tT0fq81luMt5jTk7VHIw1uryrg70D7fHJbcQE2OFVbp/6RV1reW29tL7HgW0rmzSRCHHQWaZNJG/2wtWW90sgczsxnnwQ8JzPjF1v6mSReUUP8r79D+qeaFCJF5SatcjtLwuSftybb0AVzZILOB4Rigg28lqve/h1pW/PX76q3XEgM1A7rejfWpH7ClWMNvi0bcvBIqPMOmBSfqYuVExSSkkRAWV2Ro8A8pHc5ihyzlcAKdiCiZpsBIe8yElgibKFY3EpEhZ1DoC2doaihyjJRDsiO41cnTevo24ZkpxvmFNSuqUgTC9oAXZhRgbHA2MXYF4BFFvesi6AaGEvgoCYtxPUq/lA+y3SrdBAkvXTNBRlRtZxvUH6zb7I08g0ubOV5ND8J0pU1pEKnWF04ChdKGM3kmUiQqmAbnRuVGcrXBOGEiFY0GDkAtB8QBWbkKAyDgvK6Eey0N7Eq9GWxi98SZe/8nnNqtCkqqVImrAAeKMfcbNWqrlNryr1Bnz/GymqnmrofW4fXA74vj3o9FHuwcGhNjZPaImFqzPFC6VKvUajEU/9Byx2PQ36PXmieRKKVqiC1miz+sMlrWxs8F3+mnpM4IFv46srGmF0xUa+cfqMgs3+1J33svnfrl1uOMO1DR1iSMMmn/jWPlha0S6vBdY7YRHrk2+Pg4iHviinQq5X91VHrS994Qk2fm4cnM6Dup86dVq204urnzEzNg0HPbK1SmzyOU9lFw7mkB0xKPgxMyTaUCnhQ1UCVwA4ItFWpBOW25QxUPqKBnOKcLSGFjRRPLEAoDxGVFK7uI65iBt5gVxXDrVHfymH8pwlCBYAKVERRESVlclngCBpLkW6zM8qsoQqLBNzsCSJ81iHSvlW7HywgjZIgHFElwN28Z5PnSiWQjheEl4lKDLoRvxI6la8zi4EdQwWC4tzFgVOI1LMos2iVQZaxnZd99hs1vWOt3+j/vgP/Ektr5zWpcuHPJkzfrSiqZa03yQdtJWCG/yEETNik070/XQ80lKvJ3Ye1YwDZTH+a/nP1ho2gVRVqoBlbvre+Lc4+HrMbm1vcQvnFalOWmIeTJFFvWbYNM0zjaaHCj69+RCxurqkQHeFne5DIkrQTz79nNrUA/plw2+i0oyOa5gzLbd/H7obNv4qVXyCW+aQMNAK8/C1D75G73/v1+sHf+Bd+tE/+536Kz/2J/TX/tKf03/yn/yI3vXOt+vU5poG0ari09aYz2nT3SvaufSCrl58Vsr76g1byhvp6s4lXdq6oEs7l7XNYWeflprWoT0OAfu8lrVVIDuU5/uQjZtWd/MAWQ3zsmEOR4RSSqp7NcDaQVu19NfM65OkiniVkjL9ZL7zuM8a1rEJr387vNRN6YsIykIukScAOciYa/omyLaAhqSYkpLZDE0HmWboNbzhjW+UotJvffwz+tVPPaFJb13L/VU2/IxUJRE6X0u/ZQADKYwaoshrte2okOnmtIpzToplHuYCiBb+UQAjY5s9ymDnDjkTaQIyUJjYLI5OGVzyHMlIOZMVJbnIOt6Sda7LScfgSAZ5JI+ldKTr0VGEC+GANoBu8FEq3LECZADd0i90lcR4Ncki8apBaYBjKqjqTXUpnE7HolFKhTsx57c9xhayqg5C5cZwlJ0OLvmMJVKVAoz94VhAS1ALyNBZ151pgzl5npaJGEDFt+jMXVq2faGMfgF0IwOHkHIyMAOWq0bL020dPP+4ylGQCTNj0k+YFLlK5eQ/5vYd9VCpHgBD5dQvJ+8ZA3z91G2Cyca+on1O6RNuAg2DKTgMVL0+aUkJPV4kKzZSRpI8OT3wI0INE7Pu92S+J3liMSyfAnp1OQy0KWnl9OnyTT1H0tXtHfVX13iar8WML8/4NYtD4lDQX1lVDV5Z31CFjbvXdmW6N+DbPfb0loYMeak36Gud14eW8m/jULLDremQ7/3e2CNV8sFgwsLcsIiEsgaDWplnxfJky9OtcAHY08TKseh5OOiMCJoboHMxWVQBe0IV7ZDME9UF6Ak13Cwyk5AC4FgbSFkuNzqSmOUdC/jqgDIKoZe7CORCJGc5Z2cfNHbi4cOmJaKA5nHNHRnhZANjPRduxzPZxU0BZiMHdcwXZolbNqPDFTBetJIlCjhAMiIsYlMBcs3zkPQ1+5KlZEWXBzewKG+hxDao2IuMFkWRyTxsgIUPtYxJodBzt+ggrY2kwfKqvuW9H9Bb3v4NGjF5ru4e6mAqtTHUhau7OmTTjOFALX084rY6Zay0bMb+FMSOpdnhWDW3vOloooROb0JTXsV6dU8Gb/IRIW/0a4zxrWvX1DAXPR/4BK9tH1ZTaGt3W9Y9WOrrYH9bgzrr3PNPamN9RS+8yBM+c8Cb3crqqpQqBfr9b2PMlNh4axXMEtRgbwYaNtKGDbWqKj4NjOS6izm8trKmzY113XP3nXrDY4/q9W94WGfvPqXhamjcbGt3/wIH6vO6cuFpjbbPa7p3QcN8oMn2Be1cOacvPfO4Pv3CE3oW/vPwLu5f1UXWmpemO7oy2dM1XiIO2ez7zMvVzXUNsHuKLaINQlLw01D/GZuq6fForBRJU576e/2B1tbWJGT8+aPhdaKq63JwinAfZpnndhhzwfA/eZvp00zf9llbauaicBFBdT0GDDCOe1il/8nnAUqUVMIA4a0rmLtvfMNjets7vl6/9tkn9VO//CGt8Dp4YuOkvOZl7HO5FCKVuT4Ftyy1WYm01IoREQWEa7PtQYQybXuGZyj5oe0dJ9lkYZs2zwzPb2NDKVctpgMIOe76FBninYxDl4chyHaxRdhp7UJ4zgPgidzo0/FoVwBKKbrjdyoioosWHDSAaAIVFxGKCBHgwfqP41pFaWxry5ToBjYt+BnQDS4fxcKUa0qHtLDdGQY3oqsFSyhGQwbEc2yomC+ZTeVpdAtq4UiHTAhVxiXNeVti7hYDNAMq4Cx8YANDAsvNyQQGyTL1XFeVaH4mRmZ5ieiRRtl0gjW6GOMRAz/XocO9S2p3XtRqNdVw2FOv3y+/bOLJoqqvKQvCIU96B0y2yUxKvYHCt2Ju17OouFm0Wl7dkBfDXPfkv+H1LTyjZ8iiVVW1ltlwl4dDbM7yCG2ZxHecvVOp2Ch5Ug95CVhn811jI75y6ZIC+5QqHfKs6Zv2jAm9RvpLFy6o5iDRUNd6ZVX18oqWT5zg2/1UQ25T/RioGlEMhlTR0+aJU9pg8p2lPB9kztx2mzZPn9DG2VMntl5mAAAQAElEQVSKfq0RLxEjFuBLFy9rCTuXeAVI0cq/PVuDQ43sInHAMHETMBykCIUSAA4VB0tRhRI3spRCFZCSJPqB3nAzyEHQv2VDhq+Fo49JJDkvOFKEMqDiXIiVlchRUMYiMSTVgcAAapxjASqOsaVc0h3NJHYx9EZSABJMIKJS0BdyBcwSAV5ztyjXUY8t19G8BVCMnEVBJoPABVRckUPIeXPhdEGROpLveCr5nAKFPUG7RoQSEBFaxEMLlxVEgjqYU8qizU0bEkutlCBDLWPdG11mgmd4Ta60fvKsXvPoW7ix/f9p+7MY3ZItvw/7r4i99/d9OZ+xTs115x5JNtWkKFEtwRZF2JZl2IIBGTZs+dWAH+wHvxrwowHDL4KHFz/ZhiGB0EAZlClS7JZENqXbHO7Q3ff2vbfmqlNnzJNzftPe4d8/9pd58lTVbdKCvHOvHStWrFixYsWwYsiTZ6IFu+4LFqfN3p7mWbqcFm3du6U07XSBU5mxG54wNpKCkZeUS1JZF2QnLRa9Um5wkKcaoLWp1eX5pXoW02uulc5OznR5dqmHHL9/wX37gvGWEuOT/r+9va0J42eHctc4xBn9tF/SQ5YTTbvbOP2VPD7O6Mu3Ofm6c++e7j94oOOzc13Cn8m7ZFdJsRqww4Id/ZIxeME1nO2R0HCfo/NdFgh7lNE2jVrau2sbTvRazfYnmux1Ktuh4XajcqcFGm2/s6vV7qCL6UqfzZ/o04sn+vzymR4yp3yMw3//xRd6mpb6fH2mT4+fy/+Ez/V1V590U01tL8KGciICq4XEtxSHiW6U5AVJw9hzk624Ujtmwb9kPppxetfh9C0jlOX0Nem2tnhOT07kI/sFC/ecs7pJq7ZFpjaPGSkmIijRtPCnAiSMC4MRkws4rxMjQhHoRXwYFvrVX7ml/8X/5L+lI47xf3L4WG9+8z39yq/+ira2pswcdaTLJzfFzt59HFlB/+oUahGYkUcgt4PnXLcjU12NowQ5nPoqmNdpFZDn+DWQI6DZxkxfY0bikKvMcYyhvAlj6stvGOXjZFAw8gyiIeSn5rUsRzaQNuEYuBVEhk1YHFYtCtUF0Mqr6FpnpDsc42OaCzJNzgOvDFXRMsr/Jd+CUrwoW1XccIUKwpyzpm+oY7yabkP5amBZV9SRH7kQLYdCalJEUKeKbkJzOl5QG8AOQRQ2JT421FWcKCka8yHX2jhHRTU+EaGIGCN8XbY7kXkrwMyrIjqjQolBkiHYnoWyCzaseeAI1vhtf6p/+Ht/QyzNmYwuJXhSTpowOURKWuDd/Qt5ewd3cOq9prt7mrFzDgbZskgtjtZ/qKNl4KWGnXPulNkB7d57TQ20Xe7aExPcUHUI9ewgJm3LYmKhu5wK3Lp9V00mzq5nf/9AHYuD2Z3b2rlzRzu7O/CvmMRWzL8DtZGWl5c6OnzOwmJLLRPFG+9+g9299PTwSM+PTrW1f0dDO0P/XbWTbUWeKFKrbjJVTlmPP/tMa47zPHn6z9927UQDdezaTk+ePlHDpNO1oUkzKMVSESsV97eUsM1X3zCJT9kAhQmjK3JSyqFMaEgpJN4i/3gCMBgvEjRD1NDYNQkK6RbuzJARATZyFqHTK2nmBeDzGxGKMIiw6CqXS3AfcJ91WEWQGoHOgMMrSCnLkB1GVkRCmG48peKuSUX43MSJfuVFpS/RyEH/4EUltERkwJFgTCCJMAJEIQcVSMe8clpK0FErATWNT0TUtIiQ/ALyQyG8lEMhNYFMDpX4JuiE9JehNEqTXR08eE+rdluzg7s4qgudXpyzi3+mJRO3/w16M5swoUtN09bF/ZqTrWDBsKQ/03gukb4rDZTvHXtQypw+3DSNvMAdmNWNe5Fgx/Tzn/9CdvIv2NU7bW9vV3a8hTkzkDbgpBfzJdpmJdojKWt+udQe11gXLAqePX2mjOxEP969fQs9BxbfvQbupS8Ye5fskueAiDctOiPDJ20JG066VnZQW9sztSxeUtcodVmlCfVdaJhmxVarZn+m2JtquZU17E911vQ6wuk9X13oeL3QCbDK8JPv5OJMaxbt21tb2mM+2Gd832fM3+eqbJd5osnIpCkS7ZRTkuiMEaHJZKKGegw4xbrwotFa6tQwl1ywoDnBkS85FVl5ocRixgsgx3NKXMFd6vLyguuVJ9qizC1ODKZdh71CESE/EbGJJ0H0C0QFCLzgkuoXXt14ilAYSLQJqwn9c7/5Hf1P/4d/VY+fPtcuJxT7bFZ++7f/gl5/8y0l5peSGtq/HftBrc8gTynNIBaELiHod0UDduqBQl0rwEsCJbm8UYEgMEAkacxXeSE4FHkcVoDmuAPHybp5LSFVHYyNRJQxoxUbCTe+pOE3KPAGbUTTGGy+ZA6AVoRgpV8F1MWgku1pEKXfDEe8WA1gzFtp+uXPWLGR96tcFOBCXkkwLwSMzJc6beI1guY36JZ9DRvDmi02MiPAANPIWYORf1A1TEgRARSlMK6vfQrUa6B8WG9QQOu74aDTjWVgJ3hNlRJl8A3J5dxs2ZrOZJWHuU4ef6pHn32shoGUmQC22UFkBuDl/FJrVv6RGs1ZRd9mpxBNKwEzjs8OcNT+zdkJOwE1nc4Wa+3euqu7b7ytvpkoTbc0297TDnfvHQsDy5wQDkw0Xdtpzq5ltRrUIG+PxcOALbdZSLzHHeH9117T2dFRPaa7ffuOfuM3frNOgN/81jfrZHt6eqb/6G/8TT158lR37t7XG2+9U//+/jY7mte/8z0m56lO5mu9/s431KDHITuBHvk22VNODB4/eqQJg19MymJwDUCLTs+fHyqYuts8KGkF+5pBWoAAf/mWK5R2rCj9O2xk4okwUlIiHAGciY8kMY+JzqXiH7dZDZFGm1mO2xCSX4AySTI9IhQxguOSRw3fSPIz5jOzwRTBMfLzVX3QkcJB4aG8mqfGigI5I8Bd8VBKSXwVtR6uQ5agCar8VBlIJERZqlVM/Qp8PXXDRl7rUbDFUGFTL8pIkZQixFuZxzDAo9JSSLCMEKGAUHUO44nEkJ8IhwZ0hVAoUyJOY4TgY+ctIOdWbTvDOeIAt+5q++67WnV7itm+htxJkVh87ukAB7qDA97nePsZi87Ts7MquNCHCn1sOV/K4QVH7kuugRbLhfzYEa3p+z1gRzXDAc05CbCze/jwoU5PT+U8TdNomzHYtK0KC4Gd7S0N5PHCINAhRdY+p1sRoW3G3jFOb4HTa7sO/XZwcpf1n8Zt7e5wR/5COwcsoJH3lMVDxoGusPMKeZn6WheXgyilHPI83Xatbt+7rQdvvq7pzrYUkhc0k71tbLPW6epSl4yRo+WlXiwvdMY1RexMtW5DQ5O0psELAjvGU8fYvsX4f/ONN/TG66/r1v4BzneGnTuglR13C0+zgZySMnPPBD076mPD9thVPOZxGqiCthaKnZ2dynaNQElJi8WCuqPT+ZkuSNvd2dXWdCbr4j4aMfIF5QjcsYj6JffVW1Qpphu5It8ITTa02JDdh/653/pNCVv8+Mc/lk9L3n7nXf35f+YvaP/eA2m6q2WaaIm8ARsX607miFCSmJZLHTtF1JaP+ycB6vLlDQNpZOGrqptK1DwDfbnyY6NCu0IchYiHtKs4JUAY31GOv4aRRiahiFBJfiJIM4jCNUByeAVEN6/136BjEChG1jHCt+qAENMi+AIRQUE3AD4pdPWQXNFKuYpUyqsfy36V8vUxq32dQqT8EzPCdJUB3mLjUgcb8TqlKnfFdBU6tdSaODnAEvlqe1MPXhmuuYuxwPYGRwaBAQ4dN4j4CNY7TEIn5hmaxZ3AOcb0gNPlQaXUIL2oD6kXD50j49w9kXin0bM69iDyDsS7+o6dfTeZKTEQS8rcERZ2zXv1r28tmIQyaRlHuqJ9tzkijwmTErxLunBJnVgnaDLblieURP6Cgv16JTvXHEm7O3u6zeq+yW3dERVW6MePnujk0VNtNxOkJE0owwsOqqHde3f07V//Vd3mSP7b7OYff/KQBcGpLtlJTVl8tHt7Gpj8vvkX/5K+/Wd/S89OTtWyiNiF3wuSxOT6+re/qy0mvmePvtAeR2wZvXJK6pjgfD/fM5FFWaLPivKHarOCrgLDYuOLrUdk/EYESCgRGiJCgcxkYHArhSpgpwIIu4uWCMJC2xVomEZuy1Jp9KoCSCJJsICB83XctgB95S3mr6AxOTQ+VyExowEPBSEM+cah+40IRYQS9ojIAlPESAvqASaD/JCPFzHIQPGCziP5SlNiYQjyEJpMhgJ4cqJwiC9f0ytQU1vcdYwgL1D7bpg3RLSCP9YpRVIF7JtIjAhl9L/CI8ij0FceFwA9AMnTVSjTB+fsmNfNgdL+OzrLt3Wet7XOU11yvB6p0en5hezYj4+P5GPkyWRanXLKuTpqDCLXLSIUKcn9NuemOl9Rlvu/66kIxsRQHbV45jiozzhtGrCjx4qhbZrqDFcsFjw+u7ZVmJfFwZRyLefo6AUUMY52KeOC3f1cDflm3H8/ZDG7tbtTj/C3GGcTrsdeoPf2zi56DWxGcdr+65CWz1zmMhrmgimnFE3byCaybY0MtLFy0nRvR3k6UZ9DayadJfpeco9wenmugbadsIPdxrEeMObvcZr3ztvvsAh/S/tcrzWTTs2kVUv+gYrY4QV287xSXDNskinX+tt2iXbM1CUy7ZPI4Jdwxhi2A59MJqp6VQsI0xd5IeXF0qMvPtPe/i0lZLaU0aJvBg/KCSW+AkL1QW9ygxYC+jOY4K2BP38KuPyeyhROMf6Nf+2v6Ec/+pF2KffjTz/T5w8f6xvf+w29+Z3flHbu6YSN1TKL/hTYL7F4pPwkBfOARLkUT1DrMWBX49qEmBo+eNErIkiC2S/pg9uOOrg/QFINN3HL1VeeuJalimnzDIRIQL4KilGKAlpAQ8diMArX1WuuK1wRIfGKx3msCNrIOKSqixskIhQxAghvokkkKLp+AnZ43AlBiVyn3EBe1aZY4Rup1+jGGOY2j8OB0iDzVdWvlqHxMd26V0Cm+Y2DoodjIp9zGPTKU/OakUpH9PLKmWpINU5AJGLM57pVaXx4q+zAyNo8YTlXgOAxF4kjM51/sHlHsEwYapKiSumZHHtlDdFqrUYNuxjE6PLiVBfnp6yK55oyiFoGbc8ATznr8PBF3YEfMzEs2YWfnVzomDu+7bt3Fds74qJepZtqQac75gixwZGuU+g5E8uSSeyCFfZqyeW5Bq4D5rRr4Q6zaM2pgdDL/9zt7utvaTLdk+/aWibJFvqUyXdrMtUOznuP3b6P7i+OTzXJjd55/Q2ZJ/WD3nnrbSV2Pp6MHr7/oRbWYWtLr733TU33bmmP04i+6TTD4c9ZTOxyGnH/7Xd1zknF7u62To5f6DZHbts4/vnlqfrVXIGNB40P4wkkgJuvOYijqyJLhB4fbr+IENVXJCkiNIaSPHDkJqVFMDov7TRQEj3QEdJ8yECVhOmJBK3MXgAAEABJREFUSeTmgyDkR4SunoiX+BUNYfDTv1A4aqFJwU/9Ij9grH3WJRInWt+IUIQhE8INPiaIeFAXp1Ff1B7I58mlUEYBR3OK5Quu+oy8fK/zmVx5nYeKjTh5SDCOAFUnuEkTsiKQcAXwgVZdgnoZz4ydHKIM6SpM2EghBcaPCEUApulLD3lphUosCsKklBpNpzua7L+uw1WrR+eFU6EkNVPNtnfrPfwlTjYzHtq22xwGDdUZvzg8ZKHYMUbmqF6QlbRil50z4WopO6+OHarDJfQOp52brAm0p0+fynHv6H1sv2axvc34mVOWeI6Ojqq8S478PQ6ctrU10woH7cWGT6cKfM731ltvVWfXY79djpHbyURTxgUXUGoYD+vU6PHzF5psUZ/lSkecIpxylz8HPzm70HJV1E2o7xYOnXrOF5eUjQmoR46krmm1v7enGXpPm06Jjhrcjc+ZFxJtl7D19u6O9u7e0e0H97W9v6spi44J0OHgG+od8HiMuNdbz5STrGfLQiCTntuGvj9ISegyUc7MVZTj/pFTVkTI/U88dvoRIdfd9lpjk8ePH9Y8M+q7xeJmgg0iQikhUFI4jFB9CCL4OGIj3gwVjBITXoUI+HlNtR4RoZ42voO9f/V739MZc92axHOuWI4vlrpYJzYnf17f+pVfZVdflLdnnHhSpwYhnBxGrJXwCWXoNTA+BkolkDBSAYQeL0HXj8eNbVKYc1/Cmv7Xw2MYCF2pQbW7E/MbQblABKEJG4gY4xGhCEAAYU2uAiyrxq4/o0Wvoxuk8pWx0MIgt4KETg0+EUGFQwRA6OueYiJJEXzAxy/I5kXqBhsDG0M10xj3d6R9mYhd0eWaClJlQyOFF4Izb2AkUxpIqa2ySajBwHfk97fAA4EXibypQtS6JgzoqkCSQX7gdx7npWBTaLwajDw1oX4qccxX6CRFdsyFzuHUQsUTwiOilqX6RO3wEQH/UOUmnKY4fhPOrawWyqR5R1EIU9dqzg48MQBfHB1LTBRPnh5qgTfqOJZnFKvZ2aMzFx1xFM+MqBWTgBhcAxPZJTosGOCT+/el3V0tXBYLgjU1WXJnqEhwhBYM0AWTzQEr/+l0pl0mmp67c3Ek8PiTz3T2+JmOPvlC54fHusuK+dmjx3XSeePBG/rg/Y90dnap0+Nz3bp1Xwf3H+iMiWeJvGccxa9w7CcXc02ZrCfTbcId9UwYiQnt9OwMJ3+kna2JEmccax+z2hbgtqFKqHjFjr5XbWK7qj7B1+CA0G+EgjpFhJRCNWA0BCxuyyqjjHZ3O5lsecNmLNSQCXMoUDfgAWM5gVzzh4LAQMBrbJSLxsgWAVrrmo0+di3DiUCBjxJUKEN+xgIUEQriEaGIAJNCVICvNvGCfs53U0fHDa6jc0WEotY/5HyoVPvbQN5hU1fzj0AuGKzKYLsbEc+YVc7PhyBtQEoRyikp5aQMJPCcwA05KyVDgj8qrxSSkhRJJUJ+HNASwpuo376ji9l9zffe1fP1VM/O12roh3aSdtDnTN52WFs4jyX9yb98Z7rrcoiT32Yh6t2kKCfQwU7YTkg8E07FUs5a4OB76n5NZ5yYds4R/0cffSQf59tZ2SYJGQ1jbkpel+F4RoZlm+4+fXR8rPOLc+3s7uj5s2fa54j8csEiOidlxl6hLIfnLBhaFgbiZGyPsfH+Z1/o6fGZWsZtoo5z2mTBeXuvVE/GFjhu34OvGH/JNO7EV5yYCXmW6d8dyCnLm4E9xvSD+6/pm+99Q6+z8N7a3pKvNu7cu8vOdl+37tzWFvpNsNsO+m3t7bLImNWTjI45omkaiYYY6I8DekTQNkCkJEMmPVPvosIiZCk79FJ5aTn6SUM9ndfzlRdCH3/8oc5pq7ff/gZjeptpqFOyLCVJoQiHxhyGpECy5A9dEGTz1kj9kDaGm2FEDgHOR37kud2tRyvpnbs7nOCfqOkmusU14jHz0tH5Qn/8s4/YVOzoV3/zX1Yze0PT/TtaxEqlHTT+qx5w5h3/axz3Eds6ihi26On5h7omihsBhLQCrbbHpl0KiyGUpSqDxhAmCyFGDkUEVghd/ejmU/mKguIi4Agpgo/82PrFyFcA9q/QKgHdZOUMJliEQ4uM4AuE+CE0vQKZCp3AFavxTRpcglWvPDf0IdurSaRdyQBVxc0EXOkBsYqMmrNUHMv5JalU6vghh/MBgutlClg1msanpo+dspaH7gn+RGoFCmLqgVJoVBG+BDeWC7YIUilfrz5OgGK5RjGRDF4lOyRpI49CKFcGGCNC7qYDDjyYWCuOg5sYXy+14hhODKZu0klNo8SENOSkBRPcAuc5Y2edOZpb50araLRU1udPnrNS3dMc2vTOPQ2505IOussd1ZodwPY77+nON7+nu+9+W6+9/W2pnarFmc8Y/NE2TNZZiQHZ01nvcud+eblgoO5wv7alWTtRi6zFixOtcNgff/ihbrMgmLHreYsJ5ju/8utqux29ducNrUrWXcqa7exji6g7rCWT34zrBdvSE2nTTdFtUMckN2EiveQko81Fq8V5PdFoGE0JKIEF6xY9yXmJIdPtbmwETCnxiQilSKCGIAzxEcQaKKQKCCrYttAOIyDaAxWaJ6xrqLRSsyQJMaEIg2OECqjjW8ZAlmc0KGOEUARAnFIUYyLfTQ50ML0mOxFeXYEg8MohEEEEfmqPDYYR0LHqW0NSnL4RHRHonBQRgMZi6JSDeTdQ9a385GVuwgTIBUcOORR8rhfCRHgVEYDl4oJSVk5phEwIJOJXEDHySiEBoaSILJEvaF9qoQL/jIXj7pvf0unsNf3sReion2jGKdCdu3dwLJfo3mtGP/EOvWe3vcRhb+/s1h31OU7a5Xkn6fvhFTs7X4GtuQMXj+trB+S8CX0KdbdDt1Nu21bnLDTdJ7/44gsWq9z1k8eLiZSzGuCCk6nbt2+jx1oux07W5a8Yuz0Gc/9NOde03d3d6gzblnGLXVeM6ZaxdXx64pHNgn1QtDPt339dHz78Qs/Zye9wbbbGJqfsPi843ZpXJ79AlwsdsvNfMA7rb70zLgvtZyfkNo8IRQTXFjus9Wfy7tnO/a2339Z9HL912WZ8mj6ZzdRc/XIf+kxYdNjBR4QaxyfTKsuyaf3aj13XlDPWKMqEnetEzPauJx+M6TmngQsWILbtGXb84ovPWfQ/0TvvfFM7LLy8ECGLEAiE6ngO1bIiQARUIsbSzadqcZNgzmtIG6zUkBj6uZ2zit67u6vCKcizwyMdcvKo3KpE1pJ56exyS58+oi/tv6u7b31Lb33327rFqUfLaYcXSEVDPR2KplVOUf0BJBmIKuVQQu9IIanwFrlNBp8E0K/cLgNt5HG1GULw+TW/FDGGySFoiJ+QxoKQh8yIMBVaVCCqevpMmiDpS0/6UrxGRwXK9WAeUK6gGBqTHnKml0qI8ouchw+4rp9aXtXApBoz8goUtDJcEY0bruJXYQExEFAM5YFcxUG/8lqfa6DyNmitwg3O9MsEoKrVNiuoPIklOppx0wzOarBNLBulQEeK0w0RIduK4muyrp9X+UYyNPhdhvMEmWxjd8rM8M/cGyVWksvzE02iVxoW6ufnCu7dBiA3WalplN35WKVeLrjXO59rwQ7Azv7sfKmHnz9W64mPwVgm21r1jVbLlvtCBmrsqABtexs5B6zuH2hr/4HS7JZ2772hdvdAA7KnLB4Ch94xORTkHNx7TUFo/MG3vqnJa3f01p/7Vc32d+tuoETSZGtHl730xje+qzfe+672kXfntTe5PiiasyDZf/Cm9rgOiHaiF8+f0yNCa04iVsCEnb13ZS+447STn3Whi5PnGlYX2BabYbxSsZCIxgDhl7yYVxFmEqGunyC/QfUhvTaoxRm3wBGYr2nHQQMD1pPdQIca+5gzBjKTUko1jEgQA+BFDF8LJD99F/lXpFGnDV9levVT5b9CSoqqrxRBPqAQF/1TPIjmKw0g3nWshzW9p1fxGIZWrnTWqEFEKNC56i1kI8f17HGAA/UcNvlGoSFZBgxDTw+F12ISM1zo5U+KkCGQK+wQiTRwxyMoA0g5Kzm8gkQ8NXL7wC0QwSApWOhtaWvvQHcfvK2L1aD1kBDb0H8HHMUuJz3H2plt0ZcXzD+DGsqyQ5+wE7WzXnEKdXBwoIioMGPh2LatXLeQOF0blHLWQJ1t744Fs+1hx+5wXBis5FOlzz//vOZ7/fXXtWQh4Tz1/4Mgv8txmYhUzymYF7mWZ5rL90LCZWJCecfbdi1l98rkXSAr54bxsNCbXFUdsZMvLMyfn5zq5x99rKPzS60jqaduA3YqkZVxTm0zxUwN13hLebHh8sYyCvSkwPYgikzfBDIO2ycV24zfrZ1t2ZlPcGAtp3nmwUAyGE/MKWEgX6Cj8wa4Fy4LbLr0YsqwwV1uQr+u7dRSDoK0YtNxwVWGbeV/ofD555/qiy8e6a239nSH68ScshrmlQi6ljuTxiciUCPGSP0WM8BBSNz1HDHINigRXlJevhFX+QNZGTNgA8pzv3ObLNF7Z3dfHf1ECm1tbVf5T46e62w91+HlhU5XWfNhV+98+8/pz/yFv6y33v2m7rIAi2aiaLcU2EXkEuMq0IOSZBtQmCJCfqxXYcwUeIYaDpALQ6mmkN2h4DcEYVQZESOu0CtPRCjiJjgZGZ7brEsF015CeomOWEFZYw4LSrnxHKKWyS+Bgl5GRqyQd4RA+ZEGNiK/5EuWX5LyNWQzG5x0FYJTxY3RiHzNW5iQiuJrqh9QVUHXz7CRFRJ15FX4J4gSJkJmE94BwCqlSEylBVsVcCiqefhUVvHdNADJ6BDCf9Ev4ITgPBRoLiVSK0IWGa/piHcRBO5IC+6lo58rrRejs/d/JONVM4OpYbDO9nYVTCAeXIe+r+dYbwk8f3GsBqc5RKOITlMmszx0SsFEMduTZjsaoKfJrtbqNKSpxGJgi11/s3+gye1bmnLHv0avjrurBTuVZjJRaRp1rMobZE8YKIcvXihS0i736K+9/abuvvlAedKSq+gYZ+3dz2xnX3t3H+DwH2CLojX1fPc731WzdyD/E5859fFEKGz69NFDFSaT1994XYWFztnRocryUlPuzQK7Yxap7uazwg7AuGxAQ03dfBIhNN4RC0WENEZI43WcwO9Vu6A48nkLQKTSYfCg7YehtqNTFFJEUkJGRmZ1WNDEQ0uje/3WGB+yIBAkKfgpFYh+5Q3KDOzDCwYf8iPIswGRU9dPVKyWRIaC/SpUPYdrHQppRCpvRFSdI0IRIT9lk29gYirwXgEKoLdqnQcYTVclElGlVBmhkJAVEUoplIm+Akm1zJQb0pMCnoggS0jBKAB6xixrVGiNmm5Lr7P7S/Sx23WBGBpyo62dnep87UC9W5zSH+3scs6azmb1l+62OIqOiNEpYwc7bzth7yytf0RUXXwCMOE0gAJrjc44Abh95w7R0Pn5RXWijx89kp9AXzvLiMGXWfQAABAASURBVGCnvM3p0rlczoTyTe9ZMFgH63XIdcFAuR9x5O+0iJDHgHf8e5ygdV2nKeVGEadiUy0uFuqaVk3b6oyj+BOgZ5f5xz97H4dT9JQx/fzoSKfQ5yzm12taG9MvWTDP54tN20Bzu4VUKC9SUmCT1DRVbiY07jDjyI1XHvjIKfdr92/r7X7SoksirY7JCHWTTs5nW0zAJ8w7GEouox96Tucuq4yGciJCOWUWInO9eHGoP/rDz7W/t6333vtWreeUTUkUyZCoh8MoQXwDIpRqvQgkeN1uBOB8qafp1tt0418PAX9SRK49NWHjQK8lC6wTrg9PWFB98cVDsiKpkU6XZzphnnkxXytNb6mZ3ta3vv0b+hf/pX9F/8Lv/Df07e/8qvZu31XDVVKe7St3W4rUKSUyKxQRyDIQoGMZ6LM1LLUudAn0kcxhcL109VSCFDEioZAfslcsYoybZqjRSsIerwhy6ghpDF792mBXMJCxjOIrUxVasfHjwq1xqXybLw1WaCxIN3KWMcNXvqYbbiY4fgUberFsl7SJbwJzjWi4OPolfAGYiA5kgx61cUlEQLWIUzfwatyxIIcTjTuslQC5jtf0lyWT9Mprvgp8Xk74o07MnVUNh4ZqZ3JHhHgVxusXVSnHpVRwArVYc9ykfqFGKzVlpWF5oWF+IeaeOrjWDLQpK3U7z9V60Aonf8zR1CWTwPHpmZrJTJ5EuQ7UfNFrlbMKu+/Pzk7Z/bO76FpNmEBbVvyJlf4Ok12zu8MstKUhpbqLcjjb5eiLvJ5wfUqwe/uOVlTo3usPpEnLbr2vbnhNfRYck5Yy1H+T3+O0O+tAHVsWBlPuCs859jy/nOv2a+RlADbdRKlp5MnGu7OLsxO9OHqm1+/f5X7/UOIEY6DewvELGwlZI6Q6QVSSxpSySQvCa7Chr9ML2Ne9AdFAUAUWFTpTBY/SilMG2U0zV0TQDgkIgYpUcsIAhmI1/+B8UE1KMKGxErQAzB9Oo/8ar0B2SgYtCjLVdHhMK46bSFgTHRpIsE4W6fIGbD/GyQWRZHNViAhFMiSNMkaegbYsX85H3peymBmIF0A8ERrrDW45EQE2QgJPoDchM8mmSIoEOAwYnMMhNJEeuZF/6e6Nt97VW9/4libbe/rJLz7UqiS1XPFsczrl4nfprzlnHPuZ/Ngp2cnu0kftdF1fw0C7mbZyH8Q5pZyVUtaCyX5AkPN4V+5dOo2lhnSswe58VXeoRzhYO7sZpweW1+IArb9pdmou2/Yw3WW9YNFrR+5FxR5OfQd99w8OtMti3L+Mt8Q5H7CI9olBS39//uy5aFr5j8h0baclu+G73NUnxsPurTt6gpNfR2JcBTNBMH5XWnCUP2ds99RtwRUArSJhwx5BTH8SRrcDTjj0uiMnjEwfBcxX4HUe198yrD8k51ZBpmkRISu2YnHvepGIPVoc1qDFYinrapv1nGLYLmEd170G5qKeRY/t9tFHH+qnP/mZHjxo9d43viO3Q8b2KaXKx8dDRC4p+F6DBVK6y7RurwJa1fQAgQmcZgT50ov+BZmuaw3B19TNdd6lXWac8Nw6uKUdTitPuFowPTgt2drdl5qJlmwgjs/mOjw60zlXkrv7t/WNb39H3/zO93Tw+jua3Xqg6cF9zbiS9Pwa1L+woBDlSugm1EMx627ZBkGHRIJGIBA0Q2xC8VQ8QCqNsMqkFtCCtq1jiLQaRlIECbB9+U1fJtyM46+xbwCpgkUEXUwVGALF3HAxMRVoQwVprMDIfZPf3AanwGUUsJBSFbSOQUmBHFUg+cZbyGi4IpUrhNB/LMVpg3nE5wqYFAbwAugadP2YbjCBanyVw0qRGGGZIF/z1gak4zg0V1CHetwPr+MEN96CfQzUEEMNTKiwS8jnJRibJCJkOa4X/QyWIjHxrlfs5BnqTSoMDDv8JX7/VCuOmc6Pjzl+XMtHcdOtWc1zAq1n0M2ZEJY4/dx1ii7pGfR1Q8iq9ZmWms8aJtItiQVpnmTFJEld1jqjRduq3d7VJUddc2DRDyoMhAsmqpZJryGtwWHnrSn3ivd17913lChHdLyu6TRpp+ga2jIv8YvjI6qyFk0jV5+SdPjsmXoib777Xl1wtJNp/YWjFv75xbm0vtThky+UOIrumpCGuXyVIa40RE3FAxWsAESEVDrE2PZJJUIRYapCPOClIuCvvM5fEEn4JYaIEE0GFPQeNNDmBre7ISIUHnxALSSQI8NAHoA+PVCWZZjs5CCeYA4TaV/BIycSUooUzjHmRYgqn9PIXPsGvC6hIMPqFo0PyYghhtwBuw7oWgDLGDmuvqGIpBRRCa6HwXw1tPwqAx0ITUOqk5Ffs4wf8o8SpOBHPBFgsWEjxHqU49yhCIBJPpgQI8Cv+F0ekHB8ibbfZ1J9571v6/nRqTK7ppI7be8d0Me39ezZobqu08npKQ5nwa56ppyz/O/Vc8IhUt8ep+66O/R9/Nn5mezwRJ0xS/231JlyikIoxxuys99moTthh75aLriC2mJXf6ZH7Oh973zr4KA6Ou/iXX5EsBjoK815Fywc7OC8ANjd3ZXv+S3LC4DpdIqeW4oI5ZRqH4qIGkKU07/44gs94wprhaPPOHmPt33u6PfvPFBigeN7+pRbJXaPR8cn8l/O80LZd8g9tlNCnqRAPkwqxFUhKeVM75GWOOW1AftYZ+sbEcqkp5TpZ5IwkPuM09c47FDI8cEOnDmlB+acvl0w97huPgq3rXdYeDmecyPX27K/4F7+7r0Dfe9XfkMzbJAoKyii9ifaKYKY3wp8KMtVgeWVtzhGPxzT4KudfhMqOfVV2MjtYTHYFgXafMHJCe17gv0ydT49O+fE8VQXnKhEtOi9rYvLJcWEpvSFg9u3ldtWPWWvqL/bRPQbzXaV9+9q3u2oefCe1u2U2Rk7RaeIJLBqy6o30uzkhxK0gSkGCXWAAEbciGm68USM6SaBmgU0gCRRjkADEJ8II3rlgetlPGq5ViJQycyJtgZ3RqIRYTmkedB7AurJXDNJGMCVsCGcUqhMMiDUu1qnB9w3YWCSThB4Sbl6Sy2DbBgIvJSaUL98iuMA6EiHsdTJ0FF0rY1ticZFw4g6SIUVwFCSnL9YQYOzAGE9DZjfE2kg3BJI0lVo/OsA1lEmiRZp+RGhCIDKBfQreU4rQ8F+kgfEYLxYgmQ+fyNCEaH6eMdK5kJDDtTL1l7gaKmGIvXKWimVC1iPNetPddAOmlKH5dmFmsja2d5RitDTR4/hlXZ2mGByqn8Zau4BTvmwa3FyqbQq8r/59dzgeqwVKkwmeTpTj6zUTrS9f0u9EjuNQc9enLDSpWg6eybtAr3Mc3F2qcyF/NvcZfnf0DekLzli3Nu7xaQ8RaqAYEHSa8VCIVE3H7cu2ZXUeNNqm5X1lB2XeBIKXT4/VPP8mc6fPqJehX4xaJJDOWEnK0s9ogh6UWERIgxEVIW6GydFMkH/dTyUQZv56LVOgNhxYKKy5AbnFNQnoXPQJ6/BRrYC6FAqL4gzYMsEGk6rPIOC0FAYGwVrD4CVD/J55+8qi4lGyHe/780XBQm9yEyIQPmBhl2s5wC/dRzQ233QqYaIUAQwRvylL1Oa+SyJcECG8wyUfx1WfDBHzfOnfUpI40IV/TibTVS4oRK5yUq5UaQGK2RlhRokBvQVAhfEtw7u6tf/zG/rrbe/wZWOlDuumXJHHvgjCcnssM7VMAHTGTTn5OiEk6ncIimkFTtQO76eAV8i1KP3hP5MVGucqOOuE5aSd8UZfTyJz3FeDXpM2kY2iP/88h98//vq10vt7e1oa3umS06hEjxrbFuoT+SsyOgE7l8OtC47+3v6nOPgQ04Ctnd3tcVJWzfp1GPXhGwvyOc+WuvFInhbOSGDet27+5pePD+yNZgniqYskPuS1M129Dq2OOck7tT/WdT2HrrsakWfP8fZuhy3imV3jB/bwVBCGpBb0FEGynEvGYKeNkhkpyxRVSxBQqIOPbbqqZuh9nPsJZ6G8ZlzoyULoH2u5/YYq+c4yaOjYw7aes3P55xInCEs2LXva0U+2zMi9Pab72hvZ5e0op5Fhui3CZO12CIilIgkdAthB3oFZqKrWyeY6A+CphKSQ+JOR10ZiPqVk6nSGEZSQeZAKMD0Hmbbf87cY7s+59RlvlhpjREyddtjF+/6Hh0fci3Exonx5WuXR4+f6M7de/rGt76td7/5Td25/xo27fT0+FKn0Wr25nu6zBMNt97Tn/+X/3VN9++o29qhbXpFTlpTviLk8Tpg3wI+hKqeQVrKWYm6SyZSZ41pI0aENyKJVF19EnUzRISS04AxlCIqp66edIU4dNJL44U8MUihItgQovpgKQ1gVsH4CANc11AsaYSwQNLcqKYYvYI6yBh1DhFIzeSShB006jmW4RLohbzE6YDWqxDWPP6Y+SYInT1BoaZl04YyDNCcrRBaLQJkWsBNcGmAE6/JoYgQHwU/+poHzZBFPl5Kr3XAajWMG/zmgxEKjBjCcesI4cZbKAXlSQeRzVlINd+aChR04VUwaYqO6J1tf3Gk4exI67NjLU5PdImzH1Y9u+lOO0wuCb5jJhzX24N4wqp6/KtbjW7RuW/tHmgIay4NUnUvK0If/9tZ94yQLZx1X6L+4tOEyaftZujWyLQVei25KpjNdvXRLz7SZ+9/rExHj5aJGViw+r9kcBU6Z6DPJbse/+Kdj0s7dmU5J52fnMi6zTiNGJCX6fzeRd2+daBz7vdX3o1Rj8Kuvm27OqHk5ElBmKlU0PUTGim2fhpxdC8Cpy8X6mrWkUcvm4T02EBCIimqQD9VBVqMCdA6jNBD7iuPRSJd7r8+0akauPhqUfIRDnAOhZQiFmmGJOcJ0gxXZQUaCxrscrsbD+IG1TTLG8FxRMrqIlb1MUJjBxHnvwbiv+yNKiA0VpNwIxQxGgbKQqbTBF8dgyTwyk9sPhEwAQ5tjwjkAGSRnTzNLNsn07YpZXCcqcYws7AUzjxwaNt3H+jWg3d1+/47uliwgKUvPXryTNs7e8qpoe2PlZHR0xZt26Ifsw/KTGczRaANYPk9O1HX3ZO3VXT/cr9Xwu7kLwqc1lqC306pYbHWsYv2fX/XtfW66YJ+t6K/2uyW09FfE/m3trZl2Ts7OzUs4kGOd+MD/bfBIQZ8du5edJi3Y9w5r+HCv1dDedZxiXyXTxX06aefyvpcnl8wbYaapqv1nmztaufgtr7xvV/RGc7pghO6XY70t3G2dqbPuQO/ZKd6Mb+kpxQNmCHjRBUhrKOgvq67bZCwmfVdu0Ejqv58mE4GDYzVJQuQNfK9cPZ8OWBHn1CsWTw5vLi4rL8E6fiKBVaP4/ZYdppPWNw/nnNK98knH+sffP/39fbb79XfZ7ANcspUL2i/pJSzhJ4FPXrKsN20eayf5YxRmEBsn8KH192erKaHIrJKJDhCoj4V3NFSGukOxQNLUeiMhVqB75s47oZ29h2IGFk5AAAQAElEQVT9QB8/Zoe/xclk1zXaP9hV4WfG4rBrO/3Jz36mH/34x/oh8JDN0/nlQvdef0NqJzj8E82x2/791/X45Fx/8Xf+Jf2r/4P/vv7cb/+27r/xuiYs8hILw5wT7dmooKbqE0ro1mCHDAQ6u3760hMRaC15XCVJnl+omSrU8WaartNpUd18nOdm/AZeKl4ooMjZRlb0kCtfE/mMShUphkp3fGyEkb/mtCKkavM4v6F2LJgLjVwIE2XxinrDicz6NecG4HHDm7dYp6CtAdhUCCsQuUo3b0/juQEN184eOeYhySrIssjGa8yAXKjmgSjrVEN/vgbMZ3Aug+uMOkp8Kk44ppNaDNSHsIrahFfplcaHLHzh5VsUDFRw9B6wlfWGpIhQkN6I5l5daomj75mU2iJNMlQMsmbAZnLPz091csQq9fhYgYFdnnd7nmDa3KrrJqw6xRmBtETmCsE9oERu5AWV8UCK1GjpBQRHiGsM6njAs8du35PHOkJzBuynDx9qhWNvmQxNO2MC8n/ccc5OoOWYX3TqCWUKfreRjzgv0d2TQ3Yax2qJMgfqjDp68MYb7MJWaklzo3UMrnWPHRVEB38l9zNA9bHyL6GMHBLlSWPfxDy0svNDFo8JCsSEEnwG1adg/KFCwbGAqDCRF9oChChp2BhJ5C6AMw2EI8Ag81pb16c4mVSrmggT8au8lRdZxYB85zNtABcQ2MO8KKliAeFUC6hUkPEN6hLIdqzQYQr5ZDDh6wD+MkRNKc5HnALIglzoVBdcONQxbnkDRIc1E1lJASV3FFk/MSdIpdoyp0yYaPZEGErQMbFSSgr6n5qJhjzVQiweZwea3X5d3d4d3X79bT1n8vVfVEy5UTvp6m5whz60pE+5bnaYayZZO0qD9YoIdmlcD1HnY/r8GkeUm8zOfU7Jqsf7aAnPoEvGSIF/BY93+lv+BT708qTfs6j89LNPdcri+Zz+ueYEp6ffz2YzxsFSDY7aY8jt43J6+r4dvPns8FacdOWcK9+EPl2wmePmW1Bu13XUp+eE4FL73BcHtt/hqHhF3aY4mCY1dbdfSqgHjs8vdefBG9rlKP+UUzD/Auw+zr5hPKzQzXWas2iIlJXQbZDUUIbDQI8V+vVlkPWN7FaAoRTa1jlVx5gd9pK7997y0FeA67Ng7F5ezus1ydnZKXpXqXK5TkdSvUZZUX5DWZnyH37+ud58613ZXgmdKEhO69qWmoYct02K+yjgBYXLtawMv3nhcnQDo55jJJx9lOMv/CL0W2hPOpcMtZ5BUdB6ss9pkwLT4PKom/9p4ppNSinBic1ePSVqu4Zq91pgY+vkX6rcYi5LOaujHRts2peiF5xkTNn0eAHnfvSEK5c5dnvGpuU58Nv/3D+r//G/+T/Tt37tV9TOtqVoNcc+JRJ4VkRsINXQO3KPqaKveUKixkAvO3o7fUOSlBlzI6imbVqWlPE1z4jd+AaiZAh/+UiO6csP9dyQvqQWx0ybBEWQ3yDCDdHcI4wdzBWro+8q3YngNRuhX/MUd1AapifsKZzXSVXyS+mVRAewbDFdhmjPOkjcyAbnK3zgqMUaF5iN44nU+EgbZfkbQQkVHPsqmB+RYwJ8vBoVI5/GZ+QZqm5jGaa7sgbjXwfOHxvtSL/BGhFKCYClzWjP/f3AEV5iMIvOtuRuO3F09pTjw8Kqe35xJh9JreC7IM2r9knTMdFd6oJB/IRTgI9fnOspK9Uj7vTP6JA98inE6uqUCXNnf1/bd+5oOpnpk08+0xcPv6A+wWDvNWVns33nlvYe3FO3xy6nSfrZL36uJbvwvXt31OzMpEmrc45GA+NsTbe1d+sWE9GU+mV5wnRjXbCTefHiSC2TwcX5OYPphRZMfDMGWqEBs5IisraYkAv9wSpGWKIUSV//XDfOVXJcITWsyQx0KqOIkH9qAp+x3QpJXwI61kD5A5l5qQPM1y8NFZ4ICTc08wguy6sklwNYfw9cMVhrOuGggfKEOcYyyVazoJgiQp4QEmEEmgLiiQi+4+syxvLGuL/XmpDAi3xTLJ98oGAjDVzYogCoQVanh8qwCUm3fBI2LwQZNtGKO16UwDsaJadOKbmdO9V69kulYQFtUExarSdbumj2tGzvKbYe6HyYaOfe6/rphz9j4bjS3sEdVAm1TUNfmNc7c5VCfkooAzaRckrKjIMUSW6XnBucUa/dnV2Gw1p+nO6+1CDHC90e5z6ZoBftaAfdsAO20wpFLeOYifz46KiOEed/4803WMAuNcXR94wxy0mUO+km1Zn5F+8G9DFN1N3OvW1b8qy0pizL9h2+7XdwcEBdbIOknHM91vYYO2Vhs2T8dU2nxpA7rdcFGdSBOi0Z3/cevK7v/+Af66NPPxPrDt2+dVff/Ma3GCteyGcxTKTISrlViaQJC/M5C+/ctNhRyFsrp6xMuQN2tE0u2OX637yv7Qipg+NXjt1j0zxL5oklc0mkpKPjI7m+5rO9XaeOurZdV+vl/6vCtn/rjbe0w9id4SD9W/YzTjVyylgYC6E83V1NSsopyeN5oH4+VTDdfZyKyLLdo4xr86D2BnMQ/kiWoUSYkZ9lG4iySoSi2qLRAqfetFssSs5q/7Ac9wG3mdu1a7tanuuWUrD4WbPQO9VHH33Icf4ppzxLrZhXM33Ic5AXeCHp9r279NN9KUI+8ZzR7xbU7yEnG9/6le/q27/2W7r12jtc4dxSUUM7JHgT7IGKSS4/wpJcU4O+5hngL9TwJUSVVBRIDfAgxJKv5E2vxGCtccpyeWMiAojUlQN0GYeJgG8BhFEMI26CCzGr8QpOeoVQqWSSmCu/kt+yI5zBINKZgmgNi6kNbtywESOzwR9h5Iq4Cc1HRiQgCBq4yxxAsYcKWQyOXkFYIHwuS+ARIT/j91XMsSq7ImRyWCGcE6iRl58NC2pBI+cmTuRPfeGs6REhGRTjD3gyqCiHNPQLrc6Ptb4ALk+1uDzR3jYDb36qYT1XYYLN8J6eHOs5997eDfV0m1Vk/QLHfeojQQbCOR2Ug0OdcefmGwKKUPKEyKA5Oz2TUiiDL1jh+7eEVxzzDRi22iySumaicxYOW9s7WiNzBWxv76rpJso5szBYa8XEVzIdHlmWN2MycjmnZ2f66JNP9IwBcu/ePV1yGnF69KjqXvx7C3Tmtf95IczefQzMajajd7iQ9HXPgLUMRfRq9PPk58FmUMn4HuhVCCG8AlIFiQ7IOwC0AhMgCBYc8VpfGrNs6HCTPDh4CciFhb7uPJsIhIAjoYvLCcoiWt9CGi9yKLralLB20g1nwBZFZFWARwRhmEieAOCHZnsUqMTqt34gkBUSCIWMZaEXNaov5Vh7A0wmIY/0DS8R3jGv4JVcrsbHgg0inTZSXegMyqRm+KLCWIcBx0rVJNp/3e3qcnJbJ+1tnWpPT0+D487v6NHTFzr1rpcF3SeffybvpHocjeg3ifohDpsOihjrPNAGdrxoW/tYjyP2jnoNf6bP2Vn19Os19ECnuhPFqVQ6+qzswBSyY7Zd/FvzL7gy8r8KWbLQtAw7QbKqJ99d7mxNM7/jnvRTSnLdIkIRUR2q4xPuzJ0WEcopyflcRoBb55Dq0fY5C1tQLFiUU67lODTMsENOjZp2Il+BPXn6VAecpP3gH/0j+AcWyivKTLKMGQsRQc1NllJIKVms1ui9wpEnZLvehUYo1N07eMft2OuYgu64eW0vhysWCqZdsiDY4dQhY9MLNgyB5CVpkZNy28plPn78uP5zui34WhxihLmkTB7YUa1UOw2ckNl2tlFBj0K5A21kZ+/2Mw5zzeLPRoxRoABXb5G7oykOB8gOI0IBnqh/AIhXpEYTNirO8OiLR6RKXuR59+65bXtnW0GmlrpY3hanR9/+zrd1/8GDeuR/Shsl7OoFm7CtFweX9MtH1PmUU5+Wtu52ttRsTZQmnabIe3Fypm5nTw/e/Za2b91TQ/kdc2HbdpQVCnRLyMqebOnHUbV6+XE8GIMOzZJIuoKsUIoNGJfkNILr99V4XNM3SBH5K36VVMMrYk25+SmbSBFDj8KCUIqI2lah0NVTQNzRawjul3oowZLg98LCMiqdTyGv091QAx/jKiTceC2P7DcotdhX4q9EYL4S4dBgBRxa1iu8lP9q/L9ajO5YJ0rLr3VAzFUI+rWv9aHKNZ+wjZkcuGMk6lDtxK6ZDbTaKErrS+V+ri5WCsLCsX6XC/hSl8fPtb480/nxiyrKv+F7zn3bZw8f6Wy+0pBa9dHoxdmlntA5h8hiIQxNyrMtBceJ/g38R0+fVePuc7/v/6P7o48/1ZRVe0PHnV8u1RGuWTBMyXPy4kQf/MkvKL9AnyhSVsuiYcoksGJQ9wq94JjrkhOEOQuVaL0UCXQ91nD6Qs3qHJ8xV6I+SeYemLcGBceqC04pFpwQ2K76mgFiW11BoZwKEZAS3WcMVQgNpJNQ3wQPL3jNUcPCRCQaq9TGqCRsUDagMTdRGfTysW5XpNrum6RISZ4cUwrxkh895GcMB8oaqNNAWPNVIaT5jRCvgowR4M6mqF/YVfM4Vkn14xhgIUWeNKqeZgYZ5aNp2VSnhvSsGpoGUvksAj4Cv5YcEeJ1FHCaYSAToEFBm6msNLbdWkEfLUy2fZ6pTG9r0d7SWezr+XLCjn5f23de13wt+bRnyZH8E/qa/5fESdfhzBZqmiw7aQTRHIXgZfl2RnYcCxzzgO1IIc+y8qGcbOvidnQEsBNq2kY5J03YaRpPKcnObZ/TK/+ynP8+fk8/tSM/OLilIP3gYF8LJndE1OuAtsPB4cRsR89PmErDphyHduY2dURoAJmwu7WedmiO3717t97NLxkDllnoYxFRTwkycpuc1FCu2y0p6Sd//FMtWbC89a1v6Z1vf1vf//5/qSdPHmuG3EdffKGnLAIUSVKoZWFgR912Xa3XnGP5Afk+al6zCBrQ02HBXgOOd4HtjFvniJA3A7aD7+MTOixZKPj3AZzv2bNntf7Pnj2toX8p0DtcL5J8YphTkvlc10K9HfbY0nhOCd1a2RZN24J3mtIGs62ZOpxgvrFAEE8A43uFjSFiMTc4Y7jAUKizDMgX+gd2MC3lLP+y5dHpqS4lFfrRLk7Y9esmnQJ+6+c+YR077HXOpmNnd7f2twkO/P5r95XI9/jJExXGnv+Y1xmLnQbe23fvsFvf0Rz7HHHVs8LGSu5Lvd548209eOs97dC3D974tm69+T2lvbd0kfa15CRLDadKVCGiV4oB5QBqhZrXL8mq4A9pYQAPg3EDOGpRLMh1TindwOVO5Ew3aVd4UEREEDUQfM1rg1+RzRV1kEtfl83pRdSHzuVG99RgPtOrojUNqpkUroLoH7Lt2MBpMALVbwX4w7wG8KvX8q7wq6QEoyXepNNHVAHiyDd+idbXuhkJdHH4XxVqXauhkH8V/hOFBfUVjZd1pYezVDuFmKRCbQ7lNCjTUTJHolqdKXCQWbzD2wAAEABJREFUdvYLdvdsq6XVXFqc6dnnH6uBrzDIL+mkH37wQf3PcN555xuazra1HkLPXpzqmN36SmIBIJ2DpCkTRTvRGbTPHz/V6em5Tk9OtU2ehhXqKYuDxWJddyZNblnRH4Ozi29apZL06JOH+vzDTzkK65UZ2D2VOb281DnlBPxL5H726HN2ckxY3VTDyQsdf/IzTdanSjj5Jq1rHcdf6ipqc9GE1c3Z6bFCRYhTqf0CQV96bfcvkcZo2QQO3QEUSkBI9VtlIrvmt2zAdq9jRYIHIG+NO4S36qLxicox4m5uT+pVlkkIj4AjRJmqnOEvcq54fUU1MBE7j0E85iGbIsBChGQAlx/QGliAcdPhMU2mgViOk2ocpMYJSeIFwQ5Fwej1+AzYihGAZOrn71UAW40KxEWNTJ6kBlg2kAcFbVf6C6WyBI+6q7nFhHf73d/USb+reTrQ+w9PdDQv2r19R8+OnldndfjsUN61nnKKNDBXbLM4dFkdjsCTcUvfyjnLjpkCncQ4SYqISnMe269jIh48gZje93WnXLBrDziv5XiREBGyvAWLxwt2rovq9AqLhUV1uhEh/6LemgWInYIdc4qxPDtXO8KecbVaM2A0Gj5iE0o4sE49DtoLFes10CY5JU1wcM8PD+uRt2VYh4xDaRkngmfGDj3T8dqUteTeGFPUsbrISfuvv6ZvffNb+v5/8ff1n/ztv6Vjrhs+4ph5WXfZzWgW8q3QuaMcRaPj4xPG4arqYic+ZwzOkWubZuzp0E7X5bsVewpcoXeP7eacsrw4OtKCE5ALxu+nn36qtuv0kAXGc+6ovXlYs2DZxmEHpbuOtrX7GSaQzZFAmIaZr4xJ44JnUG6aaqOGxVfAk7BNhDEivBFB/hAfv/JT+BT6LEMTOcTAiwPBB+BFJPK1XaegbgsYD7m+zLOpyWw+Wp2w0cgp1UWH9YwINehiOXss+PyHwFz3Gbv7Doe/f+uABdCF5iz2HLcgL7y2Oa5vu646/ET+oG+sVvS31aDPHj3Rj372oU6GiWavfUcH3/gtHXzzt5Rvv61255a8WGiapIRhKkgKflQfKlRHpCNFXiwrRlzwGzdtBOimEVy9o5U3MTeK81agYWtIhSPAeM32Eg1kh0lfD5skF3yl9CuMCEJd92G6ggjJAC1SIBfOkCICUH1sfLjgo9mwfoFaFHxVv0Hj6eueKgM+wpHRTAEaRipExCtxEwsfSuL78o2Il5H/ipjrcQ3UnKogyaU5GEOXEuEvNL+QrYsnhqtJJZE3wRMRVXfbLdOaDc6+zUt28xfq0oWaYGLluDuxq5p2ScGOecWRfpdDKUtiBT9pG50wcHfpxKtlz/3TUH/Lt80TOvK6/kUu/wlO+qtO2A18wuSbJjMds9r9+NNP5GOrxosAJk2xSGhw0v160Jyje+/m33jnXd1+8Jq6yVRfvA//ybncXH1IS/I85QohmNS29/ekywudPXuura7R8ugzDcsXtPlCEQEURRIDQQoN7AByjW+j9xOOdgsTERXSn/rEq6mFqNuDAIsWxowZQhFQDAQiRZRXWGkXQhGPOpAGUpkGoVsvMmsE050Z4BWPy6gTnoLcECggkdYAyUhKinBaIVHYh5IQwzBUTydx3prg3OSJ4KNQxAhj2vh1WSP21e+YVrApeiPX8RFcJkCWUQOQL7/wu3iTKdbB18Iobyxj0FornPuqv8QxtfSBVq+99a7uv/Mrmt3/ln7wwaGa3df15Gipew/e0Vtvv6MvHj1SkxttcZVzQR/zIuo77FwXON8eJ+pxYB0b+sya+Jp279pOyQMAjXqckWkLnLQdlfWx3oWPnXnC1k3bypAiYYtS7dh2rSbsiP2LV87fgZt/idNqu67+nXhfJVlmsgGwhxcDe+63lHv71m3Gzko++iYqO7ecs9HqwAcac4vjd+tXdULGgK4uc4Hz7KiD086os8swb0e51jeQ0rGoWeO8V+jzIY58Z3ePnWbPYvtM91+7q3/j3/gfaYtTtT/88Y/005/+VP4/19fcJRfyrhlnOSd23Yu6kNnBIfUsfHzMv8aGEVFtcM7R84IxvmahYoduB4jZ6qIpkOPd+ik74oQNP/74Y+RdMg5bHb14Uf9C4CGO3mkzFiYIdFZyvXxHLDb9u5fb0jZwvQ3GbRvTvQhzOObhi45SyAFfSSE/rp9tW7BvoU0KpQ5MMAUwfc0CR2R6dvhcvhY8PDySryhs71DoKVeErpPLc1u7/VYsYlbszP07C8+Zn+6/9poy/eOYus+x/yOfmGCDyImNyqVOOVmcs3j47OHn+pwFz5/8yZ/UE5rn2OWcxdDp+YXuIOPX/9yfY0QUPefq9JxFgn9R+e1vfEPvvPdN+Q9D7XIVs7W9p0j0mwihnvwYdfhliAhF3ABFZYkYwxrhk4CvfSNgNGxSAwEBbhB0XmJffYsqR02IGPG4okUl86EpaJABMD/tQdNA5g14I+qX2PgWGtBY4TOAl5qPSH0LOSryyic2sYhQBEDck7MrHOB+Q+Hga6BIlPE1Cf81kVx/RFEM3/reQPVVtUhFn4Hj+bZtZOdQNefjicqTDlVUotMxF2jS9uryUi1OPmvBpFkQuYZWlHD0Dc7qnA7bdROdHh/VAfoOzrhI8iTj0LufoCP3NE4h9zGd1X9nfMlxyhLa1u3b3KWe6pLJ4mM69gm7n0NWxe68Qwrh75WZpOZMGCecGgw5qWGFPwFeHL7g3v1CbdMptxOJSf0jJo0lg2vWbKvrVf8FwXTWaeDIN7MjTKkINVQfJq2g3IEJvjBR+t60aVudHB+rZ9IyT4HZYHyE2DRpoq8FJIBTBvOMAKmIXACh2BWIB65Ko8VkAY6DkHL1mnnEg3q7HUaekXb1veKiGa9IyA0lMkSEeBUSYD3h9msYKA0YyFgA3Xjcn+Emj2QcTlU9JdlcBMTNYcyAQA3QHJoTwZbpqJMV9Ws5rusm8kpwxVGJKB0RijCYEv6MgEyXUBivA31AkTSkTrff+qbuv/erynv3dLIKtbu39P4nn2sN/5tvva3zs3OhoJ4zKR/TNyf00Vu3bmmFg9vGeXjnOdD+1i/Tb4xXoBwXnOizhTr19Iur0PQ5iwSn2fm7gJxzdV7GLWvJpG6HO9C3d3a2TZL/5K136XZ25m+bpo6PgbLMv6YM53FaQ5rptUwci+NnOM2IqOWYbr41fbZjAeG42958b7z5JuUVpYT94LfuAe66r5HV0rddB+fZ3dmRFxcffvAhd8ZvaDFf1sWJf59lb29Pv/M7/5J++7f/ovZ29vQP/+Af6Ec//JFWixVzwoR8lxYjl2lH7kjKWbb3Aqdj+Wv0M91wgjNyfEmafyl2zmJkgZO7nF9WO1ivc8Z9T3s84ejeznKLNmosk6pYhgOviWsIoYa0dSiUaT/rYntMuRKcshGwTJEmnojgi3rwyzTGZERSRFbEmCY/tPcY0OPgHZijBnTqPUeA99jQ/4GRFOpp3wk6Zvqi0y/YWHhR4msalz1jl98wiS7pb14MuM26tqN9Bg3Oi44zriN3tneUrD+g+oTct7xY9H9u9Mbrb8oLP8vK8KCWnuL0P2BjlDgRuMDO5/S5W/df05J5qNne1a/+mT+v+2++pzsP3lTkVgrX9UY9JfYRA7UwFCUaLq5hIE46xqbrgBfdfNLNyBV+U7RxZ0S6gsgo2JxEHGzAYq+gMm7ogbKCdcwLkUbhBRnfgYiBJjJbJUaQoWL+UKIFGyWEHaODUEEZjF7nNBNgpo0IcsviXAcDlpKcZiIhr6ocvn7d2R3+00NV4J+a3fLHHOPXZVtdKvWKjDGV5qFzXyW0THqTSafsiqB/YFvrT9sqEc85lNvAsQ8sBtYVEkemXZuo9loxLJXZ3feLS5x+aIED7jgq8iB2J62rzjv78qCICPkXarxbXjGhLVDyiLv8U474PFhOl3PdZoU6YWdwcjHXQ+6sDnG0czrwCYuCp0dHLALW2r7FERcdOjGAYjbRAmX/5P1fcFVwyNH+kXLXcry/w2TY65j8x89YBLw4ZFf/hUqWlAYVrhmoqiJCAUk2DvrEGCPvWl59T5hAL6mTWBAlHFrAIzJ6QDsslZ9c0FRxbR73EqNwFIfBZwM1TtTvhmT0GjbpQZrbICIUKa6TbyJue7fzVei0iFAEoHBUbm6LNI93JLa1Jxh8C1kZJU6snHw2+cacxG+8UfnGFKMGJ1c6dikILDVEpkgFd180j5BboUZefiKQx3vFF+In6FvQwWBEFnKQhkS+vG6DFr623dKtB+/p7e/9eW2/9p52770lcfJzSnslnOQWO93Dw2f1iHyLxaAdvh3L7t4uu8Y5k+yAlJD5UkqUpdrmOeeKO3QfTuhjR5mZXCOi8gxM+ld5ItAUcN29exRSxWPnRIpIIiYtWXTev3+//sJqzY/crutIhwt8hcNr21Y7OF7LMrj8iFDmpMHxOUfhzmtcPD6lOMcxblNX62id3G/ffecddpiXVbZ1ytRpC2eCNclVKGNbpuWccFSDluy4P/30C73FwuiMhVFR6ISrDTthO/DXcTK/8eu/qb+Aw//hD36gjz76SG4H57MTPOPEIOWstu10iT7nODvrjOpqaIvC+PHC6Oz8nDF6iA2ey/+Zj8fnJQumJXV3viPG+Geff6qnz5/Wf5Z2wFi3TQKt3Ueu6l3jReiwAUmJMZJSUkTUucvlNm0jP8HHaTlnwaCrJxSgwdcw5oVAX6M02tjljSDmhAHotcbZr3D0Sxy322PczS+0z855wHE7v202o02sg69Q5pwELZdr+t0SPdEBXd1O1slzydbWtm7fucOmoteL4yPK6OU/8OUFS8MiwW18xPXJyckZ/W+tBfayjf07J4ZtrgIevPWWbjF/Hrr92qnW0WrB4P+tf/af11/9V/97nHxtU88MJKsIRB3/MWLYspA2QsICqFjjNYSJF86X75WUl5QvYc5AEQhRBdEw+spTsDRwRWewS6EIizeAS6pybuS/ahT0JL944CM9wiHRL71ulwFjDEiqGSgyNjwRV1ip4vwxyWXaEMblfLAhoqLi8U7IPKBf+26kkUZGvjVe60eE9wpFFWL/lO+G2bJsg1qX66xQUbAIuxV3fLSnEGd5ghNscPYZZw4LOaC6YsDYwEUZJOVQylLgJP1vKzscPVMEx+BzdVSDqKJf6vL4UNtMqjs7W2LMyf+GnbGvzCTgIy4fYVmNJeVf4uwfshM/Y/Ly5HbOqr5jcHRMSBkH29H5/W+d/c/i5pzxZ+jPPfkwAINV8HwoWjH5drdYSDCRfMgO3r+luuTqIDE4MmnnTEBdDCoXx5ofPWYgXaqdZmUWIwkFDREhXhU+NS5aD92YAZWp9872TNvTRvf2t7XNwmLttEgS5V85uUQe4ehEWcGCQMKOhsqA3UiPGMvRjQcKsTCnbrZbQNV1njCmq8d8L+GK6jD8EcwA5RPli5q0PyXYyWP2Gkd1YcZaZk11gnjIcIUS+8obo1KeYcsAABAASURBVHBRlU1aEF4BqMshqPqBj3aAcP2aVwp+dCUEmwk7UTSkRPeIDUghqbKhlJ1FwbawKpg0Z1v7TGzvaXLwti5iW0+5vjk+OVVwpXTrwDvopSbTVk3X6Aznb53sGLfpV+5vDQ5oxcnAikVj0Mddvp3zkknU/cB9tcXxmicilFPCkbUyfcB4QUnenYon54YJeEW/ajTUfhBymuXUcinLp0QffPBB5XN5LU6oo5/P2dUior4T4i1lWr71WuFMLKNjEJmvweH39D/zWD4qiEZUzpkbs17m9U4yImo5zmPB5p1tTdV2GR4p0a+pDjvGpY5wruc44JSlW7dv1Z31jB2qf2HRx/QTxpp/hyBho729Hf3ZP/tn9OGH7+unP/lDNgCpOp0F7fHi6ETnOPmU80jDgc/ZAJycHnGa8lRPnj6CPpdpKxY929vbtaxjyvd99cMvHsq//HeL6wqDdYjwXDXI/UN+3A/ovMU2dvwaihIVcJumSDK4LTO6RMTIhf5BfNAYjyAEIgjN4QCI4EM5A+W4C4Ni4qJCmxciPY5+DfRcJV6yUfFiYoq9Lqj7kr4zwHfM6eYZfa5HQKLthU5LFgcT+Hb2mK9YWC3pd14QdF0n/xLjCXOV56BIWQMqLEjPbatEm8+YF32H3046rZjfhkwdwZ8fv9AZNl5w6vj89ERz9Nq9fUe7d+5q7859qZ3p+fGpnjFv3nvtTSW1si58JGKFnb9DlVzjfLBOOBjhBkrCSNt80yb8U4MIJBjIDcbXw8wgTCMNVgLqSyGhyk5qRHlJ3mARscE08hFN0BL8Al7NMcbcaHVQigdSUOnYlOtK1KrTsKUgDIBFYIqIL0GqcT4aIRG6VByMCOF3XoPqB6Lf8Id0aHSjMfLKN1TI+wrpRoRUGQqdCBEvU6p91sqxVuuda9lIr/Wj47ALL+VYl/FCH50+0Qrn1SNDCWsNqmPKxUaEbOviiTg3Sg2TJp22watPOMedAbuTRh3Of3eSFYtzrc9faBdH2vnP6Q4rpfVCTz97zq6/sGuYa43DHkJaSrpgsC6ZyOYMELdFZkJ59OQZdU4qtMPgC/fU6BPuV1d07BOO+5ZU9JDJ/MmLZzphYXDGgPGfyl26oz96opPPD5V1W8t5UsMRW3t5Rtmn6toLzSYrleUFBl8rkOcyQugdiXomNYQpkYzenRFkZsprI7RNPd+5t6O/9N039C9853XtcIpRLpZKHBWX5YDNBhYRSybbhaQF8lYKHA6RzVuISxFRQTymuP0MchtVEHUn8frd8MdIgGVE+NpmhZFC4cR44TFNApHktjNYovONUFyUhqFANg5vATQ+5hkxf003SOEfdCdQREjCUHwDQBBfyyLwW4Ug/5WaFPKNIPpNAaxbBfJYZKE/RAR8WSkaNUx4Th+StMqhtZKCzhOpVbl9T7vvvqdFG9q7NdPq8pjj5Ev5iPPtt97RU+5IJ9OJfB+6uFzo808f6oR+453YARPhmkn6gkk606cH0QLVBkleKDS5xT6CmmjTIpGGatVuHScGgR7exaacoBXVkMm9UO8IUoHZdKbMWMk5S0hacyplpxsR9Z94mndwHsAOzU7EvN7BO77FxJ7ogz4G9q45M9l71+z0gcm8IW0bp7GyY2GRe3F5jp4DJRW9/eYb+ozj3BOcwAuuKwr9eNI22Gch/2XLaTeR8y3Jm7HrFgvZjz7+kAWMlOG799p9XcwX9fcezrgqaJuEPXpRgChWk66pZXz6ycf6L37/72lnNiWJsqmbHfbR8Qm8UjuZ4OCf6fmLpyy0TvWc05Wz81PNWQCc4wQfPX6oX7z/J/rJH/9IT598ga17NU2jHEkUqEI9F5zk9TjIwfcwjGd390JIlTXQhkHbGJKycmQFc5zDnJBjEDTCEkllCMQWiVdYagRdP26ToG2DPEMto1eiTpO2o84TBTIG2th8LXoeHR0pcqvnLHDUdOopf/fgjh4/fyGy6+79e1pje9/jv8Am3XSmfRYx3XSqe/fuK+CfseiUQjkluV224CnUu1C3HFnnLF4vzi5qXd2Pa53RUdS7DKIuSbPplpZcpQg5A/T5stfhEXZGxhrexLy6s3+g//n/6n+pf/N/87/W5PW3dJonWsx2NW+nGqLVAJ91HpDRY0ODZZleSLsC3XjSDfwraES8SiNqUoVNCrbUl2GTtAmKKj+fCARsqA4iHA8lQk8StLyCHwu0TPG4obCQhsIXouNMU06BbTC3IgIZ4olrcIcSecKgIN0gQinDnxNxIAzEEyFs8oP9nVVmJjt4AJQfpAKmmdd8UEgQ+qEV+jkeEYr4GnDi10CiF7Q4+k4rMV3JqiBAhUovlHQWE/3Rw+c6pBP5f03yvz0vwWBQIM2gEaOyiRYNPg2duWlbdTmrY6KecbHf4vA6Rl0zLDRLK+3kXml5pt1GOP4z5dWFzo6eaWmHK2nWTVjVFy2Y+HriA47+hIFxwrHUKbuK1954Q/6PbvzP4jwR15Uz6hxzHBWUnRkkbqHPP/tETdNK6GInf8TRvHdH3Wxbi9UAOWuSQ/4TvpllRQrbYYnTRz8s7zbXl+yZqCNJcpgxWM9uL6eEXxrUUMeuLHVvK+nX372rv/Sb39Jbd/egFzGWsWsDBI02KOGSAhDDRxYoiRQgFGGoBpVkPOSn8Kk6bfiJ/hPfmqdyvcQcpQhFjHKvyje9KGqfupqsxnBMcbFj+Y4byF/Ivel/ppDd7wYNRbgeNbr5XPVXMkK5UsGhQWGiochxg6BZjLBVsCglFVIeoThGCn2QJZp6ZWyc2NE0Om32dLjotcNd+3J5ySTZcGfc6vjFkX7+8/flyc+LyhyZxeVaDf1kjvNy/1+xU0o5Izy0xokk2rhQovtaxGgj2yOgw6QxhO6xgwzHbRbL6tldN0z6PQ7bvI7POab1/fRIdy8v7FzPtVqt9fz5c22zk3WZe+zspvRnO++UsyzDaV4ARIQsyw4/4+Tt7Nw+ppGkAWfQ0P8TkRbn3LWtdnd3dOvgQDMcr6/OIkLbnK71dFCfFEzYAR5w+rW/vwfPTI530O7cuV3/SJWru8cR8AXOdbq9y7XI23rMwnvCjjNsECpYmFeMG24jqzBGfu8/+Y+lfqWd7S0VDNN2ndZDX68qZjtb2trd1pw2WqwWOj0/0VOO5R9+8bnOWURssaC5e/eeDg5uax97TCZTNdjTxWVs4rJzypSsWmfb/ArozBITpm2R6EQGFdGSocSPcdTR+ISjZDED/bZy0fnGxPGLLEHX5nFd6HqVMmdRaAED9V9zGtGzwWhzor7Swd3XtM6tVmxMHj1+rh45B7dv65gddjftlKhPRzsvaX9DoV28ezd9TTv29KHe/cfKAj5xcnvbebfkbXIjx12+wVpfQabe/kNItoHQ9JIrz7PzSyUWJ9F08qno1u4+uhX9tb/21/Sf/N7v6df+mb+od37tz0s7d1WmByrNVH00WpVg1ooaug49pqLLY7Pw6JT9g248tuKNqAT/K3FRUROulDX+VSjkC8ApX5Gg8E847atg8U4awd9RhwEjmtuBwZVwaJoL8gCrnBCdK1wGiXENBYpGoBBeJRIrUOsMkgkTCZFARk6Lrh2iRsVDHmw60iEWSC/jVQP4qT968JIquPRP/yAsaJqyXtJBFghEljsiO6FFCh3Hlv74yVo//PBSf/kv/RW9xhFPMJgC5SNC6RoEDqBpCoGH2jr4Gk3bhCMtmsQA9JoxSW+x/d1uirp+Ljt8h7PU6/jpF2I7oWBS2O5aic69xMH37Cjmp+cq4J6gL9h5be3uaaDzDpSzWvU6v5xrXeh8TMi5nahhEvGgSBp0fnbC0SPLFngXTMAF/S/pqvPVuS7Oj3X64kldaASDqOpPmHHYjaSg8UMBEnwB6iweBzklJewxMKi7piG9KKeihjJbFgxb7Vpv3ZnoW2/f1sHuRC9YpPzHf+t3dXS8ZlDMsPfY9lh9bEfsh2ghSBEuC3QT6uqhoT2xEFxRfmk48rnXmGUTXgcjEiSFgu+rb03lYxnDRq9a5pdYYdmkvsxfWdBbBtXYmHgDNaFgJ4xgdAMjg7NdA9JHnJKYTcOAjUea+UOe0IVyAxPhQNiz01hy9XQ5dHpymXX/rW+RHGpgn0666uhnOIqDg1va3z9Aw5D7xQUnRkfHx1UXT6odfajQF2CoNI/7AcdkyJlWpn/aPqhY0xP9wYjzGjypppy0oP+abj7ndZ4ltJxzFe3Fhfm9E1/6NAoHcXR0xOJiXfWa4YRTyvS1xCJgKfN2bVdFOo+RjCzrN2cX7HSXkawPhnJYKBzTKOV0/bsG/r8cXrx4oUIdJ+yqnc+LGy8yPv74I/3kJ3+sH/zwH+uP/ugP9fOf/Vwfcp2wjZOOpLoAWODEzuZLbR/c08effaHUtIoIuWw+EuMikF1YrO/jxBPxn/74B/q7/9nv6cJ/xpZ6Thjnz5491vvv/4LFzTN5MZI5GTi/ONOwWXjs7uyyONnT9vaOdlj87O7uyr8kaYffkX+g3SXGPvpcnl/IC6Ja15Sw16oed4unbVvmpqQEPTHQI0K84iuHsNS38C2iHhWIXL3FSPgjzCmXEfBEwEs9l5RvG6aUSWPU0FeePvqCeS8z9o/UcqV4vi5a9w0LmSUO/ry2RUSow8Fb/BwZTdOy+Fkz/RXmiUL/WbAIXdX+4Lq6nQfmJS92Ukrw9VpjA+M5Z0XEtY4MFxmsbyiwac83qp1RUmvmy7qogOp/YZOarG+8+462OTG4uFyxiHtHf/F3/hXdffObGnKHo281RJalVEDpoQQ6IBsZZQOjAuM3jcH4HWAYsZff2KCBllf4hrQJynVoo4+RYv0rGkEu3k2kBjc/QSbLfklz3oJxAyhVzqBRTWKVzaF1LcSi6mVMaF8Apwz68hOkRETtYJkwhzRCqdIhyU/hU+AtDv0h9BsRitiAQgIXgb7miQhFvISEjvRpJdMYaNb5KlvFWaHFZFfrZlfnsaMni4l+djjo+4+O9Td+/FD/5c8vaMS7+tf+yr8uNuLIGZQVhGMZKaRg4nV9PJGOgBMnYUanmzFoDVs4/G1gd9JqC6ZpM8iQy1wTBGf/YR12/ees4jM7nW651umTZ9rjCPTy5ExtJBYPrZYcPbXs9s9YOQcDt6VDis7pnb/vsvwLVg07l9q2OGsPgJOjQy3YIfQsaG5xt+hdw9BfanH4uS4PP9Pq9JkuOU2IYa2GusVQlIBWqYZXA4UkXT2m5ZSVMgONiSwianKClnNWB8zQy3Xe6ZJ2t1o9uHdbf/kv/47++v/nH+jf+5sf6IPPTnV4suS4csnA7lVwHEJKBLKCslMiJp4AvvyaZvgy/avxOvFCLsDNt1COS7gpxbwV6DdjeJWjbHS5ikuFjEXlJeEKQ25EVH4CRRiPq9RfEiIHo9qRIxmeAeCt2QoyrsAadwr6l39RkilOS3g88SUWfBOOI5mFdF5aPe/ZgXR3NZve0q2dA12cnGhgQrTj9b3c4li5AAAQAElEQVRowr52cp6cj46OdM5JkXHTp+x2mR7o+wN50CVCPe1jmwxM6ubpmcgHjynKR1MV+ozpC5y1HabTUjACEeR8c+7YB3iM29Gb14uLgfSGhWJOuZZxwvGtfxmvIHTGTralnwf1dR4f9e/s7GAPKdPHYJFlOAwFJwJnyOhl2Y57EVHQ13jLuHA5p9wLP3z4sP7Cq/nOOAV7+PALeYfuKwzLe3H4Qs+eP5N/+9//KsX/ZOvHP/5D3bnLXPDf/au1jEhJ5yyObIc7b7xTd3jbHO8XbCzKdDj4VISKMEVoazKRd/SF07vHn72vD37yA/34H/59Pf70I604ql9wTH/IFYLbwKcYrrv1ddx1d9u5nh322Mf5u25d02nFommFbYUdp20nL+K6plHXNNVhTbtObcpqc6OckiICGMNUcUuFpjDyCkSlBbS0gVBEoqig54dsv0w7uE1r/1ASTSwRFpAFG5BgoMy2djVfFV1wp7iibx5yjH/3zh3NZjNtsXhx/1szj1xySrIivKAvur+43lU29hz7TlTZgfyIUEQw/WUcd1txyzC/vvSklKtTX3OKeYlOc294kOlN0JxF1Rzbixr1LK4u0fO1t7+hNf39lIXv+x9+qP079/Q6bTyZbCmwYb2mpQxGhryjLwoNBuo6yLYicfO+Gouo5FK/Lz8RIV4p9MpjvgKRtsXohTSmHIKyKSTiZoaAE5ave+NVouW5wi+pCHVkE0SVtIlAdzEG1Q8E3gCu3sB4ToqACkQKWEdIGExBadCxD/UAh98N5fi1DHhgUUSMcJWwCc3vnGMUnhH5yvdVgztHaB2NzvpOn180+uPn0t//ZK6/+ZMj/d4nST8/3Nai39f33v2GDvZ3kTdgXeRf6RFCH1VaUhCKI++iJkQ4sCDocdDSNIdmTdJ21zDYkybezePoc9Mz8FbwryQc73YjZY7uWo7uCiv+i8NDBSvOHXZfGfk5kjAPk8wg/wbuGYPijEmVEa2EUxU8a3b9a08uOenk+EgpJSbqtR49/EyefBOTxGQ6YQLIOn/6kdrVqRrKHuanrHxXSjEoBvSiI7jMJEErosoK/4DwQlWV3TDIq1zCiIA3KYM3TasJk87U5VH3nWnW1izUbr+hv/Of/5Gevig4+x/rJx8eaTVM2YX01ItyrsswfhMGufLF3wCjLNB/+rdm9GfMEoGQEUXYFXIjvGLFDra50EubPBFj3oAn5B9dP04KYgFdgfUiiPEShGmgfhmtDhA91ksWRsxEZ4mA27QK8NSwKJCZNVHAW9JaaxaJK+MMGFA1dKWB3fypZjpJW7r3+nscNz8TazillFkDWIbUNi3x0VENtHdEyI4kEe7iSDvarsFRmObJtsd5RYT8eDLNtPHAREnRJqGPaL9eltUzUS9YrKZIjGlqWgZZVs8kauZEn8wpKack413bsoBdMrGuZdlL+vQnn3yiFnpOST62r30a3PnnOLWl+zhx8xhW9PtIUfP36Oo5IeVkdllX42uOhO3kz87O6qLGCxvv6EUlrF+ifnY0rq9poy6rUSY28k7f9nB5f+tv/a26qNjZ3pFS1pvvfkvPDo+Vm9ZZVXByA3e/Va+qhRQR1Q4r9F9jn7PjIy0Zw2scdcFGEVEXu7bfKcfZK3b81muKM/SpxoRd79huWdbRpzALTjBcVkRSh0PfYmE0g998Dbrsc8XgnX9mfoiIaoucklIKwPYJSQZ95YFdTooIBxqfIDBQzWI0I4ddrjmSaDMW/lxPIJ42XaDThAXUvNrlydPn2P1ST54eqqFtvemgd6gwxmxXL7IODg7kNrCzd/9yW0eM5TkwVN1zyHhEILuR5yET1syX+prHNrVNIkI55VqmF6S2VWD7y8tzXbAAvGTh1rF5yt1MGac+27utlkVKcEp697U39ODNd5QYF9XRczpbyIv6yAsV/5KMGgyTdPN5NWbum6lfwV2xqFTb1+wOkaqXuDTQaaWRTzeeatBNvDgDeAR8TBCgvOA13yg1wnFVinhMHYEvby0Guucfgms+418HESFXOOCMAE/ECGWQEDdqaN1qHdCRl5SrN66Qf2Jo9Sw2p4T4kHcMlYbrLRxr9miyJm2BAzphQvzsvNX7L5J+cVj0weGgT4+lRxedLladVotBb967p9lWK/pH7VARoy6WKRkPRYRSpNqJciJ0nAo0tEgX0oRJZwKdTb0yHSQBhft6h4k77dQvdGur0w7H+rtp0A6G7VnlP/vsU93CMRcGtGU1OOIFi4CWkXR5caaz0yN0CsqWpl3Wzmwi/295md38px99qGPuOoOJc0I8mFQO2FX0HNdfspu/ePaJnnzyJ5ofP1XWGl/TK0ngIhyAokQ9ICmuPy+RCFNDDR3ffBGhSECEEvXNOcuT4lbXqo2kd9/+tv7dv/67Op5n/cGPf6aPnif9ne9/qB9/8ELnqwYNGhyRJPIrxiBbHr3DPUSbpxBeAWh9Ax6yVPzrPpWf9nAvCwuHKSL4vnzd917GKLHyQ4HtijWCiEkYyqjL3YiD6pd0XpEY2vxscKJmAAqoNSkVL/QRWMB5A6jvmCbSRN2uIMiZIktkKPSRgYlmsBfv4S8Z+3VacGS/yFu6UKee8X1wcEf4Pi05Jcq0lXh6nO4WO6kJfWvOcamvedYwGWp70lcD2yOV8cOIHIpsH0+kDg0DO56h0kPDoLqQdLoUlNdDgyiRTyzkFprj3BJye8rxUbllRFAjaCknJcIXLw6rYz3nXtrxbtKRv9CPOtkJXOnnfuX+1bWdcm40wQkucfY+zi1WBsVzypQuRYTO2bWfcKJxyUmYHb6d6JoFycXlhSzT5VuvBufYta0zqUFu2zZVryU2GpB7zA6vAtdQP/zhD/QHf/B97LrSnfuvcb87oMeWtnd31GLnjP0oWkGYNtA2raYegyxUQiG6Ed8Rm7QTpUis21t4ptVJtl2njjaaUL8OfII9BvQ+Pz+vx9neMacIWc+QtGRxcKUrhqs2t+NMKbHQnlGWgFDiKx6y8h1fWnhE/LUweALQDcCs171xqOMjiCcpNQpgQHJPn1zjcC+4A59MtxjXSbmd6px78aEvbECOtcfV4xE2XLH48gIq217YOyJ06+BArt8KG+Wc5PqlFLoCelTFnd7SVi1519hkoD82LGj0NY/b2O3rBZPb0X1vygYK5Wu/bXPG3q0iqA9j5snzQ9nRJxz+/u37Knmmo0VwDfYdvf72d9Q6L9et7MRUWASGEvNnvgbdeNINvKLYrYb/v3zGPIW600xj5CvZSSEd8o10VxSbX08jg0Kiknz08imi2jVqTMTkBzlWPgoRYAxBHCWtYvXjYq8kSAGji4igLPE4uMLht05fBiEPzusXths4NXM6xOt8bjlgYFCq1k5VBPORcuoYCNJFHzpR0jPg44usnzxL+uik1ZOz0LMXl+xsijLH3Gl9Ia0AJqbLxbmaNsmdKqesgt4USwmhISXiWCQapchAoiMC8CT0IxXniUwBDIIsdKJjBhO0IeGEG47t+4tTteu5Oo7xZ1rJ9/iX3J+X4xfapeyyvNBWI23HoNs7U+1NG6XFpY4eP9L68lQrYH15ovMXT3WJ8y6LMxYOoeXhM12wo3/ykz/U4S9+qtXjT3Tx6APF/Ejd+kzD/ASHsBI1Ua4DKlEHKYIGquAagGvzgLruEcHq+0J7ewd1Yo8IeZKttq8Mwg5iZ9/oYOe2vuC05N//D/9zdfCfRdajM+kXh1n/6Y8f6Y8+OdYhx3qXSlqjQ8+gzTnJAzdh36TgB6H0IX3pKdhYFXBIDr+U/kujMaag9oj8qd+gLqGIDUjgkj9X/Vr1QUfaOcAjgmQAXOHPBirLQMRAQLzWgXZ9yQaROKnXL9aVoCFWkegI9KpqjuWcPruWui1d5h198vxSp/PCxLWlCU7Fpz+DFSDP6nIBVmpdDo9e6AjnR0m6nF8qIuSdkeOeFBN2r5Np04oeK//zuUL/JaKe3eoayCnLbWWzjzCOSbfb0fGRBvgTciNCOWd5YrbMpm1IK1W/QkbTl+xsnWaYsqvquk4zQusREYoU2mbH6qP7ru2Uqc8S5x70mSVXWtbFf7bXf6Z2l0VM17ZymXbw/g9TFhzZrs0fUoNzcLmgOnrxQt4dn7EYODw8lP+L24uLC11wnHvOnbf18e7vjMXHgK4+rl+w8Hbezz77TH/v939fX3AXrZTV4Kx3dne1j7Pa29vV7vaWZlyDtF1D3RvapNX+/gHH1TtyvXrmAcvvcYw9Vy9d7mjVrBmO0XONQvJ4cnvUEL4UtFMkNSlpxgKgR0ZPveoYEA95IkIRIcs4OLilGffj1j1Tb+cnVe47bmvRX20LAjKPFKcriFJOYF+VBBs9sIQGgB4kQS8wDZEVqdUAFCCj+8X5grlhzfzYKtgZf/TZIx3cvgftksXHheYcnadoZP39+wZHR0dqaS/xeNHpNnZ9ck7IliIkf6ynISKwdQtLYU5fqaFekFRK0dc9XUdfaLJOT04lZEVEzUtvpdwGfGBTt6AvFzWt+3SvBbZ+9OSJLuYrqdnW9hvf1U8/fqH9u+/qu7/xZ7R7e0uZU9kolE+rJewR2ClYcOvGk27gN9CvV/QGwzXqCmP96/gvRRDpCrmCYx5y0WH5iiQqSc3BIkK8qFsUCDMeYYzIjTciaGzRiOFc4EgfJMb0yzj87hByOYUIb1SpFZF72Zi7kF9VFiLAB9UOjbABaZUmqe5ewqE0ELrTFo2Cr0LYZJI7csOkgq/Qmg+vltxdXlwsGNCh08upni/v6cPz+/r8cNDJs2c1qwfcklWkIbMKYmONvNAlecWgSnS6FElUv4KEIilLthidtqRGIgwDtHCjwy+rWe0wyHd1cKktEif4almQtNS11aAZu/ntNrQ3yzrYyuzHLrWVlurPnmt18Ywj9jOtfZ/+/HMdPfxQy6PH2tJCd6bSbixx6A91/Pkv1MwPdfrFhwry7QwMrMcfqzl/prOHv9DZ5z/XBY4+WFQU7u1jvaAp1koxyKpGCikH4xqroqzjEUnZdU9ZyXaIBH/I+DmT32sPXsfOaymi0mofC10/DRNdtLv6a//27+rB3mtqmHTOWgYWNllwH/bifNBPPzvTH75/pI+frmiTpS4ZWz0DZs4EbqdSqhFHkQXZFYjWshySjknBftmLBMob+QuqhvwjviPoT32unDlVVCQpApCEpfS1D+m6ZgrVn5BGOUVXT7xEK8n93FAj9WMGw0BsUKhX/WURYgn7JBatjZJ6HMRlu6PH64n6rdtYo9Wb7DLn7FijCS2HlVKT1QJ2DJGS2raVJ0g7sMlkWsedd449C1unLdnFRoT8mObj1UQfsGP3GDXd+Z1WBtsX/UZ2eae2vbWtS3bQ5zjMiFAClpwuOW+4Jjio27fRlXaxbDttUAm+Cxzt0o5/TUcQT6hO0msmX4YL/bGpsEDHFWOWHqk1Jxbe1eXUyAsFsuj89KxO4MYLGREtP4WCXI+maZWwxdbWTAY7KjA7wQAAEABJREFUGDvmDtu0XSc7CNvC8QOct68QrOsa3b0TddkffPC+/i//p/+znj97oYvLpXIzUeSs1DTKbaOuaVjsdrIMH0k7b06Z8nbQc1uTbkqVo9q/UD8xYRXmhYJNtYFgPjLu+rn97OSLeeD1PzVrWfgkZOaM0yJPRKhjkeee4/Yx2AYZva7qbxsUeDEFJNqPXnOFQ5D5Hf5SSKESSZEy0IqPemx8eTnXc47pd/cOtEDvAXusmAv9B3NOn79Qm5MS893e7rZOOS43WD/bZW9vTylCGT0zdrO9bCunD1wJ9MB6AwOnUpUvJfrbSrVfkVdf89R6YQwvKhrk5pThKhroXwWdJXADsp8+faZnzw61pi2++e3vacEctWScrUunv/Q7f0UTjvO/+Su/ptfefkt7d29psj1lVK4kHMYQvYYAR/rVm66QV0KUcaGv0P6USIG/+POn8NSkyodkeAcal3f0wcRJIkG1YUM89UN44/WEFJWjsmISQjJWh0vIW+VVufBVOlyIvyFFigiRs4KxEeeLAPM6/4DhByKuV7EMwPQav6aPeRDES4fTKI2IIkKJzoRIMfVwlJlw7K1+ejrRHzwa9IdPBj06ltbzUJcn0uWltre30b/UzpIsigLT0CiGiR4/OdNkckAH7EbZkQiBTGcJgIlFhBGN7OwLoQAP9pEOD3nIJHLh4EMtnmoyhCYoOaFOrY9/mIzFcf7AScJ6fa6M8xZhLM84+l6yaz/W8vQ5eRZanR0qlueKxamOHn6sxx/9nEXAC4kd/cNf/LGeffILdf2Fjh9/quXJU82PHmmqSx1sJW21RZMk6h5MNBNN2SXNuGtM2AwFpRQq6FsSTEAiHoFNKySllJQZLCllFlAr7Wzv1kGRSG+aVjnnyhPyjxTNnp5cJP31P/iBnvjkoklKTABUG5uH+iFpsU7sQkOPXyz04cNT/dFHp3r/i4WOLlqdnq8ZbBLzuNbwDtiuAFKSrspQUZSir3sCHgFfSQ2ogMirr3kiQhFXIHApheRS0w26ftkTUtQfff2zUShq+ZtI5QSPgm1qhA9xvn6DKaXNA/2Bno1DHrDjWq3S7j2tpge65IhxlVqds3Of2HkzWbk9hL4DjsH3oHaic+6JfaRrvKEt7dyS25W2m7JLrHkosMehrXCkoIhIGhib5rMsO8AV6UEi2qqh7efs1Brk+YRgTZqom51+h9Osu0p06K03cpzfsMKhI4LJekkZoR6dPR69G3UeH7G6TNOs12Qy0YS6eSHg0Dx2+OdnF2rRIUUibDRnkeE+sbO1LbcXwrFpkXU3FHRYsDMXzxn39nZQXrhekM/pEa6Z0Gcty7eTt+6FfpZyZlc6l4/3c2T5T67+5Cd/oj/5+fvqOIVomgn26NS2E026iaaGyUzbsy1NCZumgz7T/v4tHewfaG9nj93tTE3KGmwfjrTzUNQMGoEu4I1BpmzR5pZ3sLuvHerWUWdr2jaNuqZB/kTGLUfIyNSjoW0TYcH+rluh7qJtCvIKeCHEOHrlgf+V+CsRl5gwKYDsoNzAJk3XMkZ7+Z8iSqHpzr7m0WqOzufnF8op6eBgj/RbXCVMsetCn336qfyvCd544w3mkbX29veZki8VEahU5BMU69xTF0PF+0HHxye6YEHovuE+lynf9YiwbnrlMWnNwsAnNhGhlJP8UADvgJmKBuQbvNj4tV//dVGEPv7kUxX4L1i8PGWR8icffKJ1THR4vND3fvW39C/+N//bHOe/p61bB1q3Sf0ktGCXX2VvPpuSxhjtCDJ+Qf6Jb9GrvK6g2+rrM5r7Jf8AI3WigtDBQWTTJL4B1JDKWVZEOACc31C7B1nGvKYU8hRzIGvUg7QalwY6kb6ka8BvgAU5/hoswQ0r8pCffM57JU9VhnmcRrgpayC8qstV2NOZl2tGSO600EQfPr3Q7//ssf7ff/hIv/94qU/7Lb1YFBzgKc7zwoVXQFQNPXgpXkmNcsz0i188VN93NHxWigSgPWGkLIMIlRpJWQpC47lVgKfcVJ6IdB1m8KYEDjsDIe/qGw2im2CPpfoyx6mdM/FdqM29utSrjbVu7810/9audieNJuzAO2hs9ZkIlpriGDqcaMsx0u4kaQtnECwY0nCp1fxYy8tjzSZFXjywWZFwGJnOnlJShhCtFzFJESEW3xoIDYUQol6CpJByzsopY5eBQbqrYuPr5ZNJb72bQe7Wrbf0f/i//b/0OW14uuVB37NIWY8TGvls92EIJojQJfdgZ4tGHzxa6Pd//Fg/+MWxDnH2J+z6Hz090tHxueaLnglB2AlAGfcRFFCh0YqFFUHV+IBXpEQNbn6icgWkKwC9ek0Cd2AArdyJb8ImQehXxgGnG66KM155KhISr155vkwYc1b9K5/jBiJVvvFSxTCfaJLWbCAW8sS0brZ1EdtatbtKk22d4PD2Dm5xz3mpFvv3zFiWa8c7DAMCJU+M59zzRkRthzXO1W02mUzUdZ0a2s735R5LzhApVfv2OO+myYqIa7DMbRaLYUagH/rqtM447bnAaUZEXRCmnJWQAwtvaJcjbuu2QuYa52YdJpMO3qUm6OGFiBcBBe6ccl2MWzfXZc5Cxc53gsPPqVHXdlrMlwp+dnd25N8wL9S1cZmUbzyQY12vnHWE9VrW+pqezZsSXMJ25zrmDtk2cnld11ZaRMhH89bLCw/XdaC+EYnj+8f64vFTXXBq0eHgu6ZDr1Yddem4Z/cCantrp9pmf29fB7TRHnfVO9s72t/bq2CbTKlTk7JaZHYbMG6YUNftbipaoLYbjSL3x63ZlsZ5ayAkL443kzenJLd1Rl5hrPUsILwAcJ0G4i9DWRRga6s+Ub/QQTx8DCMJggAmioishOzISQ02arpOwUI+xE9qlbjj/pyTjtRM6KuijebUc0enZyf1P555wV34m2++qYNbt9hFP9PVKcndu3frL/NFhDyPFPHwQSqSExDaZ0HgEyHXb00fGmjvrutg/Orr38tIKdU8A+PBvOYybYSslLMC8P/W+P7779PeF1quloTnWrJIUA6tmF8u5mu13Z6a9kC3mNv++d/5q3rzG9/VQF21tatha9uiryFdY1+LFKbFlwkRVHEDL6kvsULVC+ki1CtPSNBDIZrslYZ0I0N8+cKXDPBSZRmcK4hb9ghmDwm+gUqvmVwHA51G9UHvQkmkWb7zDJX+pQ8iXlLIQ8T8BKOOyDB+BYV77BEGdm5QLd9B2IyBrUaARKNIh6dzvf/whX7vx5/q3/8vP9Bf/4cf6UfPjvXxMU5vb1vP+4Uu1nMNDErRuIsFkyaZiywn0SnRiaPRokan5yv9vb//j9R1NCDlRYQi4Ctk8AsepiMn0ekVWA5IiY4ejVICcqsgDNLJrRxJ1jwrlCXRh8T8qeQlPI5dduKxwpArJRx44kgo4ZzbKJrAPOGIfzbJ8i/gTcHbPCBjrYa8HQJbH7tTxyb3ms0asejHkS6VclHXJSUWCg3E5PIjlBMYYQmKFEA4bEJBv4ZEQpAf/gQ8ePCGvHsL6AX+NQPCgyiRp20bTgym+vf+zt/V3/7Hv1DLpOYTjxWC1zj2nj6zZtDhY9QTLxTOWNUZ9j4+6/VzTl9+94eH+r0fPtdDFmtorvmy1+nFUmfsHOc4hz6FelQq9ICxY0hEK4qpJCUgVInFGurlA/ll5JdjQeaIpIh4hSnkn1dINUI1JHhDPJswFESu3hBkKfTqc0O9q7Eg6lV5zQnCq8DG4pQnOP2Z4mB3H7yn6e23OLlq5aS2najByVxwrN2Tf8XxpLO7vSzXMGGHOcEBefIXQs9xyhGhOQ7U7edje5vLvA1Oo6eR+n5Qpo873WGP/QsN5nQ760IhEVQKxBPkbDbTwNywNdvW2em5Vtwjt21Hf5zKDrht29p3Enl8xJ8is0O7RIeFlhzfJMaP69EwdihGoaSgHSzXd7veefnO9cWLI426pSpvZ2e3Ts7WfU3d5/MLJdRyf7Du5h3rJmXqtqZu4ukx3ro6jF6ZerZdW8Oewn2qsaa+PTY4Z/fvfF7EWF5Cp558c8D/ydQPf/onYrrSJGV1TahhHDTUtelajuu3NMUuOyxG/BvyE05Puq7TBOfuxdIu9H0WQDs4izYzbpHRbKBNxE1DN/G43Lbt1AHWPeeE/O2qs+vXUm7btu5CLIzX2KivcyvNQwgZJtsIjHilInV8I6Ii11RHAcc3STU9xA/1D3RqJhM9ffaUscesSZtNpixAcYq5ner54ZFOjk9159ZtebFxi1OMyXQi/+a9nfUWNtnmVPXevbtqaBOX4Z19RCgxz6SrEDzCZQZ9q8j9zm3gPG6jcxavrlNEyE9EKCIYBYWF0VBPChTijSpX9YEARUAAHe1heSm7v4VWqyVJ1DwjJ9OeLLRSYrEVeyxcJjp6Mei9b/1Z/cW//N/R6+/+pg5e+55uPulm5AovVqk2AJQaFkUEkfGNeImPFJFjpAX8jl3RTXUh7uDGgwl2jCPTvEy012kg16JBIoLBkZQU/Eg5ZeWcMU5WobI9pa7ozStWs2sGgAe0J7hCPmcoQpMQO0MQExw4LBArJCjg0EqNBw0XYhyJcSVOeoR6GwicFJZBaNKADr2EIzSeOcrVuqEjT3Wy6PTpZac/Omv0B0dJv/v5hX6XnfyPPzvWyemgYdFIl0Vv3ron+RcsXC7lC50vmRQRSq2CASEV5Pq+qY+i26wu/+1/52/Q4FMSOuXISuSJCGdVSIqoX0mhnLBbJEWEisOUpcjghlRDCIpEHuSLOoV6BshaCdxOOOOQmzQop15NWmuK6l1TKHullnhD/Rucf0ejZvK25iXskOff8s+0TWKSK8u5ynpBvkETVhIdE8WMSX57tqUtTy4MsCYSpwYNZaEzGkQ0GgZJxW/SQH1IlNA3wIP6JAZyX4oOuGM9OuEeRAnmhO36Wu+gHN/Nnedd/Tt/4+8pb91RZueZopUiqwADeQbawAPVEDQ61aauGVsUrWiTR09P9bvf/1B/+/tH+uRRq/Wwq3Pa7oxF2mVZ6oy6zVkIUUuJhUtuslCU/EkN9cAc0hAKyroCRag+xV/jV5CkAoh4TXO6FBEVEvVPiCcq4wrx1A/h+DoWEUqGlNSgT8YWkUixTIIxnwjoH9iwiJ+rcIPrxhNhnaQgbPKEdpyqw24HHIu+8+63dO/1dxkvjS7mvc4uFxLl+u+Er3BgC47d8bVKm5+u6UQR1SFGBKzoQGN7J9kx8RoEfYXTs6OLCPnxb3oHOjpWGKSeTE23YzR+wRGqj+h70hrawWXaQbe5wwaNEpNmgx3KetCknQITJsk5J01zmR7oV8jUky6eC67T9rgTb+mj/YB9KHhJXdqN4xK6eOEQ2HUy6epdr39hbn9/TwPj4Oz8VGvqYEe/xAH3yBYpcjislYLGYIw05DdOICxRIRMxnjAUqAbG0ZrJ3vHGTUHZrKPVNQ1pPdpKBTsldPuAo94V89EPP/iA08SiVuTCvhFJOUbuC1MAABAASURBVDWiGuRrNWEMui4ttppNt0YbFEpl3LVNV0/JDm7d0WxrRzm3SpGVsJ9tlWjftuKMI+beBYszt4kdaI+NIkI5J0WEErxFRZ6fB/SmCOjo5Opfg7WibBJhEeqOsIlHZCV0CuufshymlNTStxsMUtsNm678z4Jp/57F+ISd7TySXmC3c051/AuRu9zJZxY+exzdn7Cj9+793v37yk2DhlJDGORZUYc1fbegTE65LvocT+BOM72GzBdRdQzm5h6di1Jq3Bg1DCXCXEFyHQXPoB4di0uMoEcEGGngEUmiDENrZx5JISnnTL5eS+oy0Gd65t05887x/FD797Z0/+3bKl3RullqeqtT2hrI9fJNL9EbGMYfYwUFRszfiFAE4MhXIDaU68ybuJjwxI6QkMHiTu4OYRDxOnAJXVBE6OoxFgqiRRGhDGpoUlJLnCtetZLwO7acBjqbodAwkCVGR4HPk3fPwLVhXUYpQXLawAaHVpiIDWMHw2A0xAogKxMYRRRDklevGbneEZ6tOz1dTvThaa+fnqz0s/NeH1yGPrwIfc598KOLrM9YaT16sdJqRZnNVFKjB2+/p5NDHNOKVXvKUlUj4FkprLfEBNGrRKgQT13WzsGu/tEP/lg//EPuvaf7imjkTmcIJcX1j0Q2hSSHunqIRJjKAJNDKcIhFdMItS3odqkMSGSCSBJjCI2HEWJQxqEFAyrWS/BeCTzR8TIyUinQ4JHkuJjcErKmTD65SEE773B3uLO1pY6JQ8R7BlOOrBY7tHTmDCTiOagfUgI8MXBSbhROAzJ4BQblmnafItO/bFVKSEo0lOoknpkYSrujf+v/8R/ojz58Ijw96cgREK1KwKvgp8h1t66G7PoMvYK6qV9qzaA/XQz64ftP9Z/98CP9+MMXOmRBd95PdTxP3P1NtNKM49KiE5zDycWZluuioWDrQeppZ+86B+oaKSvnpEQ/jkjo4zf4GDeEQmNYxE8pxKGkUEt968SMPZsW+2CLhIwI8tQwKQIc3qiQ5PScci0zIgSDQklhWxmIybDBA5xUmfV6LEnEQ34igvFQdHQ+1/b+XX3jO7+m2/ff4LRwX3fuvaa7rz3QIcfNdri+b6b6KvQB/6b5khMQh6FQU3UPeXymnJVyZpc9U6aOkZLmnHKVWneXKtl+zme7FfpNRDBZ9jVxSfv09ANP0hk5EUnL5QrZBZ5BllmP2Jk4EUl7rtXS/7wj9xGqy0lK6rDrzfG/5Ig50fekJCEzpSwp5DAiwEJnZ6fEE6cA50o5qp23tjlFYBwVxovwxj39aQAKdjCEpAi+VgaaCIkpaO+boemGaxrImK2oaRL1o27U1/NeRCiwW8J+l4sV2Ro95/74MScNwemK60Ux6Ee/gS+nhIxGV/0pp6yO8dICE+zksLE9yFQkNBPl0R+xPVFVAkhBsMs3EKUOUgS6AOIpzg+AigSJfik/9DeTC/IMA+GA0zSsmXQNPfMvrxRJqclyO7p+uWmr7uIp2K+gg8O2beRTmSY1mjQz9c2EcbrUI2zw6WefY5PCacOMvrFkkXnB9LTWd7/7XW2xi59OpzXdztt1iQjqO3CyM6/zsuvbUi5kTTg1yNg9pSTbyPXqGdvug1KoPjA2udGaflnrVus3yMmBDRLpBQM4TyAnIlEEZWJs5+mp+LCpVyiUkyEJlJ7Va831aGqT3nnvLV0sznV8eqTcMevCcn55rgWLAEm6AshX6KshOlBx0yjZwTWEhJL6p3yc24XQ31UFUmGHnlgdUjvoElJ1/Vg+4F17sRFcyZzUAC14g3Idhsjch4nJQ55IobksG6fHQGsMbCMOFJDIlzCkBkqhg8lQS0Qz8FJB2qgmsgvx12FPeoUhaT1k7kgmenqW9Y8+Otff/qNn+jsfnehvPzrRD85WekwHO2m2KGpLedXp/Pml1uxypCxRl3Y21Ruvv8FOYqmIpJSyxOAUT89qTQHCp++pDTZQQq8oOqXx3njnLf31v/Efa60tJRYNKbVKkRUbSJHUGLCR8a8AZaWUlBRM9OKrlzjFuY3skK/CXAqOe4SEURLOT+xQmCk1cM1QmIwDZx7YOjHgsuClfDv00g+UUZCf1KGnj/y61NQdfMsAKDY27WGnn6nnhN1FoQznQwx5QwlZORqljd6B7pHR3iGAeopIcju3TUc4iFwM8oma1CnlLf2dv/uP9e/+rR9J7bay5ShJOOAwZ2QFtooQMecdJJx7VFgp4eSDq4eB4+k18OzyWH/0xVP9p3/8qf7ejx/pJx9d6PHzRkcnnU44wblYt5qXrHMG/Rk7/vPLJZPKWrUerjM2rn1eUkQAGh/6l64B/RRy3BMBUys8pcpoclbXtmqBhj6TUlJEjKArXMJ4ihyiasoRIyiIjxAui7iUJIfoVTa0iFCKpAQ9xEMaX0XUmFGtQcO/hPXgbU0O7mnnzj0tabvzxVyPnz7V/ddf18X5pcgkj0cNkidE6zthd7x2n0H35XKpuiNG9kAfclG+G/Zk66NLHyln6un2tRzbQzxXoSfXiMCkpZZjuvlQj77Qwym5LCF4TZsU+pxhlJtl/XwHX+W7/9JGwg6WsUZH36mGLYE9pFAQ5tQo048iwiT58UJwKEUTH7e2WZeXF+hEpWFxWwxCP+SLOGzOImeviEJXONhI2nwL+QyOOl+C0W1j/azDwHjMKTkZGWPuNXMhTcHpwpm++Y3v6MnhqY6Yf5pmIo+JiKwgT8pZ+QaknGSY4MSm04najrklZRVsluDP4A4TYURUzazHCBhYoapfSgpAEfqlD2mul2Vf56eCbj/PewOO3tAzh1CQLC/TDxLO/goihTwGmtxoTd/p0DsrlJhT/PvEk+muFrnTFy+O9fDZM7k/7e/t0i8vtH+wr9OzM21zRbHF9YR43N4tZZgvZSRFVPmOC7nWzf3S+IBNjEekKjciNP6eBC1NmnhC0NArYy/Xs+rKQqRrO7kNA/2d5rHsUMgwX+2L1Hugv9hGpifSososqpYPpxTN2VSkyHr0xRPNpttaLOjzpdFksiNP02S5ftM19v9HxEb6OnCRhQrJrUlDXykzUJEV3mbJ8cQy9VrifdYctxQGUcFY6hoFYXJnJBQdYMhJ6xwcXYzQN8TbRN7QkplmTRn0ARcJVmp481NMZYQUYECXEolcBjGJSJFaXQ5Tffwi6/c/7PUf/OhS/9EfXegffLzWhw9X0ulEk/lU3Ty0W7ImqdE5E9kpd3NiF6wstXQs3+2J5vIxo3h6JpQZdAqQG7nrZmiSKu54T8fxkZ+BOUj/+Ic/0cefH6lpd5VTp4SeQp6ciAMrlF1YkBTiLyExYBMVScw7UQdDJj0xF2VM4VMRX8tzxS5DjUM37pMTh3mAQAdkVFEd6uue5MkT/VXxtYKO7QVBwFecRp4oRTln7XJnuQMUdMyp0c72Tv3fy/z/OnvANbRhUA+045sUkahbVkRWSoSJ1NiAccCDywOlp7ymaeFPcn6pU06z+u9N/63/+39Uy+7aiTJ6iKegE4EigjyhopACGxH2ERy6prHtB3D0HaAzhNXDdozz/uTJqd5/dK6Pn6z18eO1Pn066NHzQT/99FI/+vBMHz3r9fR0rVNOAU7hn3P8s2LhFiljvjX9aRCFKiJGUEhKL4EyBY1hAJ97JjHqm3OoaRMQ1CWUoEWE6kNAk6oQjwhFhFJOiiTw+hFUia94RhykUASB3wE8kR4hJTImEIahDFUXM4XUp0aZI92dN97SnXe/oQ8fPdGKup3i4LZ2trWm7f3HWy5ZDLp9hMwlVyBr+sqSxazl5pS0Ij7grMowKDPJTtlV5ZypW9YW1zlup4G0MSwaPFfQdpWGsgkZxh1CVkTIE3BPHo8dT9xjvFfwUyQmwYnMH+B+V4xRy/A4NHiHbj0FM68iooJ5bRPrl3JSpDBJiRDNkEv/y8FkO6/6C4VSSvCMfK6DMYcGKWApijBVPEVEJAp2ugHUUWjjG8gLyrtJJJdcjtsnpaycWs1muyy4DvXidKkTTpw+/OJY/TChvA77kJs5QkoUl+Fv1DSd7DBbxlDbddRlgoyZtrZm6nCgjduG9vDViucvx9NGb+uZUiADWfCllJRIC0VVGjPUsNZlxOrX84IGxgHtyGCTGGsi6noYzB/QjKcSQipTaFKOpATkZqLE9cuaOSe3rVoWkD0nMJ67ZlxD+LfsPzs80tHZhT7/9HMhgjptUc+snv7p+r7GkX3XtZzGXLAgX8qyLnGe7juuo/tuRCgilHMmTJKIK2HLUE5Z1kU0QqEeEaQB8hN8gEhBMj2EOSrIa9kpJ1m2w9r3GAMO3b8L3BGhlNIon1A8tqNtTVHEhL0beTH26aef6T4naUcvzlT6RufnK8ya2f9ecVZ2pTEYv2FrVJLJVks4BinIEwb5CQm+gC/cYQxUQBVu5FOBEuTP8BuMC7xIGMWGcQgbRoMOt6ggXMrI74AJM+vUQIN3JamLrBaeBGQcQ8aZVweByLyBdCNMTK52UE5zCUVBcS+h0mxB6KI8EaKaRj4ak3IK9VzRSMcnJ/rJ5+fs5p7r939+op8+Xon5XmeLYDfTUocGQ1M1VqP+5aSg8x2dnUvkV54qdTvamu7oYPegrrZ9lCjKCzrLQNnB8fOCO8aum2prtq0t4qN90KYgJTV0jolaVmv/2//d/149R8XZu3p0xMgSMixP1w+ZBLjhrsOBEoFKDiZwYEA2kElx69l+N8HZs8wzVEceOPXAHmkoSgzUoJMWjk4HJvCeiX0NrADf2fUMPA/eNbsMz9FN7tQwmUwYlK5jj60uOAIWug/I8wQdEeJVUGZEUkTo+se4YUPpcRQ727tCDSawXpmJpmXFvIOd5+mW/o//1/+nhrSjBqfvgZ0ykgJTWakqn49lIVMVpEgwJHgIdI0XchSt0bdH1zVwsRx0cjHXOQ5siT1OF0VfPF/qBz871N/8Lz7VX/u7v9B/+A8/1d97/0jvH/Z6dLrSCU7fR9qeUDyo5QcDF7mw4FtMUQFzjE7ll5hGVdA/56ScMnXK0EK17SPgGUF+HDeAp4AfPBMmQoPgLvLDWDBCfQogJVIS3yznS44V2tmAVs5BTFs4+b0331Xs7OlTdktvvPeu5lzlpCZrgeOs4eJSXUufpU0SZXuSyuARoUiMLYTZmXviU4SanBkXp7pgsbC/v68Mr/M43ZPv6dmprHuPrXvaXeiTkDPQ+DPGivl6JnCHUxYMdvCeTP0LrrAykS9UTwvI2zat3Nec12WgilLO7MTnqvL7nn6K7oxhhRTBR6qhy8wpo0tS8LPkVGuHe99IYpd4opSCO+2pBtssQQw0BXdZEUSsjCSjV2UTG9sZIqyS3C4FWlGE84gHy1seWESgZ1916KmPdYoIeJPW2Me/dPgaVyiXnHjef/CWmq0Dff8XX+gCZ981W7RLpwknaLbHBFvZXgcHt7R/cKAJjr0gy3JW2CHRpnb25msnnbppp7br1GCbnBL1BbApNhf+AAAQAElEQVRdzo2y7QIekYQINL3xxg0c1PV0/QfGvUObJWo+5wWY72tcznhlj0H2G+a3fZWSGuaSyWSmFSdohR1tRKc829VFJH366Kne//Bj3bt7jwXYAue3UDRZzw6fs8m4pYyu1qOhr3XU5ymnUeIZ6FM+bTLIDNBs4wknHdYzI8N9yDZYY/8eO0UKmWY+x93vrnS1/DXzpvX25mTFtdKSecN8lufyDMaD+lqWx0xQv4igdJFU6FODHE0pb2jSwa3buuBUe9UXju/PaZsZJxW3dOv2a5Xn6pOuEIdFjo6CZbxIIRlTcgk1FopoKNmFGZwnQQMvpMEvdrD+5ZKsUFKGN0lgxepWwxVSIPkNkqEL+UNk4dPlySswdjbQcRsq4Z2lIcMXFucPFf7/Mvcf8LYlV3kv+lXVnHOFnU/O53RutXIkGBEkQCBMkgEDBptgcpIQWIiM/Zzuu9f+Xdv4vXuNjbMxIEtCIilnqbvVUgd1Dqf75LDPzmmlOd//q73X6dNNC8Hlvt/1PHOsSqNGjRo15hijaq69Ds1C6yVw3SdQETDIAecSefDzj87QP9RilKDGwqNfIBXXNid8wlcAIgASjrTiJKClrdDR8qilk7xnf2yp0VNrBe/fk65s1BrUUS2OTMrulGLVUsFDk3hQ+iy8HYCKSu25fSomd6szMce0Su2a24tBW9fMzBz8RFX0DXaAKGt3ZlY2TiOUot/H6KBEnheIiCepKFrQmdGwKfUf/uvvIauoSLATkxS87WaSjXgYnIaGbo0k5kxOXDElxSw3G1rXWybGEViiLWwDpRCUr5zYSxtw6uJdYwAirYGxxDG3eF/UjBxJDjXyl4YAU25VpfxwmJNNFNuR967de1DEKcG4UtEGWqqbILH2RVEqpqQQoR7hCwgpKHKak5hnBtoTD5rBxnqKI2SxDhpG5Fsx3gzFjn7u1/6Rzi70yFdqYgVN04WrYG4a+dSocZ4xFCXFoKchKjBOk5AToKKAr4qkjSTRUYzQsG7yjrSxXOje748INgLv5itdXI66l9c57/8MDv/9n9PbPnCvPn7PWY4RA+/xMUpD5lyXaljHRhW8JOhCBN1j1gqBvG8XSC0ehhQTVITPBBgng6SM7g/DNqVcGUFgJgohMLXg7jnNKJlokBTgA7l4LNcZNybwIi2BYG5E4M3Dw/PVhAivhVJnWmlyRk2rq6nd+9SkEp2s1SOwa7HzsxGO4C4vLsq8+lg+pZiNbUKu/la9DeSQ58RORFw2dA4Oh6bBs2Q813kHaYO7trqqxDps8XpgRD/TqJG9Z9AnyIRZFWWR+Y4xyvQHPD92+D6KDtTFGGSaZVXKTs7G2HghhPzcmfbk1KRq1sE0CsaLtHkuDXUhBLk+xCCPF0LQGGdAgEOtUoqqcBoN8oq0B21f7i/KLjkJwS0NVU5d+zRsNzW5IufzgoVt3MxHlGVgPkY8k0WRMm6MUeZ1dnZWTz55UnfffY8uXb6iMxfm1Uzu0oNPnVdsTci7X8u9hePyT+FaFjGl7eDHlBi0YA5tAigXY0oKKZKN8JCYI3KO1AExJRWpyHJI5FOkPgRwA7jxKuQpeEpAAECgzTjAuKygyL8QogQNWkiSfDU8bzVgOSIC1gidBEfgtsqWihrsviiWUrurpy7P6/LiEnKq5U1FjMgMu7XBjn2CNe5OToJMnxDkNm/kEvx3u121Wi30o5V1IqED1kHXWeYePztp5O58jQ461c7V5IkKGaVMp4UuVwRG3U5XTk0nhKDEmrnfmKZ8UR9ikP/xsf1QWjbUe11jTFQHRcqB/AD/du7Che3njtOX6bk5rbJxOnX6gk6dOq9rLyT6dBHRyc+6jSDuQjWTseGuMeZmqkbCNUM1ShiHBCPbYMYClsjEeJTUaKDEuXASVIaUYKiGuTp4rFrBKx1q+Th6CO0hjmKEax3yfqGXgnqcv9SQ9vF7XSY1GPmAsY+0xRjUpKjBCMBYjlQIgmJQNXUjyCrAZx6qoRqjUGMIhsCIsnkI0AYJ7gQPDf1GiuYZPhL81CCtbCVdWIs6tdHW4705PVIf0flmQsuh0KaCQlUosoADBDasE8OXaiwDiNeDRjFUmt21T1PA9O79UtHWBkZsfmlJBYu/sr7BjKOG8F+nivYWTqKBn1oltGsojuqhRqxBw3hi3ABeYscfipb+8E/fo5NnTym14YPj3Cb1NAwbGjSb0Omz+D35y0Q1PI1whHVTorgTiryrFgqtKkhVzLKtU+A4VlkeYtwGIXr8mpoGCKA6HbBrs+GseWBGdV+D4aaGoy2Nmr4UhwppBJu1YFNVh3XhHoaRqom2utMTrFtQH3p1TFIqKRf0jRoib8suxFIhzzNIqVGwWDpRZSepbBUqmWdhPYgCb6Sp6Rmm0kKCLU215jTR2qeJmWP612/7Q5xqjWwqjYqkzZQ0BBoFZhfVBEMQKqQaPR3FJudH4Ixi1HZaqE6l6tgCfxtGjFTXieeC/g1MCIBWaKQufHeDVPKCMLDLS4iktyYtrRR65PRIn7x3We+9/aLue7LRmctBiyuJNeqoN5rK7/X7o1rNSPmqCZRDoFDXGtWNrLeKQTboiTEYXfkZEgNzUyVnc2d/hFqeqYJbgAakXO+Pp6GhU+M2IKc0BfEvOMMHc7OaJIoiL3S4mtrNes6w895iJaMi+rjeH6ok4I2xyIY1FaWGBNpDTnoagr4GvfH7RH9R6sL5C7JDH2ETIrK2PhkuczIwwDFvbKzL31x3XWI9sgMNQUvLyxrR7t27nZBhBA3j8ODJtEa0xxQJuAaqqgoehprAcHtuRUryz8oePHhQpjnJK4bVlRXwWrLhrpH1Bs+kg4oKJ2en77GqVktFWVgqSuhShH6L57dhXVwui0pFLFi7Ri1kkdCZFkH7iGc90gsRqywK1aOR3Mei/LOwsz47DSEge/IhODVQ8A1aQGbOBvRBrEBGcQXgeTbUbWyuq0YHZngXff+DD+jRxx/X6ZOPaR09/y9/+idq4HGLwKSBuRClENAWoGBeXU4T2/BfFCV63qhiTmXZUgyFIvOsmbd1sigrVQQC7e6kJqamM3TJe+4V+CHwnKC4IaCttdRgJ7N+W62pF2X5GSL1DGHDSArMy4FDQs5yg+CSeY94Pjx2gC4cKwZ0D1lMcqpUpUoteGtFeMY3cbim5Y0tzePsW6xfDY0e811bX9f84oJOXHedvI4MzS54RWNdm8L5O29QyIOrLEtV6FKNfrTbbSV0IKUk0y2RkbjgUObPTjvCk+uHrP8mQYXLeV2aJo9jOjFFBf4ZLzBf2IOKFMnHyLwS7TvjmzbTZz1BCciSRE6pjDFpauc0KaSkHj6uywnn5OSsdu8+YMyrEK/myAww2IMwwDjWwEhNGikUgNOyloqGulo1u8c6DVTHvppIaqPkOtKRevC9pSZswflA3mnWGO0hBnUA9KC/Bc5Ww2eNsws9cAY4v6GqFmmoxVTVINC6TBpVSQOgX0b1kjIMMPbNBLx0B6rbQ22ZPm11ihqlIH/Bva9a/dhoQJDQb6MAVVRSXwFDXLP7bNSAEdRH2TZDS+tpRueHu/TZha4+RTD06Fqly/WENssZAo9JDYsJ1amjUWxrRDoMpHii0Q7UqVIdK+bcUh1KnHjSkJkMWBT/xzV9xh8whzPzF3Vm/pKWeBhHzG+QJNe3ds9q2Cp1fumKwg6/PeS1TgCyFgZaQ76bRQA3qea4ajnM6J//9tvVTB1QzXv9ujKPbQ1RzCHjDEvoVsigGmjYHmnUGWrYQV7doTQhhckEFOQL2iJ0hWxH2oDzTZ7ILdIesAms43jW64E2GkB9cJwOtBlGyKbWADKDkvGAUStK3UpNt6UhQciQo77Onl3ac90xTRzYqz5zbCbbquYmpXZUg06NAjT8IGBE0AANm45qzUjarRj3KmhPzku7SOfU1FMY1q5mpvdrdavWGuu3WHTVvvFm/YP/+N/0Ox96SJuzB7TePaS1crdW07Q20pTWU5dyO8MqxmgNx7VedLQJbKW2BqztMDI2aR0qNYCAsANqSjWqkEipoQrwCw1DIk3aTAE6hTZSQVrmdIOHbz1ELQ6GOo+ROb24rJOXrujs8pou8C7t5MK6Hr20oiUs09YQWagF1ZbqOIHudpmrmGutuqllo1TEIG7yDfJpaASQDmKTQtDVi4qMEWopbuPkNrKIOWfzB+WcXv2gIghSgXEaJY9SVNoiUOzVpUatWaXZQzp9eRWyhS6zUxxyXIpAtLG8ouWFBZzrQJ1uV3O7d2lza0tFWapEXyMGbIDTL3CaQzs9NcytyWNdvnRJ3l0v0L/Hyc/y0rIq+tkxNlLGGeHU7eyrFs8Yk4jMN8ZAoDlSTEmmHxMc4xAcYFRlJQfJ3qGBrm3HVWtIMFCWrM/GJsZ5RLA6UKvdkg1wA08zBI/+M6yEETXNFs4vhph5CCHIvyCnnct0EBcGfEhAMcHR90x2AJ1OO2ME+Nva2hSdFaJpKF/mJ2d2PlwOJpTLDehhB3LF1Q87jAL9EnwWDh5wPok5u951Ts1TC+fm9v0HDujI0aM6f/GCHn0MR7+2qe/7/h/Uhz/xSe3dv199ArEtjpE3cYL+TfURjGzA7zoOaqvH04/eze3ezQa5C3Q0wG5u4Uy8fnaGllnY4S6EIMvL/Phb7BMTE8i8yHU0yfwZ3Cevq3WU8czzGBwMjdANQdR0TM9yc78GXkAnYGooNpqenlbFPNd53SnkHJFHC0fdVKUeO31ap06fUYmsIoOPOCGdmZ3VPPo1NT2FPrYUWI9Eu+VlfXEg6t3+BvR8WmQ9sU7W9QjelfXGejBAXtYr89bAUA4S0TmYUkxRdt4lPExNTckyqAgSPBfrVsKnDdHjGvw8Bnw1yEFcIQTFzFPKqfMhIghxkQQLxVnwGtZ9iB5X6G2fdJI5rW+ts8Eb5r9W8TqurqN34I/vOM44bfcW1O0vqL11Qa2N0yrWLgGLKtcXVG6cV7UJbFwgvaTOcEmt/qKqrStqbS2pXLtIH9rpU66uq1pbU3tjXp2tebU3r9D/ior1eZVbC6ro1+pfUad/SRO9eU32ltXxGKun1Vo7p2Llklo9aPCer0Txiq0NJRxjubWmaoMxF0+ps3xK3eUL6q5e0Uz/orrQbW8twg+0wJvorWlic1kT61c0tXpOk0tnNQ2Ps70z4J5VWD2vAeP0Vhd1mQfhwYcf030PPKQzp57UxsIlafUivFzQ9OYF7do8q93IY/f6U5pbf1Izqyc1vfKEpoCZ1Seoe0q71k9rz8YZ7V4/oz3rZ7WLucytnNHc6hny56iHzvoFTS+f0cTCk5pcdJ/z2rV2XnuAOeqPNiuaWngSnFPa37usOWQ+uXJa7aWnVC4+qWLpSZXzT2iWeUxvrumhj3xYv/cv/4VuYPe8u7ehfcOtDHtH5IG9w3XtGaxq32hNe0cr5Jcz7K1XKbtuTfvrTR1stnQo9IC+DpK6bt9gHdw1zW4saWZjQbOb6ZAECQAAEABJREFUi5rdWtLc1pLmekva1VvS7v4y6Yp2kTrvsfZzonAAGqZzrBV0/WSpQ8VI+9XTsXYApL2hr92UdwGz2tR0va7pZi3DDOlc2NAsMJe2NKsNzYTNHdjSNLSn40AT9Zb2tqUJ5jlHALQLpf83v/kv9d53f0Z72DFMr68j4yuaXbysXaznrvnL2nPlCjCvPQsG8jvpbuMsX9IM+jS9cp51BViTKXRxYu2MumungTOa3ECP1s9qkrop1nUKHZxafor1ekpOJ5ee1BRrNclaTRhYy+7iSdb7pLpXnlSLtUsXH1W69ITq849o5fF7dObeT+i+j35CFx4/q435JQWcXr22qj6GtvHDHaIaCadVy46ytuHBwFCVbxsbGU/jq1ET3AMwHhDcRGrcQAqCckJ9Tp9GVWA8GzRDQ37URIVyggBySltpSveevKTQ3qUqtXXdsRtUxkplKOTvlMzwGiWlUjXGywbIRtVOs8drKDsOG1UbOBvVQb+f52OnZL46HPnbsC4tLaogGLAT8nwjhs04WxzZp5hwqgOZDixnQ5/zTMLGOsUoB0UxJeQ1UqeNgtDfdalI2Tn4Z2YdiDz08EOawDGEENj97NbG+rq8A7uALbjvvvtkY5126NjoGgYY+eWVZa2tr2UeFhcW8zhDAhjXr69hbAlUFhcXt/lAfgOCPM/P/Z2GEJD6+H46H8J2nqko0E+UY0xjRLGqqjHwIYJHWwFvNXL2vEzXiJE2OwDL0XXm84mTJ3Xx0kU9+OCDuoRu+bfejxw7rv/0n/9TDkqm2I0bOuzOveYJupZLm6PgDgGb5TXKzjdoYmJSMzMz2rVrl/bu3ac9BAHO7+Ed+H4Ch93UT9AnxajGvMJniuhPiLAH3wK4KVy9t/VRssqGEHK/IiZZR/pbWxogzwbHaOfok6DNjY1c5/8/QLXEoy5vCufXVrTOBmWNU9DZvXuFwLJzFgId4lCXlrFjnHD4h4JiikopqUAnlpeXGTzIDtk6aJhEL8Q1DhLNi+v8J7zWSTtzy2oT3xRCUEDuDsAic6UbQzbq9XvymNb/rc0teU0cHFlXLAYHYl4r5xN8uH8IIfNt3r1+TkMIoACMEUKQ+8UUs/7lIIe68WsH92koN0EqCYJ0zRWvyetV3bP60smn9BVzy/rag9I3XS992y3S37xN+rabo77xRF9fe2hFX7Hror5o8rJe0T2vV3TO65UTF/Tlc/N63cE1veFG6btfsA3fdrP0jcel1x0e6ctml/WqiXN6ZfcCfS/pyxjjqw8M9E0noH+z9D30+d4XSm+4QYwx0Mu7K3p+nNfzdFG3jM7pNtKXVVf0FdMr+o7jA/3A86QfAf/HXkz/60Z6ze7L0H9KLylP6kXxCb0oPKZXVY/rNVPn9TcPbuiHwf8h8L/3Vumbj23q1bvO64Xtc7oxnNYt1ZJesavR1x7v6Dtvbev7n5/0Yy8q9caXt/XTLwz66RfU+unnD4GR3vQi6c0vCfr5lxd6yytL/b2Xl/q5lxb6+ZcVpKV+/qWV3vxi4EWVfhZ48wtb+rkXd/TzL+nqLS+f0i++cla/9Mo5vfUVs/r5F0/q5186Bf6Efvp5pX72hR298flt/fhNQT96Y6MfvzXqx4AfvkX6oZsbff9Ntb7/hlrfdWBdf/emSm96xV4dePxPtfKn/0HNJ/6H9Il3XIXmE++k7h2qP/Z2jT76dg0/8j+09YH/rt6Hfk+DD/9+huFH3qbRx94mffIdire/S8Ud71Z557tV3PkupTv+QPFT71Trs3+siXvfo8nPvUcz979Psw++X7se+oB2PfJB7Xnswzpw8qM6+ORHdejJj+nwqY/r2JlP6eiZ23X49O06evZO4C7tefxj6tz3HrWB7v3vV+u+9yrd8x61HvyQ2o98WJ3HP6SJJz6k6ac+otnTH9Hc2Q9r7swHgPdp5sz7NH36vZo8/X5NnP6g2qcMH1b51Ac1fOBPleBh5szdKh74iE6sfk5v+vKgN71yl37yhV39rOX74gm95UWT+oUXTektL5whPwfMAs7PsgYz+rmXGKb15pdN6mdfPqE3vaKrNxpeSfoq1uSLu3rTF3f0M69q603Am4GfA/7eNfCWV7b1C+COU+ff+kUdvZU65w1vAf/Nr0jQjvqplyX95Csqff8Lgr56T6GjBBat03cig0+pWDjHAz/EUNXbhoxH3YZziJO308KSKGDksWE7j6/d3nbWuUZ1LvC8KxtQV4Kf89DSGGwRDJQzLfJBUTZiMSQJ8KmGT7G6uw7p4tpIGzj7jbrURHsK2oXaZVuRf31/GYqgoEilUizkXYZCkJ1Nw25sH8a3LKjHiLZx6naA2fDhCNs4GR+Zm1+3nT93Tm1OATzPsqxko9xiZ9RnN7mOQ3ZdWZQEQ33kxGxxBAEjOyJNMcnGsO9AiXk7AHAw4LEcMKQY807eXwRMKeXAwcGHnZnTBkH451ArxksY4BCCIobVuKbTqlqK0OjgCIuyYIoh0zO+DbsdQQhRDgoaLLV5Mb7p1jg/7VwMI0jnktukwHRhWFIIQRQUMe5yVlw0uX+gItJOUSFe2ycqhKiCXarH29rqaZ1XEXfceYfOnDmnG264AUc9oVargnStU0+d1BPs8juWM7ph59pizlM488nJCZnvDuviefnEo0hJTr1LNRTIpkUg5aDA9Z5DYn29DpnPCD+ABMchKMJrAGJAW2JUoi5F0piUYpR5rlhT8+9ddZd32mVRyONOE4wIHmt2w7vmZjU5MaHpySlOlQRPba0RNDYTHW1WSfMEYWd5b72+tqYWzi7C5wXKnk8bfr22eRfOWtj5IgyN2BVbntYRO/rEXO2EnXeb52mnbr5YUk6sOjybQ3meXu8G3sx/keAXnq0n7msd9riWjXGsY8ZDInm+Ts2jcWKKCiFI3IYQgsKOvJxq5zKP5t+0HFS5f1XyLCCDiBy9XjGlHGjsdMlJzJ87H1+xfEWvWZZeuyK9ZlN6/Uj6tiR9T1v6vk6t7y0pY0ReTwT71WtL4K3qq1bX9JXs4F+73tPXbw71N6H1fV3p7wDfXUnfElf0dSPobizpK5dqfTn0X70mfSX0XzeQvilI31EwBvDdwLcXPX2L1vW17Gi/cuOcvnztgl7N7vrLOSn48vVLeg0799cj2G+Ct29hdb4Z+OvQeR3P/Gt60pej4F/GScCXkX455a+k7avB/QbGeQP0v03S3xhK37olffPqhr5lZVHfwc7te9ef1A+sP6G/y47/Rwbn9BOjM/rp0Un99PARvXHwoN40uF9vGj2gn60f0s/qUb2ZQOJn4+N6k0GP6Y2N4VH9tB7WT4UH9ePhfv24Pqef0APUPaSfBf/nw+N6S/m43tp+TL/YekS/UN6vX4j36C3Fvfq5cK/eqHv0pupz+uHBp/VTNePFh/SmluFBvRHcnwn36Ufjvfq77c/px7v36Cd3n9Pf7qxq1/vergMf+kPt++C7tfcD79ae9/9hht3v+0PNvuddwB9o+k/+QBN/+E5N/pGB8p/+gWbfa3gn6Ts09963aw46u9//zkzn4If/SIc/9ic6/JE/Jv1THf3EB3Tiro/ohns+qRvvux24Qzd97tPAXbr5gbt184P3AHfrhgfv0nX33qHr7sPh30MQcOf7deD292vv7e/R3Efg68N/DI9/pL0ffrcOfupPdPT2D+j6Oz6pGz59l67/zD267u77deKzD+v4Zx7XkTueAOcx7b/9UR244xEduPMRHf7Mozpyz2O6/uFzmv7E3dp/x73a/akP6MaHP6a/u1/6id2N/s6BBf2d/Rf1ffvO6fv3ntIP7HtcP7j/If3Qgfv1I/vv14/uf1A/Rtnw4/se1k/seQR4TD+566R+au4p/fTsKf3M3Gn99MwZ/cz0Of3MpOG8fnb6kt40M683zlzRT5P+5PQV/cTUFf345Lx+dOqyfmTCMK8f7l7WD5H/QdIf6M7r+4Hvm5jnmVjU355Y1/d2toBN/e0W+bSk74xP6mtXHtYrLpzW4Scvqj7zUZ29vKyN3gCDgvJKChGjjg6La9thC0eL8tvyuELbzl2Us2GxJ8lQu0Z/3mU0kDJKJBNDUAiAgupQqOjM6PLKFq+VNrWGMw+8w22VlVplqSE7rpYNXIhKMeB8e/n4fsQz2kBDgA1qTFF2xDZMmT/G8Q5tY3ND09MY7RgxoF3Vo5G8Q1lZxQjRV0Gy4a2hZ+PmXWlNwOMdvhkO9POcawy30Y2/xU5wu17ZYdnZe6yJ7oRstL07nJmZlYML79rs4MqqUsWcTMfjFEWhFJNaO449RiSDoBZ4xxsYxDgeh2nkMVw2jricmpdxXUOgE6gPwZ+Sk20I1+R19XLbuAGMq/UOHMyf52baKUbkVYMKFp1CCBK3ZX3m/Fnd9dnPaGbXnF79lV+uH/7RH9Hzbnsezr6j02ee1Atue74++fGPaf7iJTXILkqys/e8/X7ZjsryKcvS4s07yA7Ot4XzLAkWulOT6jogqEoV4LTZyUecqney/q5FSgmKYs1H2SEiOrOmgI7EFGXcMSTLuiyUANPqEEQ1zKMJQTFELa0sicVQm/oRAu+yjgFqRRE1g+6kqtQqevPAuTMqJ6d07vxFbRLo9fFTW6Sme/z4CU1OTqJr0xqyw7fD9AnOBHUj5m/H7nZx+dTA+fw/2tHWwLydq8ecnJrMPFmnYUUppQyROYUQ5EC8QVcrdMmy9Jol5OI5WZdMw31cX6FzpmHwGCGETDvFbZoOHExXXNZZ89jAj/n1OJab+zk/wTxSSso48NtlPeh29Y5Xc86s8IEDFg5STtcpG1ZJ3WZYJr8IIHu5HqedU+fH4PaFHRznDW4zXRys3Me0DKbn1OA+V+hnfNM3uN59nRrXdQbXmY7526CPweUx3rjddWO4ts559zW43emYhstuN60xuGwY41k+xh/D+g4Pbnf/Mbjd8+7TToAhp5aBwTTG4LLxjG8axnPZeY875sN0jeN+rnc7wYzsD8ZQM5Zhxw9Q2r692oHsOCWb7zHetakbxmXTNT2PYzBvTsfgssH8eh4G5w3G8bydmo7pmgfTdtmpy2MYt7s85tNjG4xvMD2D8+7v1GNafyyTsaycN1hmBsvKqevGONYpg3XqucBtY3CfcX6cus7w7LLH8Fge0+tl8Jo5dZ3B7cZzf6eWYVv69MO1fueDZ/WRJ7Z0bitpK7Y0LCoNIwJJtWIcYpz7qjmmxG4qhICtwHRwdOmH3qJqLD/Abt4ivRbc1lCRU+MATXAvzCjpKDBm01E5fYNG+2/T6eGULvfaiuWkWio0w06vN+ipzeuSAbvsEY63Vq3B0BOotbGxrqoo5R1hF6MsBY4u+6qqUsII2Yk0GCxxDQYDbWxuqirBZ6cfU5IN1vhPnYzncsKQZmPLXP3FKhtJG1IbtpQKZBLl7wTYMdgJBsYcYOhDjAzZqKwqmQYF7jqDj6XNo+nYaTdIMcXIbmigVFT0aSkWpSoCmyGnBZFxuk1T7L8AABAASURBVBOTKnF2PY7xEzhVq824fY0w7i3wZmZmmWtPHpcq1cx3RF/YUQiBGUuBf8pXyJ/+AI2kUQiuM7jY+EMNhMwb7KkhaGhAtsOXAmXjiMtpwxoMQGv0spe9VN//g9+n7/jO79CLXvoifeQjH9RTjz6qweKSVk4+pQ/90Ue0snBFPY6Vh+wGGxzlkLVMMeZgLUJ7Amfhk482880p6z3Ju/HpmRkZJqemND09oxb1JetnxzOJo3Ua4Mh1BU4uhJBlH8m7zRBTkh2Z+1b0j0UhhkSOQ/iv1em0KTcKRSDIqDSDXPfsO6DJiWmFUCoChSqlUOjkU2e0srGl/YeO6OyFS7r73nvp35FpDtGzm2++Na+DFNVpd1V63cqWpG35TeIkp5lXxRy8a/eJRXbkErhFDggnJidyoOC12CA4tf5dC54L5PJ6DAkkHCRs9ba2Ax3WfzQcKYSggnkm5BBjVExxhy/lNvkKfABB/IsAqde7KAuVZYUcS5U7/PvUKDCnFNF/P8w8wmUq1YwaaqOuvZ5ZamhyTdpJA6lv1xtcfi5wnzG43X0MrhvTKqgoAafGMVBkVf25DR6jJnstuI6qZ9zua9oGN7h8LbjO4DrjjHlw/vPVXVtvfPNpcH4MLl8Lno/h2rpx3n2cd7uhgiGD69w2hnHZONfmXTaOeR6D201j3Ob2Z4NxxmC8MX6L8ccwrnP7c4H7P5uuy+bDcjI47zqD8Q3Ou82p2513Oi47b7gW12XDGMepwTjPBW4zPtPJt/MG17vCeY9rcN71Tg2uuxaMf215nDeuYdzX9S47fTY8m8a4bHyDaTwXuG0Mbvc6mDZzXhkmPXml0scenNdnHlvQo+dWNb9aa436DQKm/kgYlMiO3h0CxqRmZzeirla0cWCHPxwNNMR4NxgAGwqzNYaGDNW4ZqmGRAY/iPQb4FQ22bWnmQPadd2LdHaj0KCzV09dIhqJpaZx8oGjzsA4G1sb2cj7SB3LItc1OKISo+Qj9qpqqYZeDFF+n11WFYYq4dQrj4YzLdTBubc5UlUIGkG3AseG1u/MHQTY4Lr/9dffoBraQSEbXuPWGHHjDDGsKaVMO2FEy6JUCEExRhUY1kDqH0cxvnf0GwQWloFpV+xOl1dWVNC/gZ53sXZg3pW24M07JfcZYKiLslIXR2/nPhgMCQBaStCvm4bxolJMsjGuCXyEfIIBPhroSttORb6CPySatH2FnIcMadiu4rOhwrRr5p0FxscIWnVeV1w/9cYx1Mh5G0aKjLvKicgZdrhnL5zTF3/Jq/S6136VXnTTTfp///pvaOvKFR07OKV22ZZPOgY4+pGDooZBoTNJcGZ5VMzXaZt1jMwtWUbwNGCdhvCwbaabPOeiKtUlMBDsj5h/5tO8Al6DgjXZhkKWmaEoS9kZjwOAEoc/OT0pO8iyVapAj7qTXR0+ckRTUzPoh6RRVKvsAF2GqvTYY6c4AdrU1PRujZqkhx55TO0dPg4cPKAZAgSv3+LSsmZn5yAQNGQtVzmJLli7M2fOyHNMzK2HHOz0PbcYI7gMB//Wk5XlFZ6vRiGEXB+TnTTPHe0jy4K1cIN11bRYHZl+7Xbk4XxgXaqqYh5+Vhv4GKImQa4PgRQwDZaZu5HpDnd0u2FdTDfGpJQSvATaG1kPR4OR6C06qcVaTbB+rsu0dj7iTvpXSwLdTcmQyBsKUoPrDMYxUP0Fb+MZxv2+YIf/CRDM75iNhsz2UyA5HT2r3EhelKtgnDEY1+Cy6dD16m15GMbydeqyweOPwR3Gebd5HYz7lwH3G9O4NjXtzwfPxnPZdK6Fcd21qfNj+Hy0/++qt0zHYJrOO/2fCMzSSEnDZkKXViqdXUg6vyid8S/xne/p9IWeFpYb9UcFzg/AU4eYcKAlRisqZYOBqbE3N+i5riA3jZC7QYlFSoX6odBtL/9S7Tp2oz7zxFMqWxNaXlxRxPBtrK0rpaCJKYxsiuxkN+BxiIEdKQTo4QRsRLPjwfh5l2xHbKOfcMB2KjZ83vEbx202gBMTEyoxuusbG5nRyFhrvIv3rt6ySClq1+5dvBIYamZmOu84y6rCyPUxdiPZCJY4jdyZjxrDOmB32tjIwkcL3DYByoidlXfx3rWFEDTC4IcQ8pfwbFRb7M5t7Pfu3QsV5TnbyEf4KeC/O9Fl/qwLji4mUk4jmLiWcSLGmWKH2yFocSARY5LnGunrOZjg1XSckWUmwYIQnaRxw3bquuBaZ3K6/WHZGdVYzj8NGA1wPabnc+TYUb3yi1+hra11/cff+jd67zvfoS78rK4uqSpaOnbkhLybDzipmjk5gHDfsiplh5QSusQ8W62WKuQbQpTXy3KYmp7OR/fGDeANkbOPygP03dd8J/pGyuIyjwPkhVZmB+dgoWYSngNcKyLfhA44qNmPgzadQ4cPa2pmRv4Njobgc6ozqTK01KkmEVWpcxcWdGV5Q9Oz+7WwuKH+0Gu5pYMHD2p6blod1mvv/n2q4N9ByGHoOZAzTy57bb3WBXMbMn+D18yyG/PuubscQshrH1NUCCFDC6fqnbx1r66ZGbIXVwi0K6CnfYWwnfcrjYj8HMSAolxLW4zQo+S6MUAp645lZvqGDq8tzEskWKjRa/Pq52uITE3DsjWe2zxHB1tjek6jP/6ngwBHCTB345Ti/5S3eb2WMWuuwdo7omEMLhvcRvXV22WD24zrdAyuH4M7uN44hiEVBucNbrsW13nXuc14fxlwH/cdg2mNgWH/3NvyGIMRTcP0xjAuOzWYrvEM7ufU4LzB+c8H7mv4fO3X1htvPJ7TMVyL8/903jyaB3YmwrCxaVSPaL0/aLSxVevy0kife3JTH7xvSW/75AW9887LuvPkli6uFVrvRY4vh9rq19o2RhHnYaF7oib6TLCTJz6QU7c0HIWu8frjNV/9zZrafUhnLi+qH6GRCDIuXZS/SW6H7G9a22HHFFVh6Gxw8pE6REIIjNkoBFLKNlSR/CS74HWCBBtWO/M2ztBGys7DRnR9bQ2nPZB/wcwGCyJaWlqSHfLq6qra7KzVYNtxSBGebMyMQxU8VHIdw8lO3IbPNBxchIABwfjaAfsYP+FM3Fbh+AMdCso26O4DWj72Nj824MaxYR1wRB9CYEc5pQl2ip6v+0xx3FtWlYxv2h3a7FAmJifkPjEG2WkxTL4ti5zh47nyrjPQzNSYGQw1TJqcq54FcM8N4jUYYGfkoCiAZT84t1ta3dT/9iu/rg6OrBhsqh0azUzv5yRlSjWBDkwqEABVqVTakVdeT+bseXY6XUFOlkUXZ2MH6foRO03Lwk4uhKAQ7GQ35bWxjGv4d76P/IyfElyBU6EzZVnIAUNRJMUYc9+UUs4XRam5uV0qcb40yMFHlyCt5HmYxsG3qq7WcKpPra/qoY1lXYi11lqFFjhOH/GcTHWn1fErlOlZaFSZ7xBCTsVlnrL+caxufdy7Z4+Wl5cQZZN1KYTtuZgv8xQC64hjLQhCKq83MksxQRt5wXNiDn1OAuocXA6258+cvZYOgvIX8soCeXfkcauykmmZvh2/uFg5Pp91s5bGcVBlnUqM5VOyXq+vAYbB3943vRVObhyo7GEexqvgcXutus8gGJ9R+ssWAh0MMIXGSShXBtuXMbhu3D5O6fact9tNz1w9O3WdwfVjeE4iz6o0TfNgeFbT5y26j+HzIjyrwfyMq5x33zF4XOfHqfNj3GvrnB+DcQzGMz2RGbdZrgPKY+jv5Mf4FK/exnV7j5q/DLiPYUi/8bjX0h/zRHO+3XYt5Eo+xnWmYVpjMF+uG7eDevW+ts7jGK42Pitj3GdVPaPo9i8Ez+hA4bnGc90YQMm6brrOG5x3u/N/WXiOvrUwLtQPcfIhRMWYGLLQqE5axaGfuTLUvY8v6313ndbvfvBB/d7HHtUnHlvRU0vSlc1Ga72hhhjDbVYgtJ3hkzyGXlAzjFm2sy9aXX3jt3yndu8/plPnLksFRrLb1RKGZISDbfPOdG5uTlu9nmrKdtQjdnENRrDFkaswiBFwW67H0Gcc2kc4haoqZRwsKg51mI95y7KS+/cxjJPsho0nLjvMCoNlo3z61CkM2wCOG/kY3bs+t9uZGCdlA7iWj6DtFOguBxNOYQfZRRnfxs99+hjlIYayz05okvfJAcQYI7v6DdlwjpjTEH6plse3sW6QZUysAXPyeANo1OQ9nuc4De9T0Cow+h2cUghB/lfjQE0nhCAbfte5bNnTPWcbZOlMQwW3s4y7bfpDCEbNdRBUCJS3S9t5ypZ5CK43bDd6Poni+ZNP6g/+639T//IV7Z+YUuKUo12m/OpjosspSlXKQY75HNA2Ihjw3Nzfc7dDgkx2TCLjejPkNITIYI16OJ4+fUMIeY4jHJ5l7bWZQi6zc7PybrTDeFOcArQJ2rqTkzlw6nKSMzk1KZ/SOIh0EOE/1/Psc9vEpFpVRyEVatGnr4CTH+nek09oEUez0S6VOOlZaUZqz86qjkEFelOWldD0fHJQUZ6fn5d37nbslrMDwgE6J64+etDiJMc8O3AxhBDkdfWX9exc/R0FBx4hBFWtSjHFLEPjOBj1nK0jIQRFdMlyM1iuDlStcwHenZYVwSEyGuN5rm7TNZfLHs9BgvusEyT7x5w8F4bQNsAjr6DmCIpG6OvClYUc6IYQ8rNlWV5DkuDv2tJfJB9AMkRSA0mWqusKCjzPcmpIlG3ULfV6J+/2ivw4be3k3Z9s5micd1ubynFqem4zeGynrjOO6RlM22WPT9d828GYB9eNcYxnMIJ5c7tpOW+enbrOfTogTQITgPPuZ1y3G5yn6eptvp49jsuuN75TI3sM9zU90zXfnqvn5jbjjHE9B9cb33XjdFw3Lpu+wX3N+3hc9zGu02vBeOOy2w2uMw2PaT5M27yZxy6N4/Ra2qZB09Xb/U3LuGPw3DxX82VE45i+8x7D+K4bl8f4Tg3mwWMax2tk8LiuM12D8wbTMm3jXpuO8673OAbTMDw7f2153O66MbjO4LL5d/psuq7788D9r+1DvsHzNqSijedWIzufQU0qDUdBvWGU/6e8Bd6fP3Z5qI88MK/f+/DD+r0P3qdPPXhJl9ZbGqY5Xmd2VYcCCABMZCfPgSmGxl/aKYpKPprf4qX/q7/yq7Vr32Gdv7ygkEpNz86pKAsChoFiiqR1NiA2QCMcmB2BDWHFsaj5a3DoNpp2fjamMQSc56ZsnKampnXw0CHZiA6ZywDjeuDAAU1i5IuyZLfTln/i1sZ9jnFNy+02vjEl2VB7DJezrUE2NtatqoVMRlpcWpKP3CvKNrB2XiU7sIDRLUvmSL7BWeOJ5P4VxtqvBboc7SIV5lnKfJmm5+f+xhs7hoQDD0YEYogqq0oR2p6nDX2CfgHO3j17806vwXk3LGBNKi7LwvyT3WaBNmeM4+x2PZNyhoGbnX65uPPh8UPg00BdCMHq4RzAtMaEcqnW6dOn9E//wT/W6Ye3gpbKAAAQAElEQVQe0i4HaTjafTiFl774xTpy9LBe8MIX6EUvepFmcZAhBBz+kHfdy4yufESdUiHLzGsVAvqD/CwPB0nbfxe+JSPHGGSHlGLM62S5WI7+m/PFpcUsj6rd1q49uzW7ay7LrkMAadm3CYq6OPPuxJQcABTItYPzb7uOd/IcTqHDhUT/zt7d+vgD9+qPPvkxnV1b1kJ/SwW4SzjBKU4uGvTo3PxlDZDDHLtb//iSdXSSACHvdsF13oHa8vJyDh5dHwL8Q3+Es2zoax31mhbo3QR87tu3T1cWFvI8AnMdECBYJtbFqekp7d69W877VMd9TaMoC8UUc73HtNPtEwxZfpu8nkoxyXiGEEJesWs/rAlusy5OESy1CKRjjHLQ4DES/b0+fn6+7utel2mVVclaIl/0nWnkYPFamvHawl84b97ccww2uDPS6ETS0vUv1tZ1L9Tw1udJJyQNAOPbwG5K9fEbNbjuBRqcuEG94/u0fmJaOj4nlTt4nqVxoblwVFq4YVZbN16vhVtvU20nY3qgZi2nzwgHvHzzUQ2uu0XDo0e1dWK3zh69QVuQVTQi0AOgVx+Stq77Iq0eexU0X6yFvdSPxyNbV3yApw3SFcDp0b1afdXf0Mo3/Jj0rW+Wvvr7pS95rbSLduO6v8fxHKmS8/Cl49dpcNOr1b/pVerd8nyNjiAKOwPjj3GZ5wa4G9dLiy84pssveKHmn3eLBJ9akjKtQOo+zLtPoNE7ckjrh79Mi9d/iTZueoU2b32JVnlor1g2xq2l/A18+vQOSmdefKu2bjih3k3Xaf3m67UJbJHv3XiD+jfcqMGN1wFH1L/lkDZuO6TV5x1T87z90m7G9fw8H+Sydlxav/5mbV5/i3o3XK+tEzcorxlzyGvhsemSxx6SMf/7pKUveo3WX/9Gjd7wa9Ib3iJ9xeuRCbpifvvgMa88zxb5DjC+YWH1pptUX3eTmhtu08pNL9b8DS9SPQuC+4z7wtuAeW6caGnj2HENju1XQxksyTjIIefHaS5c8zHm21XPzn++smkZrm332l5bjhC8tkzxz72NawAJPy/csQI0agxsQ4WbtoHKENi9NNjZBgNdi1NLXVwKeuh80icfafTBe0e691RH59ZndHFd2rRzZdfjXzYLOOSKBRsRODSxo566euWXvla9ptDJc+ckHNaefXsVo6Dd16OPPMoOeV0HDh0kwBhofNxfcsRq42PHbucqeKowtjbiHQy4y7t37VJKSafPnJZ3Rt6duI/Tixcu6BS7de+K6qaRDb1/XMS7I9Mw/fEX8q7MX1GKKRvbAv467AorAgwbz4b52Jiaj4Ah9hfrPMaly5dV4oAPHSbAYP4xRYxfLfe5wg5vRJ0N9BJG30fVNu7GDyEoxohDKvOus4MTSDFqAkcRQpCNr8G7X3HZEezft18xpewo7WAivPrVAQuUjXAIQeYzhEAP1g3d4d7Ju7xTQg428DRI5HN/PrZ75drtDypipiXEHDK4n0EEcz7W3eRo+qbrjui6I8DRY7pw9rRWVxb18Y99SMtLi1pYuCI7DfcxtJmnnVYIQb5cB2dykBOZv+dsnJIAwPJ3HtYUamnArt7O//rrr2cdu9qLczx2/LhuuvlmzaID/kb75samGnTZMnf/yNq0caQhJLW6k2pNTKs7M4c+BnQxqk/7egxq7d2j07y++b0Pf1Drs13N3nI9dbu1Cr3JsqNDc/u0cOGyVpdXNMVYs+zwrVN7CbrsJJ869ZR8SrDBQ3LlyhXZWVYEFG7zmhvXDlgK8jwT6+i5Bea8sbmpkydPav/+/QSjPCu9Xl5/B3umc/7c+azDDmwC/cuizPrlNtMM8G/5WU5VWamFw7Yc/by4fjji5I1TFLrmtTBeQr7WceOargNS7+bX1tcyD9u8BfkvXszru9/9bk0QxFmfN5nj6upKfs12/jzPsp6+4tPZv2QugG8whaE0f/ylSr98u2Z/6e1q//I7VLz1bdL3/Z+qL4FnPUYhtnCe8Xv/F5W/8naVv/Ynav3aRzXx65+SfuVPdeaFX6urToIu/Y606+ffo12/8FG1f+GPtOvvvV1LUx2JYMECAUXrOKL0ZX9dM7/4TpW//PsqfvXdav/S+3T4l96p9vf+I91vXAJPDSQ2Poo/+K/U/vV/p6lf+3fg/RtVX/9GrUFjPG4ED01T05Ueuo0o4Bf+D+lXP6ypn/pnmv4bPyV90w8zp9+QfurfS79xu/TD/1D3mxE7FObnBVMhLUxR+SP/FJ4Y45f/nVq//F+VfuT/1BNt6n1bZpYdclmupO53/5bm3vyH2vv33qk9b/kD6St/SpoEcYxHVqvSyoteq9bf/wNN/OP/orl/8F/U/Y3/qs6v/jdN/eJ/UXPrl2oDenkuzMl2It32eh156++q/WtvR9bv1ARy7wDtX3uHWr/+P1T9xttU/sbbVf76u1T92h+ri+ymfvmDCr/yx1p73fep9rygOT8BO298vyZ+6d3q/OK71XrLu9X+5n8gTpIlzzvBoAFcsUQLpTT8qR+X/uEHNPsz/0YTf+eXlL6NOb0B+NF/rupXbld662/r0eNES54j3dXjY2ettiyb1/2kpt7y+4q/8PsKb/19Tf/cf9een3+b4jf+quZb4MKT6LtGtvz2f6Lur3xC3V//U5W/8h6tftUvKa8F7frzLvNr/j2ecQ3GH9e7zWW3Ox2Dywbjue7Zede5zeD8FwL3N+zg1byPzF1x8A0TaTC+BpFGG48UlUKk6E5BTcMyjBoN2JlvbfW1srquK1cWtYYxbM/s0VPzA51dGKlXdzQYNkrgN3jssjOjPcdu1pnloebXB9qNgS5bhQKL2tvalL9pbIMCenZ6Hs2OzGzWTc1ueqgaR2twnR2HjY+Njuv67Nxd5zY7Yh/9hxDoh4KS2uBl5kEwXqvVosg86Of+NsY2xN4tebxIHztQ/wqdDanbVnAC4yBiD7srj12UpUIImsPw21Z415qDCJy7Twc8nxbG3kbTuy07xhCC3M/8l1Ulpx0CCtcZjJtwPlWrynMOMYpBBMMY6QFB0TB/+WoVfhoGrTk1sbMEAbRAjbho8WJRcpuBSkiYo224WucGYLtMf5wkRciBl2lQR1ZelNzgpoZiyLxXVUHFSLvZRbfbFScrBVDqBM74+IkTOnjwkHaxw7eMPVePYwdmCMFEzSskGMttuUpcuamhQYylfLnK7T7GbyGf2bk5OZhrETzElFRDY+/+fZqFl+nZGbVweDMzs5rBsc/AQ9XpKrbaSp0JTe7Zr9nDR9XatUcbIenexx7XYn9A3WEtoxeB04nAOgRGX0fWW+h4Qz2zVZ/dcqtq6dLlS4qsj3fu05wm2blOckpQ7ayr52M9CSEgkyo7b0/EcrBeGd/6aPC6O1BxfcG41suMG5NiivmUKzJWiIF51pmWxxnTqEe1QgjaIvAa97WD9xfnTM/yTtByIJlSUkpRnoN1231ijDyzg0xjMNh+P2+dDSFowLw7BNUeu2Le5tf6V5aFHCSYzzHEceb/Uhp2eg2kU1ttaeaYVrqHtTF9XEszJ7TZ2csEd3BI1telzckDWpo4rIudQ1qePKaFyROqd9+gva//LnEKAxY3elQPSXdfr5WJ47oS92t19jr12ickc2ygeQ28pc4JXZq9WZcmDkL3kFa6RzUPrl761bqEw7aTx25pPdGhu1+LE7t1cmafVmYO6my1V+tD6qHDs6fsbApp6YY53frLvyu95rs0mjykLXW0XE1pqb1XS8VurVbsGg+/VPrGn9Lz/9d3aXUaGhXgO0iNTwJSqfXdR7U2d1yL8KSDz9dSCwTa+dy+ya9EOu57vpbbx7U8cZ00c1zzi2vKDnsbSwLP82jd9uXSrhNan9mrK9P7tT51SJuTR7U+cUx7Xvpa8XpWeR7Y0V7NdMr92mpfpzXaNyeOagM+NsivTx2D5yNanjms5RmD88e1wNirHY5RJo/oKXZ6sZCYvOZx+JusVW/ysDbpK8bcmDwo/8x55jOBZx5Jl8Hd9dP/UMV3/Lw2D71Sm9URYrNZbRZz2uocUK9zXP2ZW6UXfoNu+sfv0RLZzDP9PJagsWFa4C7vukVL8NSbOar12WNanj4mvfR1erjPeF4z8NaZp6aOan7iep1C71amj+jS1AmtRnAM4MhA8c/c7tuj1u2GIXnTduo2j0HV1dv0XHAbMs58u2w8noE8julYbq7/i4D7uo9xnXcKoaYJGA7hFKWa8dzEs62YgkIIwjtQXwMjso3sSBscmQ2YHWMfozC/sKq77nlcJy/0dedDC7rjoSU9tZC0Nqw0LCZVTO7R/NpQg9TRMBR6jHefe/bs5ih8UUfZCZoWg6mFAw4h5ummmLIRHxstGxuzbNyiLDXg/bUNmdsbGO9t9bLxM94mOyTjluAxA0XPgwobqA5OwbsXGzb3beMM2tQZL6XEUfRp5lrLNGyobcTt4Bc5Vr1w/ryMY+PoI1ePZRotDLsgEOF9aWkp8x9CyOPu5njX45qG+W5VLW3Bn3lu0W9qaiqPV2Dc/TfkxvEYva2t3N94bvO6eO4hBnncsXGu6yavi3k1RMYVsF2vfLneGacNhMap6+gMv9s0cpkSi+5qYLu+JthydY2cjeP+TmNKWeYdnGfJLrPb7Whqekq7WVu/q/YphPmFiiwz97fczZ+CKdAC/wykEEKGbf4kSlQ3qqkYj2daloUdULfTlfO7d+9BTjHvNieRZYhRAb5G9Guzk6+Q92A4UoS/VFZKVVup1dUmAetKf6C77n9QD5x8ShdX13R+cUkrmz3N4vwnp2dVVlX+vobpFmWCJ2kXAUQXfWmVhUrWzDrr9d3L6ZSdqOeZiiQHfGO+S8Z2fjz/EIKmp6fz/KxnfoVjGpaN19anEn6u/HzVyN764L522saxXlvXxNUgP8shpkggOJRxrCcez/1Mf+T5xyifYtUOCGKgp5hfmXnIskyFBshjOIAG8+p02syvZNe+pEmCF0/eJxOrKys8l4P8fPik4cCB8bFmJqm4nfwVP2sp1j0pDMXjomKwqTjqq0EBh4VkZuSrkQJHiFU9UNn0FUJfbfJgq/VCjqHNjQEjWqxKCgMF9dXCgFV4lAH0lGR9F0X7b2BS3bpQTLXqAqA9MLamdmv2xpcpO49SUKFfTSb/vehINQoVNCmT9MMCIYkTgJNDae57f41XCrexQ95Qr+yrX440TCOMbqNmMJB6awQIq5oPhbZ8hP43/4n6FfRbQC3tPks6f1qJqD70RypGCIFAZKU3ISakPFYjhCZd6e2SeW3T0B5S2axq9dITuS3jQY8m8WpWUze+QE0sWbQtxNCHfg0EZF9It7xUPuHIcwnSoJEC47Z5n0tRASWKIchpsIyBhq1dXTQCTYM00ibrMVQP2Q40wRrIUCvzG4k0ojYZl/ZmoBK8vOOnGYboI/WR38w3/l0tv/7HtFUeVDFkVtCIw1oJOSSij9QX+UTvSQ1nb9TsT/wPXWpDLMy+fwAAEABJREFUpAfAk7raPilgMu1QqmUh1JsaakN1wwB7D6pkF6pl8Ll53qTYynIo4Cs1PXRvpHwqYHqNkYDnuj03jztuY+0ZRtqiwnm3X9s/UG8gybIh9ThMKeuOKio6ADqoMR7Fv+zdsIg1BpFnXwNkN0RXTSPGoBDIBWNIfr5qkJzagLiP8zY+fY4FtwZRm4OOzswPdf+pod5z5yX9jw8/qXtOrSvOHdM8zM+vbqrPQzAxOakT1xEUrq3JzsxfaKuqUn7/OjM9g+4Ps8GxkbPRC7Bhg0UCT4Hnqc4GDbaVYpSNWEDRzO+I5zdSZ9xIhcttdssxJZlX48aU9MADDxhFPko3bY8T0zaOHbu/beyAxjQGBBQ2bisrq5qZmZGdjOfvHb/phxAUGNP4SxxVz83OyfT69POS2hGMODb1ONu7NY/TKKa0M48mz8l4fZ5582kZd+BbIch1eRxtj5MZ58M4rcqGwKOwRtSZr5hQilzViO7UNrKsyCCDxkkG98+ZnY8GhwGmTMP4DQpf79Q1rJvL5sMjNUagXwCc383xtedcVpUcNM3Ozuo4r7d2cdIxhfOtqPe65DnRp8ZeWZ9MP8QggxQynyFQDtrhA448NnpKs0II8j8j1vDnsbdBGqKfMRYqigoH1lKFM64lEcfirKcUYiE7+5BKhaJS2Z7Q40+dVmh1NEmwMMkcZvfuU5sAYjgY8dphRZNT07o4f1lFq1Kr29bEVFfrG+uaY36rqysqcYj+KxGvXYu1MC8jdHCAw/Sc7PitMy2CSa9/CAHWG9YbG49OGN864WfCQZHzTFAFdEc4Z+unaTlfFqXs4J0WqVDDP8vCqemkmBRjVMmzNG63Yza9mKIcSJiO5aadq0dw3GGn7gDAAYHphxByENKm3sf4Bw7sRwf7CsG8S6Z16dLFHJQf5DVbh4Bgh1xOYv78q3xYRw1MUKFWPw00DDihEBWGQQnbbFvtZnRAgX9e5DpIw+iOjaxgmprR9PNvRAMkRWmlIsXxlXi4OkU1OO9hb1PEBds4dC0H0mSv0SQPbxE22KVs4o76amOoa7pf/5Wv1egMmUpq90h7USUN5UgqoVuMSpyCBEvCg8njrr4QHl7xDbrcFNBr1DBgC6terM1r89IDxB4XVbQa1TwkJRMb4oomXv29enTH8aiQ+sDK/HnIDTSIAXkkiR2UuuzYg0Q3WR7GTRP7pYkJrXcK+X9xU7iic09+GOGA1+wASX83H9fdqi2cmuXXQKDZMfiBo17t3qfsaCJ4QA307RjjJS20L2mxfVkr1WUtti5rs1zViHWK9CuQQ9mn61ajCaJG4fAVRmpt9TWWSeaXsZi8JITHuvWKofqJsQw1KegXDpD+wJu1PpxBCRttpZ62WlvI8LSGi/erXnxUXqeGBwbdV8FDoFu/Tu0Xf5OIHOjMDS2eJdY7ESgMFTA+EWfXGjbqIVd1W7ruK14nLYIbt8UoGA3MxaUAf+4zoI0FUOYdmrpGlvTcvs07sdeAdPGv3aAH3vKTuvDmX9Xyz/2/pO/8dmketCHgvkxba9JgUnr8i47pzK/8U+n/+LDav/uwqrfdr81//Q6d/Iqv1nwb/CXA+IHUQJJ1zHmDy88FO201CzxizFHdaETGxlfMLyI0Hit61kynVk3Q3DBBcgohKAIhhpwP9E8xYoQqgoWRLl3Z0IWFWo+cG+p3Pnyf3nPXY7rjc49rqMD6DITJ0QRHvL3Ndc3OzOjM6dMSbd4NhhBko2mnYUdpw+Mvv8WUFFPKBjKmmNMGZ1Owvg0Pu+uqVkswq0SdjVdNewhBfv/eY3dsWuLybsmnCFd4H1/T1+9H1zgC9A6LZqWU2MUsynQi8xpiuI1jY2hnb6Ns/mKIGmAPzO9EdyLjLy+vqMuu1gbWx/sOGkyjhhcb2gLazpfsBifoE6CfqGtgvNNuq80cIjy7rqwq1mQkG/YaZ+c+5s/5wY6TcN51Y2gYJ8UItWZcdTWF7HaeBWtYywb9Vc43cj8DHZUBTEiRhQ4Zt5Fs46Er43FH8NXvD3Xrbc/X3N69+uIv+Wt6xctfrpe97OU6cf112oeT2HfggFqeG7vrIc/YiD52OJaH6VqORVGiAVKIQSPWxI+RyNfmIA9MGxghRIUQXFDwP/IxJIWYFJFpk6hNMdMoq0pDnH/V7nqmipRT0VKrPaHltQ3d+Zm7Nc969ZjPKjZoibqNXl+bOOke8p2emZZf18ywg/d3A3ociRfo7ShJBbZhwFz86mDSgeuJE1k2PrWJMarHO3Y72xG6YxgOhnktrdPWnQBOG5lYjhWO2XpSlqXsbPvw4FMByyeEkOdatSqZLlOW+/c5RUuec4pyv4Y5uL5A9z2euNzfdS6PkEOMMQcBrnefrc2tPN4a7+T9TJiXgMz92qsHD16bWQIa09wiIDCNmjkvLS3l7yLs27dfPerNu6654jX5v3wWfWPNZfCDIpQB0akhzWAjhXFEfzMO8yK7rcAiJzpaIYVS1GxB0yv+hlZK2ICrTUAYt5F4QBAeMlOIS4puR850FcOAbCZGPBsBTCnGkZpiS2sYy5nnfZHOHpHwA2IjL8FAAL0AEp4w8JI5DWk3UDfkFOH5r/t2wYqq0ZZqBpkA+fyH3q0/+e5X6PYfebXe95OvUfnQx9VKDbvIoQpwqtl9OvyV38ouFVrQYTpavnBWFYa4DkEGMYe54zcrI4EDZr7bJ6ijPILOgB2plhcU4MM8U2URZbzBQZJqAt4sv4A/rrXd2KBnjdTao2ZXkFxdSDMEQYMP/Gfd+zNv0Kmf/m6d+bFv16M/92N68D+/Q5UDJsYKyCggk5P/+V/r7h/7Zj38I2/QYz/5rXr0TTi5j/6W1GaIBMmaFGYaiDd+PBlmSFA3itQbSNSXdt/2VVK5T5MsTMHDXRF2jU7dp3f+4Mv1gR96qd77U6/QE//9/6OCCQ6qodbhYWPY0fSXMSbBmQoTkmxDQqpY0wEjUk6F6phUwO9m6Grvy79GpyalqzKqgxACHGr7goCrcgHRZCKew3MBSJusf/fY1+m61/+kDnzDj2nm679f+rI3qL5MI214QzmIurSX6f3tX9MNv/IBHXr139HqiRdpoXVYK8UNCre8Wtf92L/Vnrf+N51/Hv0qALauMuV83Klz3kAx385fAw2dbHgb5pGByXkaDRqeATmAQtftToH2ECGOjEJIUojcSTUPjZ2bfxq2DgOOP5cxoqs6c2mg9374Hm1xhL+2saW5uVmej76qosjv5YuyyLsHGx6PY0fn3bPrvRuyY6wwgDZSiTHFZT69q7bjtdEyP253vs3uwsbNu67Khj334blgfj45GHL64H7Hjh/XFoZ7hEEfsou2kzddG9oQgs6dO6cpdqJ2qCvLyzL9EIJmMPohBLlfje7ZiGZeoOvxTN/OwQZ/zJf5N+2EQzePTAFn01bAqDpoiCmq8ByLpAB0JidwUCOCpiGGuVKg3bg1czCdBkc5OTWp9fUNmWYUF3WBhXP7EOdiWUpByiAuGl1pJFLj+QQihKAYg0yTh0CpiApRrOdQNfMDVSOeW69v47Jo2+GjZky3GZbZ5W4gx4bOEbBcUAmCcOxljMynhtcCKKUQFHnOUkqqCayNP8C5RnRiQOQdYwKvkNMau85wOd+IK8T8iI3oN4SvQLlgnctWpQ6bGNG3x/zLVlsD2ifZ1NnBj+ChmphWg1179NxFgtCLqrs82AQBl5aWNcFJUll11ISkqelZ5N5WUZTymu7iGN96dd0NN8j6feToUdJN5DLSinf1rJ1l0SJIc1owjwamXbZe1+TFUjh18OhHaoDebRB8DnGc/cFQk+haYu09xwS9smrBS5BlUpSVQizgiToItdodplnk9sbEgMi8GzoPkd/2MgUVqSTonFBVtpRo7xJYxpDU7UzAe6M2dIw/N7tLgm7BfBPjdDjRMK0tghWv0xp6NsVrhpXVVV55b+j4ievV5Sh/xAKbP/Oqa654Tf7zZxEIYyqDnnUxEQFZKeGkyUgoKfkYd8g39AFYY6NSqNHMWgGmyrKtAYJYHjRqnvel2ujQPBAOjbSJGgEhRGxtgzKtSOYFWhTscnAAknhQAjvwRFhX0lCXm6pTJc0d1+AFkhL0bLB3Ro/0NzQhbO/oGc90/b43XX+j/P/AT+CkJPhfW9Xv/saP6msuSa9n+FdcPKsH/uM/ViuIzWWXzW+jxPgTz/trukydh0AHNH/yEakZKsB7E2uJB3ffDbeot6Srl3/OtHvT81QXlYIf0GIknTqrTg8UeFR4Oh0evEWKlfJC1kFrp57UYGNN4129OntVz3yx7HDFfBGD9vIG4PinPqsXfQT447t13cfer10XLuOIIc762BikFDX11D264RMf1/M//lG98BMf1PHbb9fBM4zdAgqmAfvKXWr5YaHWRTWBHCLiUx5v4vCtUphQh9c4kYrWcKCP/tZv6rXry3o9c/qytU2d+/1fkkbr8ulFPy+CpOufrzMeY0iecTJJE+dkAYlowIMwjEkF8x74TyMO3axNDl4EbzyTjA1fjIcQZZkxNScStHLG6bXgscbAAPgD9QaTwJwWmo6WYlu9XtCaGXE/eO8tS73X/YT01T+s9dF+jru7Wlxd5LVJTxVHilvDpMvpiLae/02a/Znf06M+DYB25kHPusJO2anBxXFK3rMZYRhRK9QmKPo5Qlcb5FDXQTWy8RyVJ+eOkWHM7NOpRB48G7kRExyONtUfrrMz2tTS8kCXL2/ogx+6nZ2I9PgTT2h6ekoLVxbZuXdU2rhg9LvdDuWWqrLkyHRZfsZNzyIZYhSdr+tR5s/lAXXGXVjkuAUG19mRJ9bNzsvtKUZZf+zUCwyo57WFYXV7ilFLS0uys56ZnZXx3RZCUL/X0+VLl5ToY5oOAEbIp8B49+h/y83oA+/XR3WtzBNjT2Gkh+BsUZ9wXt7NjbAz3r1VVYWzG8j5IMkOvYRWDFGGxDiBPpF0CE2/MnDA5Hlb5A5Yaiy3VcgBjGnXjNm3U4Wev8TY0M9AET2kJ+0NfZiODLk+fzTMeZDlEmkokTUdWE/qaxw78nU/143Ig6iYokasaQNNj5sohxAUkaEU8r+IrmyyHkPqm5g0i0xbdrTUReZqh5sYa4RRNo0AjsAN9PPrmrpuVJYVgVdfRVFCOyEvy2yQ691uhz+kv+VuR2cnNYHjCgH+mGtCfj1OV0ocZBuHH1KhBM2a9oGCIs6txOnf+bmH9MCTZ0SIpCcuXNQoJhW8s69aHdZTOnb0RB5zBsdvvZjbtTvPZ5ZXEBX0IvgH9h9QwfyX0L0OztK6Mzc3l/VIXP5ymteKLLIbyWvleRcpKcKnaaSywL7WMm5IUQk5rfhVFnPwHMdzScjDEELQkHWOqdAAXbMMG+bVeBCnyDCQspjMg/VEVgncoEgtLchhY4PnkoBqi124d/AOFK1v85xsBdorZHfjjTdhj/rMeU6W8+kzZ/MXTZ84+aQs/w4yd8A8YjwHAnI/1kK4WR8AABAASURBVFrXXPGa/HNnw7OqXTa4entGzu1AYE5AbqcRS8Xrc8llisxTNXUCK6KksQmqI0oBYwHGmiM3am0oeddbOMWoCRyFILqrVkkjtwtOoDuize2B9+8lg1VMtggDcAMOdErD46/VFk8kqAzbZDqR/oHx/eogumEEMdI0Szo9p034aViMVLc0uryoI1Tv6kodgpAjSKy595MS75xHo1J1mpDoWx5/npZNxwDO/OOfkgZbUKFRAw2StNuO3u3iAmdlIE3cdJt6qYXDGKmpavVPPqVJ6tXaxuGTMaT68EukJoIntUKj4RN3SysLblYNra1yWsXsHsn0PWRJ0yFphpOAqcP0OSZ/FUBl5xL+cESAk0AQClijPEkzB6TJG6T2UanaT9MUMARqieE8RYnxG+csc9YlNNq+nBqIxBvaLd9IO8Q1vTivPcwnJmm2kG46R5crW2oNuwohKEBfu/aKtyrbvDe0AyMMWa2h6h39aJAk1TxYfHan1D7xpWJjAU/GH0kBUM36NnwG5qfttkAaAbrRuF1H8epNu/Vye/CRhrxuUBwoQCUf/9dgbinr0NG/9WYtlEkb7TWtlMvaP1Fo7dKjWu+fUdMq1YoL2mo2NHr+Nyp81au17nHdHxJ57GvzrjMwPoM5dxWyAaeD04SCRsspFLQXapwaLNBrwfJuGJCAVxmSQjBEDXCUWDe1ykoJw1ZgwAb9WlubNe/Fn8Bo7NES77rXNuAduRdlqa2tzWzwOhxl2mF5J2+n4N19ilHBEIIiqQ2mHWWN0ethFDsYWjtkt4n5ub3AwA0xht6dmwfnQwi8tZrg/eqGOhwhT+IMTMN9W+zEDCkmCTwbeOfvvONOfB1rzPPrL+J16RNCZHqsHU4shEDwMsg7/7IodXl+XgVzXmXnM8JR+mTCDsCBgPmzwfecSuZcVqXsnNrM2WNNEyz4i3gdAh6PoXwxIcaosTMhBFWtSqZjGZkOzEGjQPXRRXiskckI8LNCT4Xgz0xo+4NyYj0kz2mkugHgswbMk9feeQdDjenhQHNH+sUU3Y0hmwyuDyHATwIitBrFqqWlNQJrePDaDFH2BhyvH0iKZWIOLVnWMSZZN0IMWU9M3+sWU9ImJy1NkFqczliOibqYYp6P8+atrCr40DYNCR3iwaFPn+PUPMcYaWsppkpFp6sh63Pn5x7QKg9y5Oh+bbOng4eP6PDR4zp46LC2X7l05WAuKshfLpwmMOjhFK0jgs8z587q4MGDqlLSaDDUbpz/ubNntWv3Lq2srGRdiIzrdQohyOsRQlDCuTtvvkboZZ9jd58iGdc6NcnueD+vODyvSU5qCujHlOBCShFuMo2CAKSkLsgTDyEohCDLLOjpy6ZnXPKYXtdUbOuIxzNuCCHTMl6V5djkZ8O6eJrXaO7jL6s2rL///v/hhx/BH3W2cXhWvG6m3aAjCT6zfExsB+JO+swkj0yVU5K/zN3AMLOW0GzUT7Y98gWtBkD9sy+yD/dxYqssVcJFn6Py4e69yjv6Siqzk7GIoBJIgVGYMSVhg3Oa6UXJqZqkBHjX12yNVGCwRoyXjr9UfdIQc5f8kRrJxcxDQVUCqDO+OM5vTGcUVfalhPGYxpfnY2xwHIAUA6HFBBMYy4DC9DBispOrqQ8AxCM7QNUgQjuEIQ5gpIlDeNuS9hEA7ib09x+7BecVFHjAHXxcfvBeTTOOzBd0RH4DWfT3HJIFl1jIGGv1Tz+i3sIF0VHDkNSD73IGR4/sjCdf9CXGkOhvqEj93QSxKw4MEKAjhBfiUOidZPyajmPY4TO4nmpQZSCryMIGZ/IHGeNgnBoUMSmodF/k2OK9Uo7POuAgx+S02ZSDrBB2OqOYRVsaryuY3G6LrFND91oVjdGLiMESkU3r+ldpAz7pCm7NiAay5BrAU6OLK7bn1ZB9NlAFqoaud96j7Uw2MNHa9bXUg+eJ1323NJpUdyRN4czmtmr9wXd+g97+4i/Wbz3/Fi1+5A803avUGUypw07sxm/7QS2C+5w85LE+/0d+RljnEIJCCIrRgCycBtIMSZF13wbqYgQ3oQ6R+SblC/59DFtj3NvsjnazE/IXsToY2TYG2w74zJlLqkdJCwtL2sTRB2iLsb3D6LNDtYMcshP2rjWmqJhS3g3ZGEXGFPxVPMOJZ8BpCyO1SZAQU4LuKBtaG6F13jmaro2qnZZ3V85797vFrtxGeXpmRhOTk3rHO96eUxtef/nP/Tze0vKSLly8QLFBXwutsttqYeQ8nvn0nBt4N+0JAoA+62TaIQQ3yXOQQnZqY6PYRz/dJwO61bDoNqqem41xTiNzQa9r9DuwBiUPS01Zli99zFvNuAbPqSiiLF/TkS/azEseg/zVFALOkyghL8MQe+Mxcz19GzfCs3mxHAN5qln7IPPhqdXw3JgfcJ02lIOiznN6V2GX1nCME+2W2uaLYMb0TaaB9xSTzH8DX6afYoSXQmVZ5TSmqEidnWyboGGILhSpVFnwROKgh4MR7YVcN8TRwoIgq9wfnLJsI++uYEmRfpusyTBIER08ee68htjP2G2rIJgq2UlNTk7rrrs+o4cffhT9aTQ7OysHh7PohvlY4tSnA571pGAdEuDA7dHHHpPrz509lwOMdqutGkYsv5QIVDjZsV64XCOrgABC8KeUnThzdPDZx+FbJ8uy0IULF+Q5ObDos+v2eJbTkDVy3mvt/Gg0lHkbETA0TNT0UQ2Nr7CTMa7H8nx66PwIOiEEFTw/7m9+I2WnxissmxjUR2auM87q6lr+YSL3Nw/Wc/Nt2g5KQwj5p6MdyO4Mm5OYP/+qH3lWnk5gnSOArcmfpB7B7QA2M9f6uLkOlJL0tv/020r9NZSh0GbZ0t6XfbuuQKqgmScazhps5Yh+NWlH2F/qdm7watEeIM7CRRrv+tQdanq1WlTVKHv35pdyxCo1I/qADwoZYRCpE2DHa6dKfmheY0VlUsTRe1QfuzsgYHAwuI3fdkondn4jOy2EKx4C9EmwQX9p0vw//ggKgEzYbQ4YWweOio3sNo5kf6s0d0iBASJGpMR5Pnn3RzVFm5BNpkXef+s/OnCDRuCZjOvXH75Hvcv+ev8I1hgDBZs5cr2WPK7nSowhp/Qf34m2xDiqHU3SB+/fQFNhaJLK+O5jGNLLQJ88JkXfDR+N59tcW0ulb4y8FZ0lUV4S6FQYA2IKjeeDWKXYA4hy6GN6QuEzA7mwXRkgEEwIKAiYHv/s7SqHm6piox40y5teKf8pH3ZHHiwgBYFLQQ380X27qC988ZyqgcHaARC74UDQJJctwyAttSD1/C/RsCy0GUsMiHTuzo9o8qH79L28rfhuXiPc9Tu/pRHGYB09WPFk9h9X02XsCPiGjqud/TPwrLYGbmoMb8YLUSEk+SEPISiEIIWYIeQ0kTds1+U2BShE9KVhJ9bLqY2J22wUEk65hxMfIsfl5Q299z0f0cZaX0tLK7yvn8s7+RY7VTtuG5AhArKxHCFsGx0/l5GxbWzElXmFrT40AwbTvNpQeQreFds42gjHlFRi1AR/FbpimlVValtn4JVjTO9gbrzhxvzFu4wLkQpn7t3oCu/lD7F7e/zxxzXBCcDGxoa6pOu8IhhhZP3reg4OZmdmZd7PnD0jH/PXPBtuDyGo1+8pxchucTmfAsRkOdXIS5Rrs8argj7Gt+DEY0sMz3qP5Iz5rXEefdY5Rctbqlhv8+H6HEigeFsEOpabGC+CF0LAvrVM4hnggmVj+Rrf83DZdCrkI64a3l1nOhQhGTL/23w1suwjzkBcrjNuzTNeN7XmZuekotKH77gj93Fg4HVhMtkZ1nTIMqavgudSwVIj43muKcZc9jqbpzFtn1D4NU1RVjjXrprMoxSTbWJUUZQy3yVrDRuQjhmEHCrWq6+gz+GYLxOoXWLXff7yvHbv36cSnTt7/qz27Nmrm3kds2v37synHbm/XOZgbs+ePTJdf6u+jwM0X4YUY66PyMJrnvlPKfNmPOuruAJjG3wqUbOWlqvNjh1myzJHJhMT3XzCtC0HZIB2NIBoiynJtEfYrAp865X7W+9ND/Iaj+V6A8PmO4Qgy62FPicClFa7nfXXcvXcjBRTQg9HctvExKRWOGmz03a7xzWu9W2OkwvjhxCyboUQ0O1+zreg76Dd7WOI48wz0mu5u7Yh7BSe3Z7L240NM222sxn5GXlqah6ERjxYCC2EqPrKeW1ePEPU0lOf8sEv/Vr5T9yKBuQsXHDBt3LWoZL9klvEGKY9Eu3kRUWgYt+uPfrkhz6Go48aUW5f/zytQYvA0yRMMYO48BnKjgf9hMx2PuLJ2TF6xzqgvgcjA9Mf0aHCGGC8hx3yRdAobCkV/W16OIGYqDcuyRySXXrsIXa+DA7GwEnBw36ARuhSpe5B8rENjhSpiFtDrZ05qS59mY6oymD+w4Gb1M9YJtRo46H3qVm5TM0ItKCIM+wcv1Hn4VHm1U7aqEGZBp+ZZAx9ylQSVNTsPEVtQxRkVAjRpmdCvVMm8Y1IM5roBxVdvVyIBc9CprRNg74lHLIlF+jKMhZX6FHbk1BO+SLlLYcyYfqYVINzgZiMk+BvYrCuJ+++Qx2CE+/kixtfrivM099zUGgU6Ox+4moAqvjkvrbSDc8GULCLkCgQG9wSBDU4+0Ys5oBG+q+jEkPeAa5XjdZYwyETqi8/pRt2S34dcXRW2r12CX3bkP9aZJFuYidVTpJB3LAmJiyTzCnVz3mH7VoeDdW2kC4im4BihQA/MkJQCEF8SIoKgHhu5GiKtAlBMjBY3QSN6gYD2oIdFDdG+Ri1PxpoWEtr/obv1kBnTl/Wffc+rKmp6fzLYTYmNlo2Yk79ntvGvkZQfl/eZkflthYGRTtXhHZkXLe7yl+QapiDHbR31bUnRYMdWkM+YdC8W8p5di6un5icwIFPwMeUnnjiCTlwcD9mhEOtZIdvfP/d/HXXXcc0g1KMMh/mc4iz97vKE9edYN61/Ot7PsGo4cPvXRtk4XEcdExxcmD9ynxgtMUVYsi0PJcUsR/oYENfBlKB07KRDiHARyXjNDgKj9vBYDtvB+S5mr7rIUnXkHGnpqe0fVkBRb24Ain0cBgOWI4fP66jR4/KR9E+fdm3bx9Ob4/sgBpkZogpKqaESjXyGmzPoYBOBCDJ3bgVvu0MS79GYd4lPIYQ0Ksmn7JYDpFyYJ7beSwQ8zGREamdmOfrMc2b5wZpxZhACUrwoBg8Us57vu6nIGQ/ynV+BgvoO6WaE5WBeijeQ48/qbNXFhXg7RInSQsEcA888KAuXryo/cy5zWmTx7Qz9e63wCnaMc7MTLPDHsi8feITn8hjmD87wQ4BxApBw+EjRxBJwwnVArzGLKPVtVXZ2XsOBvd3oOh18nqFEPJPMFueXmfPw99+97vyEEKmYV21fhUOZqgLzKtBrj6dCiGoQWaRFIFwb6+xnnVZZubX45ofNzt4Nd8u93o9WY7WZ4P13KfwePdXAAAQAElEQVQQTi2PpaWl/HyW+Bqvmel4XMvIcxI6sk7wZLo1eadjiOPM1dQrYhhXOD+Gcd2fk1rJtps92Vr4zO0in3bS9Y4Y3Oqd/ZFupfmTj6tBaNm43/YyndoSwqUDzEYUNuCQsFn0DAD1viFgttxPHBHLGiYM7uwuPXYH769p30hR5ewedZ9/RFc8UzqYBzt300vg8PpI+cLwjQDRsIMKxUYFPKQhGOBSoUjex/eiPkA/xKDkiAFnJOOIi3H243AXHrk7O+BCEUdCZWppePTV8oaxR7E4/DLJCkPHRLfh/ILm6Ac6JW7Gwq8Jcaia2qdhiBoF6jHUg0dG2rh0Sj7Gl5VMIO86oAsl7Z6H8QwUxze+nSyNzjDPbWWwTKmj5S97W68tE9iXPAHmkikFKO3IwqKxg884VBvNskvwEMGBDZlGLLR9jYSsJOtGcNBFY8CJdVu79Kl3vUtp1NOIcdLuY1rfM6GF3K+RaUUvLnSbgLxrQQS4hhcxHjXPvF0HNIzToGvbJ0m16tBs/2ko/UMt1RiRVm+kGaK+Vl2qc/R6eIHUNIDMj1QDhQsPShfuV3H5UdKzyuMF2n03/gDGZbL5dtltBsZxnxqhOOv2EIICOkaVauNk5Yg0YZiDgXbqwvYCCGSFkNTUAaM4Im0UaJcJNMrHoSEmCZoxJW3g7FfXejp58qzOnjmnsoiq/VDg1AV0OfINTa0C/K3NDUFQI4431ziKt/7Y0NlA1jw8kM87lgTdBp30zsO7VBupEAL8DLKRDgGd4/mZwLGP6GcjtQkfNqYFRmwvxt67dht49w8h5J1PkPLvjvvLfh2Ofm0ky6qSUxvJqqywGyN5B+hyUZay4TQNG8OCgMIBgo0kw6sEP0K7oRBCkPn2mAm8gI7N5OPipBCCvLuzw/U8nacL+AXOqycHJO4X6VMx5ubGuhwYWS6Wg421ndGIwCGEIBtxj+1xfQKxb+8+7WKHNsHrBoO/E+DAwKcb3sEeIwAwfUOMKdOempyCLykypufjNIQop56z1MjrM2DMAhltcdpSEpjVrKXbY4gyPfc1H55vj9OOICmEoBE6ECW1kJFfb1SkMSS1ikoJZxdTkmWXKMeiVAunXValEm1FyQMBXwpJAX7NU2NHkEqdvXRF4n38BobswUef1PpGTzfedJOOHjum6wneRuzIrszPa3FhUeatQ8C8SDDQ5xSl5gFwwCYur6llWjKWZbjB6c4Wx/OVywRulqPn2iCHCt6dD8Gzk8zP2vp6pm8ZGKyjbQJYO3j/CWZifu5jpy8WO6ETxospKjB+m8ApxsArmo5SjJlmTEmR9oxHXQhBkVSkpheCewpyjUYEpZb7kNSnLJlf8sZzgGen7n5uC9DwfB0QeP5V1dIsumlcP3NOrd/m1bK33PK4evqKT2f/78mxFqrrWg2ZGgGR3SYMR+iYqAIosAC+96eRHvnkx1SCH3Doil3te+nLxAYu9wt0iNnqBWEexMc2aPtqIBrkabCk4KZmqHP3vEfqLSLkUltlR9d93Q/qQtLVCxvooeX3yJxaS6YPSzboRgr+ACMCBfTt3PMQNAQcUXb04NBFdkjZ2YLntkwLdmbAvfTgp9SiosDIUiUY0uj4bRz/Sn0q0pHbpCLI/CTmP7p8QXNtCEfAPA1JGW8jSBVH/CMUC2w1vKec3ZLWzz6mwjKDOctJuw9qIdHZ/eiTZWU6ZpTqfgE9cCVXkEdefOZizo77XJuCkIt04R73pDZm8mSUM1ESisxUla/cCdJO3TFXMg/zo4BjjgCz8eLSzzKQL9rxsTh7OuUAzjSCSt653fNx1pVzDcthC1nc9jU/qHEAl/tAVwA96S86Ah5f0lXG3fgsyMWAznLSEEJfCgM1KEYkCzl18W+6/7Nq9Ucqw0jDslZ524t0Lgk9A2g/cuohPfFrr9PFn32BLr3xJXrsF9+g3dg0ZZmD0wCspZgfuc9/g9ewGDX65DQET8CwPR3XbXemzsJuohqvaYCZCIBfg2AD4m9WtzsTmp6ZBSfghEfq4EyYqUYEpn0MYgaMa2+rr8/dc7/mL13Shp04waTgwQ7LxjRibDZx9BvZQI6UUuKIuycbFrdv9bY04Ci14YG3Y7Bzc5+x0Rlx7C94s4FzndtXOZa084Vd+Sh1ZXVFth12enZwKcbsFGvk4fFsjI1ro37HnXfoq17zGvl3yN3u3WurVckGc5Ldug2jx7e8PIdldkOINgcaPhkwD5ao6bZwgClGHs+Yx/cYQUGCX/lifG7n1CCTcT6igyEE2Ri7zrybZoVjNbJlsW18CwX+JZzggPfYluMmTimlKMvOjj2EkI2/6/vI0anphQD9opB3+55/jJF1HHKku8KaKvNsGqLUmAnGcVKWVZ7rpSvzmpye0sOP8c47KF8BnMmpSQ0JAkzPjsljxRAVmJODtyHrZf6dbyOfIU4oBMunYb6FBF4TgipkHgI7YhytccYwIoDLa02AEZl3o6Qnz1zQwtqmzl9Z0t79h/RFr/oSvfrVX65L6Nw9d9+tc7yzv//+B3T0yFHk3CjGhO7O6PDhw+oQSJj5mdlZJ/rSL/2SLK8KWfsUx79jb1mHEOQ6g3XOc7JcGuyrnXNZVUo47Q5OPaHDnrd36TGhz8g96wLyhkx+/eN2y8K4Bp9YOfX6mJERz5D1z2M777ohdZap1yWyXuYlhJBPqkII+TsHHsfBqHGtl17zxLg+pnfeR+/m178VYVzrt2mblnlvEWjkebHY5tGyDiHIND3mmD/3MUR//JXAXF4lEFig7QJuF93Ln+OKnG7X0AkGLfzDU11tnD2lKRTVTnUldXTDq1+vlUXQAwBeYJGEQQvetVIl15NChV580iZytu4Fu5Bdi09Il8+w4C1tjkB81Wu1Mn1I7pd3fnQJgPPY99zV3e1znGanmS0ySIyf68eSqqXs6GkyvezojdvUOC5t04qk3KtPcVLR31KJknssszLaezT/6aAD3NbB68CvZSdXMM5w/ow4YKWOzr4Zy18U6xzivdTkHHgNtGotnzujWcZYfOozEszVsZCVTVVX7UOcEjR0DoBv5w3ge0yZaXFZACTb9w6yk2cDCEZ1tbuaVJMLNFxzew4Nina13TiAy5ZpRqXgvyB0OTVBEWhwnJkuuK4Xc94eD2TBtKSaiqIstHewptGZ0wo8lEOaZv/a12op7pOQPZrH8gewc4482ee6TXYMbidv3iUG1kANDl6kUeyGt8lppi+dete/UmglRQKrAXz3pvfp1W/5Z0LTJNq7wC0L0hddkF5xXrpxSSoHDJAA0zF5w4gyY/L59O32cYm2mvnU6MP4QQ477S5nNMaHUcQWKboxCnSg0YiMnYmPXUOICjGp0bZM/Bi5TSFg5Ou8Ex1gwPsY9Y2NLa2vbuiez96tLYy2DU1DW7vTon8jy7/b7dKnr3mchw3Lyuqqtra2ZMdbYUADRm1InxEOpDFnlBscv9+d1zyXEX4cDNgQ0Zz59S7KO7IWuxTvlBlMNlzeVd2N8fcxdgieIz1IPY7x7rj9dvmY1y2m5z4xJdkIeqeXy4znwKTPbjCEkOkmcAa5LBxFLcvZjjqmhFiCGvhlpJw3bect94Y1cf5a8BzzOPRtcfIhZG9DO8BhxJQUU5INub/cJYg5Pzb+nU5bNQty6NDhLEO6yju5KV6fTHQnZEcRAvzQ4KAohAC/I4UAIeos40i+hl/THbKGI2QvBEi1vLOd5Ki7x+mLfxznyTNnsm5AAL6C7NykIDtycXneliPdZZmYLsPkQMQ2m1EVQpDxLMOyYBPFUbNxPLZ5HsCDxyvLSjVzc7BllY/gnuO00k4+trp6yctfqaCkhx96RHd86g498djjed0CtS94wQvk3az/TwUHbQtXrsh/ajYOKGrme/78eb3gBS+UnXsHh32GuVmulpl5W15Zlp2k5eE1svw8Nwejnm9vqyfX2Rl2eR+/uLiQv5fiurIq4b2WHbfHctAaYshyCiHI+hpTygGouPK4O+WyquTxrece2wBKHsvj+3sGrvM45tXj99GVIYGB/0MhO3TP2fPy9wwWFxfVIGDje57tVkvG8xh+7kzbefNg+pab+69y+ui2ayFeW/gz+fBnarYrrq13HgiBD1obNMXMNTwYjXiQRlR6tZG4DaodY1ZGykIZhkS2qzj6gl1EgaLa0e994SvV69Av02xkhxDY3QUcfR7lGVyb0LiiUUUkeQLrO3zqSYUUUCd67DumcOgG2fqzGeP0QHKPER9BXCYB4E8ojG8qBCDoSIIObjfUUnZW26VcnQMDOnPLXXIl897bkjZXlxkrMHTUCDqdPQdkX8IJtCb2HskKJDokZLV14XFNFxJZPrjBX4nSsZe9Xg0RSYNTRA21wNxmp6T+/CVp0NMwRXGiLBWVjr/4VUJMdOamv8YA39R83tu+Azb0nKAvcAXJQYRpNH4oKI97uG6cN+3C/DjTRNbVLTAGfq52kQxFuV/D6lHUCMEONdLxK5c0fOKUqljkdh2/RWH2KPPt79CCgDtC3zTkzlR9oTt3oU9CZ+sQFCTlfJueQXISPyVtPX63Arv6YthWs1Vq88u/RdNv+AFxCikisKch0q8A0g5AI68pOnGVJ/NmAOW57ga944Yrd1Z+4F0naraBQTLjgTbxKDU5HfEO1MePQ4xugYEtMbpFKhWCmYkZJ6CRou+QKJJHEL1sBDo79KHmz1/S6tKyAg3evdhpQV19AtaCHUeFMbMzsxGPOHIbLvPlwCDnMcR+L98jAPAxYwDHBmzEc+ldu6dcI2fTKMpCQ4zcAse0fY6Nhext0E03piQbWr+3tTEMIdAcsoEd0CemlN/jj/kIUt7NmI8QQj7ONx1/V8BH0hVGcm5uTi34t5EcYmuqViU7LvPk/sZPqVCKSTbukmXbqGYhuPVcV4qRDUWlBD+DIXpIub2z+zT/nrt3aTXzd940sjPnZKWNs7eRdgDVxWFtcapSI/emDmq3OrK8zZNT0z9w4MBVfm34FQJBQo8AYKjIc2ecJvdv1CorHTx8SC3oej0uLizIJzyeq9TIMjEvXpOaNfNaeByXt+nUYDUMETQkMKqKUkWMWX5+xWJeW5yyNbXAQV6KBBctdTlB8vrQWTNzs2p1J/Tg40/ozOIVtaZn0LWo+++7X0+dxD430vraul720pfqpS9+sSLzWYTPjfVNHdh/kJOlTWTbYm5R1rEOc5nnWD9I+RTg0KFDWgDfzs3fkPfrnnvvvRd6L8t6NeD1g/XBjjKEoBbBZMX6h2AKkul5XcuqUocdclkUjFep1WopxZTlLybS5TWR+414SEzLumu9tV5YdtYl11n/PZ55df04hd3s7F02GM/H8CFs65f1w05/7969eV7GMW2P0YYvjxlCkF9pGTeha34mTNfQ41lz2XPwayyfaLn+WojXFv5C+fAcWNfUsXZXESxE5HS1PM40VGYAOYqH8tT90sIFjqFHSla62X1au3lSiuW4C2lQ4LiRO0rV9AAAEABJREFUjOgiRSmn4sJoeUEM+EIdXZdWPvs5dYZbmtgaShi6XTfeCGLNGIYRtOptAw0PsOOu1IFCGbWCtDUYUE2e+vHt9nq7QDZ3ZbmeWeFSkKZb0trSEu4qKlKu2dVMT+9SfudvGpO75UX1VHhaNVw6l52KRhDYIb5Ov5lbX6GIXAK8FHVflx6+RxPTUsnxvS5f0iiBjyKMMFKHb32BFthdqqDONExrSP4vcjNWnuy16V+kn8cBuOWlcDqmk/P5A0KkyfO2YpD3MDVO3IKnCMI1d64Ag9uOtMEwv+CkVHz2Ec0OaiVHTe092nvji6T+OnrTMGSjTIs+IptBX/jK9BFYURdIuFIgTRjbuqJvBFjHQy+WPvSWn1E12NQg9VW0trSeutrzvW/Vw1/zPRquSdoCxrL3mhjc3+C8wbyBlm/nr4UdnhusZxYRa9pkiPDl1Q8a0gBraujn1OJ0OqKPjYON7CbH6EN0LaSogFEIpG4bstN2GgKdYcDjhEAeCDHiKDkSXlzPhrgoorZ668rvakPUCEdl49XBidmQ2FnaWHk3tbS4lHdd3lGEEPIXm2wYQwgECH0leIjwYIOVnQlr6bRhLjZkx48fk+nZaA9pqzC0Pm4eqdHps2dUVCUOolbCENtx+wTABu8Tn/wkPPdwWluK8Pvgg/frwKEDzKxW5oWHzmN43JSSvEvyPL2Li8wJRHmsFJMi0PCMRfoEA7y7XfDAQ8rdOLddhci2M9IGrzO8U4vgD3p9dDDkL0wZxTzOzsyoTIUOHDygg4cOZifSwWFNTExq967d+bsH3g17bjbsAQotTgcsnxBCHjfGmOVoR/bY44/JbV7nVlXRv6MKB1aWVa6PKamsyBPEDJnPkBOoGrvpL2GubW0q0D6iXiiQHbZPeEboiudjB6TGOakoSzjZzlfQM7g0xNmNCLS8uSk5Ah8QoLWrUr2tDQKC7fmbbg9ZTHQmeSd/SYsEiQOPG4P8pTnrT5lKDQggRujkxYuXdM892DR21/4+wi233pqd2uzsrLxWib4e23LeRbB2kaN+/0259U8h6NTpU/IaO1g6cd11On7dCfkZ8Pc+vGoJPts4zAZ9M50QgiJgnXM/O3hP22vgoMEB6vrGupaWl1nfTYKJK7K8y7KQn4Esix1alqX7s1BKMcprU/MsOhXXCH0OIchzCGE7NS+m4za/ojJf1hPPz/OaQWeMb/0xjoMIy8LfQRgie9c5ODQf5t/PRJ+TAcvC/TwXByu65orX5L9wNvw5KExCtHsQgzGtDMzZWV1tA8e2PYHk9gLNOoQhXfjER9WCGzv6upjS5tHXSoMo4zYmkmFkMspX7i9FBB5cGyR0l6ZakNPlB+5QRIkiW83NXtLsiVu9FmA29BllvDrUpNzQkoHs1Rt6V/NuM+xU5KY8WKSGkpkkl6tI880Q06U0nD/HeB4naEBDf9cuLcLgSpfpze5VjRKbilJQWjqraFSPZZC02eHjyPXyDivY8/CgXXniAfGcaJqh63NnlXiQmZgGIWruxI3anKIPbRrTcp6q/7/dO7yafgjPGsxFgxufDfQLFnxOr2mkLE+IlNsYGPqBZiSdf/IuCeNVDlfZVfd04NYXUdsFksJ4Aej0jCFdMID1jBu8LCPaGsYLnDI0jelEBXvPuIOdJE5UdfPZB3Xmd/+FZmKPnX2pqKTlala3vfGfKP7kL2rNDBYS1YKc8hXyp3J5nNdzXM1OHamNQINe18wH/6ohHzYoDUSaiMSQcQN6LT4zTaeNhhjsITpPSTHBPG02DN7RjTDuNTSdr0FwvnaGfMRAOW5SLLRBYHzp4rwee+RR2cmnlOR2G5V2q60So16yu7OT6WA8szFi3JhiNoIex38W5Z12C4dd4jAEvzZuMUaZHz+I/gUzl228bODKqpKNo3eaNlwhxOzAdu/eTT2OBMcRMdge03OEJA51WecvnNWQ4+kUpIRszLOCtEWw4yP5PB6yKlIh/6lfhAfL1jjeRbnsfKAvaBKEg4JSiOxQC2gyf/IpRhUxZQjILAcFkszfIZx4w1r46P3LXv1l+vrXv16Hjx6TZRxTyt+c95ExKDoILt3UwdnHlPKphMstZNuqWmqzyw8hKDCe6wpk3WZ3X5UtXfGvpYG8zObh0sWLOCB26bzzD0GIlIcdxlKKahMoUINTbWtqckIDHG0PvVhZX1eLQG3AqRSoeW7Wh5iSAnO0XKqypGujGn1x2U6dITXCYTEI2Zp+ETmw3jjqgO3Z2lxjJ9+R8e28i6LS1NwenbxwSQubRL/siEdFoS3e15+/eD7/T4RD8qPRAPnt4p31uiZw8t6h78aR72HNo4IcEExyQuAj6/Nnz2ltZU1rq+tq0NtTp07Lv6Nw12c+qz179+vTd31GH/nYx3TjzTfLX7QTQnEA4zXoML4DnRaydUAc0SPPb2p6WhE525H2cZTRfXCkLdbB62OHa9i9Z4/MQ0JObgshZJ1036nJSYYKaqHriTla30PwMyp5DSvqPaZi0BAZmp/llRUCmAlN8WrFpw5dTndGPJvrvDI7cPCgYkpqdzoqWIsegdTk9BT63MtQMIYDHPNivp362bKsPCcHJKiD3KZrrnhN/i+fNcWdXuPs1bShwYD+WcENztZsVyOZhCNMTE48kAdAffKDf6wqSSMEru6c4g2vUJ+zdTMYIBog4MAg0JesRJ2P1A1W2vFQSrXcZ/HxT0vLlxWKUutNS9OHb9Bm0ZLoHBw0ZEU2MaqedTeUDSTcDMQn3fx5DVDfMBKQqWDsch+qMxJpRMdH5x6nOFIIQcMQtbV3j+Z5lpZR4PWZXbzepbflgKVqzt0r1lhCDtkBQbDXpfveQwpY4oATEoq4NQ9N2nYHaenh+9WpB4K0cD/SwWPqzdDHN6QFnrMGyymXGc8PC4nEhx9QEqP8+QAthqSPlFM9fY3LwYw8Xf10zgiA/adIM9DqLMm46OwOhFx39bOQRselsxc/QGZDrdG6ekxo8thNGnT2IdtSgbXI+rBD4c8kgZprgaLlzLSET5XTwKjRBbeNgWV29voJ6VP/3/9VJ//wdzRXt9UaNmpipaearq58+89q8m//fV22zL1+JT0C4NuEnbpscP7zAbheCxIcdy3/j41+j25DYLYChqkJAbYbgp86p00AG7o2xn7Aq3alzkRbiV0u02FejUIMiimhXwVlaUTwUGN4sOgKIcgGaNgExozq9UY4+ic4yu/nI/BEvyGvBGxEBjiWLkZ5CiMpMWgj2cB4bBscBwQ2hjZwPlJ0ud/ro7ZDHHeF0+nLuxAbRffxuI2gYV5IY4gaYNwCXEZ49p/Zra+t6gS7/iG2wQ5iemoK/geanOrq4x//iHbvmtVE106ty3HvuvyO0n0D/T0GZHWQ3fRWr4e6N3l3bJ2vyirzZX5cNh8RWYCkVlnK8yiZ+wRGt0yFSoysA40+R6UJvBSifNQ8xInu27dXDnq8Y/XvpYs2503b3xmYmJiUjXSXo+wWxt/rxBQZv9bjj3NUxeBDjporeBoRzPv5bOOUjd9Dfp/73OeQX0sea6u3KR9hP/74Kfo+ruXlJdpK1mHE2m3iAFc8vFKRdPToYdU4VOvRZV6RjBhnojuplcXlPJ/aTMQoL6X5K5in18b5GBNrMeDQ8LK8lstLizi8SkWKnFJENiWNOgQVDfY0pKCJySkVZUtla0Lza5vqVW31ipY2OIFrd6ekEHTw8GF4rdTptuXfG7jjjtt14MB+vfRlL5XgxT94c/nCRZ07e1aPPvyIVpdXdeqpU1paWJJl8uADD7IubV3kFODsufN64YtepEcffVSLS0v6G9/2HUrwXxE0OgCzoxyiVxucZCTWzrpmHvIzxGiReceUVFYV82rJ/xmO/4JiyHp6fXzC1OAnLAuXrf8KcMkD2ie4HEF7CLgNsdJEI3P0+GVVSTGISvUJajY2NxUYL6SYn1kHHq5voVu79uzWEyefwLm3wQ9a5zSh3e0QxF5AppPyM+d1cmDQQneqspR5Epf1i2T7y5nw5XYH2+N2txmiP74gwK8Zfk48U3D7DoJtjidt3MDAGpDbqUBmGjLNQERWDqWEglTszg72pMU/vFuby5cylR4PyT4Wfo1jMZ5oCSeqZqiAIQqmZYBsJDUE8q6nWU0IQsSqlqThHe+RFXcURzrAcc6l1S3aIce4DZFoDR90fc67gahpCuchxoHtbTzqn85EmgyuaXTVibkYJc9xdP4JSlh/+BopKXZ389BITeip7kxn8iL40foyXgwHHkEvAd99qdrLK4fuLh6qoWJEUBvnNFFdFKR0gOLm5z6saV5RlKHRiAdTnVnFvQcZAAIjIOyAE+YRxIfn7bVhQeiGXKUcQMGmm58B9LcsxEU2r49Tisr1O4VMh0qmyeezbuPsgMWZiYCS+5PmG7ZyCp7rA0jmdZtuoClwXC/V5zakR+9UN3S1WrbVPnJC/WKSw59CDUKJnOBYJ0wDEqJS+bJcDduklNucZ1zjjsh7/YLlcrWTnr5o781KXzMtPfBzb9ZD7/r3mkCPAs6nmwQPLTVv+BFV3/tGaYFu1nuPR/YqOWgoUuHUQPYZN7wYt4EhSGejPkT3bZwbRbke/6wGITc2IhiOGgKGER167LC8tGWrUtEq0apaNQIcss4DjJfoVxRWrsBjNZIdfU0bJKSY1CPfo7DVb3RlYUWXLs8z1ojjyw0VZcVuvyfTX1ldy30j4xc4kwIj6rydgZ2aDdWEdynQs5OPKcJ7o5QYA3l5x15hCH10OiJwDcErLd7XrqkI0u7ZWfV59gdAi74DDPVTTzyu2alJxh0qMqeN9VVNT3TVx+mtrS1nHsuykJ3g6TOntbSMY2ga2QgzpfxFN4/fMIHIeOZZjFXAk9vJZh69BHbwdJW/61BiVG3gvbMSjTbOZVWBKxezcy+rEkO7nGXqQGB6eir/uZyNruXgAMDHwTbKdtAFMrPcx7zdf//9+uhHP5Kdlf/m2+2mPo/8/UW+Rx55RJ/85F3sfDf1gue/UMeOHdfznnerbrvtJsaf1JkzZ/XQQw9qeWkp89TipCW2SnnNhzj5Y8ePqIXs1thU+YuXgeekxvn6mbdM+ugGmqIRtniTIGuAbdzCkW0SYETW1o7IQUiLeSfKAV1DOVXGZBGqwzqMYtDQ+jA1q1NXlvTklSt64sJlbfJghdQiIFrRMjvy+z53X+bL/79CH134W9/zPfnP6548eVL//rf/vd773vfq7e94hz772c/qscce08PM/dSpU6zrlu677z7tmtuVU5+enDz5pP7RP/pfdIGj/B/6oR9St9vN8/ex/dnz5xXgZ5qA1PJvI5OStfS620FPshN3oNFDJtZbz6th0X0C5NSnPdbRHjx6rZyP0IshyKmDPoNplVUl05VHR0fs/K07Xm/rjscNIWh9fU3LvA6YINibIigyv/t4L3/yiSe0i1OMEQ93Aw2Ptbi4qAnkaj6KspD5NV/+4qv/FHGFUwHz5YwJL6wAABAASURBVGfIf7Xg8d1u/AE8m0ddc8Vr8s/MWvNdM06dN7h8LbgOYB7+zAtPJqdGg2+ppmYEIISGAvLECAnj3GjI1t6mZxbDeOaRe1SFkTZ4+Pc973lqdoySDZKVKzRQNC0D5AL0DB7DTdvgEaSD0Lv3Xf9GDS/EE9HGzP792nPL89UEpkw/AcGMQOfZN01uVp4EHy7ruS4POG5Hia7iwSbV8ma8uYDzJtoNgUoQipJa3s2NZm9RbE1JWPGCCF4L8wrzDAKOYJGciIo4in+ZlDoUa9nACaU+0VCspAmSCw9/QAOtKiC3RnQcBrWPvlIKUp6EUwPF4H6kuWEnb+UwjKtz+nk+3N/g5p3uzj4TPM9n1ijzIi74yCIje7XOTEIsAs6OmwKIgQq68MmaBqCQjoD31B/9V42QY6OkcvcBxetvRatsdALdo0AlveZ29TXFZ2Sh5zLDyWBUg+ueDS10eAa5f/khaf4f/aQ++2//oWZSX6Ffq8NubHMUNfNNP6ALf/0blb83cS0BEzVcW3dt3m0G82NGEJCNiMHr4+oafW0wslkuyDkVEYfTyM5ryI673+uJakX0TXSocWpN7tPIeQ/ndhszG6FsWBgr1AHNQW4q1MMw9yj7CP/cmYvQrjkinlef418fX/rb+aadQtSI59TGboKj0RodbnDsFc+swe0H9+2Xd78rOKAeR7iryyuanZ5Rp2qpKgrVyMz9Tz76mBpo+Qg8sJL93gbtUVPs+nbNTGluelIdjF27TLrtlhv14hc+X1/3NV+j5992m17zlV8l7/ZG7JqGwHl2ggvz8zr52OMa4KiGBD8Vz6YNoB3Lyqp3u9tyG2AQLdMavi0T2xnPYYMdVQYCjUuXLyPToBY7qSH8LjEXG+4OO64ZnIjzI+ZuWXqtvPteXVlXizmur2+o0+kqxiS/i00EFQbjrawss1MbyOO2WhWP9bzu+vRn9QfvfLfe/e4/1u/97tv0tre9Tb/zO/8d5/cxVWUkUCr10IMP6/yZczqOs08xaI6g6Aa/l+ZVgedvGUdWc2VpRf5J4RHrz3LqxM03aXljU5Ed9wI7+yOHDquHbDo4vAEO3oHIFvrT4nibCQvVyTv+EIIsp7KsNMOxut+/Iy6FWKATtda3Gq2j7NXsPlV7D+gsO/nlkDR98Ij2Hz2h9c2eujg2z3mInIbo6Z133smO/KJe8uKXyCcl3rn7S3mv/rIvI3i5TTfeeIOOHT2q48ePZ/k4OHIgsL62pk9/+tO8z79bv//7b9Ndd92lb3j96/Td3/VdeYw+QYrXxWtqxzdCp3rMyWAHWe7ogZ8JO9Ie+lGxrrPI0O/ILT9/B2CDdQsK8uU1Nr7zTgtoxBiZf9SQ3XyKUdafzY0NjbJgjCl5vs5Z5zaRu/WvOzGhFuPFFDVAl06cOKFzBCTmwzQC6xlCUAhRfldvfI9hvlsEE361UVYlunJJm4znoDoyvk8vPJbz1q+YkovPgPiM0l+pEHLvgIHZzulpg1tLPL/MXrkOFI2Y0CA1MvhE+obbpNN3fVzVqI9/axQ40ih4b1WjcUH+t93XRmYM147VSLnaSt0nv6cjXbiHSLB/GXfQkxBiMTULG0ENYwua2z30nFeT22kC1zTJPfNuAhgh1zX+ZNGpEpXKF5JNwOAMrxDqvodXBCFBbPKGVyodvkkhtUAPavEw6uI5FZv0NLFI6pu0feCwBrFEboETkEJXVntanLheyzPS2b3So4M2O4+hQAVH6g+l8sjNGnitt9kTg8iXi5aZPMb2h6u/IGR0sNyfJN9MRYZc2Pkw7QjyNh4Z6rc/ybjSQFYw1ACWf/TcAffT+GrIZOJWHBfADLWGpXSokJ76wNu1zE4uNlGcu2mtlZh/w/xZW1bbn1B4+o5kDSR5WPNhcPkaaMh7DiTcQRwOkHK7wYBsGUgzyPavjaTHfvtf6t7/8L9qTxypRYAVm0pN94AOfM8v6V5e29ATxvn0WGOgePV+rrrcGGGT8etGjaN85GMjYwNmR0QR42KGTL7OPWyA+72BIg9+QzBgo9qAGEJQ4sGP6L/Lru+xixlhdGNMGV9cgYkFyj6+J27RED2dv7SoJ588BS/SBsfn/nLTBMZKDN0wxtzsjHpbPfWhN4Hjs6FkGHV8nMtJxOnTp2QOPXb+stagp4Url7W0tKA2rxdihC478+s5batw5OtrK+pxxLm1saYD+/bo2JGD2r93twK0Gnam/a0NOR0w3jr9bJAb7EODgS1SoTb2wgZxCud1yy23aIAjjwxiZ2uebfx97G8cccWU5DpDIvBosetrY3cMBQa9ArxzLMALIch1/rv9DjjugxigIuoLdl8TGPehatbLjmOagCaGpBY8DXjd4ffJNv4pRflK0KzhOyKwBO9C3/3+malq/vIVra1tINeB3HdiotBNvHv2LrFFAPEN3/DXddvzbtPNN92MPGqt4wC9s5ubnZN/k34TR7V3zz4ejQpHu8FuuKfuxJT6yOpBdskJGgsELJ6D583UVBQpz6FmXVdY6wBfIcYc6MUQRdfMk2Xex8g0BIVle1KdmT26uLyp//YHf6S/9WM/pR9/6y/qn/7mb+qOe+7TMu/TU1Hp4Uce1V2fuUsf+ehH9cijj+bj9m//9m+Xx11nrFtvvVk333yjfEpxyy03qUOw0Z3oaP/+fdTflFMHIp+6/VO6+5675QBqFt37ru/6Tn3JF3+xJncCiX5/kF81GdcnMHa8CXl7nhPobQ+n32HtDLt27VIOClgDO+GYUnbUVxYW5J1+nxMNy9TvzR0kDLHvKSYvnRqeK+ucg1TrgMt+leVTgxijDEOfkkDbz1mjRl1OG+yYjWsi1hGfVHhn7vbE+H6GB8zhypV5WTfMr/vlNsbPO3d0xd9r8biel//U0HwGiA4JbEzf41N8xh2fUfpCBVP7AjhjlAAn4zzeVRrRcSjeNWu7yMgjELKjb0lTE1L/wU+r6q3TztQRUo2ArHigaQxUaQyuy3ltXwwp09QeqYSef3xmZf4RHOSmAgps3AbtyhAlsspXJpRz+SOIf44+mkA5CBtO+vTNOksYwmc4Jz+hT6MIEhkCxlILF3HyNXxIkV1HOnyD4iEgFAoxURl18dEH1G1r+2pI4K+PXNqcRPTAizi1kvfC5Y0v0Y1v+t8082O/pcNv/Tf6il//bbU1q2YQVEjQ4/PgcW2UEj5PmQ9oievqmoTgUm4io1x0xuCxnY5hG3Vcekb6DFT8jeknKg2ysIEsQurIXtM3UgwZ+BijSteM5ex2g6shrlqDSkrMK56WVpFpwqgWHixtqaoHyNg0I2QYMEhktiFKMgTSZwNVz74bOjYIxb9gmPm7to9ZQcTVnPS1U9KT/+mf68z7366KVwn1MKErLOLh23Tgr329ttIO5XH/neKfSdx+TWUIZjZiUGqMzyinbm7QYetezSlQUMji8UMdQtDAX7ACKaaEkWiAkUIIcnuizkYhhCAbDztsOx3XuS0EaHFngiHKzn5AlLO23teZ0+ez86rR7yHBgY2ewPWJQA+HW5ZJExwx0k0mYyO5yq65i6Gem5uBjyGGeYUdTI/2WocP7VfJ7vSpp07KBm1+/hKvCS6xgzmvJ08+xnvZBwkG5jnqncfRbSoxVmknRCAxjQNvV5XaVYlx76rN7mg3R54zMzOZBxtvw9TUtFx/++23qypLzc7Nau9ejILQm9VVeBnm+h6G30ZyiIEcAZEJWB4uexc1PT2dRVJWVT463csxq2U2Qg6m674uO8gwrRZOvawqZNyXnUeIMA/NGiWy2gScQCN0tBGGf0Ieq9OZ0OzsLnmdKhzwCu+kJyen5Mv4dFULmvv37XMVQdJSdvCHDx/RF73qi/Xa1341Mm7kb/A/9eRTCiGyU+/LQdcmzqok6Gohp6WVVU0zzoX5K+zsN+RjfExYDqzajGvn16BcQ+bWxhma3xH65kGtK2VVKRYlUGl6bpcqAofFjZ4e43TBX7pbHUnf+F3frbf8/b+vH33jGzWB7PxXEe/+wz/Sf/iP/0mfuftuvfwVr9DXv/7r9eKXspNHb8qq0MGD+7Vn9y7mtahP33WHLl+5SFBwpz73uXv1e7/33/Wb//pf5vTipQs5AHjB85+vH/iB79c3fdM36Ybrb1ANz2UFb8jZeuB168J/URSs+V7VRCiur8DxHF1vh2zwulm+M7OzsvxLzw86LQI+4xpnirWwHswwn4QeWhbG9UmA18fPQYo8M9j1gLDc5nXtc1pgufd4Royzsb4O/50M5sdt85wWTRAAxBDlOkGggSH/8qPHaeA9O3rom94EwYp3+lvo7YAgtk/qwLVCxy2HEII8vwbfmZ9T+BnfcZx5RsqAzyj/XyiYhA1/QAHG3SOOPlq7qIAn3rkGRTTKeJyAas+T9yiuL2hYUClh2psMNro8G2oyURrGqbPOOwV8e0LVPLkV6ci0tHX3Z5XYSQw4nnL/Bmk2Hhzwc0hRGeiYSaE43nXHJsgg8DiRlZKkBuDuBz5y+0hRI7momMB3/Q64kmm0LlNeuSKxI6lxTAlPFfcdV/fITfRNHP+ApIEev/cO3jmC6zFcFaX5rlRNn1DF9jxsj6L27kOaeuFXafTyN6j3om/U7Eteo6YsNBw2KjlCE5FOOHBUvRJaCQg74MS0d+hAnvGDEvOLeS7avozj8cfgMhCBa0ht4z77E5yIkuGZdmTVIBZGGoA43IGaVAWi3GYuIG+h0MnE3QTADp++GwK0xhn5C2fBfUfS9Uel4e0f0GTYlP/ToVaqpOABGtYgMC+JafGhpy/TNzxd83lzfZjZgmZjvmvQ3I9pyENQlMstycf4r6P+o9/+oyoXriiGqPU41GJY1sHve5MubIJs9sHJfSh+3ts0xwByIB8wtA0OyA+ujbCNlncpQ3QpJiNIMaJDQ4IgHvyyVaqsCoUQWAIPzGhBuZxw9uLykaGNRAxRBQYixUi7MjCcipAILgK7P2mALi0vbOjs6XO0N4oa4fQH6Mw2vuhQw0vD7qUqkjrs0md4F9yChymcf0398269RTdzFHv86BGO0rd0Lzuys7xD32An535+BqemJrR3zy7t27Nb+/bv1jTvuCdx6ja2NtxtnFVZlXJ5mp3ynj37dejgYV13/ER+Z7uLV2G7d+9VhcPqdic5LejIu/szjHMAR7J7bhaHtgX/QW2cQIpRfncaQpCsfyIBfNsoD7PMG3kXnpjX1NSUShzHiF1VVVaMU2ZnakcQkOOIwKssKq2srdNnXS0cRQUvkXGGHNHWPBOWd6vdUUxJ1m9UHhpDJfrNzszplpufp5MnnyJIGBAkbLEz3RLizXN+7Wu+Wgf3H1SrrDIfH/vYx7SxvqnlpRVOPPaxJrW+9VvfoB/90R/XKoFMYoyBHQ3B0QxObLI7Jc1OaY3pTu3Zq3MLy+rHpAtXFnj0gtpVW5s4bdhUZL5CUuZ5iNMfjKSSYCQht8jaRnbZn52/oN+54yO6a+GsLjR9DVoA5hE+AAAQAElEQVSVZgm4hB5+9vY79IfveKfe9a536WMf+7ieeOJxveEN36pf/uVf1tFjRzW3a04xSoEPO+Q7P32H/tb3/C396q/+iv7Tf/6P+l/+6T/Rhz70Eb3jne/kXfy9CkGaY/2cvoJA4SZ2/tafEUGMvw+xd8+e/NcUzi9euSK/qmkj+6mJSea0kR2oj/4d+Hj9DD0cpIO0TV7NCPrWK++WF5cW5XfodpLGT8hxRIDrVFx+BlsETQX1A3beVOX1sE7Z0fpEYZV35z7lKtCXy7xmNY77F2WZ12naAQNzP3v2bObNR/cF9juPz3t5f/l0Et33M+/6BkXxMzAxOUHAvI7uVTIPphtTUgtdG6KXfZ7/FrwZt2CsudlZXXsh8muLf/V8wL5YkU0JGUqU5VEoxL5UsFO2c09IuECJChw/r9GlLWnPU9LqyQcxJEMcfFCdorA1Mr0M9PH9DHAB2kITQggMFdTS9tVmvOC/OY9SUZUyK5lOxpcizLouYwcpOsPT5S8JRqx6UE92IPlHXmy0beihmeBbHNdGjdil10riwol7XtuDUA4A9yz9Fp58TGWekVRj2cLcYXX2H8cpNWrgWcNNrZ55aJtOTScDY6xU5HcdVNMEDc0rfUcoSY+HcbGTtFZ21YsT2qJuGAsUaSQP2+zer2U7qYb+rtgBD2VQiLLhCWG7wYkB7D/3hgUcr7bHkOCdj20SZLhROLm1YeAd5DowGeOIywI2IIuInKnZvhmcpZa76uq13SnsVCIC0U0W0kQpje6/XWUcUNUosfVuiCgDpeCxGf4ZZMJOaZzuFD9fUqB01RAZWYYgrU7w8a1fJf3IG6WfAH7kB9TcTF1S1rVXvEi6/4O/k/lpkG3bFnNij8I0ODXg2zwZnH8uMG8G2gLONiiw7o1qDE2NXG1kaBKV1NWKCAyxKcWkAUbP7T6KLNANg2iMQMidRBHBN9II421c948xsoZBjf8hNwcRoFAKvAJqtDWSVtnVnz17iX4NAcCA97Jb2uQIvcerk9XVZXRuqKXlBXlMw8bmmkY4fzvyyOB3fOqTeu97/kQfeN979dijD2t5cUH7OZafwnBNdNvajYNPRcgBih1+lwBhCkc/x9HqbpySYRfprt17NMPRdJtj2kaB49Vedmp2bDbMNt42vjbgKxhbUBRhwF+AaliPEIJSSrIBt2E0/hCH7ryNY4lhDgEZSWpjMPcQdNx4443ajQMbgSf62/nV6G3KuCHT83o0GOMa+QVJBUbWu73pmWl1cOxFUSowbiJd4zh+gOdkOekWMdgd5DnUiCB9YXGJo+vbdMstz2P8rmZnJ3FgM7zb3wuuFGPSTTfdJJ8qPPnkk/qTP/kTHNmm3vfe9ynw78KFi/kLia945SsJqPo5sNninXVBcBAUFRi/j41aJwBY3FzXBZzKFrvQIkSNeOVTw9QW62pHWVUlPnukJkVxUKhLyyu8KhtogQ3T+zg+f+ziJXUIrmKnow1oCLxL85f1wAP369FHHtbpp57UJOv4xV/yRfq7P/xDuhHnvMaO1sGVj8IXl5cIBP5Av/DWt+hf/Mt/gRwK7UMn9vKaZu++3QQDE7rp5ut15Ohh7aHu4MGDuoWAsUvgMjc3p1cyx5e85CWaYrfdoK12knbQFtQAh+ddb8Oaa+dyn5hSfm5CsLQEKlrE3B3EtaoqO92AHPvMp6JsKFjnrCfU9Xcce4wxU40pyg7fOA4eDA7qEn1WONGqx3oCfpDYiA1lvbaeOYC0TllP9nFSswtd9zv3EEJeX9B18NCh7NTzOOhUb2uL53yI3m/J+m1ZGs/O3TA3O4vOzOZ5ub6gj9MxbHM9Ln2htPlCCEJUunqFMX6iitlmRx9KeVBXxTrkX5nDZ0oY1f3L0pUHPqMWxx21KSEkkzDUkGgQhKvH0ECT6nxfk81lJWnCnR79qMSk7dga+jd0dkoiQyOunc6ZXwxrQUNoAo54KBVSuyvZ5+PXhS9RDW0VQ9m5JMbwbhcrqEje7TJR0wRmgEuPPwAZGhm/jlL30A2a3H8CWiPl47G1RQ0uP6ksGPfFwKovbUw4Et+VnfwgNCrZtXYG65rprWhqsKjZrTVNb21ybN1XLOGRwVOMOJg5XV6jbFokf+aOQcEQgiIgg/6cK/zZNsTzjErskIRyX40E4Nf5Ou10Ni+A5+/xAg+iaYRAO3l81TY9ijnjxixIl1wZlOVMdqotVSdZ1/4aGMy3SWpCrcACxR2DK1/gOqFBGfQXuwqYTEDuA89Llu0XfZ+GX/tzuvz6t6r+mjdp8cAbNCighzPfu19aeuijisMNqSl5X08DQViaoJ3+mQ5ZOW9w/s+F8HQr87ERhrBMJ7K+huCCIUgjDHjCwZdVIYvTiDFE2egEUnE1rI13J3ZWIQSllBQincnXEppjxhpSCowxUtAWDmyzX+vy/ApH6asqywLnM6lZ3o86bxCTWlle1j33fFZ3f/Yz+sxnPqMPfeCDOKD36mMf/rA+e9entc4uc4vdUwOfcxyzt0oEynNmh9puVdqNoZvodjH4LU1ivDs4yBa7zBYPXtXqKMZCsKIh/REH5aiiqBTMJ4HLKsfSF85fYEd8Uvfde68+d+99uoOd5Qbvqn3kWTFenj/ObAT+iHfmgpDlaHk431C2fGII7DyP4WD2YlgHsoGNKeUAIePByADDP8T5u+8Qmg0yCCFk/gsMfUB23U5X+/ftl8dLsVBMBa8iBlpdXtfjj57Uhz/4Ub37XX+s//47/wN4p97/3k/o03d+Dvndwy74vC5dXNOFi1fyzv2hBx/SmZ2feb2VQMBHzpdxtr/97/6tHn74Ye3C6Z44wclfUXo5ePWxqPlLl9UlKFpHBq2ypbWVdXXgaYm1CJy8PPzkEwRzQy1cnle3rNQluKmZy+bmJoFGS/7mum3OiDWfO3xIGzHo5KWLmsPpTjPe7r0HFEOhBx98UB/44Af1p3/6J/rwhz7IjnhJ3/wt36xv/ZZv0Ute+hL1ebBbrOeZc2dx3Ef04MMP6e/9vbfod37n95nfeda7qxtuuEEteFrFQR47dkwve9nL86nODTdeT/ukXvqyl8hyPXHdCR2CF7+DH7CGXrN5+HdbjW6UVcUcO9rDLt8OusNu12tkfKdeP6+5WCunLebsL9+Jy3M3r65fW11TYh1L9MYwgxO143ab6YQQkHOTcYqizM53yqc+jO/vURivRT6EkPnvotvW7yNHjjDni/rcffehDymvqY/jr3ASUcFLCCHTqliPgvHNn8H0+lnnBvL4sJt3956/5+ayHfsyz6Hnbp7XCaxcP4Y4znzedPv5Z2JgjPPMU9cCTc++s53fqbTNFCO5ixXeafDDQWUAyMr0OhjGs3e8T7s5auKVtP2EUohKMcp2vyHv1LjyBaEQ+HAFaQjkAfbh8larU0u9uy9Kl68oDOgw7jxOr6kyiT52midbVdPmXfq0Qt0SoanW4F27QE4APMabcMBFXwOI2mHZ2WtxSZHxsqV0CqrAD5PS+fvvkOqeLAc79vb+EypmD0g8BLKgLp5SsU4H8GUZuz/pcD9bRY5xhuxWRyberOjT//Z/1+f++T/VQ//7b+qR3/xn+uy/+kc6+4F3aCJuKnJsbHLdyUk1Dk6g4XmZD6eeRgjIiEIwOB/knJwVeT37os5knl39XOXN/pbwuRqmIDbEEqkmEMAW2MRMnltEfgodqQ7KZQ+KEhOIg3Tt7fbxyM6HLCqjex7Vw2ek9SVoRMi4hnbVijj7cC0Z513x+cDtz4Ih+jYARrCpgZRWQdiaEBt9Mg0sjLSuDaU2RZQNbdDs2ooC78lHoeKEhUnCEhs1gQyP2gYSmPWncr2edQXKQAhRIfgJabBNKEMzUoMRpqAAXzYCfuBjDDigoRqcT6uDrtJ9BJ4NQAghPzfGETSN712JdzxuF5VUCzT5ct0Ygjx2FNPROh+LS2v61Cfu1N133aP77rlPd3zyU/osDt1O/eMcI585dUpPPPqYFq8samt9i2VPGvWHKlMJD0UuRyVF/s1fuqLpyRldf+J6HTpwUFVRsgMdKIakAGxt9rS12dfGxqb8vnppaVl+Z3kJx+Yv9/lvph+4/wECi7tx5ndmuPez98g/8PPk40/IDnCZZ9HBxQhnvMzONTDBkR085ciEXS5xvJM4QhvhSZ6XaQIQ0LIhtpPoc7xbFoXGBthpTAnjnuT6VtVS+P+x9x9wdl3V2T/+7HPuuWX6aEbdqrZcZFmSe7fBNIOxKQkJyQskQEKAhF4SQuiBUAN5CSX0mmB6Cy20QDDG3XKRLFm9jer0cts5/+9zZq48FrJfyPsjn3+7us/dbe211157n7V2uXMVQm7IAxXt/G2UfRzd3dmllJ377p279Yuf36B//ey/6p/+8Z/0mU99Vp/+xL/pO9/6se7esEUDe47I10NRJBlJIeQ8u7rKWrlysXp7uthp9sjfkr/l5ltxpD/T977zfe3YtgPdDGsJ9/RnnHY6TnxEX/rC9bKzGkFfXfRnamJKhw4eVgUnm2Hv5vbNVXt7p/pZfBQ4SSlzYnB0ZFBVL8B4+CYnxlXCMWYsuqMQqZ0+1HiejrKYvnvnVv3kpht10+0b9O3vfp+FyZf0rne8U+981zv1s5/9XEMcefub8k960pN05ZVX5n2YgJ91khQT7dixPV8QPP/5L8j/hK6DK4A1Z52mSy+5VGeddVau42XLluniiy9VzJwpschrx254Lq9cuYJ+ZTp11Wn5omeE0wXvgjMWriEKXPfMlbJMcRwRZFyH1ORFWEd7uwJKzSibw0KyQt88hn52jBAC/S3JC7VRHLsXDq5XQxcRfFvxEEK+g/YcqXCC4fwojhVFkdy/AK3LPF+mJqcUkWY65POowWKkhANPikWtZDFz5PBhFkLDmr9gAW5mioXgPLmPMfzamYu2DZbXp1oF8tyWn9spFl9ecKY853mbyNTLyYZpvVCg47LcXVwL+ETL/evrs8OyJNOIpoPf8DNAZxA86J3JMpLlwhmElLRB4CyC/E0HnIsJyw1nE6EbBUpKgDHbe/M+ad8+pQWo4kwhhneUUSimXVBqXjNwbhZIAD5lpMQn+yHHCDvdfUAaunejkpCoSW9TMrOZwYjyGtBG0+BKUY29+xRCXVEYs/6k9oVa9ujnaldNqiXSndDO+8M3YcwL7MYzIMFSm2+7QzNKUP5yplGUJnbh6Nl9x1GklH8JK7Y4iuHfYKUaa/TAbvW7/6bPK/NBvH3pGVJUwtdEajJhNHFQe7/794q++79V/s67VPzOu9X83ns19YsvK0lr8qqzYZ0xsU4++zEax0kdkynA0+8MZUeRcr1ZcufTp8yhYZoTghELBt3k4ckXN6Zr1YHt4L7tCs1J5Qsa5ydtWnntM3UL/Me6pMM90pHHXCO1LeOApM21FUJQbcdOdkMkXYfAsqT5Mc90IsNJZIqmHT1ZKERN/PzovTeprTFOfoRWI/qUSqGhY698ghxLTUfcxmyQ/0lUegAAEABJREFUm7fnvsn9y9iRS0k9U6HqQnGMSYjDGC8wGelcxpgcxEkdGiQfmmhEqi5dK2Gg2thZlBsMJkfb2FDJbWnmZXlmor8WtMpm0Ye8MjKhb+82/WCTYs4UmDuZ4rjAA17P40kS50ZD1Mkwgik75pR64mU+NhI1jnJ9R59izFPToHssk8Tz4AWoAblSDEoIkTIelkwJ5SUdPjqiAwcGZZbFQkFt3JvP40i9s7NTPRyp2/gWi0kuQ1IsavmKFTr9jDO06tRTVWnr1NJly3Ee3ZrHjnAfu2//nfORoziaqZqCIo1xv22HNrD/gPzjId6p3rvxXvnvqW++6SZt2HBn/uMw27dv15YtW7Rp0ybqjOYGc5JTLf/HOT4Wrk5VWSRMaJDxquNsx9nZ+MuHhaSgiP6GEBRjg3zMWsHhRVEQXWUnNYnZ2aOBAZ5/SYUkkQ2mDbGNpw1pit5svKs4gyq6tDLqHOl66NrYtfnO3sb2tttu1XOf8xz9E4vxH3z/5zp4cET1Gk5oKhXTg1nGM0QbqUHlOI44su3RmWvO0BqwdOlJWrR4AU7wTF108UW67LJLdelll7AjXqyu7nYVSwnOZ1h3bNisX7EAaDIowzgr76wto/vsL0KOc4Xhb+H7NwUqyOdd4RSL6iyK1Ymj8K69jC0aOTwk/3lklaN568I7Wjv7I4ND2sJd8ob779ckc2IOR1fLlq7QypUn68ILLtTVj7taV1/9OJ3KGC/geQgh5OPvO/GBAwcYnzFt37ZdH/jAB/TjH/0oXxQtX748p7eefE9tR7WCnTqqwJGPs7jplf/bWh/Nr2AOJYzD/du2KWb8lixbyhzqUB1D7fEJVDp06KDGx8YURXE+F9x/75B9tO14CEF2mCKMGfcSc9PjFEJg4dPOXE/lZ2F4ZFg+KSlhZ2PmtxeGpjMPz4OgkPfNzt4ypejctC73HPGCARKFEJgWmeyQS6ViXscLDX87/r77NqtI+54rHTw33n0XkMk893Li4WfcecWkyLN2MJfbtDClp0G9vT0KzFfnlSwndfu4WuphLJcsWcLcHZAXqdbpCKdcVDr2jo7FZkeYfPlsnJ3neCvfYSDDtQ3SWYRXwThXo0iTSR2n2lCEMoo2hJ7RkEPGcXqsQmjiDBrkoJQgeReILZfapdPA5A0/UjmFHxReCGQKOa+UTmYz7an1yjAurkxBwGLzFiJMl2bSsgXS7T/5qgrsdpts85u0Z4ffDEEhxLLfk3kGqQf67Tf8QIqbOPIMFQQ1srLOe85rtPSv36/ak1+ldX/zWbVd/GT8SRGZYjVwMbX6sPb/19fUP92l6bb9GfhIwAQYGaLfEU0FeXCJKO83bVb3bdXSGBq/HVJvgvzK8jNUY4fonWHDToajrQVNaXUZPcH3ZLaS53RJ8/f7T/hShRBUZfdXZ6L2nLZWw9CY5Wxk9Fn0LP/CGTz9xcKUerNpHhRHjiZ8JkpSPUrdW9em7wjZIoSGAo1tuUmaGlE9Y3UTBaXotf+iq3Te2z+j7KmvUtvT3qYlz3mjMpxEA14Nxq3QSLX/xm/oZPpknyLYul6TucRZOO1E3MFHZGc6JmZTWsK47vrVz9XWrKnJvwyk+bxKlcLD80CEuYgZnwbBid45X2gzBCBA7lRCvnwxU5DKNbq18VYVA7Iwz9JCh0675tkavfKROrB2qXZecLnOevqfSUlZCXM+Rf/ada+SsZnW3LbhZODDIDihfKZDoAyEDDmcNi2wcTGaGN2Myhl5/oUtz6WoEEvoPIojibqGyw3XsWNrsqPNXBcZnZ85pE6qIBn0L88nTpECcyUjr5EF1RpBPsIfG51UxANWTHjuMLh2CDY8XV3dWnLS0vwYdu3as7QfZ26HvmPHLtnRbifcn98jV3X7nRtwApPah1O/gxOCG375K9144026Gad1L8fUW+/fph0s/nbt3CUfzfr4eYidqnkexIGM8BzYwQ4MDGj3nt3axYnCnr17aHO/9mEw9+/fp6HBo2Ktw+nAJMY1yXfhnveVSlkN5I7jiLIJaBoqJoUcvoKo48T9ozVTLB5Ml+Hck0KiOEKvKCWgLxtZQ+jZTsTxEAJ31Pfqr1/9ar3qVX+rQ9yduX02gXLVJAkqloKw8x4mtbclOmnxPJ1++kpdecWl3Dufo7n9c7Ro4Tz0uEhdnR0qlRPt5Ih9fHyURUcsO8l168/G2Xdr4aKFmj+/U4VirJ1792v/oQMK9GPvwF4FTgb65/crIHshitXBTm8Qpx1i+sk9ty1rpb9X9WKiXTjKBqc2UZwoYfcfs1itNjNt4TTi4Oi4xuqp2nvmKKm0q5EGFuRtjPGqfFfaySmIHdYynHcvu2Y7Hc+pMRyv7+s/8cmP69/+7V9ZoJwkf9/hnHPP1oIF81VBKXZO5194oSJk2sPmauGixVpAn9rpt8f30OEj8pi3sdO9ADovUrx48I81zeHqoMGKyb82F8WxhIJdx89FFMfyaYBCxDtSsVRWhA6McqVNbs90cYExpe3JiUnmQZUTkhF5geR0gfwInr766eJkg2GnXpTL3eRkyDvsCn0QL/eVIH9XuUf3fBjlesS68H9C492+FwqjLLoKjI+P1z3HunleDnNk32SMTO+TIO/quzo7sa+ZlrGo8bXC8NBQvnCdYNfgeR5oaWJigk+pi3H1gsJt7tq1M7+ycHtemO7fvz+naX1ErcixMCM2GyQf9G6VuUXXngkbwhriIKtx0ESxLv8QDrZSRVe2AyRMQUJOQj1/sz4Tg0S3IvOYwakladv3rlcXBilgYDIVWCHFGPugZogxwjBJgelzWYpqwCCDV6aIgkzhIIHfpsGBHLn7+9LofmVRCR6Zmkmm/M/6GMwC5UohRpRKIt1//TeknfeozlFPIUqU4Winyn2auOoZCs/6W42dd63GQr/iyaDQDEpZkGy68XtatO8edTalXIRAaJ4GfDuKUjp4kKJMXtJnon0ccgNxM3LTgzs0jwWRXI88uqK9B6TeVWs1hfMRuvB/ZiKMZ4fLC/CHr4sKsOzcf5AGpIB+hMH3SXn59LM0YH7ilQLoUKfSAAPGqB5HmgINkLlByqH69TdtedExgm4aSpGcwcxqCqxSQquO26lLtQ37NPyjb8qrp3yli6Wrw7u+9qkq//6bVXjcSzXVc6qqhQk1YyarZTm0R8P/+SGtqNA0ekId+Rh7fBRSBf5FtBOjLyhEUrAU00g7f/YliQe16VMMupUxD5ogpV4a9MCL+g8kjotRDxUoRpbMq74sQr5MjVIqnncplvoY15v/6cPqIN6GE6+qokbPWZr3is8pfvNP1P3G6zXctxSj2GR4G8rium58/19rgZsKfGTg+Lfzj89r0dGGmJuBc90IZx/IjzFgeR751gFZdL1Ke015t2NnHsUISHkgNDJljJiYPmluxOrVmoKt1ky7wR0PCAJCFMOe+iGiVuCZgygL1M3UdGNxCWcfc3ebacHCJew4F2ve3HmKaO/uu+9Rs5FqGGNmQ/aDH/yH9jFX77jjzpzPlvu36n6O1Xfu3qO77rlHAxzD//CHP9att9yug1yrDQ2P6ujgCPVHFfEvKRRVwuGUcTylUklDGLv9+wZ0YOAgdQ/N4KB8AnD06Khs8JYuXcZOcZXOO+88pY26xseq9FVav26tJibGZMdf56rsyNHD7Laqsg4L6NnfGaiw8Oxjt2QDPIURHR8f0zh17OhjnqeUMWiwSIrimBOUmvyyoW9yTdLd053L951//3e98U1v0j1cK7gcP4LDidXd1aF5/Z00l6nBrr5YjDRvfpfWrT+L046VWrIUp97VRn8L6unulGVpZ/ddKhbUQdjd1ak2nHOzWc9PHY4cPaK29jYlpUT9c/s5iu9Xpb2k3QOD2nT/FpU62rV05TKVKkUVEKTCyiKiDx0dOBDGubuvXwWc1I4jhzXBvfimAwMaHptUqb1L45xi1ZOytuzah20oat/ohCaRWSFBZ6kqlQ4tWIi8OL9Vq05D36fLX5Zso82jQ0f1rzj1L3zhC/ra177Cwu2XKhYT2bmfeuoqLVy0QCn2wCch8+fPVxkZprgeKSRFyhariY2rcdRtWQssIl3e3TtHnnt2pu20sWjxYi1ZslQHDh5ioTjOwiNld9/Mj+s9l0ss4kQfbTXMN2EOeboXy2X00cYCL+V5CHnYzvVGxJwfHBzOx7TCQsbprq4etbV1qFSqqFxug12kOb19SllYxFEk+ekgnGSeRIRtjJEXN54L/n6DT5VCCFrA8bznU4W2d+/erSP+Cwecuul9+mXHvZ+T6ykWB57fsecW83OYe/Yi/T969CiLxUO0JkXw8y69C8fu/vikY+nSpbIeXa9MG10sHCyPeW3evFlf/OIXkfWBtyV/IPWbxjIIWyCqWDzoZamRqL0eVK52qODjSzx9/rfEqYSGhS8QS2dNFisaLbRrMmrPOxJTnEfg2Qntgc13y1+iCVmiuFlUUi+rUO+ApCJsT87LVQIfsSaEvwWRmvQmCxg+8uXCApE2ad4Ows03K8RT1K+qGTdUKxAWJ1W0V6RN90H90uNLLDTe+cdqTu1RAaGbGLAag9zgIWjWUjXxIM1QUBwnittLKgwNaOqD79CSbtroBDPOSu4s9sRyLG1KU3vvVQOD0STDX3KZUqZqFCALGhoZEY2Jommgh8kxqXfR6egxViUEdopNDW7+T7kJDiZkJ494UiQNjYqPw8LuKM6KisYa0qnrdbRCfgDNGcC3KoQKTbU3Ms2diCkAaZs3z8RP8MYfd05KHfWiik2Paxd30Z08tO1uWoJnrrs2aU1Zuuk1L9Lknpsw8DE7+wob46CQuo2CMsIUNEGcNtSpQW398utUGaRd68u8DJKZimpm7RovFHC8qQpZTfkOm7K8711SaTcJdjyNcq9qSY8aMXMkKirDM2aBMoNA5mk4PhsuR39eLMUsDpqFCUhjNUOslMVQ0oCYegy1etHlnZ9+l+LGhCaYaGWOnOttJaVdHQpxQe1xSWM8cBPZlPZ//0sq3rVH+aIsnuZxbGxpL4+TfexNG3leIAdEGGclMWMypcAOQoyVjcm0sqVCIWGsm+yUJwlTJRgGaso8AvVbYYtto95QdWxC/sa5Wi8TGszBEEcSyHVGeTDyyv6QPP/TKFa1kWrzll264cZbddPNN8u76J07d+oAu2z/2tkNv/gv/dfPf44RHpUNmH+q8yac+dRUTSPs8vbhqLdu362hkTH5p1h9dL9t6w524gfkO/idO3br7rvv1S0336vbbtuouzbcJ+/wxznWr+DsTj7lZF1wwfl6/OMeq//1x3+kv3je8/SXf/k8+W+qH/GIKznivix39CUcd7EYtG7d6TiGJerq7paNq68ZFsxfgP4KYjLKO+VBHNTefXtYZAxx3H8Up1FlYTCu9rZ2RegnZmxtSO0YvHh1nvWdFArydYF/svWDH/ygBK3zqiymYsa8r69DbmsM2e0EujrbderpyziKvzB3fqefvotv6UUAABAASURBVIpd7gr5m+adXe0qV0rI2alKWxmUFPtXD4VhYi6jekWMTxQFtXdUePb8QMulasfpz+3vw+G2aWiioc3bdmqUxe/OPXs1t3+ehrnTrnJKEUWR7EC9GJuoNXR0fEpxd6/a5y/SJsbk0OCkhuuRdk1UVeAYeA9jtGDBUi2av0RLFi/Tco7s+/r7NTg0pDs2bNAnP/Wp/I7+Ix/5iF7zmr/VZz/7ORx7Sb0cI5+5+kytXbuWa4g16qeOd6mlUkktJzfOdUpqYyXledZbAX1aRjvUQD9LjKHzvNvt7O5CJ23ycfwo88i67mRRNDw8lB9Vm5/v2cdZoNW4SmljrritGv0usIvmoc7p4jjmeWmqs7MTHWb589PGgsNj7LEtFkv52GdpKstSzmVINMoJUplF5xQLE8vg58PlVa6JPLZuxwjomC6pn+P00dFRxfTJ/W6wSLRjH+I6aQ4nH67r65E50PlLll4g7ORUqoz98NwyH8/ZtvZ21blqcbt2/IPULxaL8gLi0KFD+ULAu3zPw5i+udw/p/zhD3+YedFuUY4hOhZ7qEhGwYnguWYwF6FQmz8w3r3FqtoK4yoXKMQA1edRkGtGNE5cR/BTVc1hldmWTKlYqCm2FK02GtL8ijR+5G51FMdUKU2pWKlLpVTlUqZ8Y1cwH8nVSoVBlTWiUrFGm1O4hxG19U6XKyZMpTPwjkN336DOUFUXVrsbT9ETCsQ17Txi6BBXZogDqd48qM2veYF0aKPKtB37BIBD+gL96SiU1I2sIRpX6Y6f6Ocv+30t2QSdeAWQAr+hcUA1zcURTxw4rKmAE44StRH2ZpHmYcD7mRDRyFEhkma/Fp9KqhIUyil9k3qgP7rxRkLy/TZ/dOVJ7OvCycGNCm3jqlunZQp5sDrnmhA0Ae8meqskNdqqqjOpqi2aVCWuqYAHRS1QnOCdCQMhdWXjKoca9E1F6COLp+Qj/dzazPC3LJf3STtf/Fi13fQdtdUHNVUIqqmJ06bd5pSS5oTaQ1XtB3fqly97trKvfUnL22fanSSEl21AMcSKs7rKxSZzpKFKSHM5GGDluqpIJ8+XBu/5qUrVg5RP4FgnVE7qyBeJDYIsT44UvkZGOPsdkeiArCSV40l1xchWqKu90KDNuuLFlHtuZNKaZdLkJ96tw9e/V3OTUdE5tUUxC7CCYox0KE9pQf2Iyj/9kg598E+0tpe6KaBuPq+IKvjjOLjcdIbj0ESFRIEHN+J5iuhIYBkfRQgLbJCazYYaLACaKCoEKhzH8kFJ6jYwSA2Mno1rCJFCoA7GVMBNGiGQJ0Mznzr2SpHBO64mbdY45j146Kj27Nur226/jeP8w7IjHuaO88iRIQzlpAaPDucOZgfH78uXL1U3d/jddirsftoxrKWkpEMHjuro4RGNDE1p6Aj0gxOqTmaqTjEetIzN1eOufpT+8A//UE9+ylP0pCc9WVdddZXOOeccLeVYs629TVMQ1zDsKYY5RcY6C5omuvFO59RVq/K/z66zu29AY4M4gYPxT/JWcYQB+m52uU0MaXVyiuPbSeV6RgUFxnWUxTc+VmiLuZDkYRmh5vbPVYbef/D9H+hHP/yR/FOyr3jZy+QvAI4OTaizvaKVK5aogmOwSivlsnp7ekCv2ittajAObehAjEuV3VwcRaqQNl3aTBVHkWLGPikkKhZplzFq0l6Tfnmx1yTuPqXUL+DEcseAzF3sePt72zXJomrHnv06zFXHOP2Mopi5wrMDTx9vxzgKj8eCBYt1dHBU5a4+HazWdBDHXysUNYEhuI+rgP75J+nAngP61Kc+qw9+4EN61zvfqTe+8Q35n8P9O6cXXuA1cGD3c3+/cOECrTrlFHWx4yxhd5JiIu9ou7u78r7ZoXWygy7g+Cxv7vy7u3P6EIKajJ8dWKlUVhm9lYplaWbV6ePrCnoLIZbHOKCPNEs1xZw2r4h03ia2OUmKKtG/Mjr31Us3bTTR6RQOOooi2YGLV4bunK4xFl64eMEwzE56nPlRpH5KeYpMpmuid/P3SYTTIYS8Tx0sFiLaLqBX005NTsrljrfhoC2HT7x2sBC2Mx9ngbL6zDPlcc6QYXRsdHqhwTNh57982TL6XlYHc9I8moyzFyu+TmqiZ/fJ34Wwbv3lVJfFtH3SSSfJ1xrDQ0O65ZZbdNddG+Qd/xOf+ERaeeAdPRAlxoTRbJB1wrcltWHCKMvxktR56HYd/tjbteNjb9aOj79NOz79bg18/3pVMPy5YU6k3oXS/m9+RPs/90Ht/Mh7NPCv79Hg7d9XpUEr5uO2y9J8pNr2mbdr47/8ne756Ot098fepI0f/QcVD9ynMmV5m1Rpp87kxq9o3+ferV2feY/2/tv/1t6vf1i98ygsghhk0twu6eANn9Gmj79V93/svdr54fdpx7+8T4e/90UUD80MHf5Iov1TkXnxzTfoQ9deqV+89QWq//Qr6mNH3rZzg+L7b1L9J1/UT1//TH31mddo7a6tWgR/VeFTB03gfrSAvB3kDd/wbW3/7Hu1+WPv0L0ffJPu+ec3aNtH36pdn3ibsm23SwXqtd6R1Ncjbaffmz75Rt33sTdq64ffotrtt8v/NW0uJzy9iFAqjIu06Ytv1+ZPvkUbP/4Wwrdq5yfeq2X05dh40kf8udK7/127/uWt2vyRt+j+T70Tnfy9prZ8g51jq/HjQni009a2z79DW//lDdr60bdoy0fepIHv/ouSCWgzgAy5/B0Sz6nO3TOiLz/jafrGX12nA9/6lNp23q7y7jtU2nOHklu/r1ve8xp9/vfWa+4t39NpyOW1h4rwod98qgee47d/j/6/Tjs+9vfa/uG36eBXPiFO8oTFNYnc7/nUOfyf79Suj79Rmz74Ot33oddq04f/TsO//Io64ZvThmnyE366jDZ7mL/7fvpJ7f7oP6K3dzMm/6At179Px2SKp2tfRHD/B96lLzzjTO369kdUuPmH6t15t5Lbf6zdX/tnff3PrtTPXv0CrRlSro5c9/QlD92WAY8HvV2ekmM4DqI4UgCikwGD46uLKIoVokgKITdyKcegNrQReY7rBC8318Q5V8cZKBybRA71YwxuFGM4RQvwJ3joN1VcaINpA5RigEe5u/XPpNYxRmmayfemgnd3T7e8E0mKRdk49/T0aoB7+Z07d8lfDrLzGhuZ1OgI8tBPs8ZXyc8zNlOIpGIp5GFMf20o2zGECUa8icF1XyMIEyol5BWLJZVKRTks0mYL/rLYXXdt1tvf/nZ9/7vfU0YfOzC+wzg//2a6rzC2cLz5ve9+V7/85S/105/8WD56L+Ok7Nx/8uMfa2xkVHEUqUhbKW23e5dYqei2W2/Vm9/0JnlX9XtPfaoWL1okO+j7Nm1CAyK9UL7XtTOP6dBijpu7OVbt417Zi4TF3EV3cFrgtkxnB9hWaZPHxIrIUEaGI4s4UcpwOAGueci4uf9O22FWcV5eKFRxeHEUKSnEmtPTpb453ZxKoNyooBLtZIyX9eIdZAkHOJ978H3c39YmqyoWSip3dGknO9YMp1wvFNXW1as1q9fpxz/4iT776c/JTm8XR89bt+6VTwfiKGJnXdeixYvYufbrfE5YlnAC4J18G2Plu+mFPt7PnX5ZlnXv3r05nxL67cDh22kVGT+PYU9PD3OlIjs78ero6JQddieO1HV99x+FiJJff8fot4zBSZICcyDJ+fRxulFiXpiPHXk3/Wpj7IrFRH5+IuaP77i9uKqywPEzNMWCq4D+kkJBqF9l9FRiXvm7JWUWH5Yjd+jMd5ehXaXMKfNQCHI7wywMzWvRwoUsrBrT/QlsWFk8+Bl0fzxmpvXJmse+aX7oxCcec5gf5udTBOvRdNu2bZPreFFh/RbpVyf6mT9/HgvqCZnOc8Lz+xc33KAfM2+9YHn84x8v58/W2Ik1OJvioeI2TIZ7jYFfeUQqveVDWvTi92v+Sz6i+a/53+p83zfV2wmDEkCHHX1S+z99Xp2vept6X/YP6v27t6r83Xs1N5kuV0zYJflLbWuvv0WL3vV5LX3nR7XsLe/X8le+VSt3UI7y+Mzf2AS13zSi/je/RX2veYs6Xv0O9X74W+pGHjtsuXfwxCaqb4vU/c8f0Ny3/6MWv+o93K9+QGf88EYl7bDCYWBTlYNkXJYW90rPBqs+9w0dfuJf6I41j9BNF1ymmy+7Qluf96c68z++q6fCe26dCt2gChrAbRLkb8pl/m3Sypvu1xnvep1WvuctWvied2r+h/5JHR9+j3r/9f1aNQE1+lGrb+axR1r63o/qjPf+o05+/7u17D3/oDPGoLPODet9hh77qtX/fpdOf/eHdcbb36el7/nfavvwRzRnI/TmWyJEx4VJafmN45r7xk9pwd++X91v/GfN/af3at6dVQXKofr1N7Isoo9zPna9et/1UfW/632a87Z/0inX/5u6cWi5zqBRharmYZnmS7+/Qnr0TTdLL3iJ7jr1ct1//qXavP5KbX3yM7X8k5/UH0J+inVTJNIEtKFOQuq316Se//ix+t77Pq16yzt16kvep+Uf+Yq63Q/3h3JNSRWw8k5p8bs+pAXv+JCWco8+7/0f1ak//Q9VWjqFZf6Gbx62PjIibhed9EC76OdHtPC1H9Civ3mrTnrde7T08zeovRca94nxy/vXI10+R7pugIF445t1++8/TTdeeqXuufopyl71t7py2xZdvUgYWOp5DlovGXG/Z7ffirfKTBdD5JC8QhwUOAkhSmZTGc4649jcD3RwDhM6o9DOxnMmimJhbyh54O1yG60Gu1nvYkXFEAWFOFJUiJXHIbcTMWzQ5Qrknehtw9bgwjTjZKmRZrKTH8Hh+78+HZuos7Mf1f6BIXb6B9kpjuHgD8q7PhvhiH6NsYMZwtG2dxQ5zu1SqRyrs6uik5bO17Lli3TW2tN1wQXn6DGPebQuvPAcLcIh2fC1s1OdNtZlpRznBXjZ8BZLSe7kk6SoiAbq+f3mkPZyZB2FoAsvOluXXHIJsgzqZz/7T33/+9/XFu6w7XTuvusurhfGkGOuFi5YqNUcNZ9++hnyVYO/QLUE5xzoozDmRZxJqZjIP6f7oQ99SD4ZeOEL/1LnnnuufDzb4MTABreEwa60FZCppBpOOEkS2YGHEDDIFdkBzuduuptdZu+cXtlwJ/CN44LsBDo7O6SQUr+oEnfnhaQgvxyGEBiaTA0WHE1gh1LBGRVp0zysF/EgBtDZ0aY2dLt334Da2juV4Bz85TI71q6ebh0+ckRmt/nejRrYs0/+64el69aoctICjeB4Pvbhj+mveWa33ne/Ovv6GNMB9XHcfPIpJ+nyyy7TZZdfrkc+4pHq6elRN/zqnIj4z8o8JpbXuvB4eL64LGMiLmO3an04PTQ0JO+cSxyLh4DEtOlxtmPrYnHguu0syjpx9N6tluij+Z4IbqNJfeuwWCwqY4Fk3Xj3nfKMJOjQTnyKxVCGHDFjGUUx+u5YbuOSAAAQAElEQVTIx85y2JE2eL5yPjh6HqvccUsBus5c527HyGWBT4MddhN48er+xPBNGG8vJn1VY1k8Nv5CnI/Yt+/Yrm7G3Uf0ZRaL/t8bO1jwxFGkAJzvEwjzNQaPHs11ZH4LmJ9N5POz7gVKCIF+Kp/zTpv/N775Td1wwy909tnr9ZSnPFXWn9vTrFc0K678OXdPfxukcDB9Seo8V+p6lLTkEVLP2VL7OZRVgMsJChjMrlXSvPOkpZdLC0+HbjkFZVAELWmIV8ifS3nfaVLvWeBCyjuB2yPI334W5khlePavl+aupU2OWNWj6b6YFp4R/PrIW3ISbcOz6zKp7UpoFgDL1iQMwG+n7bCpy/OmeUulUy6V1l8hsXjV+fTrdGSa2w9xH+gCdlIlQto5pkPaJUdyWSKFBVInfZpzirRgNYDHPJxh5zxJbcD0bttwfI4U06/yMqkDGdxHua0CtAHEMzAt6RLyVBZLnfDsJ5xLe8V2aPymLw6YuzKPyhoCdDX3TGnxfKncmZdO6wxeOZ1D83YRbfVAN+cMqZsrhT7GI4Z/flJjea2vcQjdV4L8nUjtC6WVtHXWY6VTLpBORY8nMyf6l0iFDqjgm+vLbZkHjptcCvnsk7rQV0J7EeOlk8lr0bX6U5TiuVIPOl2ITnvp+xz0hY2QIugtG8GD+uP8QKZBkLfP+LfTvx5k7WAOV+BVou28nuWqQmi4DjK3IfupzKUL0N9F9Aebr1NXCuMNXTIDy+j2W3DacBqS/G1+jjh0voEsCTImtNOMiSBghoNLMWKWJ8XQ2Og0MWSuaiMT5XSB4kBWICSgXooRtJPP7LRCpAijEkVBAm7KfGwAjdx6uNqDgFGBW2bjAoSTz5xWrFoz1v6DIxoeqnMczTRn7LGT7HQlmmUhQF6zrpGRcXYfNU6d2rR+3Vl64V++UC9/xcuhaeqxj3uMfv/3nqonXXetLjjvXJ2ycoW6MID+z2sWLVygEoY6wREG+tzObtHpOk704MCAtm65X/fee4/8Qz233XaL7rn7nvwb+lMc5/fPnavTTz9d/RyzL1iwQAswluvXrdXcvjnqxpksX74sN+InLV6kk3DqC+ctUF/PHCVRrB4mj4/zh7i772U3uG3r/XoLO/j7Nm7UM5/xx3rC1Y/TfB7+fpx1gzuzXRzN/vKXv9A+7vktc5OjYjuApFBiMTHOjrao+QsXqYz8ixafpBUrVrITnpujm51+R2ebCgx4A11VKhiCMD0AxaSY71CD9U3/PXYuSRlLj6fngZ2LxzMvY3wcL0SRent6NDWeMi4NTU5M4dyPanh0DJ1nXKsM6qRFizU5NqmtW7fp8OBRXXbVI+U/a3zn297OQmmPuuf3qX/xAg2NjaCfk1Qut2nB/IXocZF2bN+p++/fqo72Tm3ftlOb79vC4qSsBgtRO+zSjGM+woJijONqO52hoUHaPaqhoaFc7x3t7ezAS/AtT/cR2eM4luE+FXHaHm+nW31z32eDKkzjSHUWeJOTE/QtJd6QTx1CiHDW9Vz/kxyp1xgnVEhb5ZyF45atUilDV82daifjHihtfcnO/XDbhYIfaCmKY4lGA/ots8u3I3fbXti4DY9XnUWPFysrGeMapwUDzFP/at/8efNUYfx9umOexiB6Ny/fvbeuLqIQaeDAgbydjvYO+lNnAX1I7R3t6mKuWC/i5QWmF0YjnCJ84AP/rM2b79N11z1Jj3/8ExiLkszfVwWQHntHx2KOZHz8JoAsf5vWkZQPw+lA3CFB/sZw5c7OiRaNyw2nDZcZrTzzcHp2WSvP+UarzHWcdug8w202yKyBVhxDlMvhcrLV4me6Vp7zHTcvx03D+ObnsNaU0w5b8BwoQmiaEqHjBULnt2BalxmtPIemm43j85x2HfNsxR26jvMMpw2379B5huOmMxxvwfPcPFswbauuaY6nd55pne9+ON2C8xx3fevFOnPo9EPBdVzm0HUdtuB8VIcPUb6AaJVbRsttmDaCyGiVO+94tMrN05hdPjvd4tHKc1stuE4r3/zcN4fOM5x2nxEnfzudR2Y+ZqdNZ7jI+a14K+3QcD7zsaBUMef1TZxc5nzSAUSetBh6GwR/wS5lx5kbQwyQyXKHTSSEINM02XV4dykvEnD8yl8hj5l2NvKimQ/nT0ctbFAItAxPEYraiKBmI1YUxUpKsfr6u3X6GSdr9ZrVuvTyc/XE6x6j3/v9J+qxj32Mnv2cZ+pPn/0MXXvttfmOwzuXlEVKpeIdWFO333E794p3aseObSwKhsAwzqBDYxwn3333Xbr3nrvzv6G/E7oNd96hrezKhzCS7lMHBtC75JUrV+qM1WfI30RegFN3fi/OzrtoG1fvnjtYQMxlAbCM+/0Su0l/YcryRyEoRs/FJJHvQ+/ewG5/dFS7d+zQR/7lX/Sud7xDcRRpx/Zteu973qO/f8ub899lf+YznqGXvuSVetOb3qb3ve+DLGYm5GsL684OXby6unu0jN1sW1u7LrzoYnbGffLuWgqyoxavOHcgaJWxRBTFcaQ4ihRCkP9BMv0mjerReaQImkCu2/JOtJnv8mtKWBiV2OmHLMiLruHB4dzw9/T05PfgVZxPmR2l586FF14oO5nHccy7lSPiz332cxoaHFROS0Mj46Pyn8SVSsV8hzh37jx5h7ps2XLyV2kLCy07x8c85rF5v1asWCHr1zJNO9EKEgrHO4zDamghVxzeoZdZCERxLNOVHKevXgy04Qg7GaPu7m4WAUWup6bk+e0dN8R+k86Oocku1ztjoaUyx/chBPpazFGg8+ZpXhX629/fn+tmlMVOFAV28yMsTOq5bN5BWw47/yhmodfbqy4Wg14kWybL2aCtQDvWWxRF1G3IciXFouqcmDVZ2caFmDaS3Cn79Gr/wH51dXYpd/70qQ05XNfPo+fi0PBwzmMeiwDr0Uf3BXhY5hCCAnJabtMm9Mf8vTiY4prBc/Xee+/V+9733nwx+6xn/Yn8DFhfczh9iemHvzSoWa9oVlz05TeHaxpByus5bsxOO+683wSxlBv5Fq3TNrZOO2443kIrHah3IpCdy+Uy13HYgstmw/mmMRw3bGGN4+laadPMhuvOLnP6N4X5uK7D3wSmNUzr0JjdlnVjOM80jhtOOzwezjdMazhuGodOG7PjrbTzDLfvPMNxw/HZMJ3TrdDxE+H4dmfTzK7ruDG7/KHipnsotNo7UflD8XN+q48OTwTPHdMZLnfYgtMtOM8yeK47pF6RI1xO7qW4qCZGt8luz/d6GbvFFC8bQpQfD8sGJooVQpjhlhGXAv+wiEopt6ERPARNCIHCIBucoKAMXuIVgN+t0PHjEUJQwPiwgqAoVrnYpTPPXKfHPuZx+v0/eJqe8ntP0SOueoRWn7laZXZK/htkG8H9+/ZpYnwsd+SHDh1UH7vqQiFSxinFCnbWjQarcRYiNmKG03Ecc+zcroMHD6nEsZp34P7ltdM5SluNQz/tjNO0atUp7I5XyGWLTzpJ3ThVfwkqwWH39PRicDtkpxKQtoxjL+FUiOa7uiq7fv/ojr+49D3u8L/6la/oZ//5n9q1fUd+UlAsFOQf6dmy6T5Vpya1md38zm1bte3++3XH7feyi92mFM+wYEGfVq8+hQXMap1xxhnavWsXi5RObYLeDmYBR/U2vC47yg43pZ9RHMuG2vA4pDh4D4/LAnMwIHBAzw7lF2kHLbiO9RNwOK5rJ2PaAk6i0WCViFxFdpz+EttJHGFaBx6LYa5NHPec8A7RzuUjH/2o/KNE//yBD+S72quvvjq/W/Z3CfwLdP6WfX9/v8osHrZu3SrvXO1AB1kQeAG1gNMSx2P05bZ9P1zlxMX6tpzOs6P0AmpoaChvw7vXEEK+MHK506YxRH4IIXfys/uX0icmDCrICNIcQi/e4ZZwtu67HaLbTgoJdNNvLzhCCHK+d8Buo4RuRGV/cdMLH8vpui4LIeR9tVy+F3c/rGOnHRqO2+map9P79u9TCEH5Ao4wAgcPHmSMi/rpT3+S/0XKIk50PC+9A3ebA/sH8rnpNissUsSrxsnEyMiomoxh3gbja3379MD98JdDvQBxP77y1a/qm9/4hq666lF6+tOfrnksYGEhz3Ev3vzMe/45rwWmVitKmP03QbUHvRmEB6V/24Trt2ADaMQwsbRGq+w3Dan6oPdD1WsRudztGI634HLHHbZgnfkU4PiTg9YJwm8a8ozmX67774Stth22ZHFotPIct6wPB/fJ/fttYT39n/Db8vx/N3r3ryWT456Ps5GgPM9Tw3HDcdOY3nB9yNQKHW/B4+I4419g944vlHD0eTaOP8NJBFbCds427jYIwhiIl+2geYYQCIKE82jWm7KjdVzOhzbEsaI4UhwiRdSLIOXggHjIQbNcE+ctKn/ljB0LClAIPlKsQlRSHEochc/nXnuJuns7lGZT7MZ9PDuoCe7uvTBp1Gpq1hsa4s6xk92NncIPv/8DbbjjTrhhgNmdBJqLo1j9c/rk+OTklKSgzo5OeWe+Zs2afIdlo14slpUUiyoVS4pi5MDBRFGU74Db2irQd1BWlMXMkN1G79DhQ9qBA//VjTfq5ptv0le+/GX96Af/IX95bs/O3UrYzVsXhw4c1CEMdMbiaM+u3RoZHMrT8zj+n8dRvZ2x5bvk4nP18pe9SO9+5zv1j+9+t97+tn/QO/7h7Xrb3/+9vGO1Ie5mB2eHGCPjAk4YvAtbsmRJ7kSKLETEy84rhKCEPtigl+ib0EoUCvJpTBTFUP36O/U8oF4IAYeH8nLBQk44PS+a8s7c3zcYn/nTviU4fO/4kmKRhU5FdlBbNm/RBz/4IX3ogx+W6518yiksrA7mu1wfOdsxTXHsbUc8nwXL8uXLWVytkp2IFwveNbufPT09ihgDo8KCwM6mwQ7YerCzMb3HzosF01hQ8/Zu2X133KHLzdP0jlsm83CajrqXDmaQ5SEqUKBthjpfHBSZFw3GL0NHrm8+dpQVrkRixtl5lqHGUb5DwTUoqJSfWrTl4+O6TtdxvHWO4pOkoM7ODtm5l1nAJoyfF05RmJ6/1oHpivDwlUQJHVhnBw4ekGVZyrgXi4nK7OjHucow70ajnussZn7Ywff19anKs1BhDk+g8xKLUvPwwrWru0sF2jSvjRs36Uc/+pF27tyhp/7e7+XfE/E8S4o+Hcvk58vyhRDkv923rluIWpE89Nz6beDahuebHUkLdi6G0w5/W7ieYb4PBZcbLnd4PNyhwIflc59sdGfDeS208ltp16OqDV8Oy388f+e1gHH+bzvpVt3WgqCV/m3Dliyt8ETyOq9VfnzoMuP4fKedfyI8lO5PROu835bedX5XcL9+U7RksPyeF4bniNMOjVbc881pw3Qngmln5zvdAm1F7HYjnLviSPlvAjAJMeuyU06bmeoYUmGgCqWSmlg5qpBk8mL0FIU8r8ZOucHuAKsurArvWFE8A+giEOCRhxiGZPbL7AAAEABJREFUIL9sQBEEnk4ZQZGpFMJMSDqKWIqgu+GhUXZm49q1a7s23XeP7tu8UYcPH+SId6/uu28j6U26447bdOMvb9Qzn/ks+U9+XvrSl+oPnvY0XXrpZfrVjTfJxs5fimraONPvJsfQKUf7Npy7d+/CCJdzBz5//gLNmz9PXgDYEHZyzCteI9xT+kjZO/RNmzbKf0e8+b7N+iq7nrs59r/11tvkPzuy87ID9xfHUk4ymujQO1D/BoB5NHEQcRTLX8aL0IfbX8JJwRjH+E1OUtymjbV/mtc74de/4Q166ctfple+8hX60pe+lP+Wu3eGvpv1zquDO99FHFc36E+JXaQNMOIqRJEct8OPIsaKRZnrmc6OcXo8Iml6QHT8y2OaUaeVb/oC49pKN+iHZf09HEGeFwJTIMt1aEfstvyf5Pzyxl/qP3/6U/35n/8547Vf/q5BBYdomkGuRuxgrBPzH2I3bofidMbcMA87UTu4EIKc58VKlYVdFEfq6OrMF2RTONQ6czCDJsZhBspSZbITKzJ37cDs3B3G9MFx6yYE88xndT4/QpitjJk5Cp8Y5x0COqTPURQpQp8hBMIod3rmZ31b1iLO0KcrQ0ODlMca5Wpoaqqay0KX5FfKvIuiOD958I7fR/126u6bnXSMjNa/dWOZUypaL9ZZFPGskvYdvxdCpt+5cydzdn5+SmId1lg4jLH4KuP0LbsXUF7wDKNf8xplrplPHT1OjI9rAScmnqNecPmLd3dwfeUvg/75nz9PvioxneWx7D5haKLrkZHhfDw7mX/Ob4EZ1YpKE3Ok0R5pqFM60i4NVKQ9JWkH2EZ8G/lbKd8CNndLmwg3gnuodze4y+iXNsyT7gA3k/4ldDdQ71eEN4NbybutT7qxQ/pleRq3w+Nu6t1G+a9o5ybau5myW9rhQ9ntvZJxB/E7odnQRRuEd4ENzqP8DnAL+b+C76+od1ObdCvxnN50lG2YFd6OTLdCdxs0d4A7gfma513wdF82IGcOZNuA3MZdtOOyHI634Dq/DVr1ZsK7qWvcg4wPC+juAfca1L0XbAQOjWPxmfJ7KMuB/B6ne+jTCUG5++Q+bqDOncA6Ne6El5Hrj7h1nusJWR3ejW5zkL4b3EP6eOTl5Jt+Nkyfpymz/u9kXDwWvwbngzsMaO8AdwKHd9BmCx7vh4Jpb6fObQZ1bp0Jbyc+u777Z+TzgP5aPst5N23f5XnCvLmd+XkbuJW56vAO5tsdzN07wQbKN0DnvtzeGXRLR6RfUf5f0P4kln4Mvocd+y74Hn71B9ixHxbIT6QfQndXWKFGgDmGQzj5xjEHmLL7StXASSkLGFNoAgYmYBiBMDawVJN6NrA2LIK/8yOMoI1IjjjK/QjNCiudx01HNdLkUifDGTrP5WTmgQ16bi0oD4p06NBhfec739XPfv6f8hfitm7dooGBvTrv/HPV09NNsyHfjV/1qEfpmsdfoyc+4Vo9+tGP1WWXXaH169frHu4ZbVDtnCbYyUdRrBhjasNaxQi7n7t37+b486BuuOEG+U/hfvKTn+g/OWa3I/ffsv/qxl/ld/j3b9mSH63v3btH27lP72hv455/lL5l6KuuCXZTdog2jnV2a6MYet+lphj3Jo68gZEc54phFGNrozs8PMpCZats0GOOxRN2bAcPH5Z/Hz5DMQUcVyZp7959+vRnPquXvezVsgwBPfuu2grr6elVN/e9ZXaC3p3a8cRxpDRf1KRwkaI4lsepgpO1I4WlENoqF0Mst6FZLzuRNB+o6cwQgqIo0uyXd5Xlcjnfvbu/P/+vn+fF/jb6Pq5Sfor+9u/bj0Ob0Hvf+34tOWmJvJO86+67NT4xoX6Ogj0GYzgbO8P29g6ViqX8y467OO1oZ5Hlk5dxnFaDuWiHGHMyIWTxtBnkmsDzsLd3Tu7ount6VKS++9jByU4P9+COG21t7SqxEHKXDPMzpCAfc4uXF2YZOvNYZRDxVghBHs8ai4kSi4Y6zjGEgC5C3m//1G7EWJBFP8fV2dnB1cME9SJ2/5M57zqO14uWCuNjOdzPPM1xeid99P15B/UsZweOc3JikuuwVIP5/9FQ1ShH7QcGDjCPN6rOXb3H27JbZz+Y+e+DTz75FJXhN4ROli5dJuv/6JGj+ZhnVhYD3M+pkRRYEPSpu7uH+drk2S4xn+6X9V6D99e/9vX8y4XPfe5zZdm8IGpHRj8fXgz4BM3PfAldeuHhhYFmvR40Q97VuFhvGlmrvzl8ql66d7meu2WhnnbXPF17x2I94Z4zdd2Oq/TkvU/RE3b/nh6788l69K4n6ZE7r9MVu67VZbueqEt2P1GXDjxFlx/6fZ2794m6YNMluuT21br0tlW6aMNZuuCec3Xe9it1yb6rdfGG9brkZ0t0yX9264K71+qJ+6/TxZsu1EU39OnCnxZ1wU9KOv/GRTp78/k6Z8vFOmfzpTp7y+Vav/lyrdty5TGsv/8ROmfrVTqb8Py7z9dFN6/WRTeu0oW/PFXnbTgX+iumaTcTbnu01oOztz1W52y6Qufdc4nO3Xi5zgbrN5vnI7R2yyO1divY8gjqAeffR1mOR2jtfWCTAc2m2XAe2Hil1h6PnJ6yVnif65GG59oZnEVorNl0pY5h4xVacwyXEwfIvca0yLnu/kdp/dbH0KfHyvG191+lNeSvQfYz6e+Z90F/32VaY2wmnA3nHYe1my7Tuo3TWH/vZTr73ktzrL/7UhnrCNfddamMtYRr77pMxlmExtq7Lid9udbd/QDWUrZ2w2XTdTbAB5xN3XNauPsynXPXJVq34UKtu+1crb9lPThL628+E6whbpC+ZS3xdTr71vU6+7ZzwHlaf/v5OvuOC8CFOvvOi3X2HRdr/Z2XnBiUnX37hTrntvN17q3ngnN03q3nEJ6rc8zjzotyOc5FrvOQ/4J7r9SF90zjYsKL77pS5995qc6/5SKde+N5OufHp+vc/zhZ5/3HKYSrdPZP1ujsn63X+p+do3U3QHP7o3XenVfr/LueoAvARcQv3/BoXQWfR91zhR7/45V6wg+X6/E/XKrH/fw0PQbej7rrkXoMc+pj+/o0oQ51Yy0Dt/QybLFEDMeUYlyFYbDjiOKYaKT8FSI12PGHKFaDXV/KfalcL4rk3VQIIhk0/Y+4lB+XZzi6ltGxERUf/qZ7DlxN5DQLjpyYdApvG1xqszstqqd7jnp7+7V86VKdfPJKrV+/TqedfqpOOmmx/GMpozjVGNn6oSnGJWWNLN9lW8ZNmzericE7fOiIjhwZxBhPSkh4xD/RimH9LguJm2+6maPIPdqxfbsGOVI/fBhDifGbmpyQrwX8P9QdOjCgo9QZp62piXGM8DDGdwpnECmOgnxc2tq5N3DqmaZfAxhqf3cgw5FY1tNOO01jOPyeOT1avGQhemxygtKgfoO+JhjtslBBnh7B0FdrDbEOow3JDranu0cR+u7i+L7AAqGGnFWOZYvsKDMqNtFjxtFMk0pZPiCRorigGjIF6jnLknkZkAWaAiGE3MGEEBRCRKYpAONiuY0QKCOrhsPzXbydWGuc5uBw7Rh86vHF67/I7n23hocmdPHFl2ju3D7V6MMYTt1tRnGs1VyXrEIP3TjoJCkqCjFTIrDgOqSkUMzHqcEcTHDePiHxlw5LOLMOnHiZBYt1UCqWc2clBfnKJWWMC9Q1r/HxCTWYc800QxsSU1YZ/YJkui1Hsoi2EmVpkF+BcvfJ8M7V7U9Vp+Bd1ATj3eS5sIN1P70IcXtewBVYgBSLRQ37FwJ5HpqcsNQYkxR6j4/HyvX8JdEGY9DkdEA0maHbgxy/j7FANEZHxlQqVeQ+GENDI4qighw/5eRVzP8+JUkpx9jYBIuiI5xaXa4Sejh08LDiqMD8PKryDI++Of057RzCIzj+Tq6qvHDwAqwTPcY8w9bbTq6XPsNCcv78hXr2nz5bXoiEKMoXsb6asj6Ghobkb+vbufv7EO6D+229tRC1Ig5jJpyYMBmK9oMQAj2mIISgmDJ/4SCKY5nGJQVmYhHCMoNRSaUOjvO66pn60kj9DSimyPD/mtIoKjRiJQxuN0ZiflzWnK4+8RSKLYrSo8Nqo35vEilERakeAUnVVD1Vqase1Al66lIvYR+hMWcm3l/LNJd4RzNWqFFvCmbVpkqTTc2Bh8uNRdSbj0w9I5PqGK+puyFkDSDSXPowD8yfgePzmiHPd9lcx6Gf25SMecQfAO2T7qfv/Q6h6Wf2zk2leehnnsMWSM8nPt/tIO/8h8E8yuY1I82j7ekw0nzSC6jbwkLHaW8RD8ZC9G4scB7xeYQPhbmM3cOhHxn7qW/0Ee8Fc4DDHvrQqyCHPQ4DccNx0AW6Z5DTtcoIu2dgmmMgrwt0RJEqoBQiFQ0MdIl0GTi/ncnfEWJ1KVY3mAP66Hc/YX8aa64KmpsRngjQ9FHeS9idFdQFOqHrJs98+ml/bpD6mXrzjJASn0ZflMrojykvSH2J1FmKVCxkiiMGPK0qakyoYDQn1Z5OIUdVC4kvaU5oWWNMy5rjWqoJLS/WtKQ0JaUHpWyAyXpEmjqiefCaFzMP46D5HLvPqU0qKmLoAiS8oyQWw8HjkirFUQrDEdBRxjyzpYzRQwFEPLvFKOa5SiWMsfzcRrEiaE0fQlDmfxgy2CrL0hwpz6V3ipmoR1kgjNBBYJERQlOR08RFnrisDoxNDN84FBSUqMAzPTVVV7lU1o6d2+X/Ba6JUbUx9W7/K1/+gqpTQ/rB97/MCcC/c9x/n9orCcYuUe+cOWrraBdTUtVqTYWkIBuvJka3vb2dvKosv2V03rTcGW0W1I1DXb58hfzlMB/Nerfob9l3dnYqRRcDAwO5I4i55yyyy/UP/QwOD8v3oY9+7GP1ope8WG/nvv2Nb3mzXvTSl+jqJ16jwxjeGg7zAPf2dubjOJIpnESpXMplrNGvCZz3VA29xEjDGFEs76ompyZl49vW1qYYW2kHYqPrHbJlz3LdUsHVwnRIdNb7gbyAZgMlITAKOKYQgqz3TBm5yj/TfNwYM3Kcm0J3EvfCttV13wUjw9VXX50f5/ooOSkWc7kuvexC+X+ZK7EbjhjLefPm67RTT82/BJkxJ7o4iVi2fFmu366uTg0ND+Xfvl+6dAktSXaKdk7lSkU9jEHMPCujXzuiCjtNBkwNxq9Eecx4FmhXcaSkVJTzrBP3wzppIKf7kdEX57kfGXrKQS9dVmPn7rRPgKwD1wsh5GMcRRHPRTOfJxMsDk1n7RSLCWPSkMfBCwDnexEwyQKx6nnGIqCEPJbFNCGYXzOfkz5lcR0vEgos2Cr0w3QeYy8sPD9cx862wonACFdI1olPhfbu3Yvj79Gpp67idKGcLxz9556eT339ffKdvPUbwnR7JT8zO3bk8nvujnKq5MXHdha23/3Od3TKKavkq5hAPz23/GxEcQzvSt5v53m+W17HY/pVQV7NekWz4iiEJApOGegwU36zWK8AABAASURBVGAlmoEVEtNh508jCGrFPJ1JJiWEBeZbqNYVs0LsjBJ1JxUJA2z7UOahKzHwSb2hAkcmXQxCZ1ebBJeUFbRq4+rl4egqtSkKiSKsWoEHqdRI1Yajq+C4ctBOGbTiFYxbvthAaR08zAmTVkwOuQ8YKP+GeSHKVIiDHAaEaWBEldaVRJpGPBNGEvZUeT70x+KR8rqun5dFmk67HvAXp2LaiKNUcdRUPNOuwyiQBwqUGZYnBzLGOZTr0Hp8MCLyZyDCHIG8oAJ9Nm0BPcRCFvoeK6gQIkAIbYE8tEjaedOIyW+h4LjrnxAPyITY8i/qeWzzEMeSNKUEZ1MEJYMFTgk4XczLM8YvU2DMM4M5RTb+KMvRIM0+SA8CeT5yhjUuRWL4lYoQMPxK6Y8hQrJm3oEQZBKfQp2E4WFguuPLnTeDQIgTk1JYNY8hRdKUeeP8QHlMC6U4UUHEWNBGzPEkI50milnQqiaJhWdGWcbCLEPXok5kMC8THIWyBlnuLSELhCIrVPZ1KqPoYlSDc0NFdkkQKX9lfDJW1idPt4pJERo4ol/xjFjX3nl7gVTF2DUxZMIY+PktOARxUpDTMfLEIaJ+UB46jhGJkS+WFAUpjiIQlFAviWIlpD2nCkHUETRBkKuT3ceBgUPsoCc0zJ39nXfeqa999SvafN998lH2XXfeoRrH8M959vP1ly98rt7ylr/RJz/zz6rVJnIjXUfOYXYkNr7z5s2Tj5dFP3vZhRaLJY5Zp+TXFJ60im3x7mpsdEQNdmWT9NPHlnZg23dsl+/Pt269Hx41+ct269evl/+M7JFXPUpPvO46/elzn6PXv+lN+rs3vl4veNFf6byLLtS8RQs1yVH+wSNHNIYDKGODxByrYsMW+W/sFy5QmXGIcWSjHFV7t1avMzcYD1QjNoH0Qyokkr/9387CpJAk5KX0sSY7QjuqMk4whCA7G/OXMgJ0SOeY+nw6PgP6T/FMOXnUMw856g+o/TYvY7osc5ZSNlPz5s6VyfznYCk2dwe6sfPwlcIQuu7GMbueF2W+J7YDc7oT597T081CpSE7LtdZuGAhO/kDMq+VnNZ4TPzzwsuXLVNHZ4cWLVyknp6efBFQxJkXUESR/rsNO7SkWJT7bsfj0HK5rdzHMO88H51u8kx4YZDZ2TOnM56TDMW4P3ZeRNWkbwlzuEmf0rSJjjNkrSvAp4Bzazm7jLriZXkqbRXaL5GSAnTilcHMiJjXUhDqVcz4JsgdMc+9GHAbIXi8xDjWWSxOMBcn1UQ+LyZCCPmVQLGYyPVWrlyhOI5yPdx22606//zzcfa9iuBnuTxv58zpVZE5vZA55XHwuJmXeM2ZwzakkOQ8/a39n/3sZ/rGN76hJ177RP3xH/9xLmOdxad/ThdyZJnSwQMH5H7HTET3Z4rFp+POK7GAM10LUSvi0A17uoQQZM4hhJxRa5CiEOUdnaaBRIF/s0Mx8Ruq8vDauHR3dE4bJCxHlmLQjHqqOqvekNXU19upKCpKzSqGYkAdrEIq5QqKKyoXjMEMKDaiFcOt5UCAIEETFCGjeIVIKhRjZbELMaChoQZoxqnSQgZS7G9d/lelvRRnnEaU4ZizPN5URtz5Dp2Xh9A4zL0dvB4IMwXSmQFNnk9o2geQImSa883yMuJuC8eftcATnYVM+bMdgmQokkR8BrSkFkS54y7PZuKZeBFXRJ0Thc4DweUGZHoYTPOTMmgcd0iUjGy6Gg8KIou1jSIeSiMmNBxvIUCnDNkoc/xE4Gll/FPlZZAeCx2nNbebayPnhZ5gaJaWCW0qhaCFPA/B0hOA0c1dtcPZ5cwUpbSV8+SDt5oYiiYy5yDeMKjt9lweeHgLPJQhxPjcTEGRooCTZ2cbcPrCuXszXUOwGouyKnS1KFYN3dfoR5M5LQVZfwV4i1fBPGM6w5FuUCqGSyUWvRJ59Nk/zjIdV/4q8yAnGLc4RCw63X5QQGY+899t9/FmxGIkQc4YugIGskAYR9CCGOMwG4UoVhzBC35xBA0COG8a0/kRslhmi+kQr5UPX5WdvJ394OCwdu44qIM4/iaOcny0rsnxTH7saU7Pee6z9fy/+Au9/R/epu6eXtorwFGq4ATrdtzYhTiKchsyMHBQGf3xT7dmUp6Xojs7iwgZfUQ5MjyIrZmCrqludvDXXPMEveLlL9fVj3uMzjvvHC3h6uDSyy7lGuE0zZ03N79f9ynJJLvDKh66ga49tiGOKKtqhA1Hwg4vpe8NxmgKO9ZEhhTU2aC0YZ+KxRL2KUGikPedoeG54I2Q3sXb6JdwblOTk/Juzw7Su0Mb4hSeog9Uzt80k4fURg+B+DQCKZOFEMibflsXeYyskJdnsGohpQgBECZlPvnb2tbnkaNHFKP4YXabk8hz+PCRfDfZ39+fL9CODg7iwCbz65ArLr+cHeipWojjTrG7TRzvUu6Uh9nJu94STgns9L2QEXIVcIpNHG6BeTXI4iFEgflaZpxwvIyh9ZAhTwjoic4E8sy3ZP2hnyKIyAshIGMBB1jMfQ2k9CsF1HYCHu6Dnb14WYc15soUi8eINi2Dy83X/EMI8Emor9xB22mPsUCrcsxvHjWcZY36PkWAHXQp45i6SzK/EALjW8jza9Cazvl2nAWeJYpzuk4WOV4MmafnhnXk76z4T+e8QFqxYmXujJ03hxOrCU6FPAcsh8Mac7DEXDMPO/adO3doaGhQBw8e0s9//nP57+Tf+MY3aN269fIYDHMKdYTFqOe//4zz0CEW11wrdLNosw580mA9+J7eMmWea+7gDKKZMA8atk4oN6I3Ic8RSivIjr6IYREvM82ZQJNC5P9q1TsuNi9qREHNQqRxjOJ4aCp0lKUujhcqkaZCTZM88eyjVYuaapYaKnVWlIaC7CQPjuxSxqQUxxjNpKhGHHDUTWgz1dlG1Eg7rLfCPE9q0J7/S9MsjhRw9CEOkoElCjOIYsnxlF28eLgD8sWUebcdMakjdlcOQx5H7pkwgtaIlerByFTAUTuvQJnjDqd36qkcLwTTgLy8qTg0QFN5Pnkt2laY10H3XqcgrmajwGQvUKdA6DankSk2/Uxei28rzGmQ0ekYWfJ0ziOF9zTyMvJaZceHBcoK8HB+RGgdZugtBwuc1MgXUZmyXPCMhyDL+1hErgrytWN4OjGU3ew6e9j9nwi95Lcwh0k1J5XmMKl8ZeCwtyH1ciTQDZ8O0A7fNsI2wjL8SwbtFZE3jzv9a8hUysszFSkzclryXA/ToFImFWm/yIohIZ7DaU6TElBUpCQEIBWZtkncVBSqytIJHP6o0mxMUTypuFhTGiaYh1VQUxTVFeIGaKpUKaitLVFivTXrikNdCVc0xUZRxXoihwnxuGmasqQgv2rVSQKECqSBn0cb08AzF5j7EU68iQ78ZbEUvYSI5wHSQiFWHMcqYJgj8mLonFeICyrk8QeHUQxtRB0QBULgUCESahES0N+AVCBPSB0s6DPaFLkVnvWeni5F0J9+6gotWzJfJy1eKIYYFiVtuW+njh6oKg5F+QdPQsgU06b74kWJ7Ytl9W460LcpdvJ26lMsAhQCOs4UxTGOqlP9c/tVKiZasXypnvWMP9bTnvIknXrycq1bc4Ze+fIX64zTVmlo8KjKlZI6ujo0f9ECDWEwC0lRIY7k/xZ1Ar528CGJlbDgmMAhnH/xhfLx/ODIsA5gXBsYzZSeVzH8U5TXcBR1NiziFYLkrjOliJDBO4Qov44oYTNLGPMEPdu2up88KVC03kH+N627Vt50GEIQhTnycpLi5biLiMpO74EwTMvBmHhsa5xStLW152PsnbuPhF13GTvxJz3pSfKO/A/+4Gk644zT9bznPU8R+miw+Ong2L2np5fj4lO4hilphGNk/36B58oUO8aIOdTGqUdCv7p7e+R5N2/BAlXIc/9c14tQ0xVx5kYcR7LM3p17125FhRAUMb5SyPth52RnlaHIXJ/0IyPCWyl5cRyLKiDK/VEURUqxAcnMvA7w6uR0yQ7YbRaLxZnFQ5zv+sXL/fM8cltS0HTdWCLudhr4vxpjLF6eh87TTJmfGZd5B2548VBh4ec25zIPp2XN9K1vfzufm93dXTn/rq5Oud7Q0HC+w7fuvPgoFktyHwZZbPkY3/FCIZF38iXmzRve8Ib8uRhk/lZZcO7bt1979+2TnX0Hi1r3wTrxNYHrem5aBv8QlMfa7WjWK5oVV7OtX7XyXI0lczVSnK/RyhINl0/SkeIiDSbzdSj0an+jXQfSTh2KenIcyLq0N+3QvmY7ZRUdint0tNCrPaT3EdYq82iiUwpduNcODdfKOtBs02F1aRgeCj2S6SYKGiJ/oH2OGuVuKSW/2amRunSoHOtoMYN3pINRQQdU1EAGoooGCu06EMraX2jTftK1uE1qxFLcrjr5R9JEA6GkA5Qd5Hj1MLutqWK7RpM2HU6oX6xoP+G+Qkl7wZ64qAfQyiuRByjfHZe0u1DULsIchTLpsvZQti8pwausfYlR0t6kqD3k7YH/MdDenhxt2sOOLY8T7i62aXcrpHw32EPeHmTdk3TCpxN+ndoXd9LnLh2Iu3QQHIq7dbgwR0cSUOrTkXKfDlf6dKhtjg6CgbZuDVS6tK+tS3sqHdoNHBp7y+0y9pXatR/soz1jP+GAgdwHCFs4SPwQMhqOH0S2vCxp037i+5J2+t6ODjp0oGB06lChC3TrcNI7LaPlPB7FOTqao09D9GGw1C/jaNFhX17meeW+GgfgeSDp0kDR6CY0unSg1KWBEvHjsD/P79QB6A9WunW40qMjbcjDXDtc6dXBUo8OJD3ITd24W/sj4vGDMYCOD9GHQ8zjUcJquV8ThW410zalUSdTrkuTjUQT1VjVZllZZY4mkONwqUP70e3+cocOlLt0KOnU4dAudXPXSVvVZqfqcVmjhYJGkkTDYDApaoixGSr2SlG/VJivLOrVSA03kRUkxnA0SjReqqje1atqR7eaPXN0KMQ6ioGcZLGcUr/J+I0XKhopdWoYfY2UejUMz8EEHSQdOlR4AAcZwwPQHgIHmL8HwYFiSQPIsz8poJtYA8i4vxAIM+0vpBqIgg4XSmr2L9ZQ6FBYsFJh0cmamLNQQz192oFzHAhNJe1l1SPpnvs2KctSThzG1KxNqlyUBgcn2bEMs1BqYlKlhYtO0tj4uGpc73XTp5hnbWh4VIe4N5+YJL/KgoeFeVyQxkaHdOlF5+ulL3qhzlm/Rt0dJXW1FdXdXlKRduf0tqvZmFTK7tT3o4NHh+Q/W7IB379vIN/NNliAtlUYDyFgJtU5iXj8E67RS172Mq1dd7bG2TkeGRzR0OAYpxN1+GWK6HcIUrM5DdYB9Esqoi/BJ4oiypp52o7N6SiW3MHAR9ADL5rM65rfA7nTsZDThumEP03sEOIQgvINFzomoogyeqAqzriGky8kibyzb6RNHWWnaAcuXiWcSIYCFi1elP/VxKpVq+R0d87fAAAQAElEQVS/PiizyPEXEbtxUL5C6cSZ+K8bivBpb+9QL8fO7kcHjqtJh91Xt+EFU5k7atcvc0zepL2YeVJgzoyPTwgxlRQSFUARx28H6h2wTzrsrIwm42OZmsyNBrxRoWQdx7GyIPQd5/qUgqos/CxvivJTaEMIMg/zTmm7UmmT+yheljeEoHK5pBqLM6KENZkuhKAY/lIGf8cjJchc4tlxvkPxymjDfQshyusK+mnHnqqnp1tuK45i5jTH+vTDR+tr166DV1GomX4XONkZlJ3v4cOHWRR35O2eduqp8k8Jl1gwuU/m/+Uvf4mTqPP0MuZeg0WXMTw8oklOY+y4Fy5cmMvg3bz/Pj+EoC6uW6y7np4ehRDyxbPTlhnxj709N44lFh+6VUsHb9WKIeMOrRq5S2eMb9LqsXu1ZuRunT12ly6cvFsXT2zQxWN35LiM+OUTd+pSwkum7iG8SxeO3K7Lx+/Uo6C9gLzTqhu1cuJerRi9S6eP36WLp7bqstourRu5T+e3H9FpzX06uTaoRbt+pQuqO7Qy26fT4wNam+3R6uENWn/4Fl00sZF2N4HNM9iiS8c36+KRe3Ux4aVj9+kSsLa5Q0uaO7Wsvl2nTGzRmcP3aN2Ru3Qu4Xmk101u1VnVbVo/tU3nTdyvC8a3AMJWfGyLLgQXtDC6WRcYTo9Ol11IeBHpHJRdCC4YpS/05zziOUY26bxhY6POH7pXFwxvzHHh8L26cPReXYQuLxrboIvQ08UTd+jiydvRy23gVnCLLpkCkzfrksmb0CkYv1mXjhk36eLhG3XB0A067+gvdMnozbpo+Fe6cAgMTuPiIeoO36pLGcfLhm7XZcN36PIhMHynrjBGNuiKoTvJm8ZlxC8dvEMPwlGn79QlM+Flg3cqx9E7dfkx3KErjgDSV4BHwOeRw3fpEYzZFSPkD9+my5gLl47ehpy3glseAi67lf7dSvmtumz8NubPrbp84rbp+MTturJ6px4xdcc00NWVE7fqirFbdCU6uWL0Jl0+ciP9NH5J+GBcjr4uG/mVLhv9FXS/kuOXknfJ0C91CaH1eRHhBejx/JGbdN7IzYzdLTO4ldC4ReeO3KZzR+9k3t6ptfTxvMnNWpfu0traNq0Z3aSzxu/XWRNbderhu7T64F1ae2iDzjm4Qecdw11aT/6aw/fo3MkdOlvDOkejWq9DOgN+pw/erlWHb9XJh27Rin036XT4nJwd0MmNfTplYptWM4dXV7forMktWoO+V+2/SSt2/UJLd/xMi7f+RKcN3KzVo/dozeR9Oq22RafU79dpE5t1JrKdybw7c5CyoXu1hvhZI5t0FvlnjW4kvFdrCdeNkcczdNbYZp01toW8++nXFsrv11kj9xPfqjWEq0e3aPXIZq0evV+rjt4HNuvMqUNacWCTTjmyhef4Pi3dv1/zOY5cOXZY8cB29fcU5f9UZhf3xR//yEe1nGPhelWywz58+JB8fO879ltvu00bNmzSJu74vePPFLGYkhIII4xsvTopO/gozvSHT/99XXftExTZ8YO0Pqk4q5OuKw4NJVGq3u5O+dft+vr61MH9eSe7vqCgvr5+9YOIOGw1NTGZO2bvhm1Yly1frmc/5zn66Ec+rr/929fKd6VnnrVGNvJJkgifpChS/rJBNw8bWJdFUazW7hR/BU2aH2mnOCISJnXglvMwy3NCHj/+Iy+jgVZpCIF6ISezoyMhtxsyyUhwsna0g8ND8ulOwJl1cbxrXVqmmHSCQxMvO4cC9NaJnbsdSINdrWlGRkZlPkNDQ+ilmPcnosM1dry5Q0cB/k6D6OAoVx5e0PjYOEVW9zOECKfWntcN1Mugj2nb7dlJu1+QqonDzoi4Lw07N5zlJIurMRZ7E5MT8pcbaxxz00mcXFUhhNyJxoWYrEyuFyED3YFXSrqZw2159255p+DnMfUu3G1IQRUWJ+7PdFoSec4PIeR87HzNO0XuEU52fIRv2YeHh/O/ABnj2Nxx63KIvDK7+/vu24wTj7T6jDMkxtRt+ijeX9AzPzvrBvr17z7cdfdd8hdIx+nnzTfdlP+nS494xCP1h3/4hyy8xjV49Kh27twp63/79m15fOeOHbk+SyzWttx/fx4PIcj9EC/PcS8o7Pw7WQCQdew9M1Wn088o7dXze4f1isVV/d2KKb3t9HG9e/VhveuUrXrX8jv1/lV36qOrN4Db9ZHTb9PHz7hdnzzzTn3mrLv1+XX36vNr79Hn1tytL6zbqM+csUEfWnKDrl+3Sd++7Ki+94hJffdRdX31igP6+NrN+qeT79b7T9+oz112SF99TKavP0760Nnb9Jm1u/SNK0b0pSen+uxTpc9dlcJvTJ8986A+c+ZesFOfWbMdbNWnztiij5+6WZ8+c5s+sfo+fXz1Fn3hvEP63mMa+u6ja/rmleP68sWDuv6Cg/rXc/brX8/ery+fT3sXHNGXzzmg68/aqy+ctUdfWLNb1585jS8S/yLxL67erRxn7tEXjZn09at36Yvg+jN26vrVO4mDM3fpS8j2pTX79eUWzjqgL4OvrCU0zhrQV9ZSnmOfvuxwPekcpM8G6/cil7FPXzqH9Ln79ZVzqAe+apzr+AHyWhjQv67ekePzZ2zXNEgT/zfk+4LldF+MNXv0Jfr7pTV7ZXx57b5chq+sg+faAX113QF9bd3Baaw/pK/N4OtnH1aO9Yf1DfBNY91hOfxWK77ukL5J3W/A4xvr9sv4OvGvnQ2/s+ELvoq+HxoH9dVzDutr5x7R1887qq+fO6ivnTesr50zlOOrhF89e0jG19ZTBr4+g6+tG1Qr/lDhN84e1DfBt88d0rfh++3zRghH9e/nj+nb5xM/f1jfumBI37zwqL5xIf288JC+fhE6yHFQX7vooL56wQFdz3h8gfBz5+/XZ87bpy89YkTffnxd335CQ9+6pq5vXVvXN6+tEWb6t8uH9aVLh/T1i4f0rQuP6FsXDOjr5+/TFxjXzzEHv3wVtE+Uvn6t9A3wiYuO6tMXHdDnLz2k63kmjE+evUffeVxd33p0Xd+8qqYvXz6e4/rLRvTZCw7r0+j3M+cd1ucuGNSnzz2sL1w6pusvHde/XTyqL18xpa89kjo8A9cjx7/Sl89esF+fPm+PPnXuXn3ynD0y/0+e4/g+fYJn4xPw+yRj8Cn0/8lzBvWJc45CN0QZOGdYnzh3RJ84b1wfP29SHztvSh87d0r/cva4PnjWsL54lfTJC1PypE9fLH3xkdK/XSl94HLphZes1qMuukBj7PBGcSDjoxOaP3chjrYLZ1DUwYNH8m+A29l7JxIVJDuZOk6gVm8owpi1YZgrONgCFmvlycv1ohe9QJdccgHOu6S0NqWUI/VYqSKQNevs4kGjpu6udtU4HZiYmMAxSJPjk7bBKrJwGBocVJGdZr1WUye71gmMrneinVxFFKJ4mo4TuWXLVujRj3mc/uL5L9ArXvFKvfzlL9ezn/0sPeEJV6unp12IJwWpjqyVcgVHk+ZtOT8LKRI1Sacggw5CHfc6QXYI7NhxFi1KSEhlCmE63zqxI8pwRAFH6R29Hb137nYo3b09tJupjN68462xEy6ye2xvb1d7e4cWLVqc3yGb//z582RHNH/+fHWxk+9hp3rPPXfLelm3fr3qjTptWx1ZHrezSmmziMPxODmc3nlHKuDMY3QbQmBx0wBNZJbsJDO4NHHkURwp+B80vHO9uC9NxruBs8/7REHEGOT1MimKY4k6pjFK7LwLhVieL0lSlHXv0wi3nTBPMuQzfQghHw/rK0NXLf5l6mfQGCFE8gtSxXEkLxyiKMrrmVeFUwKn3S5VkDfNj9Adn5qakvUdI9/AwIAuuugitaFjH7cXi4nM030YZuHV2ztH4yyKPEYu37jxXtqKdf/WrXr+85+vRzziSv3iF/+l+++/X4ePHEFnCWJlLC7naQ73/B4zH927rRUrVnAiNcGipMmipSKPneWbN28e9HOp9+B3NDvZ3pA6m1JPKvl+dC7x+XVpYU1aVJVOmpKW8Jwsm8FSwqUTkrGMcPm49CA4D5wCj1XwPI0BO8MgfXo11Sr4nUobq8lbQ3gmOA3FOb6G9tbC/yznBekUaE4E118FzUp4noKcZxBfDc5wnPqn0/5pyHUq8H8HewptngLvk6FfSX9XQLsC3ssNlLEMLKW9ZWhmmcMTwOVLKXe4hHKHRk5P/WMh8aXwNZbQ/5NoLwdtL0aGxchnLEK2RWPo2BglnMFCwgVgPphH2VzQD20ffeojnAN6ibcwB359M+inn/200cJc4vMM9DIPzKU8B/Qu6yfM6ziEZ95GKyRvDvRGLzx6qG90049u9NdCF+kOytod0tcOh7Pg+fVroPwYvesY8PQ87ER3RhdhF7rMQ+Lds+C52gP9w6EbnoblMxzP6cnvpf1eZHbf3Od++jwXWN/We44RaT5YMMyzQLiQ0OOSPxOMq8fWY7yM+HKwrFnTSY0JLaqPa0F9VPObE6Cp+ZQtBIua0mLCkwiXgKV1aRkyLK9KK4wpaSWh5/Wp0J3BHDuD+ZaHjqOL/DlCD6spP5PQWEP81wB/P1dn0saZ9DcHdGfC40x45SHxNcTX0sa6WMqBjVkLzipKZ5WmsZbQWEeeac+Cfg11/fxajtUt/m7LoE/nI9uC+n3q7e7UnsFRjXCtNqWiDhFvZpHWrlmrM7knLnPsbYOYRDHOuRMDGbOLbCqKgwrFWFGEgDiCBXPn6rl/8iwtWbhAnRwFR+yQAserdnb+uV3vWpvNVHUcSpY21NPZoTaObudw9GxD2NffpxIOL4oj9ff3S7CdC087oQq7smmnWNPI8Kj2cbzvo1gf+9uRuKyrq1snrzxFl19+hZ70pKfon/7p/XrDG16jl770hZpisZFaFpgmGPlCEisjHUcRu9BC3geak+whxIsEb5IZLpC0360y4nZCLggBKuejyxCIUxbBM8OVu9+B9vwmWzWO7Ws45kkc+5IlS+jHCCcgo+rp6eH4eI68468i56233sI9/Mn5fbKd2cjIiAzvogcGDuBkCvK37Jvo144pwDzjTryb/luEjH75lCUOkercIUcIYP3mciGr9RDHhdxZUnW6j9SnCEpzc64Ugh0xPYEfqbzdIuOaJNP68lial3XhPDt279I7OzuhTSQU5HQXVwquZzrLYVoK6W8ip/0nksPsvFvj2GAupZywmD6bWQDUanU16K/HOY4jxTHjh87tZGssBoc43Th48KCGhobQ1SjzqKRTTj6FOg15974Vhx1CYNFRy/vd1sYV8SjGWyE/Yrce29racsfsuTc4OKQf//hH+utXvzqfi97Bx+isvb2NserVIAtR0/iLeV4U7N6zO6fLUOL27dvln1w2P1/XeCF72mmn5TJZzrvvvtvdP4boWMwRHkzNRp1Mo5WH8VELznPcoTE7fqK081owT8NphxgjLvClxnHtzU63+Ju+BddjIPK65mV6w/kYM7g9+G1amflNMwAAEABJREFU5xumMa35YliFM3tYmKYF13k4tOiOD2fXsbz/J5jeNK3+OrTMhvtwPNyn3xSua320NORnz/CMMGIKWnD6eJjWgOzY2/weCiY6UZnzHwqz6S1vC+5/C+5vK/5/Cq2/2TC965uv22rJ4X65v63+254YBQgMHJ4qM3GC/G0exmx+5jk7z2WG223J0Rpf57nMcJ3fBq7Tgvm00GrDofNaYSvudAvOa/Fw262481twnstaaYfuo+F8wzSGywz4t2NQ4+Y4R+lNjsznYJoTZVFBwzjTezBIuzji9zeVh4dH5C8VtdTvsMbCv4Cz7+7q0NKTFuv5f/FnmtffqwKFKQ4t48gee8zxfj03sE12hLLhZlcfsc3FXmOYj8rG0Ia7yjFuwPAmSaIjh4+wmGjg0PfJxtN5ccQCAx4pxjQuxBjoToxnMUeMHEmxkDvTaSeR5m0uXbZUZ511luo4Ci8WEpx8A4drB0VTsuOwozBP4Qjy+XL8h3U4Ky+EkMtkuVwHcdDbNFErz07O+e4PXc1rJ0kxr2fZa5xkNNC9ZRrm+NkEURxTLnkRMIUuent75T77b7V9tdHT0yv/sI4djPtjB1bHybluoVBQfjyPUy6Vy2RNO+iM9BgOLY6ifJdZZczcZ5+Q2Mn6y2f+YR2PrcfHenF+xjhF1LFAzgshKMbRGSGE3Fn6yDyOIpnOfUtYAHR3d+c7Y0jQbUN2dhmK4K2Y/omX+bt8ZJSVOZqTAmNYzsvb2KEnjH8Ikdwn13F9y+Z6BU557PCd7/aPHD5M3ZJqtaqsc19x+O/irVc7WLeze/euXN5169bli4sQAidVB2SZp9CHd9qHWCS4zR/84Af6yle+wi58nl772r+TFx2uP8CJwMGDB3TTTTfJjtqLzNFcfrFLn5fLMM6pUz8LVO/grRMvHk7FwZu/FyG7du2Sd/2WC2GPvaNjMUcCHw8HU7dgOscdGo7PRjzDy3kuJ5m/PVedfijkRDMfLRonXc/hbDivxf94WpcdD9d1ng3S7LAVt4GaDdPNRovOebPpHHeZ4TZaaMlkGR8O1tWJUISRkRC2UCBunIj++LzZbbqslXbcaKUtZyvucHaZ0y43aPpBb/d3NlqFLVqHvyu02nL4f9OG+9eC+23dtmCdt/TfynNoOtdp9d0ytNCSpZU2ndHKd+j0bJjfbLiN/xNc33UcHg+3YTjfNK2404635PY8bsFz2HB6duj48XB983EfHZqv22mFx8k+ha2dGOWunpV8xk67k12h/+RrfLKpRiMVG73cFPtjml3EEXyQd+odlaLaSwV28PP07D99hnp7OinDwXAsX+W+vjo1oWqVY3l274Fj8iZO2vUKtFNgx6vMwiMwhndiclJRHGsKg23jW6qUFWacyAR39L53ncQo29AXoCtzNN2AT6mUsCtkxRIydm5ub5JriFEF0gcPHZAdVYgCi4Iu6BoY90Qxi4QQgjWUG+iCHUueEvWcb+jYK3Pnj6XMEpn9tvci346oBTtFx6VALfMxqIPDFa+u7i65D719c/KFUwe7X0Hbw5G8Hbd49XIUHCNjld34FLt/7+arOHR/X6KBDu1M2js6VCgmKiB7UiyqzIlHCCF3lnmf4Wknb4dXQld2PN5xO279iZfLHS+wSIijiBpCRx73Bk66bjYs0lLyUuJZntdE5zH6L9JmBaeMGihv5uVJUszbt3MPIeT31JbXbXrsI8ahSD2aVhTFM+VNebyr9NPH6UVkTVgwtLe3s0gw2hij4nQ/yY9p2+WmDyFCh1XmWC3/PYE4LuS83E+36y8pitePfvRjLV68SKMseA4eOihEkx23Tx76+vryEwDPeZ+kNDlNePrTn66rrrqKxe6Q7rj9dvmLev4p4X379uU68D3+jh3b8z+z++Uvb9DWrfdrP2UhhHxh6sVOCEFeqCWMj+eDdezx9QnA7t27keqBd/RAlFg6A2v2oQBJ/n6o8tn5JmylHW/BeY63Wm+l/UxahtlljhumcdlszM5z3PCcN1+HJ0IMM8M0s1EgvwWXH1+XYp4qniYilsFtOWzBsrdwfJ53Ng+FVh3zmw3zcB3sC/ZROR6O1vSz0aJtheY1G6Y9vr3ZabqZv4/Pm512PCc67sP5x8PtzYbLj6t2LOmyh4J5uOwYMRGnfxMcP6ZOt+rBxn4hh/VkvXu37UW84bjzZmO2bi2X067bwuy046Zpwe26zRPBZQ8H83C9h6JxWQvuo+e55/RsOO94mLZVr8XbbbXgPhhOu9y0rbjThnkY5j3THieQ2rNvr0a5o6/hoOuNKYxqIXfwDbx8hjGVIoxjhDEPyg02Di5jxz5/Tpf+4MnX6gV//mxOAzqVsKtOyU9xSl40NIkbgYczUCfFSaTeWVebCuxYA46+q6dD/iW7mJ1aUsJR4OAikBSJFwsqsjsN8G1Sv1gpSUHIlmLgp+TdqXeFdeSO44j8Js4jySEc/YIF89Xg9KDKoqOQ0IdIiuDlHS3sFEfuZyb/ZzdRRCFyihc2Wi53WyRlh5iH/shhZWayAXfSYQspVxOmDyG4SL4fT5UhW6YC/SokBYU40t79+7T/wABTOsOhDKuBA6+0VVRDXjt3O4gDlJtJgFXK7n/btu26iHtmH1fPnduvIvryz/NaN1O1qdwJRRA34WWHVWUcfFQ8xt2z/z+BSXacPoXxDxqhHuXXKdCkHIm793EU5d+LEPK6/1WuEVIcn9NNxs5foPNpQs5zbCxvz2U0iZj0kcVMTN9IKIRITerGOOYG/K2x1POJSEQ7rtdEVw1knaYXJwETON1hnHU1120KP9NIgR17LYfbttP1376bv526Fwrm6XE9+eSTkauWL+icb6e6bdtWPfaxj8Xxzsnv08eZ60uWLNXRo0fUzlH8KDtz79CTpKjHQbd48WJt3rxZN974Kx0dPKpNm+4DG8Em7ui3IkeVhcNJevSjH6M/+7M/12WXXaY1nBr5f3O8mPHxiYwXY97Re0GxBV533HFH/p86+bsnXV1dmv2y7menHxxHYYyH9fXreDDlfy/V4n987VZ+Kzy+vJV2edpK/A+HbvuhmnSZ8VDlJ8o3/fE4EZ3zjqf776SttxZc33z/O3Dd/w5abf82odv578joOsEfDwHzbcnRhMZx580G2fmz4NBwmcMW39l1HDfMazacZ7juw8F8Hw6tNh+OZnaZ6f9PMP1D0bjseJh2dt7s9HHxsUlpcHRSgyMTipKSxibH1NZemVYnxjrDyE6rJSjFUDdx1HV26QvnduvVL3+xLrv4AnxqQ5l37dTKcFQpyHAMMU7Vxqler7IzZIVlw82Rdb2Ok4ZHltU1D4dlkUIIudH1XW2NNmykuzq7ZGPpnaMdnfPsAA3vmkrloubNn5s70JRFQ6nEMQ8eLCnG+e7eR6kZMhfYsVbZMdoRJMStGjtDO5lCnMhOLW1mFtVF9NgSZdMh0cwEecn0xwPJLM/I6Hce4cPx/BqAeP6mX014iPP7lOPwweFB+tSWf1PbDts0dlZ2DAsXLFTCgmeUnad/0CdFdu8WvZO0c4KV5s+fJ//SW/vMjtd14zjK75bdTzurjvYOxorlBYJGcZzztNNv4HC9q7STTFk4pIyHde1j7yqnB9OoKqaOeRVZbBVZTJSKJXbVZdpoY4za1dbWrnK5Ql4xp43jgqIoluULIaDPTHHOI5Z5RFGgPFAecrmsLvfHshgTExOUTbs712vH+frP7srs7n0aYB52jpbJ+dPpbuSp0E6BhcFkLs8hduvWlU9AxGvHjh3s4sdoM5P1kiQJTromO1/L5P7v2LFTd911l/ynjF4MLF22TP/xHz/A0W/hmP1wfky/bds24vkPGunKK6/UpZdeprPWrMmP/wePHtWC+Qvy+v5mfcz8arB42bp1a17X8oyyKPLctfx9HO07RLxj7+meH0v+D0Q8b2fj+CZPVOa84+lmp11+PGaXz47Pppud//8t8dn9e7j4/0R//6faD3TGIMjfjh+PvOB3/PFQ/W016/JW/P+HwmoqjYzXNDg6pjs2bGCXuU979u4R/g97HOQdaaaQ786EM8/YPZ+ybLH+6gV/rnlzepTgwBIMeYYTSdnBZzgPO0bvBHMDhnOrcyfexME7z7vHJny8GPCfzR1lVxWCJ0SGUR5VJ87dR6p2inZ4o2OjsrMJARlow7wj4m4nxplMsFsNNJTiuNxOAxnG2blGcSTI5A87+QiiIg7L99g28uYZ46AC+XYAIYqUafoVAv12wmKR5TYJfu2NH53OI2Iao8UkBHhQav3hckWSolRT7JIPHT6U96nJjtZ9bLLzPTBwQP61PDsfO4YCDt+LmXacdhfXKW3s9h0OHh3Mnda+fftzfVW44jCteRVxzO4/zaqIU2vzcT6JEvkuK3CiYIdXQg8piwjLW8KRu/9RhLyMVZMFWsv5O/QX5BrkNZExoxx2+dvxlLF2IkbXcRw7qpQ+pfB2fy1XsZgoitCt9QmF+aToq4BDjONIdoBx5LEKsoxtbW1QBRZqk7Ie/Hf5w8ND02kWQK4fQkCfQTFtTi8SQv7lOKfnzp3HQkNq4mylwA58i/7oj54uof18HkSxVqxYjuM+qnnz5kMhXXnFlZqLA/Yd+je/+U1OFUa1cePGHD49WLBgQX6Uv3792erm6iXnxUnIhRdcqPMvOF++RvHiwvfwPub3D+XEUSR/f8B38j7q9+JiiuupFJ2VWMAg0LF3dCz2/wmRgJAGwcO+TdPCwxH+JjSt+qZtxf//4a9rwPpp4ddL/+9zZh7i/3tG/w9z+E3ksl5+02Z/G1rzdPuG47PhvBZm5/9Px+lPpVuav3iBSty3+n5++7a9unPDPSoksXxsn8lmKOTH5Hbq551zpl79ypfolJVLFHPvHjD+Kc41YMByJ46BzYgHjLnDDAecktfIHT07f+g5AsiNP/Y6Pza3oxEm9yhOzLtcG83ent6cxjvcDF6dHHd2dyMs8RQeIxj9BnztjIpJEeOesVurq0Y7hSSRFxV2CpahTl57Rzv8gpxusGBIcUY22HUMdhPnJPjKLwtlOD6DVtExmla+GEQXQo8qKSY9U+bATt6wo5dpIPLRrZ2h+7eXBZV3gV6YNOjLeeedL0HTQz8jnKB3qD7RcP/HxsZxipPqomx4aEgrli/nKLpXlt0OzDxMF4LHSyrh3NN6Q2Wceoxzq3AFUiqVZQfb9PggT0o4Mjwi856c9NF/I+dnvTVyHTXZDSM93YIcx1pQCSdVhleZHb1RhH8Ef/GyLE3Gu0FfLIvbsnpc3mSx4Dy3mTF+SVLIZckg8C7Y8qfUNa37k+Xjo7z9EAJyNRXoW0p+icVJgUWL26mycGp6EUJfkqTIaUk7C6GC6szJKqc4IyOj8nG+65XLJR1lB3748BFOJSrs2jfr5FNOVv/cuRo4cIA793u4RhnSt7/9bfn/hfAd+5VXXCEfyVu+Wq1KvTZOVE7W6tWrFcUx1w3juWweJy9aduzYoYH9+9L2qNIAABAASURBVHXw0CHt5d5+P1c0XowsXLhQp51+uvxFwWXLlmn2a3rEZuf8LuMM5m/EnomoFlxhdr1WvvMMl7fQKmuFznfc4fFwvmENODQvhyeCaQyXzebjtNHKc9wwL+e1QsePh8uMVr7ruQ3DcaNVdqLQ5caJyo7PczspmQZB/nZeHvm//DAfw2x+U3lMa7je8XD+w6HVRqve8bStfIetMscNp1v1HTda+Y4bx5c770RwPeNEZbPzzM9ojavLnHY4G+ZlOM/lhuOz0SqfnWc6Y3ae6QyPt0Njdvn/cBxfoJ45fWpj57hg/iKOJc9TsRQJ26qAkw94qpjYiiUn6alPebxe/KLn5X9jn3L8XveRPAa8wVH9dLwuxzOO0V0/zRoYwWnnnrKLb6R1paFp95hD8M2ADbWdgo33gYP+NnQB5zOWOwLzadrp4IzH2L1HMQuQTGpn55di3EulEvf1VYUQFEWRCpRPchRsJ2DY4Mfk1XDoDTobxXHOd4JdfwnHF2Z2sjDQ7FeGAwoKeZbjeeT4D+TgPZMbckePGDO1lPcxIyOFlwgFu3s33qNx5JvCCfX09Mi7SB9f21FYRlfyvfAYx73u2yj3x0c59XBfvv71rytC3sGhQe3es0ctJxJCwLkl6Gw0d4zubwjIA7OEnbPlb6BD6znFmVrPDuuctMQ4TOsNcuRPqd9kzBgjnHGKUxU83EF3oVWnzsKpiTNvMvbOM3/LZedd9iKAMQkhkvk2ccIhBO7NG/BtiChhUzWuZ8a5K3e9OnL4JMJym0eRRYoJXSYF+MRyuftifnaobnNatjD91wQ4Yf++gBcbIQT6kVIvyM7eCwDLspNjevNuIHvMaY7/cxtfC91wwy/04x//WP/5nz/Lf8t+0aJFuuKKy/XIR16lQlLQEPo+/fQzdOaZa7Rw4SIV0JkXYSMjI5yqjOXXMP4mvv8Eb4hFmL8XYIfvq4dFixbrjDPOkK9mQgjQj7KYGNbsVzQ78TuLM/nysbThMZq0ZMyOO52Rb1pLZZDM3843XJZnzHw4z5hJMl7CbkwjzGS6jRaN88zXcDyGphV3OiHtt+s4Pbvccee5vAXzNZx26PICCYdOPxwgk3m22nfaccP1nXZ9h04bjp8IlrcF1zFaaevVcNr5s+s7fTzcjmUwHLeM7pN14zzXd53ZYSveym+lXd91zePhYL4tuI5hHoZ5Go634HLzcx3HHbb6aJoWvcMWnG+Y3nB9w3muXyRSAo67jvVlOsN5pjWN9eA+Ob+FVrlpHIfNsbloXi06l8+u6zYsdyvf9RyfzcN1nWe43PwMx1tw2rwczobLW2m3YxrDeS77nwBtcVWu2lRNou0D+wd0z4a71JhKFeNYYwx5W9LQYx99gV70omfp6sc+gh0iRrQxpQynLRx5XhEDkjt4nEg2gxTHnmHkbcSbxFMcRxN+dY7+U+ibdiIhUpEdoR2uDbKNb0q7NtY1HLPHKYXO8Sl2bv4hlSY8Qwj5jimEoNwBcb/exJHFkQci4OwTHF9JEekYx26eAWYBJxlCkOmKxTLOICM3VhSMSA/9yn6tyDl2NkYIQTBCFucGhci8HNf0K0iWI5CqsnNu4NhWrTwZvVe1b8/evF6FY/af4GwG2XEOcCx/YGCA3ecgR9JDhEdxDkNawBGyd97z58/XYpxRO4uzdu7qWzKYR8rix4sD66zMrts7UTvPiL7bWaboUwgbRREOyw9MQA9NOZ1wEhJFMbJGwA+DVGIxFEEbxxE6Lebj5UWZQsjldtuGx8zwUb+vRyiGb5rzbeaONZpx9mnu5EdGhlmYjB1z+jlP+RUUR5GsK/FKkgJtJnlbzvTRvueAx91tRW4Iuk2bNsm6cHmNRYQXddbVKezYq8ydmHmwaPHiY9+Kty4tw/ve9z7ddttt8hcfx1lI+hfwrrnmGq1YsSKXz6cB/gKk+VZZnHlR5tDtR8jpk6Mq/JnS+e7e5VEco6tE/kuSLk6ivIjrYVFXZAHjfnoBh8jH3tF07Hf8mc3ib4PTIN369rLjhvMNjEH+d/GOQ5a/A58tHrPjzjOd4XqG8yC3UmxYjvFymeu6xy043YLrWI4WLF+VzFY9og/7Np3lcP1JKI0pwoeCebsN08fQub7lmi3P7Dgk+Xt2ntvDfsp8HM7G7DzHTWvdtJAzm/XhfNOYh2UzLJvh/FZoOU1rWBbLbDjfdA6dbzjeartV5jzD6ePhNsy3JZbj5tOC06065mt6wzI7dHmLdjYPx1v5pjEP1zda/bRMppsN582G6xnm4T4bpnee22/Bddxeq9zxFlo0btuw7K4/m6dpnTaty1p0znN7s2Fat2O43HD7LcxOm9fs/Nl8fodxi3j/ffdz3z5PXe1dGhuuqoy87aWCVi7r12v/5sX6X0+/VksWzVEpkQrcyQd27BEV/SdsOSJh1JvykXzK7j7DsftP6yYmxrDNqVLo6+Q3yJ/wT6dWJ1XD2dXrTeGXFELIjXSVXVkbd9E2yjaIdXaOCc7Hd/YVnFaGdbWRTKlkR2cax0OI5HwEUFCkmN1aIKb8FTA3mUIgtJPLyIQ+ryfy4KmZMEjExMtEgDok5HYdHg/nGyG4ppSZP0ROma3DAMc4iuUfGxLl27bs1+aNmzTKbnCSHW3CjrvCLrjGwiZAu2f3Hvn3C+69516Oku/Vhg13suvfnf9t/TinECEE+ejZurLjtlN32GQR5Z2u43Z4YaaPMfzt8EIISDb9jjx4avU9U4pcytOSj6frnHx419tkUZWia+s5xnkV2Mk6jOOIRUIMEhxakbCA/os45GJ+dN7e3pbHY+okSQH9S45Hkccmkr8/0DXzvYMGC7QQgsKMvJbfP607hVP1jn+MKwvPA5dPI8CrACKZn+l8j15Gh/5+h3fTDRYWGa36tMSLDzvfe+65R/6CnPvio/Mhdunf//736XuTHfkuFlSDuvbaa9WFY3a/V606VRdccIE898zDejHfgYH92rZ1W77wcnzX7t0aGDigvfv25gsyH9MnzFkvFPzFPV/NeGx9V1+lT27fPDXrxeMzK/W7iDKX0cc050Bgo2UnOEF8HDhuY2uDZ9i4mY6i3FE73pLS8dmw0TI/17dDNS+H2IMHOXjzdNkYTB26juUimb/N03Vmy2M6w/lu32FOPOujxcPlLVlcxzKY1yi0xghhC05bDsM0huWDJH9bljzyEB9uswXXM5w+ntx55lWkoB2UQQzcd8vqcpLH3u6f5bZ8PvWxvB4jh0NQWV6Pj+uZb4G8ZAbm6/zZfK0T57mO23Ro/ieCx88wjevA9kFvt+cM99VtGObpOtafZbSs7oNpT8TD9Z1vHm6nVc/jZT7OM0zjvpmP23Ceyw3L7rR5uH+mM98WncvNz2nnm5dD07b4uV3D+jQst3nPlt39cxvm5zLTGOZhmOdsOM9j4dB8zN9te9xLELp951suy2/+Ljco/p2/aaeAY5wcm9T2zdvU21FShAwXnrtWz/nTJ2n50j6VmEOJgpoYqho70hqh/0TLf5Zmh5Pv0nHitdqUUpx6jV07tptj0ymOXGs5Mnb0SSlRk1MA/0lYAweSYnwi2q6xA7NDqeDMHbehjeJIdfJtpO3AmpwU2Eja6Jt2DKfnMISglDIbYSPDw9rI21lYd1a7wweBPjsdQkACKYQZqpkQFgr808zLPGeixwUzjGZy3a5pLZezIvgZcR5GLJSKioO8HpK/t3DqqlW69eZbVJ2Y1P33bdbt7CxvuOGG3MF7wbOE65ISO+o777xDIQTtYfdvZy+knpqq4mCT/Nvm7W3tqlTacqcbo0/rLEPfVXaaMXq03mgVxxiDICkIdjIfKVCvoDoLr3F2tHEUy2WGF092vO5PymLggQVAis6nMd1OlQVCXZNcSaQeV2jN1/ydbrIIcV234fH12ERRYH64XlX+PoHbSpIi8kX5Lt/tGx7bfDxIRFGUt5vgSM2vxsLQPN3fOotCww7fu3Uvhu67z7v8ttzBi9fixYt01VWP1H333afrr/9i/udz99y9SVdeeYX+4i+er0WcklzBnbx/xS5Cvh3ct+/ndGWIRYHlzuibZYjimIXaqA4ePJSfEIyOjsrfm7AcduI+cbEch7ind57ldf9ct8aCboDTGsQ59o6OxX6LyG9NWp+ukS6TGi/+G42+8s0ae9UbNPbqN2joFW/QoZe8Xvtf+Frted7fatMTnq1Np1+pPTZSMfU8zzEKLKJJ8HbaBrYNXtddpz2veJt2vvr12vPKt0rPeonqXdAEYJoOaXQF8Vf8vY6+6r0aevl7CT+o+uVXqume25i6jZnw0P/6PY3+9Vs0+Jp3a/T179Loa16vwZXUt/w2lJaD5IPelsf58KtVKHnCYzTwV6/W3le9TnuRa++rXk/4xhm8Sfvo+75XvEX7Xv73OvCSt+voy98jPfKxPFbUdTs1QrflPhgk88KMiEGQ/039EWnsNGnqpa/UgVe8XgMvf532v+zvtO+lr53Gy16rg89/lXZd/XTdy/3N9h5JRWDH0eJPMuftsCSlZySqvvrN2vHqt2r/K96okRf8HfL9nQ688rUaePHf6shz/lrbH/1s3bPyAh1wX91v685IYFIGBUAfapSlT3yqdr3qPTrwl2/RwRe8UQde+FB4E2Vv0uHnv171C6/UZAyPVl8dGvDz4u0IcuoZz9Duv3yfdr3wTdr74r/Tfvq+9+WvVePZL9e9br+lN9jIcaPFs4renv9c7f7r12n/K/9O+177DxL929YGsekYx1wnHotO9PuMV2v/i9+ugy97h7a9+kPSHz1Lg5bF/Oi3/1c2XfN0Db7gLdr7V6/Ttle8Tltf9fcaXgg/y200iTekap80+ty/Ydzfo30vfo8OvfQfdZSw8fw3a3gRNMPAtJPSFP08RL+OvPjNtP0Pqr30TVI35Sk4/u02xqnTLu0491SNv/V90udvkD51r/TJTdLH75Te8CntWL9Gdc8Dt2E+husez+//Jm1+xnE8SknCMfKU+rmrL8WJHnnFufqT//VULV+4WFFNyqaogDIDerKD999f24D72NIOq1lrKMIQ+4g8xghCnRvsYjGRmwshkA7HjLRpEoy6sqCS/5e/mS9O0RKLgoYaOIYQgvzN+GknJTXZ+fkUwM7c9X1MPTI8jJNKcHgFxew2S+WSonjaGYhXFEV8zrw9f2ai+bxznDaEFwlhppC4iGeE03KbCKmcmI4+6DPPhjbI/8Sn6GNTXpTARiGEXC/+nkMTR9TXO4e0dPTIEY0MMaHSTKP04ZKLL1Z7W5sWLVwof+HwpS99ma7Dfp500knsKs/P/+MeyzR37ly5T0122r4fttOwPtxeE53Z0TUpCyHIDsZjZP0V0I14xXFE/ZhYlssWQkB/6I7FAZkqcY3SoL6daAN9T01NKaYsZSFlPuZtOJ0iu5TJDsyOrBDHUiAHfaQ4xFZbURTTZpQjhKAYOkjU5IpGvGL4e1zNN2Nx4jLXtwwhRCoik+s4D+7afmoQAAAQAElEQVTK4O245SkUEuRPtAOHbPq5c/vzv5M/evSI/BsLPh3Zv3+//Pv0PT098pcd/ct2H/mXf8l33+vWrtU73vk2nXPOOVq5coVOPfVU9DYh7759CuJ2KpwwpfR1YmJc/o37nTt35b9OeNfdd2sn7Y5wBeEFkn/k6GLG0V/c84mB2/Mc9ZG/wyqLY/fR4djYGD1/4B09EP0dxjJ4N6UxjHDhuheo85q/VMfVz1fH45+vnmteqLnX/aUWPOUlWvT7L9Ppf/X3Ov1Nn9ZJb7lZ+pPnaxhjm/8sb4CH+RjEc17nX6dFj3+hlj32L7TwCX8pPe5PdLh7gUQ7gkaRFPWsla76Y7U/5k/USXn7456r6vx1qocZfjZ2yDY1KVXWXqfOR/2Zuh/9PHU++rnqvPxZGkvw9DZCjRl6gmNv8zCcgVxVh+c+VQt+71Xqe9JL1f/kF4O/Ut9TXgheAJ6vOU/9C/UZT3ke4fPUfd1zpaUz8rgNZDl2kgFP5rm5PhimGZGm2i5W+TF/qjlX/5n6Hv/n6n/C8zT3mudr3jUvAC/UvKe8TEtf8I9a/eZvasU7vqfm/3qxjq6AVRvw23136HboR7ToMSoxLn3XvFgLr3uRup78l5rDeM1/0gsZnxep7w9eqhV/9Tad+Y6vav7f/0x68gt0pAAD86G+YuIO0fsoMkbnPRq5nq351/2V5j35JZr/kHgxZS/OdZUsWqMqdeH0628cQr2D7Mf9uRY+/iXI9Fda+GRw7Us1h74W0MOhYr/ysddxL/fRQMaORz5LffSz7fHPU8cTXiBd8QwdqUNv/ZvG/SlLjfP+RuWnvUo90HQ/9rk66VFP0uCRQ+oyjfsJvRc0uvDx6n3qi7QIWZY98a+09PEv0kiZVZj7YVqH8B8vSp1XPZG58Uz1/t5zNOf3nwv+TIUnP1fVs56ufNzRneftAGHXtc9V17V/ri7GtPiEv5Dcd7eLqA96F6XDJ0vlF79Vy1/3ZZUu/iON9qzRWGWlxju4B5yzSjr3Gi3/m88ree5bdYi+KYGDJ6xlc39J5nPN8j4cTPffwNjYhDJ24sUkVl9Pry48/1xVSgUloYCiA3f2Da7jU8VRpDg31kGFQqQ4DgxnRoupGjiyJrv6OjuWOjtxH2GGEJTMGGMbcBtfG1AbxoOHDmt4ZEx1FgkuszG3UygUCrLDgakyDGxGYUbnDeelGHqHdnJt3E/baNp42slNsjOeGJ9AlkbOw7wyiM0jBGSNghBYfjmflKMKYTrmPGeY3uFvixCCUuS1EzOvEIICTJguanKcbEdEUl4QzcNp2/lf/djHyXfya1afqWeySH79616nhQsXyLqYz138ggULZWf63ve+T+vXr3N12an5iLmAA2/AN4QgOxE7FfdZtFpMigohymlNL17mGTGGqFMhBEVRLNcXrwLj5GuVDGcrCDL64XarnApQrCqOyn0JIVAvYuwN12+SpoR8j7XreYymOHFwHY+T27d81otPCDLa8ELE6ZRFRNA0zwSZk6QAvxgETcuRKkOWEIKiEKmQl0d5fydwvgP7B1gcdclH9p5bng8HDhyQ/8rCY1DiROTKKx+h0047Ve9///v12c9+Li+79NJL9ZznPhddL5S/6+AfAvI9/z528Hbeg4NH5TlsXv7teu/ed+DYDx48mN/du2/lSkUrV6zU2WefrVNOOUVJkmiKxZH/HLDOCYkdfBzH+d29yyL6EEKgPVb9euAVPRD9XcVm+DbEKtTxTo2rC2PepVrapUms15jaNRqVNRIqOhK36WCpTweWnqfsKW9Q9x+9QZM2Rh4TGyRrlnA4z+tQvdkmb3/qDaxgKOlwDEGrV9A12SUIvpNxSZNxUaOhqBptQSXmGkIhE4k6Ri9N+5Q2ujXWaNcksqnZw+oLZpRDNU0Pz7ye82aD/lW9iKLuGN5oNG3XSFrWcFbWeLOssWZFo2lFI6SHs6LYJ4CYfseqseOYopmcr/m7sdn9dboFt9kkgdOreusb9Wi8UVG11qEqxxkTjU6NNrvI65TlqKadOOMFGlx4oeKnv0ntf/VVHe2nfgTclvkB5rka7H7EWNRDB/0vo6+yprIOTcBjVBWNhbY8b6LYo93LL5ee+S71/dmbp/WCI8sXZOhB8B1kh6k40lQaGNcSYz6NUfh7vMfURh48zVfoRyXVQIYhT80L8Y69rQvLS58hlwpzNc7ia4x+j6HbScLRlIld7lUy/7RpeZDhWH1H6GOu35hEs0PNuF/jcV8+D8Uc5CRYPjHIaWC1fZJmrv5TNZNu5CypnpaU7rxHh278rmLzjuADz0aTsJ5prNBJX9uV1doV1TvpSz/Gg7IZOutksopohVSTxUhjSdBIwYh0KCmr7axzNdE5Q1+QjsJ7iLl6NCppsFmioE3Dbsu6MMiR+wLtSJfU9sL/rbHLnqG9yRJNZiUOb4pKVFDWTJWmU5oMGIOupWo+8jma+5p/1ph58MjI40Vbeb9/09BtHw/Xdd5DhHO6KmrDgBpXXXm5Vi5frma9qUatyTOHjOzymo06sjaxE4SZ0SDdwOAiZJbiUGoKCGpDLhRqgzeFsW9QN01pmEkcQlAB51Rkl9ZoUMdfoqOIapYOfin8mvm96PjYOIZ2MncwDQ8kdAFD32g04FGQDaeNaLFYxHB2qIxBt2OqcIQds1jwcaoXHFGEVG5bQSGEvJ28PfKk6XQI02FGP0IIeW6Wlyt/ZXmFPPprH4hF3jSFnbwnVpamcpUQ4AVavHpYRM2Z06aR0RG1cU2xb+9elZC/wv2y+fz7t/9dPqWAIffyO7V9+w5t3Hgvdm5Sq1atUhwX8p1omjbl+2anm80Gx+Y1WQ/Dw8OiuVyPSTFRFEX5uKTI4/wW3FYIgTqJvDggmjt8OzzzdL0mbfhP0VLGzvfg3nX7PyNqMp5N5m0TnoYdntMp6QKOzqF4ObScRJEjKKIRj9c0LfpCv6Zxe5ZHvKIo5LJ7jD2O/hJbCJEsj+sKHi6DlDkQW9VKikXt2bNHK1YsV2dHR+5Ue3p68h+rMb9ly5aix21685vfnH+jfvHixXrVq16tP/mTP2HetGtoaIg79v1gIE+7zlwWYW3Mo107d2r3rt06cuQw47Axd/Ce3+NcGy1fvgwHv17zFyxAHORGJ168WFa6ht4bzN8JjY+NyXPRevN1kxcirk+lY+/oWOx3HWFeqk4jGQ+tqoqwMEUGOERNNYo1UFWBeHFK6uThbM+Gpo3w4/5S91zwJGE5xbM9jQAfs1EQ4yIF8crkUclwLCSU05KlEEsMbiGOFTOJgwuhsaIUkaDY9ZlbGJhUURwpjlEquw8zCa6QQWf5DaLH3s5vASNcm5HJfStrVG0aUimbUCc7kY5arDJn+2UcfhvOvk0llbNEpTRWjcXJSEFSDCyTecLPD/KvARLLa5RY7QkBYwV1THaATsWNDrrepoCxj3Hchaym3vqYenG82WBJ4+ddq/FVz9JwA0buj0F7vso4FGg0jKkgdkHxpJp4tDjtUNTs1GRU1HChTYM8aBPJlNrj/RpNqHj+07Rv/WOkCvwC8JuwAUT7aYg0GaaURqOUTKgaRfjTvFDBF7VxXWlMeWFSWbGqEBAMthBPv01qxCQpqlaWSRgtJxPPH3rbLEyplDFxMGydJ68V4ovpJZmP4foOQT79GNsMo1GOYnXbwKfVnBzB5DnhL4iXzrtOE+tOYzHQUHs2po4wqR2f/0f5fwrEi07zLksTJeRiPsXI4ePTQBJPzwJ0SpmFdIbHlLBB2KDN3JDQbky9kBWUZj3qmLtadevQ4wFtLZGiECtGf0kCozj19FYW0QBJBUJoBgkba/9Q8errlLLQ66BvzXhQUVJVQD9lFdSGbksFRGa8RtqK0mlPVbZivXQIHubXJDQI/o/vDArLaDhuzI47bV4OZxAFadmcBeomv5f+n7tujYruU96JiHmAbGqgM+ZcVuU5rKveqKrRnCJeU5rWleEU4hAU4DkdZjiQiko436BIdrj+sZDq5KTEwz3FIiIpd2qqlikqFFVkMV3LH1DaQ68DAwcVx4lKLAh6e/tUKbcpKRThH1RmfqVN7FKjAatMIQTlpwnYpVq1rgZjl7KIKFOngMMPISAjdHQ0iuCv6ZedbwhBzhOvEIIyxiSEQOrBb9Mgdj5laXC6MCOYQR5AYGMeaAM3Blmg3RSigJ5SNdBRkWegzBH95i275N/tH+f04aJLL9GSZctUaato5cknazu7xiQpau7cedq0aSN8IpnvySdzAoSDKZVK6LZdfX1sfHhOiujI8lWrtdxRmdZ9m3bATfoXA/cpyPlGHMc4ygL5EQupWq4z3y1XKmWZPwWqo+PAqc0EO/oaNrKZpXk/8pC4e+aFjRcU5hfN6DdFh17MmQ8qgVWUt2UekxMTtNXIkSJ7rVZTHd4Z/EIIuXzi5f7UatWZskwZtAm2zW2EEEGRaXh4hAVONXem7nsUxfJ/KTs1xRxTkI/s/Z/YWIYjR45q8eKT8v/C+C1veYsW4Jz9vQff1R8+fFgdLBAq2OsU2ZvMnz179sp/B9+Pw89ozfw9lyxrf3+/rrjiimM7eOe5vw6t+xjdhhDyxdnw0FD+p5SWPUMQ86igY+satsfe7tGxxO8sEuAMmmGOhDBRqKsZ1WSjl3AUWtp0l+bs2ayOqQF1JlIlSpREseo84GmxrLVPfaYmDsDDGoGPn4bMoaXPEUS/4Q2NbAUdggBcjnVwbkRFh8otOmUuJxCh+fEcSzm9WTHNqOfiHG47j8x8OG1Aho3KWfrwYLr5pgoMaIJlLzZjFQ8NqHxwszoP3amuw3epY3CjOoY3q33oPlUIO0b2qb2u6VeRoAAycKJ3INOdQE9NJj4pBXRaK4+oXjqojmyn+nb8XF0Dd6oysV9xSRoLsWrluurJiCKcyxKOjA91U9Oymx9tuatZ3nny/VDAUyi1cGSHyrtu0bzt/6XF43u1iIemI2pXzPhUMYTqX6zk7Edrctj1gPUHaIZEQnuRijWcGScvhVpQ/54t6t59uzp23aG2PfepY882de3epa49AyoNHJFqLUVQ3W9kY9g8IFKQKgtOl1iwyY4vpMoQnM9cB40o0tJVq9XYp2l6gvwd+EQmPsWwUNaEVUooNUOT7Lqq1ql1z3phF7SLXvoaDSU1TUVVpQUpHdipwQ99V3MjyNtADQTXJ1QTfkZAHqkZNXD7gHoyzJfQOkmzCrIGxM+AFNJERU+8BSdpp/nO9NdyRllQhGeP4CaemXxIGlI+3ywvqhpEjjm//2KNlZaoHtqgbGds5ik5uE8b3v4i3fT6P1Xtzrs0NTElG4pis67DpU51XP5HOtgOryLwm744+I3wULTOb6HFiHSBOSh0VEwiPeUp16mrs6KIuZsxzxppQw2e81qzqhrOPcVZNZo1nMNUjjqGOsUIm77IziqOPQCiL9TDYNrwVXEUVY59fXxrw25HLJ9nlDs0PsnYVj1DpBBFylBszsdxFOo/OU4sbAAAEABJREFU03Id6yaEoLwsZrCIZ5SHQAfE+BN3G3Y8JHOHlOAY7KzMA1fB2ENrvtRh6BgLcsnKZtKZ41QmyeesN7zjKFaGPlq5GXnUJo9P4kRk2TUTF/MkRheWPUVnUNFeUBlnvgJnrkiKfLJRLmnjpk06cOggu/xRrT5ztfzDLT4u9m+tX3PNE7Vo0cL8aHrzfZt10kmLGZsod24dHe2y4/QO0Scn1nWDZ94iRIxfYNZbzji27OiIcbL+vIN3nulN67wyi6c6R83DQ8PyeNoh+TsDZRZqBerbmbf4Wcfmm6EPupmrxP2M40K+IAkhoIYMPs0cVcZ/ZGSUeKoGi4c6NiqEwBzh4UBRljmKYoUQ8gVBhlCmsRx2sB7HmAWb5fUccrnpRV236/wmpxqWuYIT9TfwfeQ+OjrK3fu5+uUvf8m8fjK7+FfpzDPPzH8kxwso66GJPD4FOXz4iHxc77t9/xpfHEXyfyB0+8x/aDOEw543b15+/L9o0eK8f247Zb4mSYF5WVJX/ot50v59+7SDxdphFhDlfPGQsigZzjHFsb77UOV50KwX02FW6ncVdSux1AwJuosUUGAjzjReyjSxZ6PefM2V+vTjLtWHLzhNt3zwTdCwYmLwqaI6hq54ypmqdSBcBPxm9LPgCHDIAFKJRAZviJxHym87ArRGvssMEU/9MQ3xgt78UkKFpmxUFWxRoUNWPdwro3AG+HXljp66mHnVcEQBfh9/7Qv0rmvP1oeuO08ffsK5+thjztYnrlqvT191tj73yPXa+PGPqzfvLLwc0gU/qAhKBu8Z/sSU55kGW5TLK+WktWJDoVDV7l/9UO87/5H6+BUX6COPOlW/evMLVSzU2VWnakaZChm6PWm5hhOsfJPKM7zxlyQCmP0Ouv1bn9K7rzlfH7/6sfrw6cu14zPvV3msrgyFZdRthFj96y8UJ0/TQ+DqsGkCsaWNPH7NspRWlExM6qsvf7r+7doL9MVHXaQvP+psfelR6/QFcP2jztRXH3mGNn/1M5rjscaJmVWOBp+WFb1U5q9UNSrgfKdUjFKNDQ4quC3ACbq6l52icU4vcgdLtWNvygUsswKC5+MaVIeH0x7pvA5Fcy94mjTnJMiHycrUPjWu7//ja3TxKTPc4KM6cWRCpURSaAF1eStl/FPGPkXefD4wVh4kl2VZcdp5I0hMRsyJTsHHDJ29SlddJ1VhB19sNzwDtIEwldTMJSahPAKNGMq2RSyeexaqWI9UwtCWOcEpTw3rQ9eeofQ7H1b3f31e33ze1SqOHVFcSpShrEZ7SWHN+bpjLGernGfQNF9k0sMBshO+XccFDg3HDUTHVmF0p3TRRefjSBYqo3N2TimG3I6+igNosADxOGTkxXEkG9UQIgUMYkq/bLxssA3JwgY1cPRTHN1X2WWjTvmb/cVCoigEHNWUJnHyWSgqZqUxPj6pKAqqsotrYnyb8MyoZN42ij4SnbKRzB1ZKpeFEPKWogg5iItXCOSBBCc/bYib7EwbooZCmC5z9w33myp5vtOOm6/D4xHFkab1nilQmNNlRMjMckjWVxT54ddMjhTHce78TBmQs4jjXHny9EQdGxvXXJzHqaedJn9ZbHBoUF/92tdy+u3bt2kZu/zx8THufD3pAjv97ervnwvtFnQ3wXHwGG1mSnA0NfQWQmDxVUWPkay3KI7ycbI+I9o2rMtxThE8vjGOOULnCbryePoUobOrK6/bQM+WPYTA3KjL/42tTyBSxiRjbKZDek7c/L1QqOLQrZcmde1ofV8OuWpsDjLmjXlaM5bVjjyjsMEc8ULDPFLmXRTFCiFSFE3LLl4hhLwfCf1MkNU8Gvk1UoZsjbzPdsL79+/LddfPjvvWW2+VHbl/oe7lL38Z8/qk/O/kDxwYoE6NU6GKBgYOyDv509D/ggULOPpfQTsJ+QO69bZbNcSix4udrq5OrV+/TitXrlSJ05QqTtqLCN/p++d5PY4TE+P5lYr75e9OLFq0SJbJ42eZnee2jPb2dtov07MH3syuBxK/s1iAcyxlEZaF7VHAuNkJThab6mge1rWLpD/pk56PbPd98n3Ska1qIFmBQYnr1G3r0dRcwgLwO5Ps5LIgZYEEA5WHlAUcC4HkNkU58GfEoDvq7CDqtBIODQrSnE9DPnrNAiHG2nVdnFeZqZan/eH0LOSGnYktpewEm5qIMQBxVet7xvRH86W/4C71zzul53QD+vsn9OkZ86QzzIvmHtRGINMgOPZ2W85DN3YgqeMG+SmyF+KS5jLpn4mun9svPbMsTX70ek3u26g4KmNHO3D0E2KWq33u6RZTeZs0EMCvv4NOCoO6dqH07KWMT4809K13SFU8TBYUhUhVrFmYv5CHTcIX8cEbZimQItqMaIMFHgJHhVSXd2zR09DFHyyTfn+J9DT4Pn259Iekn0r8VO8wbXdgk48hfZHTKW0z/uW5S1Vjt9YoTKnMHffdv7pJGQ9wCEEN9KD++YrgqxIMApj9Jm0ShIJ15kCeZyKVO+xMGmOR0XvRkzQZutRRbyiZTKU7b9bSDT+UuiW6JASQoLWzj5vkMd7Rsc5TFGH2QyZUJFgrf5k+R0EREyWiIEATKVMUakoLZfWe/VjVONQwK39ngGJFMMnnbmhCKaFGKSKsgSkp7kdp7No6J6vIO6FKGNG+27+lCxmiC0rSmdA+bgO7ABaAAePWYI4kEYUL5musFx65/IQZ+H/qPZtXkPrmSo981CN12umrFEUZzraGMaxjNFOl3Dv6WNwGOcWo19jBVzkitmG2oS4UCipxdBxCUBOj3eTI3GWmTZl72HekphExAs2G6jikOrrI4Is/V8KJYIMVYIS+ExYBFXZAVmQEPyrKDiTBuIcQZOfSxIlYJredIo/zHLpN04cQ1IDGiOMYJ5jQp0jm6XLDdR3+prC67HiYMVQJEm2Yh9Muy5AjT2PDotgzhuYosFwJ+sllpiwwvhlYyB1xQKQf/uhHGsS5eyc5f+ECHPkOntNa/itq/hW2uRwb33rrbfkRvR2JddPXN0cuW7Fipfaxc0QU+svcg/8UR9Zua7rvBVkmJFER/YmXaQuFBFvjsUhl+UzT9Liwy049ICjKjtc690mI9Rsi91kq0JfR0ZGcr9tyuRdkdm5eiIXgk4ZxTeHwTRvR17oXiYxHDbtnWaSgmAWG+TeYLw4j+Cc48SLzKGPCZPTFaFDPjtXxFBsSRbHqyOk0JLn8XlBEUSR/QW7JkiX5QugXv/gFTr6iV77ylfrTP/1TeYF4xx13spPfIv/nNP6TNy8U/NcN1temjZvknftXv/o13XjjjSwIDsj38z5eP2XVKp3MwswOerqtWK43d26//EXJtrZ2eVwSdNyBAy9yqhXFMYvaOJ973d09ch9cXuAEx3+W6jt760uzXtGs+O8uGhgCWsoitloYrqBIhWakLi4iQzUI2yoVJLE5OamPcN8e7FmmJgNUK0RSEtScX1a9SFkEPMnhmWI0UltD4uTOvE0wEyU/dziMWoQxjhnkMlbaISxmiKYDxFLmmUoyQCtb2zw8nhICv2dnO244n4nmo/QCDSfNgmJ2cM1aU0UcFvNFzEFFrX7YyNpgp1TE/yohtFPDDtuJ6BhP8ltv+iR3EX40kecGCAsYgyb6GCulSqzDTqnSLS1bKQ3eeq86an4waYCjYoWSSj3zRbW8vkOznU7M+iSzFArqoFoEP4FkkjGsH6RKUAgxhppOMEas36QGdcM0MofKP6R4AvrpwkJxPg80NAUQQATgn48/UQj9+YBsrmb9gMGKlPSz6nC7Ee02J7Vny704w0wRYxfQgTDs6UoYl2ATAaJ8HntPyzWdRF2MD3HuySseB8ZgYyfKO/9i+TsJgQ53Vgq67z++qNNYo4om8/v5MnUMxnF6XZnSUw8Wppn20plOEJ3uRwo9iEFwBeasF6b5/OUKKw1NTcZlLbvw8TridmAFCZUkh5ZT5OWym6n7Rds8JGoU2yTPUxY9R0vtGks6ONGYEhsICX2JMetdIUVHj6qzWlDXYFMdVSYY9Tu7qOo+IVc+drRBzv/d+wQ8Lrxkjc5acyZON1a1PonjqCljrDKexyYG1gbXBrbBvboN9gS770muGowJwiZOu+4yFl5VDPrY2AR9nNQUO5/J2hQ8a2rgRFxW9UKB3ViDOhPc16csBkIc5UftbifBETFVVCyV8n5GOA87DSOEoAxbkRSLskGdnWdi58UY2RCCQpimrSOTjSwjb5JjoFihlToWkUJwAvjtOPoK8j/lrxYfy5Ehez7uyGQKpy3vNGGmJn20YbczTCHM6GeGkeme04euC/r373xHa846S7v27FGJo/MnXHONLr/ick47xrVw4ULt379fp566KncU3jU+8YnX6ujRQdkhV3Gm8+bN1QS7c++Q3eYkJ3IxzsRiR7Rj/SCa7KydFv1IGdcYh23nVCwmiqJYfjlfVCygf6dL6D9Gl3EU0X5ZDfQ4wa41xkD6b+ClQP8ashO1Lqxj85iuH3DI02VOF2ivyfh7LByGEGRHlzG/WnWqLB7tfEMIiuNI5lcu+wHJcNpt5MX5zl3WI2MSI9t03Thf8ExxcnTkyBHarekpT36yXvzil+CA2/T9H/xAv/jFDdq5c4dar6VLl+Vl3o1PMUc7OjvlHXdfXx/tRHl7y5Yvy+/g7eBj5LGeHVqulGfCz4EXwN6dd3Z2UK8gy5OhcIcN+uu+us2E/luflUqbfGLS09sr/4a+y1qwyWjF/8fD3FFhxYolmk5AQcKuamKEbU1I2aE11YyDbO3aixUHxCXmAJ0Wr8zDQiiyGB2U4BgJtV6ZLSUJB3bA3h0FG0byHkRHGg5k+RPL5wrkeeBpJA9ayTzthElbcHoGbjOmcxFIFen/xd5/AFh2VHf++LfqvtS5pyfPSBrlAIics0QSGYwNxmtsY1iDwQSTwWRskwzGxl7WYReDyRkJRZBEUpaQUM4TNFGTeqbTCzf8P9/qfkNrkADvWr/d/++nO/e8qjp16tQ5p+qeU1X39ZuQ5WrUqIwA6vAp0JKfAYPrjAx80DWf6ouY8os/qoUCtH3HX8XATp2lDA6uQO5sEJoMgHaMXV9rP4498Q04Mhs6pIlzQA9xQcvnopsOsIYXLAM90IYhKe1ge0FZrKOCGwFVpspBw6y1+AoUShW1GVURBlWkDUS2gwOlx52Ak4K8SR3UnRogo7FooBRcKeyzXsvXMg9gQLd4B+277TYNzc0S7LvgUbLW1L6lD1WyLW3ucgcp2Qy9Au0xG/YgA1EHllP0/4jX/6OqgaUqkbXKhqXbr9Ou876mmuWkvUzu4EibAze0cIarKw0mzJAHChdND0TEiwjAKKgKEXppeusd2FLKA22WrlDnflKB7jVowUBjBvDBEDQViHmIknUswJc4pR7H/yU8hTHb7R72oN4y28a5cFDTEicHvRZGLFnMhKY45ZWoMx/Y6F65grn2ND2zX+3OrNrtWVV0mg7ZIy4AABAASURBVHNU7x1bj8BsZ9jpdNlt9lShd5bVVccp1OtN1bK6hF4FO/myqFA/qCQAZlkNPnDC4dnp9dg15jjIoqrAQxOy1K4yQwa71qirjdPt0W+iIyBV0Poof2Z6muBGx5QL8HPMp7aP8dnd2ZlahUhAct5tDDWc6wzviCKTqEnQqpAJ4eSrok/TxyymBYbfQyOUYE8SEpTVfGp5rR/d0jwyjdybVK/VFQI08LJMHWSPMUpUVzAK9OugINPQeICgNTvHwx6ijG8R2CcmlujQQw7RQx/ykHTM62Caxai9BPMu+k2y+JsYX6IIDzjTd6VxjtZn0cu0lnuYIJOzM5aCauwqZwn2BQsML8wcWJvNBgEZP804lMgBK8anYL51Nd+uUsZYNbGRbWYdQgjU96ArFUIg0Dc1yvvneh1e7LIjOlgGvwKYZmz2IOck77C9EHC50aizWJnVPL+gNicN7ltcto3HCWXgHdOJDei0cMuyTO4f85EGxqMkuHfJRxXoOM8vo2nFQmGW+diVx8H9xxjYid+p8fFxxSzTVVddlX5REPG1dOkER/Qj8k58xYqVcv/uy/w2b75D/vlbfx9iL68Z/R8q3e9+J0A7jg269N9B/5YcnIeHR1ggtOTxc/uYZane9vaCrsuzYt7WNdXHiA7zz4DLBrf12JtGi664KH/vZStY9yFFsFLMcxX2fLYrkzehyTdqYgCNKGT/2XMFxZzJWTMPWCkKdyYnSt40iKtfSbZ/GxX8UYlhXQBXVql/5w4APEpAqpKTjNV8TUrSB+V+SvYut9tRxzNJ88oSk5apPzRFxEieFqbD4ctQUqZNqnCK3vMNwZuOBFGU6nXQZXrDAtrvw7Myqh6iaujb62j+wok3yDeHW1K0JJYNI0PT2b9LB3gH6UBeiy74BR5gB53+CUNFc4W6Av3FqmAMEAQBpnPaWQeSxbcXPSW7VgUrLdqhOPcB3dy3y652Ki5YJnmcGswXuv2NhrTiEJoGYhPIXXsUdu5SmJpCPeaLedSG1Fl5tDhEYQw0f5nHfG7hMyT2wg69LEgxaF9jiYpH8TrjRHY8sal62VODAf3em35fD4w0o2s6nefpfswTgAWVJqhkXSlwe7ZhKOplnRbAcyqzlxG09BmRYu/tN9NPpZK+BMHyk18l/wVGhj3NO5qbHxY/DMGFBXBFj7yiQswInYWysgKkyNhgHXF4JTH+VGpYk1K+U83efjV5p+3XLysGIsRS0gtxyd0rdy+f0ezcNLvw/TjQGZzXXHJyDvJ2Xg4aOQ7eTiwnoDtoFryHIW4gT2A950BSyuW8V+JIq6RzYH5WUER2mRX2LLFrjg1gwSYB3aiv11kQsABw4AoxyjvbmGUqwLltjYBt518neGTkXc6wJ2yFF01gp+kAYjpDnYBnusHBQTnwmU/h8aOR8yVjnNFHg+AGA+UsQrygML5SkEJAUskp4irwzzqDSF06tSxDQ8Ps/oYIBE3kbqqX4w0xgvu2HCEEbJETGGpwCIroa+ixaMrIr165Urffept27rhTF7Pr3M5RfJtAfdQRRyiEkN4ru8Muu1UvbIKkJgusZew8l01MyGlQ0GqOh7q8EgkhaIAFRK/XTeNXYsMpnj3bpwXe5YKA6TImgBva0kZoa/uFEBjDUiRSEH6+Jl9exATktT1DjKZWa6DFPOkoZ1442Obo7mDvQO+0w4nDHAuyJjb26YHt7XFp4CNcdt79Wi+D6z0HpJACeMFixTKZznL7+wEhhGRP9+lFnMHf5N+wYYPNJAdpB2Pv1E1jnh7/LqdMXlC5XlyDgwPQl+k7Dpa1Ysxgrfvf/3464YT7Jfz+/fsZtwYLhOGkZ3chiO/fP4UMpYQVSuw7OzurvXv3qIvNC/h43N2vbdxjIepyCEH74eexCCHAty7bACYH7nggd29mKpgbNCQFvFMo8bEVu1CQVSSv+SsqxcDGyJAqBwbKMcuoq1TsJykBcHZMddIg2gMO0PN56uEHikz/nqeJPIgBr2vo1xycmtJt578kdXDt3ZQDuD7Q2CKLXUdJX/NOn+DDjK/1RoXK0vy8FnNNBy7apbL5JCQfzhvI3u3tNgZXQleQeuDZlqjysWwXhOup6DSlmUPH1G7lqmKhPGDP9n5Nb75IqV/NXyafz/3iE9aKKFW1wDF0ikw/p62APkGRQB/Qtdfuio2SFvPTgStgUvp0sEr2Z/xdB69kj0DBeUiErO4j8TGeqnQ7T6Dtto6QBobUhr7OKxHdwSueSU5/eDhCQeMcojCoYtXRBAdaoj+dIzT5/m1eaY4gV6g0V6OCwdk1tFKt5/9XqTWkOnKOVft158++paN3rNeIRR6AzjK6Pdl0YzTWT/B3hTEgUofmjZCLUeTpDptBk+6IqpXa29Yrm+6wDio1XbXVOvGxmmSeNzM3KBWYP7GCV1phgfPdlwH9IpO/SgarlDEW9VL0EQDNX7yOEAcTnZ99Vjd87I264iNv1PmfepVu+eTbNLQFYusWIO0D2f/suyhmNdee0QxHs7O8+mnjpB34HDwc3PGKcoCqPEeQo0GwETrlBI2cI/u52Y4q9LTDj1mNYDRAkGgoEsQjwbmOs68RfDPKWd34lkKtkUYii1FdnOXwEM4Xx+kvONmpGuhCTu1AnXbY5eYElrKqdJcL5+mgUFCX5F2orNN3k4C0d9+kzCOHv597t86QJ2RRPRbKWFn1VlPd5JhRMLUPCiGknD8qpA3hF+Wco2zvJG2zedlsg0o9AoKQz3JYppKVwgDPRK+ba45j9jr26cx1lMFrGUf4K5evkAP+/Y4/QTkBadPGTbrwoot02mmnyQGsVqurhWyXX365jjryKHUJ6O6vC22XvmzXqemp9E7Zgcc6uE2SGTlCCIrYuEcgCiEIpSQFzWd5DmwMA/pVVYnoaEo5hii3M/8Gwdn6OID5yLnF6YTrxsfG5KPr+QVOlWSwrNa5Xm+oYH54PDssbNze8np370WB8zXGp8Yi0MG8w4mIx9ULBXG57BMD005OTiLv/ALApxQZbdzWdaZrIJ+/IW+Zmk3mV8zgUKVFiPn77+aX85rD/QwPD3PC0E7v9G1ft/dpxQknnKAm89TflF98jG+btFgkCfuY1nazLf2nffvxa8aHwPNPj56blsWylQR98wOdTitGeD1gW9kOXhz0mGuu68M8h37p3kwZXNk5EzgsvB+IXsbkrfXmvxBl29H/vmk+VqwyiYTWwRFkbkrlpJRWAYEUqdn8JJrEVgEzgT/4hrak7gAaYjtbwwGcM9DZx0gwhv6X6k1zTxCoMJSkCUp5QqWsebESnQhT8s5a1tHgSjvYLm2QiU9Bqt/oMr0BJ9+nzxF4b1OarUmBh26Y1+hpJzcmXQXtYQ96jLK5XLHsqt2g4523q7WbCsti2aW7tx/4ItQJIGTmgI6EX5NwopQYjqhWLNXbeqtGzMvIuwPegXudrqqjOLdRNFSSz/ov8FVOQ8uCWEkYp6DSTb7NQm/ZCQ+XkCfg3BSC8m23abi3C35zqkKmIoMwVmoceqw4vZYoJtDCBf8iZeP8J45qsCDPkcWe1rBa93+a5hSZj27Y05azTtU4NtQI5EYZyP7yDePUkQfWtZFSTZXRiyDF61CAL4GgGv3vuukadef2uZHK2FR15ImaG1iqACtUAe9OkREbmp9BfZ6uolBhC9xnGqeMdlkZGGvNXzWSZdKy26WRs8/U8u9/WUee++9aceGZWmvbt6hnXNPun+x/+o2seb6PANJWL+8o53nuERTsRO2sQgiqNxqqERjtSIkFIl7ixEuVC7t647KspiyrK4s1RRxtCJGRcrmh6DkRwJNmOHfb2TQSdsMeJc/gLMfRXYJXlsXkiG26gkBhp2kH7dRtncYYFBYZomKc/N46vWrAgdrhdgmCfs47BJBGvSHrksPPzTwW3kWKeZrFSIAa0IplyzUyPJJ2W4I7aqf52UD3CM2SJRPs3geT03a5Vq+p2WhqeGhYXlCM4MhpJvFR4OQreJcYKoZMMdQUSNmkKsBr957dylmUjHPMvHbtGq1iR+7d8rHHHasnP/lJevaznqXfftFv6/jjj9eSJeOSQvpnWayP9XLQqLMIaCb5Mvl0wkHMfG2PjPHALLLtGo26fAXGJATJwKfmrwozAMhr+orBrMiYj+trbOQiDWx323SeX0Pu23awXUdHRuW823jX6mDmgG07hBA4JeL5h6fHNoQI2yDv2KWgkn7dzny9iIGcxUbJTnqIWilCP8crD/O0PXPmits64DcJzBXyzs3NJX7+9vzk5D5NTk7K/S/l5GOCxZRT281t97Oz3srJif9+3v2NILuDvHfYbU5OxnEoAzjRCU5MhhjbBmNcZ86OjY2zqGGTwsLQdmgkuwfFmMm2cb2/nGc5XW9chu1K5oJ18+JhFeNsvh4nl7XoslUWFe/dbOVdSZAq/tmJNRAyJ/jjqpXXpF0NafxJT5eWroWiZCCCRggOG878pmptZCuB9ISKAVzIkwhKHbgOUon+YKYEfBAToTQTEteR+F7AJLpFaFf9eug3WGDiB6VQVInHwVdp5xEnaONDjtOOB6/V7ocfpT2PPl57HvcAzTz2aB1wsH0ev763JCOqJEqrXtE24yPwMrs9ulabTzlE7cccqR0PeaSe8neflrJRAge1OIZWVuraf/xrLfOCKsyz6PNIPKsFJRaqJusD8t/ctzNp35A0+vg/kxqDsh1LdIx5V7defI7WLaeBx4fEtx8oCxqgCYx7UCXxUnj7ib+n3Q85UXMPPkKzD1in6n6HqHP/w6T7i3ogAyDl8xc3fNkEauLBvHsPDTXzoCJm2nTV+VpR26S5PRsU0avKuuplPQ2vPULtnOa0Y3Mu66f+ZZ2xlUBGSYNefc3S/ZOfj3Kr1YB3zqlMQdA9dNVRGhiFyDK5HVmr4eSusFBpo5gA/hV6l30iV9MZ8VdyBDeddSwrZVN7tXPD9awlcg351/cmDlFj+XGa8SLIvCQF+Im5lBLzMqh/9QulImMXKqHZAq6UxHOV48ubdekQdvZrya8blMZ41mKLelIaCHGVUv1vXGGhbT9dKNqB+qg8i1EOijV2TJG8wQHDOENkTFGBBUEhXINCcmRSRsAxFNgrhIyxzsDVlMWa+m28A7aDrjBS33HbiduEQwM+Yp9VfzdYg1+PgB0C84jgbMfpoF9VVQqQJRETMy5IP58E5HW9wc7V7SuE9HtZUxhnHfvtsloEXamWRXWZvJOTe9Vo1GQnPzo6jNxBrYGmMurnOILesGG9vNtzUDJ4YWF+Dij7CB4ddto1AkKLIBGRxYG3xB4FgcHBL8NWMWZpcXDdNdfIR+yDAwP6/Oc/r3/6p3/WOeecrfPOOy/BFT/7Wfp2uH8hz8fTf/M3f6OHPexh6Yh4aGgIebtyv97JR/oaZZHhtA9tTj56LNacOrBNT02zkOvJOAdIy++g94sxKQmuFeBUpNgFXUIIKgmktllp38TJQo8F1MzMtKw8g1rSAAAQAElEQVSrYWhoUDmvPpy3zi12+11s0WBxYd29g1e6zL8SLBf4Z0megrYesx7jXa/XsXeG7TOOy7vYf0AxyzSAnSyvg7X7cZsecoQQEp1fFzUJ+l449dDbvy9QprEfT999yOBhnf338h5H/y923lUPDQ7p8MMP1xT2aRPkl4yP09egYsx4jTXN4qFIsrZZLNqOnodu40Vdg0DvtMkJgvuzil4Q+U/7li9fLstiWdeuWcO8aiQ+7t98pnmdsnfPHjc5APFAzpnKH//JsIhnxUMoBfnhy8gPEpjqy47WA373bar9wdu07G1f0kPf+o8qW0sTTYvBjztu12Wfe5eWg3LT5Lhrwki6hwv+d1uDIBVAXbAAJusDuLvcicyVzhjuUnuPBTtZLC5UQ0x2dKqzO4w6/HXv1Nr3fVVL3n6ORt55ugbedZpa7z5NQ2/5urZsg10O3NN9cPcHl2ln1Di2VCdo5ITH6rC/OVfxvd9W602f074HvUx7wgAylcp6s9p+3unKr/yhllu9RWCZYYXdq5T4w7nhBz9SK37nvWq97D0ae883tfT336rJzBOrVIOHqORoe/Jn31TLDYI/AFKeEXg570JNIRTqDY1r+es+qaXv/oYG3n2WWu//ocIHfqLmB38kvfwz6uyH/u5uBGGzptHjTlAHQZvYq8QBrf/Zt7SaILx309WqxVxV7CoPPQ0tW21TSHQt2h5InZcvKsgH5kOGo99fjeqJz3+ZZjkCzLqlQlnTPl4FDB/3CMVR0wM0SXzILr5hQ9GVJKkzp55hPFpGG+ZRQnRyblHBqkr2WTrQ0NXnncHYzCm2S3VqA6qvXKd9VJvAnAT1POiuFzQBEPXJ3uJaKJOTsI0edoL2PfokdR7wSPXu/0B1Hng/tU98gPSQB2n/AFReQKc25Psp2f+lu9/eaR+ChE9EwqgajraB46o3GrKTilnE8Rqy5PwCDjCDJqO+NTiEIx6Syw2ONmv1hkKsUW5IMRMFlRKPWyU72S67dQcWhlS4DWqCFAKLhpw+avJlGjvgjIVGBo8YI6yioFSIAbpMIWDxhODjQF6KWabUjtTtHKBE+y4Bwf1XVamKBQICyVcDHQYIyiMjQ7KjXrtmFXL2dN111+inF/xIp576HX3rW9/UN77xNZ1+xvd0ySUX6/LLL5P/Q5RLL71EDsZbtmwhIMwomCGK7dq5S/4mthciTfhbDkOPIBZjlnbBddI7eKdcR8dVvKP3f2bzmMc8Ro95zGP1wBMfKP8Sm4OUd/3+4ZYGO8rnv+D5Wrt2rRyM/K46ZlFdAlqWZZrmJKRgAJ3v8Hz4ZKDRwK/x3IQQMEFMNo7YIoSou6QJhz2ZCxXyc2MeCqrw34UoyIuxCJ8sZuoQDH1Mb5xT2xVSGTJkcaaB3kMsRmLM1CT41usN2FTMsXlwHx4T6+g+Pc+cL1gQmdZlLw7MY5B36XStOnPOtJZfXCULKC8uZmfn5k8LwHmR2KK/HL29mFmycAITY2Bcc+3YsYPF03pt2nSHQojyzwmvPeQQecEwMjIs78YH6C/npMX2M43zlssy9Be/tk6MEd0aanne12ppXDyXWixIvBiZbxM0wgJsct++1H/JGBm6LIK6zIe9k5NI/Ys7/iJLLgC+3dtiMK4Pi/HpSaPiYBxjqD64DhLfVdUjySQ8ng3r/7Zyet0xGvnjtyt/0Vs1d+JT1WutYOLUVJVR9Ztu182fep0ev9BMls/8DOnZrRJK/6HLTICKRn0gC4bPxXcfYyLw1rUPRi0GquWy0wUo2UoVeFrmjHqN5ZppLNP+5rD2DTY0OSDy0j4F8YZZ8ijcHe8+bnG6wD95uX6etF3lKgK2bYxq/9gKzbTWKG9OiGisGpM8VNO69pt/r6nXvFT3826+TiPk4FOIIYZEFf/kJ0Xzl8eo/sinqfFf3iq96C2aesxTtG90XFmQ/LOzAxuv1h3/+g494NbN8w1q84n5MdcZ50ohBORCQR/hlOxas1HNDq3S/uFVyLhM+cBKTQ2NSbxb785IFoHPX9zVfHYXO9zxQ49RrqBuBlmZqzclLcU2YfONCugelWGWmlrw3ueVxyJ5hMyGX6gHY3BlVag+MqTG+JgCu4W5eqVI9Azw6554gm7fpfkLFRTIGkgO3AeXqbCqJPd4h2RsN6w0Mjyo7ZdeKfVK7aFv1eoae+AjdFNVx3mZxTydQuXCPBg1n0vDFZJgCwgMiMlTYccYydv/p0bf+y01P3qO6h85T4MfOleNj/5Ues/XtGnFscKgkp9Vs+8Dze5yB0oHQ7wbXJ+GqgM3dBs3UMqYcFlU8OQJAbmZbTwcJVBhj8o6GM/EqSAvGMmC4CmcXknZABlYaqHLieZdjlnLsky8QgjUBeWcxghebhvoz20MA+zqvXNusWusqgon2oR1TJDhTEOgPc+J+ZXU29EX2DIneMcsUyRwxixjmAo14BFilOm86y4tJ32KK4PPAIuZCl7u78orf6ZTv/ttve7P/lRvftPr9eUvfU7f/fY3tGnjbdq1c6u2b7uDdKcm2fFv376Nd7s75L/DNvgd7w03XC+nDvqD7G4RTYHgMjU9TYBqoMeAasyZIi/TK4L1t9+mKZy/5TjssEO1Z+8eWadIYBwaGtG6dUfohPvdT8cef5wmOHreQ79eSO3YtVP1VkP1RkNeXNm+TkcIUvOBs9DQ4CB9ZcqwA6qqw0mF+TrghhDErYhd+kHLZWFDp7a55QghwKOmelZjSjMHbF+YZSGqxaLD4N/ob9TqGiTQNet1+ovoWtcAgW6AxVOL57TR8PNRIkNHMQb6DklPBzqfDoQwj3O/lmGevlBOoLb8Hpt9+/arYv6VzKUmp405QXh2dla+rPMwC4oZFjoueyftRU+tVkvyuxyo2LNnr2677Vbdcsst2rNnt9zfunXreCWC76W+hvzzeiMFU7eFTqZBvKSP56MXgoMsAgaHBjQ8MqghfILL9XpNTebSsuUTyQY9Fl9NFhvu1ws+n8iEEDSHzHvZwe8BrNPk5KR6BHu6P3DHAzlnEIRxQSIKB+dB3e39m9BZMoM9Cg5Misozgl0LIXmAulWNAWgQmFqqYsaAddld7dH3v/s5rb/gEq12x5Y0kHF/OSntRTn4KXbGUEUmT6SS23QkAucqZ+eBRiD8mXQ10rSGAwjXGhLSFPNglMGlg1Pj7gIVvQB4/cpHshpSLwwrD0MqwyCUPDTlkIJ1KSn+pncF4QIkEcgHICs6qldd3vt2lZU9oFTIcnUb08oIZp2yoUOf/DytfvsbNbUMHrUFsLlobweS1E8Z6rg9IefyUvs7pWZ70iwa5UCdo/i4I9c5X/2urvnxTzXRgtjCdEnhxSdU/qwY6aBm0UAuHkR4d0NTHY2qKEelclDTtYbKakDKsYubHAzmB++BI6iILRUxynOnvXeXRqLkx2nPtedI3aYiO/EiFJwIVYqrHqBu6TYLQPJLN4bzd0U8haokcVQVgkr+xUZNjSWrVR36UM3ltHQwJDn4rhYQiLiQm08Czh/2Up9gHp0+g+dkwlfIXEp3/Fy67QYVdfddafzhj9OGcgwHhoJJLmhkIcT81vzl9oYQsR8oBOCWjHORQtK/GzTZy7WbOTFTVmoXde3qUdkpeMbaB+hpctd8QvwvfLh/2C9ueccmqU2fGc7Ury+qCj2RpcDJFyl1g6jIs89H0icnYHdwVp1uTz3ocgCUcuhtDeO8s8oJqA60IQSaRhU47aKqSEtV4CpYV6SReeMj1BCgwaG7XLhtaW7CkWYKIahBoGs1m8hAEKLOR7qmq8hDoCbByH16cVAxxhlBz87bQVhcM9Mz2rZtqy666AKOy89K4PwMgdlBqo7jX87Rq2XPsroGB4Y0gJO3PA4IAwQz87ND18LlAOQv5fnvuHft3pmcuGWaoa8sZuz42rLZvWvctfNOAvKAjj76KClK40uWkAZ5l3cndQ5klr/AnqNjY5ohSCxfvkxLoIvw8iuCLIsaYbdoOUrsPUKwt7wOWqO8c27UG7J8w8Mj8jfQvUNOARaeJXYqacMQEPSUIMaoGn6+4ATQ/ftkwOWMYO86pcsaSD6Vsc1LeM3MzKJbh7Y1+FTqMhdyAnXO+Fme1IwP60JP5CriSM5pQYmN8tTGctrm7qtEtgrBrFeNhQTDLesUmBOzszNyOZA3rwbjbNu4L+Nn2d23220WVk2Njo5oOWNom3pMtm7dxmuX3ezij9UjHvEIHX74Og0PDycb+gQkixny9FQyN+d432+eOXrMzc2CK5Oc4srRy98lcaB20PYio0dw94/1+MuAltGvVCzXHHy82Ounfr3jOpc7vAro8ezA8sDNVDiQv3czAfMRcESgr3B0Fb2FGNlwFqoXPVUEqh5pl8EoMUyL1c3T3vRGPeNNb9X+vpSBRn4ugcp5pneswMkFQz/vFKAu9Os8WkBqx0dywpDc9U4NVEGnyp1S7hOEfoa0n++noH75xlHwPta7w9bclIanJzUyNamxqf2aAJbt36+h6Sk15mi5qBtKv/42vaH0h9CQFKdjiW3Lkf3b6Wu3xuamNZ53FHloQm1Icc1xWvlHb1f2pGdppi6l2GEdaFg5lfkAVPlmxDTAgzEMPssqNfDSgeoS+4yMLtcpb36/nv0nb1e7AbXbwwdSIZAgcXNF/tV7ZEtX9tSc244tdmCHHci4Q4OzWzU6fafUnlIi0UEX/dFcrcNPpqKuIsCHvqq9uzWGDiO5NHkNVQSzwJg5Huf1Qkc86nnaB1rQHgCX4efkAAQeNFUpgGbMvQgxGwTZAQXV9eDfeY121qA244r04Dvxr1J7V9mOCeVCHyoyBicYJiCn7YhVsE6lY4dz7fj5T1XLStV5JrR0tQaPPDE5LLkdMooFjPOpnXEG+Al+DmySezVH5h1jBjotiBQbGqwayuipICjlONxalATPrGTy8SyZr+6tC7Hwkbry6ps0Nddh/Cw4SOQJPOcCbDOFqAznW28ga71OMUOsQGAv5S/BdQnKTnPSnPnsBYKdWUHZQaFceBacluifM5ZYgiWbUtCv1byZyNViR1ijHzvpBn1V0AVsF0NQvd6QU5siMg6JhqBfQBOzTCGE5JQbtAsmouzE7/e7HGtHdKjVaxzj3qk7WN1s2XKHath7ZGhYa9ceoqUTy1TklZYv40RrclqzM3MEpjKlLXap/qGVnRzP22HbqTvo9381rcsrgil8RoWe+/fvS3LkBM4ugaDJLrHeaLKj3KNGvcEpwTad6Ncz2GF2dlb+4aCsXtcogb0DH/N3EHGQrmGXWQbIZdtTCiqwr3F+52swzgsBy+D27q9Fn+LydxQmJycPyJPGg4BW4Y8q+reJgu1CP00Weg583sXaVlkWFaNtKgKe50W1UGbkaO+6Ah1zgqJpG426nIYQFMI81Os1cFlqH0LQAHYcGhpKCzb3Z70c+DLGT3IbUdeUFwC2r/GGOnbrspAwzvaxTl1s5UUHbDU+PqaxsVGFEDQ+vgR9SebcYAAAEABJREFUS5nG34+wPkuWjMtfyjOdeVnWOjpn6Egj6MVcqKd+S+ZTh9OQaRZq/l7GXk5VpmemWciwU4K/x8Q8E49GQ15cxSzjXf/UwoKhlOf4LGPr9l6AmKfBgb7gmbCdteiKi/L3Xjb0WZcSu8HAk90ogyY6UdmdO7Tt5qu1487b1WTXUYWaumriEIY0W1suPfWVaj8CJ29H22fDnIAFpUp3q8CB/qTAZBPleXomlRAhIVLGBTILd4Ax2cqOOHGmbBzt3YSq+Rt0yvTTVFj0Ab5UoRLnHGj/g3/6iL79zj/W99/9Sp33rj/RucD5f/FK/fxjb9Sha2lXA/6jd/kL0Uv686lIN7S0fcMmffPNv6+vv+u1+t7736vNX/2emgx8YJGVsZve01ui8f/6AW3yVrhNp7S1qr8cZCsFgkFv6xbtu/kGTe7cpCU8cIMKmlOPd8kdTdXGFJ76Gu064bEw4kYm88JDU1i4sX+k/x7jWnSn9KO/+1Od84GTdca7T9bp7/4tnf2uF+qs9/yOrvqfr9PA2EKbg5K5TKod/kCpzGAdOB2oJHYnS1oQdqTBraTtrYqhVFU11cukkQc9TlMeN6oO3JQRJxUrODnTT+sqdRPvSKu8C5/ATlssQmnw0Cdr76gQAKDbhWYU5m+r7ByUB6oYclAmJjnoNjZgQyWQIq0ObUp7bvyJGt05xW4uDYzqxJNOUektrAQFvTCXyLgwD4EKoMIxFDhWSgduOwHQ6kZQRPWh3pCGOk2FPKqHjUraiVcfVXenUBsibuNI/lNuK2kwM/jyOOmc867QdDtXRVkI5x/Cqddbymp1HHVQzIICTjGGTBkOstFqqMnutk6gDTg569TD6XfZ9eTMpxIgFsiqF9ip5CHImZ85+B66tXlXyWxQjUBQQOgdsY9IC9o34VlA66DfwZln9OvUdmyzGzKPkmAXQ5Cd6Sw7S0OXOjv2nXfeqemZGfnyfHJAc1BQUHrH7mNUO9wsRpX0M0dAv+Wm2zRLumXzpB7y4EcwT2uQ1zm2n1S91mRxsIvFwR3yL9X5S3ReOCxbukzPe97z9JLf/V294hWvdHfKsUGrNaCZ6fnAUKB7o9HSDDI20OvMM8/QC17wAq07bF1a4AgdSgKLFw6zBHTv2B1k6gR+B/YBFj5mHJG1wk4ZtjbegWIA+zt4ecfu9lmM6mLXDnaArczD9KtXryYITROEcuXY14HGfUo8XcyDkkEyzrQ1xtY2y9GjwMaGCoShZAwzdvlN9JCCTFsnAIurRAfzMDgfY5D5CTrLHkJQh8VWG9l6LH4aBEjzHObUYXh4WGk8sojdlcbUQdp/mucgaaB5CsJu4x20uEIILHoKQOk/jJnDfjFGLVu2VFu2bGUXvwu9Cb7dnh71qEfTnjnLYiaEgJ168iKs3e6kvufYvft1zBSLtXlcW54z1sW/87937960UPPc8RfqvFvfA84nBv4vhwvsikiJV5uTBS/AshiVxagQQgKPx8jISPrrjRCCyQ9APJC7tzOpX5yYnAlyYOnVM2njz/WNx5+sS498tD4/vErdc76mJQx4mGkq8pCUwys08rw/0RyLnQMievL0C4vzfVw/pW4+y4Sbz6jvaCyF+vX9NHk912AWeyfes4vXCgtNlegP0II16WIA1b/LEFXEuoJX9Bt/ogdsPF+PvOV8PfTG8/XgW3+iE2/9kU7Y9GMNrqFFHejzIfsrb/ffBya/ZYqUsyxqKHZU23SpVlx5te6/6XwdfeNXdc0H3qSL/u2DGsimWXrMcLy/XZpYq6WPfrHUoyeGgApxyk9h8W2BMt3+tX/VNx70GJ132AP10cEl6p71FY3yIBW1Oc02u5pdPq78Uc+V9tDWw0uy+C6IepOtXJ2spsFO0MobL9HD1l+vx990vZ5y08V6yi1X6OSbLtWDNk+rVaNlABbf6NZrSLV1R+O4KvlBbOAYuuyYGl78RWnlCuL+jbfSKlAPg7wprVmq7ggo3/CwnZxdDHBTFQoFDJi1Z/W9v/2Idtx4vTLl/MM49KPBpRo/7mkSMqSp22dANy5XCylquphq51GVjEuIhQ/jU5bFbkqZb5kqDVGYu+PHqu2d5DVLxTyLetyTn6IujoVqasHNZ6hbVDSapQK+HuSiO+GloxnqC+/3YP3rcE0/+MT7NVSr2CHvx0ZFIuYxm+eXSvfCh+VA6R5pG3Nu2rxLChl2qtSot9RsDMiO3HM34rCyWFfGcXbGXIkxUwTXhxCDQgiywJ4DOQHddSBUoYgDjHdf/hKXd/6BgFVBv4T30HaorcFB5QQW/09uFQHN70BjiBpm94d4yNJQFqMqxnyOY1EHfffRYuea8QwPDA7IgdTp2NiYAv9m2JG5T7JqEpwuvOBCgl0P6Mqymd7fIxigjzRGIYr4qn/8h3/W1P5ZbNCUHb0d+hzvxrZvn9SNN/EKh+c6om+v11MXGKK9ZcrQyQFsjp1cvWF5M7Uta17I72sd0J70pCfJX77LCaT+cltJkHXArGHTOose/9qdA3hFHz7+9gIhhEAwyxWQz/JYdqdu536Ntx3qjbpqLMy808zp07YqF2w/wIKhwq4F42LcPJTYopcCcIHtc4KVdbLNnPbwI86XyCjmdwgBexTqEjitq/uyLFkWFWNUhv7Guf+BgcFk84idQgjIVcO2dWiiplkEeafr428vzBr1htzGAbXDTrrDYqBinA855BD66sqXTwIc/OcIyLajx9N95uiJaInu0MMO08Mf/vDUz35OVczHPxN83PHHyTv5GDMWXDOanNwrB+tZFl/WLdmdxZmP/D03LZP7NL6CecyiBlhUDTDX6sga0cfymSbGqB6LUevdTWlNFWNnO9cbjdSuQVqv19E9S7I573Zu34fYz/w/koacbvxYVbi4oF7IOFbs6YlHSS8+DHiI9K33/pG0Z4eGmgPsqirNMkEG7v8gzdJSwR+A08QmgAoLiIW0Olgll10HGW0YX/UBjLDzPLBpShUgS7hWONASIxcAqPnbbA4G1xjntA+p7H5xHCFqgih6WF1aW0proDkEP7sKUzS8o/Y8S/RUODWQTbfzfUiIRR/o0pfX2A47UVW5mrHQYXR9TA1HT8XjD5euPf9/SMWs47myImiuqGlg+TqhotJVkQVU0bCPwDBBmQ4Za+jpj5J+5wHSnzxCuuLz7+BVy0yq9f+6VsSgVQ95nIjT83Y0H/SEQL48YctQzheroBWs6Jej93gmEf81iP6sF9htQu122Ibc/G1eQepgu7DyMPnYvkZNls8p33k7B+sUmtKSEWnvtmtUD3OKoWLewGRilapRGtJP6hw+DCsN+ncAXSmPOa8kwN18le535/m69bQvU+aYAD4FpyBSTWse/GR1K2gMJIvvhPKEApnypDQlyFd37a7qm6eiLiSAVJGPViUNzkr17RtUIyK02dWvPuxwjY2OMcQFAIG5OTHQ5hc3eiz0fwAX5nMZajyWZ+uFx0qHjTcVGSt8iEKYJ8BKkrMG3YsXY7D20CPZ7V6jOXb1NQfzWFMMDWSqA0KMCkAQbqWrQu8yOX7PoeDaEGUHFoJLUSGEecoK25ZSkZdyQHGQDuhqB+odUU6AMdQJdNu3b5eDp08N5giSMNEMgcE4f+PcQaJHcPWOKSjI+RCC9k1OyruuHs52mt18DV5ZliFjUMmY+U/MLKcdcCSo+vTBR/5u3+X1WYtVrPOW4ZnPfJrqjYyFa6GS4PjWt7xZq9dMaHxJk937S9TuzOEfK3lRURIE9xFUdu/ZI586eHHSIih4ly3k6/LKKie47p+a1cN5P/xIdpY7d+1CrgoomWdQMT8Cs91Q0V9O8LJsztd4Hh2wagRwB90cWwlaz5WCxYIDvG3u04CcdhW8nHfQyRdoM/R1+xAi9s8J7B2ZV0lAquivxkIphLBQ1042LVkgGCr4cSNrJetaFMgMLXeiq2hvvhVEJXVVKptXkfoxjyyLtC0ZB+wJ3wHs40ANU9XQz7+dbx4eY8vsfsxnK6eVbuvj/etvuIHFQIMgzWKbcbX8ngMebwVR19RRRx0lB/CbbrpZ/tKbuNx/vd7gRGZHksdj7L6TzszBHJvNzbXlPtymxCY+lvc8aDSaLDSH5V34CCcPQ0PDarZ4Tuk/izHJ3mQBOchCr8uiyPU5Ni+xhU9cIjQBcJrRxrrWCfhNAr/badEVF+XvvSwPInNnnj87KM8+ZFWBE40Ai3tplbR0QjqqJfWuuUKR4GDh6hhGMVM1pLtcjLfEGWQgeMgjYejnK+lAf8YzayqnIFNaLdQflAaE4mZ+hATdTLpLoKfZgdttDxR+OVODEc0VQlQW6lZZakCHfqisBBnl/h36GVLnFwOou7sr+jA+hCDit3rYqay1NBilBvI14TFBfyOBVQWvRQo6jfmgQllXc3BcncqtATz+PKuMAkhsL2wVFPkslA1LteXSkoY0PLVbau9TqOpq8uDV6Li1dK22wkN1uVmCABsaKzB+GcyjBww5Y9YSfkGJdhD65gIsdE3pF7d5UPKOXuMrVTK+AaeWcay7ec823RilWwlm15Fef+PPOdLPU5CP6km1EdUnHi625rIcsLnrDW9udUNBcC1025lf1mPnpOkff07qziiiQK4Cm9ZVP+IB2oENKN6VB6UKYLL48wBg9gP5gzOooLDwz3WRD9ZmGpqRiluvVGCxVTBOOTRSROcC9hU6RPFJSoNFtx96YddFKEXmHCaXmmCRuzVC6k5AZg6u80LYSlKQEujeu3hMOUmoaev2SYXQoiNrnSnGmgIAQna+dq7e8eQEGAciO8WyrNC/TFAylxbPeedzHGlpGqAAHAwkKyV2O4O8lx6Vg5V3UYODQxofH9f2bdvV4fjTgd5H5AFnmeNAk5PEsWY4Tefb7P4q+vSRvbh8fNpmN1gwByv6CjjyBk51kN3lNddel3ZTEV5NnLXbKwTFjHFj7i9ZugQdCgJGTUccuU6Rtlk2L+dNN98sy1er17Sd1wICTVM1mecjBADL7SP3Hv36SNeLkWVLl6vNsfAQ9bt27SGw8lgi2zSLF0QjqBayLdIrDi9YkUFAYBaFEFIQdYAvsHWz2VAIyBqzlDJNZLvk2NY2dvDKsgzZG/LlwOSTkAF28THGpEujUU/659jR9A5uzrt9gdw9AlUOvxCiarW6smy+XQgoi0ymk4JCQELktAxk5TTSh+sNNQI35OibpzljXEg8M4Vk0wzdS46vB9LYhyD6qylSt3z5Mvl0xPas1xspaPv43qchXV5JzM7OpC8lzrATn5qaTvqk50vS2rVr0ty5Y9Md6RVLm/njNo9gh59hm2HGIYRAPzHZrsA3el6Ky/JnWdTo6EgK6oODg/BuQBsUwgIgX4SmwXxKtoWmxVxsUvZcst4VdnHbJczhARYzzsMeXrZnpggvly1zZcO5sABxIb13E3sog3shiFTiwUWokgComCnz/BmkMpNGcEyhFihw45CCjzl575qNUu7fkYz5hRqOkVubPBIAABAASURBVDy3i1poRvGX7kpQoPy8EaguFwA04ggbQoFcKWMk9WDkSmf/g1CDTxOICBXxdMSNX3CwnIYIyuliAPWb3qiTSC1tKSY4AUIE4FoPtIHdstg9D1hX3l+V1MeySTCsq9EYVfpWtusgT7wIMgpGFJpPY0rq4moAZFqR1CToJaCMIFpDajBuyVSVZLMlfck7jTB3sBf0lSM8eNPoni7bw3XuB9p2NqZyaEIVcyZTpXaR6XHv+JQecMZerbxgvx540Zxe8Of/hqxL1Yw8QG4XmxpcfoTEQkDRzH4ZKgUCOZMun9ZVp35Ry9HvRE4+dP3PVKOvHrv9DjQ65BjtGDpEWjwH++wsq5Xsl3+DNFQ0qkxYwb3iCFJaCmrLj74JMlMZMvUoF6nWyoAWcjoxVHwYTMMcC5EMKN/ORcYE36rUJIBF/ywznwqOEQAHvkNyr9/0w3Cpg+MrGPsdd7JIJLUQfndOHFVeSTx5UqgYqsCzWKnH8a0DUYdg2yVvxynG3s6zpFFOQOmDA4mf6/m0FEMnOzo7Yx/fGvznUB0C4RreJ3tX73wTRxqxnZ2oeU7x/rRD8PTO3Ts38/dOzLQ5Bs2yTBHmFf07cHkBMMsx+v6pKR3Gse7sbBcn35F/sMTylIxNxg7LAXr/1H5V6FeUOUHKD2cp68OHHnDi/ZgDNbKlJibGUwCzLvP99HhWG+pykmDHP8ZrgwY8N23aJOct9xBOkymjwAo6q9VVKRLkpdw2RwbTlDyDTgv0cL/Wucn7ZOtoO3nR44WWdXRgaRD8azX0jTH132jAF15eNJmuwAa2cQgRuX0HZVmUA5559jgVyQnsJauONjZ1atu53xCCAu0ivBeD28cYlDO2FX0hsnxVZAp0sQ+3/O7b7VyX00+PRUSP1GUGXh5Xj1tO/6YrkdVyd5lHfl3hP2O8+eab0q7cu/qcxU6G7WZ5VeZdfBdbe0Gwi5MRvxpptTKdcsop8g/hTHOa49c+a9as0aMf/RjduXNnktdzpICPbdcaaDE2oyw0B9LCotloKMZMpsnRLYSger2mjD5DCGLAWJwUCSxrH6xnznh5sZZ0U2BulDKuAN/h2bBetmmWZWZDfSH3ccAe8w2ZEQuZezXhQf4F/0J+oI2qMgnZFZ3WlRT2xqMofXTlhwEjlDXwTcVBnDYkpjdQAz59GnsAfhkzX+X+5nPznzxztJ/PL/6sMHzlDhIsqrknxsYbFpE6W2OCZ4DgE6polXWXy236cJeK36BQQZOgTDpE8lkVlJWRIJ4pBXpxBYA7a/ORSyW6kWNjSiFGsRmXaGscYpK4AQiMU7kCnpEufDqQgkYU7/ghAxfmG0AVpVhXfQA8TUFI1FsmUfApScZDG8nbCLkHO0B7d3e/fT81DbzyBkG+NagK+UOAU8jUw6ZzeV15j/67hTqxrdmiq6pbKZQZD01Nw6tXqGzBBHXFtFNFftEd4NHsQVB2NTJIBXKtxlb7rrsMdSsVKFHieDS0TPVjnyIvmrSYB/T4IKtJY4mifGE+8hVAqVoAkn695mvkhsb1mPuDTPPNZ18i1RCAPisWbCV0lcpEJ/Ly1ee3kLr/GGnsugRBWRaTo1eUUjPSjD7ki4fO8hnvdaBRB3SyMAnxv/lxN3yavH/sMTbnnP0jtWdL+2MV2N1Oq8xpwFhUCOIdvZ1xgZMuWAEURYXzMn3JmBqKA46swPnbKdrpGSocuoNChgN16rrxsfH05avR0VH6K9I3+O0YBweHkKFUzDKGoSJfybt1H4nbsQYM5CN9H+ebT4PgWr8bCCGowHn752THxoa0d3KKQDOQ/mwuMi4dFti1Wp1g2ZTLjXpDIdIn/C3z0FBLn/ibT2pqek5T++f03e+ein4lgT3X0qXLVYe+4JXEzMwc7aJ27dqtDP0GCCb7909pYHAg/Ykcb3s0PDIKTaY2gcqLqJxgUNh+QJV8kRRCVKT/yBwLEratZDl6KVjmlAv6z+m/K+/K5xcAuRysc/TssFgq4VUQ1HLGqMYO27Yu6Mt8A0x9ahJCgFcJjzkCHs+Y+8IPeJFAlrvC5volkGAAmCe1CiFAwzghr3EOwgV9hxCU/sV5faxfj2DfRr79LNgK5oZlzZHZchlnWUvmiBcCBnF5Hni+1VjUZJ4L4GAtj/3Q0KD2s4jzlw1LbHjpJZfpisuv0jVX36Cf/uQiffZ/fF7f+fZpOv20s3T6987SmWd8X6edegZwpr79rdP0vdPOJH+GzjjjHH3/7PN09lnnAt9PdGecfg7pOTrrzB+AO1fnnEX9mefqrNO/D/4H4M89gDubuu+f80Odd+6PddllV8p/mWG9QoiyziEERexg/TxfBtjtDw8Pa/GFC1hcvBfzlXiM4Z92jBTo2e9uhdehNF9JbLfLCqEHrT1zAJ9JDvb1CYliAnHZ/zHRjILYN0juxIz0LjedVVBS58nCzPGt1Mh8wJvcdXacJRUlDpapaPTdA+ySLE5NQRep7DwQYZQBgX6DXCmletPfHejXXP02JrO8lINTymRVQ49aGQj2EhtRpb4Wum0FSbWWvKMoWUmV6qnHuz/IqeCOgGkIbwoR2ywwTujKQyTMIZqxkAAJc9Sa5+cKHE9lNDIoZQSFJIjMNjrlIQdB8GQ8qbrHe6F9qiePCTW28kiFASZuzJJsFbJnIahJcGjhdOps2zuNngIGaRDkK/rrVpUGVxyi2SacFskFS8RIn7Jcg46yqhQdCJlyg6U0eetVavCqAxejivnaDXUdf/LztWk9vOabkvnlu19lnd1WfcQvkQZkDfNY5Ow5Nyct3SdN3XihGgFBygjWDColyoriwTcVJfoHxgylVKF/xXj4ocdE8nAq0AgINRiQRmwWsI8HtUc3/foDKeS/0Q27X6KD/y/hFhAhixobX6qbb9ygem0IbFASO5CVx1UqOWKeY5fSZeeFP5ZC4I6MuVQQ7HKcth24dRZXWGBQQlwQaMo0x+CD8hV2DSEQZAZSsNm3b1KrV60iYLUVCRqmnZ6eSbssO0vT+4tqg4ODarDTbxFIvaPyDt+LD9M6iPhP1ToEb8vSJbC432l2eT4NeNkfvEz1ek3r129PCwql/geVI5uDsBS0f3pW27fvUECGSpXWrFmrRz7ikTr+uON05JGH64jDj9D4+JIkd2S+e6GhGFVvNJRjg6VLl6V39fVGQ4NDBCKC/f79hR73hEfOB3qCVb3RwJa2Az0wPzAFNiRPhk/yJeCcFIIhKOMZdqDIaG9cv1yvz+/kjXPg7LKIsL2MLwi4XY68vQioo7e4GvQd0W2Mkwe/jmhyMtDmmLtibDxOiIAePRXYZDGUjFkBP9M1sX9lwjTHKpXoIAU1eKddR575v7XPlaXgHCXsSLWyA7J7PpWpXNCP5R3g9YrlHxsb1SCLvGXLlsvB0P2ap3W3bpZ1aGg4BVC3K5Dp5JOeotNOO0NbtmxTCAG+ER6DajFHrKvnUggh2TQoIC9ORPNXydzsgzFWq1+2jr8EJloErk/0C3ps336nLr74Ck1O7ksyWmbb2adI/UVZCAEZMy2+bKXF5Xs3X5m9PyrMQR4nKh5uK592XHi8LEjBjo7BqwIPOU5AHPWF0NSByzTYsurlKmlcKmDkMlWXsZ7GPRX4KGkreFSAcHAB2kAbbpGdh4ok0IxUXJUqxMkJzwXBAKGML1MFRAvp4jIoiJUgMQYR3EjzXYBLRaMWgxYu48JCvp+4bHD54NS4OC+Ks4ZacuAV/QGVMYDbMd6zBBHVGhJBPq/xkBGx8wK9AjSmJWVu0JZMUgJ8urErgmM2YRCpS58FFeheQuqFmm0lGnNTSZ1v8zSQpzk2DLa+RBByMCIjTDwP8DqQdxvzdwp/AV30XLXuBNYpIwrMhwyGtaKjOLlDw5O71dy/Q9XcVqm9UwNlTr6rIqvUQ9fa+DrNetrARwZ3bN6pQwkyDWIGWecWlUwdjUj7bjpHmp1i5tA5MrcxQPPoB6qxDBqjSA7wc57xZQImrom9cYbgj18FUOMA8SUSw3M0h1Y3XHiqmsUcsmXYrJTtRfe/YGKeNJMh5XPVsEkyZkB/np0qRsH2QBuTVhk45KyVQlswME00AbI+kP3fvs3rYCbg2p1ZRCbD89n11/CZMJGHvVaLCjFLz7F3e1AIMQkEJQEhT1CwoC/YURELMHtQhL6W1ZSRZnFerwJHWBEQAhR26HaODYJOQSOnN954UwqeE0uWKISg3RzLjnDk3WMnC0JZFgnOPZXwsHMV19zsnPxFLjt//3ne9PR0WjQ4yCtE1Wq1dFqwBJ5tdpITBOEnn3ySFKVt23dp67Zd2rtvv6Y53ve3773LPuTQQ3TRJRdrcGhIQ+zAd+/drSuvupKd+i5N7pvUjTfdRCDvcPpQqsfEcKDftXu3zJ8h0x5oZgmcDKP2sdu8Y/NerV47occ//knYLajL1j5HB2EXcVVYvQ9SEMWkY0kA0oEroA4QgnLs2GEh08Uuto0DCbOF8eDBpN62CRE6xsTjNEAAbTTqcAqcZDCJ6aPGCQYILV++nGCUy2PlsumLhcVaTnuPmaFkjArKPRZOpnOgd5p8O3I6EEf6tMy524NzG8uSEdxFn66LMSJDS6avMTau89j7+N20TebDLGPhfAOZBwjUDvYeX/ftdj4xGWSxN8pCZf36DTr66KO1Z8/etCDMWFgMMW71egM7d1XyAGXMQ/Pz4sMy2G4uV8jIgCCZFLGbbRZCkK9Ub2O4ABwoU28dEpA33jwNzhtcRxNt2HCHki0YL+tabzTUAGw7g4/0TdeH2M/cq6n1M5T0ggLChTXLTGMdlxfAswmnHGvUEvzLyGRCOh+firTiyNGTFOp0j01K5cykpqpcs3jsnpiIo0u1u7VWmoXEfZHEJcdDiBcvzKSmZtnU3L5tBB9XAgu3xfID4aIfqFK5mlO7NDa1SdoP1sHSfA3TlPcCM4D7yUkziVgrEWzqrbqmmPPTzUA/PQ1X+9RyG/NxOqN5GZ3aBm4Pii61WEej0kxJGT4qIACoIuw0O2cGFaFIihpQl4k+22K3XofGVQSxbbQ58lmvl5oj0HTVq0+ryHtq796pQeuy0Ddk6vYQJiBCGRU4OjaUIcrvWBkyEflsZQgqVRgs0Mi7YnHEmnSP9OvbPABnDU2O0TJolXfV2H+Nkp59W+yGYgqwvMY5b5lMz7Cth2dt3cNU7W8rx9m3cAr5ZT/Sl446Wqc+6lB993FH61tPPFH//sD7a89l31Q+xkyoFXQBg2WHakOOoQbgvyBPer5K6kD504sCYeS8LSUdQTa2MaiXXaomFhtkdznQy6RiqZaf9NR5/SFNd+AT+cRDvfhhBCvYJIC1+lBBvxiMLxg9TtpEV2qMStt+dqb8ZccGDIY6UXMEwnY9YPOScdP8ZfsYECuf2aRGm4cBx9zptdWtlRo/7BBNrofUtmQO7N0iHXb4CcJ0amKAppWdKpXb9p4r1gHydNNVShd/IEtS5leli+nNw7DRdWHMAAAQAElEQVRATzxXxWuVjDmTc0y/Y/c+5awUC8az2+4uBM8Kv5gRGLAI9ixwYEXOOGCwCiiYQwX0Pk72DmaK3bid9izBuD3XUZ4Xqa3LFbQlc7zkWfSPwvgnRS1OQSAZHR7SEnZ1WzffQVBo0M7BPZeP7LMsKgKB5yhHhqUrVqjRGlCImTxl2ikAFgTuOflP4nYTACIBZd/Ufvkkos27aP899etf/yp414UImp3pkpakc+wAB6HryG1y9Lvzzp2KODyXA/3OsVhYtmI5x/jT9NvUt79zqj70oY/oIx/9W/30pxdomIWJTxkC8mzeMqlZ5Fm2alR/8qo/VaPeEuZRgaAOWPLkwodiQWSvmGXzYHSwMcj0ELCb52lBYXm8sCjQO9Zr8KFljML0SnXgXWc5A/hSlSKBL2dSDQ4Py3ifbFQEvw56FObLnKxB478a8PPhMe0yBqYp0d80OXQlMiOOHEBzxnHDhvUyznQ59eZXun/axBihq8vBzeBAG9CnqjzZyEgqWCD12AT26KtgLtQbDXkexCyjbQMKpaA4ODiknP6WLp3QPhZkMzPTnKocoatYePmkYv369Xrwgx+SdvIFfVs+614gS4memEA+7Snp2/pnzIWYZcheJjCdwbJbPkMIQRk0BusSKYvLdSRmyXPgnBRCkK/E35kDUGn37j3MnZjs0OCUYwAn0kRP87TeM5wyadG1+BFfhP7PzzooeAMv0SVRoUbgbhT0EwDfJR/45OR3mIBFFuTY7F2jaFjSRqY1QDrcluY236LxrKcWO4Q6k6VC2Qe/9i3a8PAn69ZV0taHPUnN3/pDqJsKWU2zjUzFzD5tufVHatZAh19AcL6izG1jxYwJMbhU8VnvkV77CrVf+SeafuVrgFdr7k/+GNxrpD/4XW3zLg9nuqCWSoJZj91yhiPL0GnOfJ/2Gu3741dp/6t/T1Ov/gNNv/qPNfPqV2nqVa8mJQg/7lh5t6yMzi0D7dKIUzxwm89igNYPoW3itIiz6hbTqlYcqrlX/q66L3uVui9/g0be8F498E/fojmIfHqblQ0tgc/eW36ulvtxwKBPUEwcEOyEq9hRFdvAnCwT1Ury0GeyU5AyXqfUirpqBYYsMsUmkkYgzAPdSeTLWGmmkSsnrVojar/oHdr/h3+qyT9+Gbb8Y+WveqW6r0DWP3q19HJs+oTj5C+iCVFsk/WcIugBR6ldz9WrdaSsqz23XKVT2HmfskI6ZaX0zKXSKUsQ0QEEQUIoObxA2JFV2lMeQoXmwUnV/wAVKhWRMsoFJ/4AVg9IV5/6aZmPX3XkjZ7yZlfZ41+sO01nHtAJSPYwbgFCCAohyPobFKhYAJfdNAE01KAmpYUxENnVezZKu+5UlUUVnGJlRQtb+6nI5CZVj1bmB62YolObb5f2bVFoNFWPtfQFy8H7P0irP/gWbT9xnTYfLg2/7Y/VPOYRwidLWVCeDaq45Sat8OIqk9wvgsynFP9Tb+T0vIt0bmeWK9Ntm7Zoeq7LzjVXCb7EafrPxObmepQ1D0StKhksUGaccNgFDtxOUwrpn7gq+BtKnv8SBxyC68RcDqrgXcf51rJMIyNDKZjPsqNrNBs4yt3au3ePxsbH0m7Nso2xAAiBdjAMISoAw0MEMdI5dtF25IFA0ybvug7H2Hv37oVvWw4aGUEtJyAsZSf7X1/1Kj33+adofGKMwJ1r+4792szR7649ezRFQGk0W/L3FszTTh81CFAFAWlaDY6u3d/gUEtLl49p1apxjY6NaBfOfXqmo33Tba1YNaGTnvZ0vebPXq/CdgB6LEptTyF/ToC0TgkY4H5aUscNtQh6ddUbDaCuvgwVtG6fCLBFCEEhhFRv/UpsnAIvTGr1GoGuJ7/OML5eq6NDCRQsunpKrz0IuIk3ChbYpuiPYZDMrw4PceUE3C6vAXosDnysbn6g09hXzI9ioa1tb7oc/XoE8n379mlmZhbSkOSsE/RaLM6cur7Taafxqdcbcl7oN8BOvmA+uX5kZCTJOjI8rAa2uOOOzbrf/e6f/lzO37tYtWol7TqKWaZWq6UaY+wFhqE/dhnPqvlaTgSR50jMMtU996B3mW5dpYp5Oi97N/XrvCvML5Ap0KvARhX2NRToXRqoM00GX0MMUcMsWi1/k/kSmZfuJ4SQ7BBCoMUv7viL7L2YW+gzMNhK+Sj/Sz2mMrmFurpTHqACQUvq5nf0pQomkZ/71B58vSltvOQsafJOtRK3XP4FNR33AB3+vi/q6H+8XWve8gXNnPBIdZhsOZMlr5fqbb9StZmdtKDPRTfdUXLnTioFDDlTH9P4i16r3sv/SuUffkDly96v4g/+St0/+Lj2v+QvpJe+S9e0oe8CWJK1iwpOIxzoS1DzA1Vp+DkvV/YH71d45SfVe9lH1fkvH1Hn94H/8mH1yOvBfyCeX6lGI9+VP+4G0DthnWZMLQtNvmQWxVgqI7/iuIdq1Zv+IfVT/N5fqnj6y7U71DUHbUTAWkGE3LdTGy84kwgANwuKpyA2KkSYRvhiK9nzhwJcEHNOdCFRR7wWkUdQKmPxlXmQIJhxsKJeAZ7c/bEqKHdMrELtgSGNvPg1Kl76UYVX/KvyP/i05l7+tyr+8BPSH35MesVH1L7/c7WT9pBLHbFDp7BiqXImcmUBOMHZcP1FWrVcao1IA8DQsLRuADocYDO2FOgzsHNUa1y91krJY1RR37+R11mjiggxukYXnKVijPyGi36q9q696F2TDwWm60TYwx+sqUEIqNcCbUrpMAIhBIUQxEcyV7KBuEAJsKkMFTQV5YSD14I4EEqrdtPltg0qs4L5HFVnQVXnhEXIWDKOqZ3tTLs0X+6k5sofKuBQYtYgHdCdRUMjL3+7Vn3qAh3y6Q1a8l/fJy09TJzqqk0Ajczt9T8+XQ8Zk2zSJGxJ/je93bfh7ujDIqRp4FsjjZ5TpKVqum3Llvlv4eNs7cjs7HLn2cGXOMLS+YWUuJJ2XT18Qv94tDTS3WBHbtmO/W4jiJIAn8WgitTOffOWzemb8Nu2bVMAv2R8XEuXLdUtN98iO9bMtmN++QtbHXajDRYCDhSWq015HHo7VAeGubm59AW4LgGpSbCuNxosGCa1c+edmqHOR/QOfDUCzoPYDb7nPe/Tm9/yej36MQ9XgU7tdsFpwEw61t+6bbt2sKuf5VQioMSSJROKPIPejXqMMnyeA3OHgLZrzz51upU8/i944fP0p3/2ZzrxgQ/WNG0bLPIwM0E3T+0Vgux7Suzk1FDSt6ECZ718JO+gOcfCx/17YVEUhWKWKavXxFDJNAno369VPE8b6NsgsJTw6bKwsNzm71OWmdkZ+sXHYptBjrhHRkdZAA0AQ4rY3XQOVh4w99XmBMRgXo1GXQ30cL3t3GQMHIzdJoSoALjOrwrq9QYLAGssDQ0NyoE7hMA86aWgPIscDsrGm3bEJyEET/drma2/29XRs9VqynzrjUZaMAwMDLC7n2Rx0NHxxx+naU6OLMMQx/kZtrFMbm9exl/wkwt1yUWXSXL/uZbx+uaz//Pf9IPvn6vPfe7f03cwgqSYRRbaBXIXlLRA9zn98Ic/0Xe/8z097rGPR/5cMUYde+xx+sK/f0nnn/djffMb39YTnvBERfSznVJjPpgJ0BdArpxxu0sdA2XZIDtwxwO5ezMTYA6kQE+2wiglgvvv1Cn+4s6lRiF1OXYoFfH1QaUbZZVmGnUVfWnh5d3M3LU3q3vhRWo3MHKjq1hOaRCHoPYalXGd5mor2O3XVKsXKjWnVj6tDad9XEP479RpxWcfyPbvwDQPOAlOpNkJR+1HrhkiVpcj3Hy2rt7+hmYiEYYGuWVBZsSVH8J6PVMVK+1rSjM1abidq9OsVNZGFNsTyjoTCu0RhbkhVbMDQEvKR4T/lXnobuShm1/cgewClGTn76Bmd1C17qjmug3trqbVZVHT5mQkz+qqeJWQZ0FlaKjoDuniD79Laxz8WrSuA/AL9JuFAakYUCiGAGTMhwnoEbtC486gi2TV3i7FOSl0VLH7V5xRMUhT9GVowUu2hXyxGGj0BjWcz2mgN6M6NgjYUHNBakflOK8ejn2/Su1F5qqb866dhsijrrTumMfCeLUGOkNqdZZIrBr2bP2ZRKCXZTcMSBm6zOy4nsDY5gCohilhEDMd+bDHSVPws/wkd72DijCPWUiU5Kfp/UHMXb1eTcaq0R1TqAY1vfxwNY54qH7pYi4rYCceUj+oNE36Jxu44AaksFUC5wGjTePpk/oFt7wt7d10lapsWu16Dz1yJRvXZlXUehJ6JibQuv0JY9I5n3y3Ju/cotlM6inTOIOxR4ParRFNapQ53NI0RwFdHFuVDaqz5TpN/uwLGu1KkCvxI5tkcPqrwArcXf2vwEdsH1kAO8iMjk1oE8EtZ8IH2thpGogQCiGoIiAVdlwGgkmBgzbYmeXkfdxsegeDkmfUDq6CzmlJ27T7YWFflTy0LC6azTrOdpUydlcKkt+n+/h/aHAIh75PeV4oi5ns7EMIMn4Qp14nULdaLY2y4xP4BoFgYmKpWgQGv7P1D+S023OaxVc1CUoOEEFB7bm2CnSLIVOn3dWmTZvVag7qmc98lv7iL96tN73pDXrZy16qk5/yRD3wgQ/UunVHqNkY1OxsV71umfJDrF7HRicIBit12KGH64Tj76/nP+95esPrX6v3vf/9esCDHqIuz0zMsiRvgf6WP8sifGYYnUqITCrZ4SeApjRgkxBC0tc6tQhsg4MDqsHLi5f909OaAnrYr4bPDTEmHtYtwNF92cYhBDn4hBBkPv6rhrGxMWXwGWLlnee5SsanYBxDYFwrYescXsI+hSJ8bWO3jTHIixsvsnLGo9vtyn/Hj/SqkLnX66a2bRYGXmjl8M6h8/G0d/MdXmHk4KxfhX5O3cZ9VwS9Als1WERMo1e7zQMmqQ2vLKvJbev1hvwfAlket/W4NxoNPfKRj6K+zUJiQOZjyLKIbQPyB/3RH/5RsqO45vFRX/vq13XiA07Uho0bU8D+2le/IRpgi5I2UTHLkq0///kv6CEPeYj8emAFr4g++clPyf8fQgM5v/ylr+q4447XbbffpnXrDtdn/ts/afnyFbrrFZSZF/PaY+d8CAHb5syBWU1OTmrxFRcX7rV8WMR5IV8gVLum5GPs7GQ8fsyBfmb/fhoE4R/kLyMpVirGR9QxDTWq+GhIJ45Lp7735dp35XkarmrQT6hXX6FegwewCTRy5bFgZ9TUEOfBm77wBe3/5hk6wu0LeDg1TwPF/t2lPFWPmmvU1It1+NbFEKlDn3mtYk+SSSXRpRoQc0hJHjemnVoN1eqZauyem6Gl2BjWEmQb4p13RmTKIkGIiR2yXGWYA2blQFnCUlY4wsgQSA0kv3QbXxeLGWrI+2dmZ1sFgaGpolpCsBtWgwekyaRv5HVMGzWS9TRR3amNn3q1ll1+jo6r09Z9GuDhTWOIuRR7QEdVnAO6BQAcVgAAEABJREFUqmqB4AFtASAfz5O0fVa90CDm1tTOGurGETXXjJGHJsyDTUvHSgu6MKDZMKhubKnMmmoSsJpxVlWY0nRzRr2sDWkbG/fUadY1wyJJ2Bqkho9+iHoDdU0PzakzjBDtvWpP75fraCAhk9oU0WPvbvA4+7laPS10uvAZPP5YecGW6JNQOnB5blXBDCqFCvSC7AyTlq2Stt74bam1V/tbHc3UK4WBTOMPfLK2QCpEUSVVqQ0fjKnRCZjb5louHkdITGtIdZQtk8scUkiYXvBrIvOGq3+uIXTK2Jl3ou3LYDF/Qjg0sXe7pDsyDMHnBBje/vGXaen0dg0w78qspXonqllib+ZpT2MqasNqNgY0HLu6+N1P0GoH+QHY0WfiFRbyJL/2dps+HExsvHHm55SybRtJvSMfHBzWnTt3acfOnep6IUogsEO2ozYUBHM7W4MdtJ1rxZhWzOWC4FPg4O3Eu71Oerfv3bOdv8GB12kOzx7BoWJxIdrV6nWcHwEQGQYHBlWn7N8rjzHqzjvvVFbLVKvXFEIkoPSgncUxF3K9VXBay2qamtqfcMNDQyrh60BjOd3fLDtjv4s2feCj2+sl2nqjrop/c+y8HcCGOSI+/vjj9dSnPlUv/K0X6r/8/u/rjW9+k/78LW/Wa173Or2GnfprX/96vfyVr9Dv/t5L9bwXvFCnPOvZevDDHq6hsSVM96Butyfzc/+zc7PqELwqAtoAQXsA/Syvy5IlYY5SVyFDSeC1vLaxbW0+/i2ADkHPcg6y+PHv7NcIHj5VacO3k46+5+Tg7/5y9LLuTr3oKmxrAvPU1JQm905ioymC6FwKOJYhBD8ElTKCkhcUXhRlWRQi6cDFuDi/IK1aPATWqwvfApltW8ubwcOyOfUY1njOM3j1IcZMgf5qyO950EYvn0S00cOnNVhCtkHOHDKNbZHBs4dOO3bsUIPgPsTY+nXAxMSEfAI0Ps7mYkG4Cp9aMhdDCBoZGdWf/NdXuSZBZC496lGPAj+i0753ml7xipfrv//3zySev/Pbv5NoPvGJT+klL/5djS9ZwuJzrS6//DK94pUv17vf8y6FEPS7L3mpjjzySE6Hduqv/vov9Yd/+Pv69D/8Xao75RmnpBSyxMu6JNsjew+nbFt5rLxwMT6EeWsuEKdHvJ+/d1L3x1gnh4bz0m0/V3P91Wqsv0a1269W2L5BxGslSWrSUCkVG65WfeOVGrnlag3fcoN0y406lONbfyeJma4E0DYJBiev5H3qB56tbZ/9sAZvuFiD7T2q51Ma7kxpaXtSE7tvV/dnP9CN//A2rf/0W/SIUUlBSuAJ5rx50W9r582q3XGVWhuu0tCGazS64XotueMWLdt8m5ZuuV1j22/R4M4bNLjrGi3ffrVE3TjOVk3J/BrOT27S6KZbtWT9DRpaf52yTTeotf5aNW7/mWro1Nr8cw1uuUZDm6/V2LYbNbrlBmnvTcIHK9kgk9IuK5D2b+cN/TL2dJ9jvT3Szddr4qab1Lz5Sg2sv1LDG6/SCP0OYt/BW65Q64pzlZ3/Rd3xT+/W6b93grqn/auOHoGR+zFP8wIy9B/av16indsP3H6dWti/sXOzBm0nmgj9xoDipotUQ7/mbdgJvRrY6yH3f7xYuygFLGhYD0k771Bt040a3Hg9NrhZjfU3a/D2q5DzKmx8pYY2Xa2RDddqaOO1GsFOIxuu47RlmjGkM3hUjMua4bpqG27U8O3XaIIx0Q2XadkM9dThu8gs3JSzO8+Sbv2xBm+F3203IOPVOmJJpTnLz1yxXVkPSdh88DbsdetV0PxcYr6lcTQrbOFxGCAdvfan0vWXaAA7jPNOe+iWmzW+fI3unIMwB+Drn/HVLsZw441qoEMdXbT+Kk1MX6aBHJpF9yA6Ne+4Qc1N16t5q/u9VoNTm9QwL/rzmMZBqbf+HOmmC5HtCo0gY4OxFXaq56zS6dPyeb5ZH9tgHbqNXHCFrnjHb6v3g89qbCtzoNqn4WJGE/mMRju7mWfXaPq0f9G5L3uCjt/e1RrL5fE3eC64f+P+swF53YUDjR1lRlBtslO+4eableM0KwKFu7RzynFYJRHAAaIkkPpBn09pTdntK6fQlDhdt4s4tJhlBJIaYEXme+ulQF/JDrBGfUUbO3AHpCaBxLu2JRNLdPvtt5uNbMcYg0KMcr2dvnd5NRYAduKWeWR4hEBRyrglBIA6CwYHFO/qxYA4aOzfPyXv+N3vLMF93+Q++Zv7IQvyjtL1DjyYhSZROQsbH3n7m/SzBNVZTgRmeQUw510q9vEX7jq9QjMzbeWsWKemWBhzYpGx8Gg2mqoR7FBN/isC62c9bcssZgohqH+V8DIU7ExME0JQzCKQAZHAXMg2sz4+xu90Oumo2bxKbG2btFhIVBiqy0LD8scQ1SXQdAjIIfyiL/MvU38lfHOZvoSH5TTfnEDbo12PdjljXhDMK8ZVsAjwLCF0f4YBFi6DnLC4vRdyXd7ju435mEcOrxweOWkXfvP4HFsVjFWR0hijLF6At+3mvqanvSBpI18B5Nq6dUsKytZ3PxvN5cuXIXdX8+0QTEEhBHmFUiHfp//uH+Bf6tprr5GvEn1Xr1rtrLbwqsiZK6/k5JHMcSzsPFee+MQn6vnPf376Jj9o3XLLLYnHpZde6qLWHb5O111/nZ72tJP0ne98S+vWrdNzn/O8VHc1/dC7rEtkbCM6eWHneWw72Uat1gDzoZZoPOdTw4WPuJDeuwm9BBxxfU46601P1llve67OfOsLdOabf1vXf+bdOoR6GVoSc0ndy87R99/0PJ37hhfqB2/8XZ3++hdr/Y//RY3uIjGtdSZNkD4d/zf76Y/r/NdioFeepLNf+/s6/c/+SF/4L8/UV175BP38/c9R83v/pKc1Nb9zq0t9J5kWDczaoWHpli++W+e868k6560n6fzXP0Xnve6Z+sHrnqWzXvds4Lk6+43P0ulvOVnffsejdPYbHqYL3/YsHcIGWF48DEhrRqRr/uVD+tE7/lA/esuLdPabnqnvvPkZ+vabn6bvvPXxpA/XN98A/Nmj9K3XPlGnv/HZOuONL9DtZ35Og7RNMqGTIvL170DmYHA9ujQ23aYL//zpuuSNL0Pep+mcNzxeZ73+kTr9dU/S915/Evln6KI3/Z42vft1yv71c3rSndIj3Q8sHVREcE99RcnHq50rr9DFbzgF+X9P573tZTr3Tb+v3ef8u5bVaZAB1hE7bfzKJ3X221+ic954sn70tifp3Hc9Tlt559syTQ067LmsIV3x5b/Q2e96GXI9V2e+Dnjts3T265HtDSfptDecrLP+/Gn60eufQf0pOvvNz9VZb3iu9pzzRS3ZLwSSAnbdcOqndPYbnq8L3/wHuvQNL9JtH3+5Higuy04/5MQRi3wCsGy3dOUHn6+fvvlFwO/rPObYTz7xpxoZh8pyRakZpBs/+XJd8J4XoeMLdM47f1uXv/PFOto6mh/1HodGWzrkqit08Vt/Txe+8Q908etfrvPe+Ef62T+/W6uWwM/9E7iXwXPDNz6u77/tJfr+u16qH7zjhTr/rc/QGtZgwfPVPBegtU+66MMv1plvgeYdv6Nz3/g0zV7+U/kb9pZfI/AdldbNSZd/6AU6/33P0gVvfw78nq3vvef5yrdPpXES/aZxy6C3vPB/APIffvnPdeuHXoVdH6b/8Scn6dtve6m+9ecv1j+/8sk69bUP0+a/eq2ectO1WteUgnlYB3GZB3rIKcX/0P3r2iAbtzL4VyoJerOqN2q6Zf1G7dk/TTDJk7Oz83S/Pha2s51PXQewM68IBKWDBUQhBPxthRPPgQJHXaRyCEHcmmV37T5NXxAEXHYAizjHKRz88uXLNTY2puXLluFvBnTpJZckHjHL5CPjHoGsRgC187eDNs8K525nunbtWi1ZMpHeh9uxmpd36aYrCaJOWxzvRxo5PzQ8pAK597HjzVjkxCzSRyftkGdZCOQsdCpoc9rOcdTvH7vJGZeY1RViTVm9SWiNymoNHHjGaURTtYU8bNWe66SANDY+riGcWI6+07xXNt8QhD34kK8q2ajCjhVByRjXVOhluUtwBcHSQdbtXJ+xM86yTIaCBYkDq9u6jfMO8qaL2DWEgGx1ZKvRj9KYlggIe9rHVHabAj2Nd5uYxbS4yN2v+6dOaDvPP1ebHXmXwO4FRYXcbpexwIkx0EcJVImv5Xd9RWc5+udeRLDQ8xjWsLnbxRiTLUoWFfMyVJyKzDJ/evIX8LqMOSqkMmzSHLIsHmPzpTNZXvN6zrOfw9H6cfrU3/2t2iyIbIMQgq742RXOsmt/Ccf2x+qd7/qLVHbfBXI97nGP0e/9l5dqyfhEwndZmKQ6ZDLCfXlMArJeeMEl6Ud4/L7+4osv0pXwzpkrJXZymxCC2pxUGHzS4sXJrl270mmAvyDqH/oxzz7EfuZeSS21e/BTRwcrmcBPAff0cpeeXm3XKdVG3Y+T67T7W0S3Bprn779TTxrapmfU1+vZ5TYdMZsrOTgS/AXcuM23TkoAOmqZdFJTesbOa/WIG76vh914tp6y82qdMrVbJ+G0jzDdILQEIGWk9MGcUuJlHG2fMC09FTiFyfUM3ic/rbtXT+vuAnbqqb2deu70Hr1w36xeOAUdPB8Nm8TX/JCl1ZVOwIE+cXqznlXs1HPKfcCMnlN19BwG8zlM/OcCz2PSPpfz5ueUe9Bti470YsGAfWS5DPC+29s0tgH9rKXPxxDAnljbqGdgxFPAnYIMz+pIzyZ9OnRPRO8HottRBJFhaGU7mwe0SX94pJTycuofQaePR9eTOtv1tLmbtA49Bb/Uzm2R7Uh4ntK7TU/n/fzjeaAeh+xrTGNetgX1S6F7GHZ64f5r9LzeRuTZoWd2J3VKb1bP7BU6pVvpGZ1KT2+XehoO7mlz0zq5O6WVrf0KaxCiBKal4wmYp3S36kn5TXpY73YdRV/L4K056tsAOqZ5MSutAv/AjvT0zmadXN2kp5Q79Tjz8fiCVxf6cXiyMHz09J16LPUn51v1cNBjQJoL1gFb2CaD2OPR2quTipv1ePgZHjTb1mrzpM5j5YB5OLxPam/UyTMbdPLsNj2pvU8N5Ew2M18DtlsC3WP2S8+c3aynzWyW7ZaO0JHbsmk7hDvRY056OLZ71uSkHqU9ekqc1NNx3odafoNlNLidU8uLjkvxHw9Fv6fQ/tm7btBDeQYeseE8PWfvLXoG8jyUeq2gD7czkD1wm8+Bwn9+ptGsC7esHvOl4F1FjSOs29dvJsDmCeygS56LkqCegOfFAbIs5x26xavwwAmMA0IIstMzBJx/CPNlB7wsRnxzqVECuh2qd+izLAC8g3ewL3GY3i0uXbpUGcFju/+zG3bRsFCgrbjseEv6GWCnVCGbZfSO0bslLxScKgTV2Nl3Ou0UcB1I7PxL+NsB796zB/1K1QmaPXbiFTq4v6CQFgBC7jb+xunA0Nr6iyIAABAASURBVKCa7GBpqjn4Tc/OEIzm1CGYJLvh6C1DQYp4qtPvyMiIhjlp6PV6KUhZT78vdxpjphACpAYSRsD9l8hQoU+VUkaF1IHIO+sSff2KxX361+EcSBJvZJ+enpYDSo8AFUJQlkU5kFa0cd08ba75q0KePEFBALfM7q9fZ55tAnm/7H4LFhP+/oTHy/gsRtoX8gmH6xEz2cL15mVwG79CyFksGG++njf1eoO2PfSPzDnbpqBtG1xOuUuQnJPt4HY95qTnwe7dHqtCO3ZsTwvADvPBpwhJliyjbaEBThfe+Y53pVcUW7Zs0eG8Q3f9E5/wRPmndb93+vc0MbFUX/riV3TkEUe6Stu2bkupXyOEENTptlPZHxXjkOYRBS9QrCdZvfSlL9a73/0ubdy4Qf6p3ac+9WmK2MMQwsJ4YhDv6kOYLzvv76BM8NrB89N8+hD7mXs1nZcjdVHniWWRpXomDRtDUFCDjMHSuGwnSt5HxpBJ5E0PlWQn2yNnW9np2cm5DacB5jNAOkFQWwXz1YPSkha0AYCH61OQp8icl/k6mwKF+UDDLe+w3KxJ53VkYXEvQ4NyE4IG4J2hd8GyLDlc0ItP1ahrAQNBGnBqWJQfhMcQ8jo1L+Kz5PbWxbwsxwIv8/sl6NfB13IHt8Um6T0ouAw7RgJ7HJB8DCxsIPJKCsGtBkCnQNq/nV/A+Qi/SR/WNZjW4DrT0k+yP2kTOW0D65D+TI82JkmAjimFb0bbGn0HxkOA5cqQj+dQTXgPGKC3zQxJLvincaIujRN9ed5ApjRm2O/AWAZ6MsDTbTLnTeg+SdMYmZ8B0sQfWvyu/J//jMDbdkz99Pvr08HD+tYZlwbtDRl5zUBAObVZSGvwse3cn99Hp34gO0DjvG2BTJ7/vO5Xy/15bBZ4yGXGz3q4XQ28X2UNMcYNIOHhYVauT9DX1+3QyzQtcF70rMNOh4JbQ5uWx4dymg+UE4//pz6QJ6aBKdVo1hUIbtt37dWO3fswb1BJZLPTxW8pi9k8EHwzIFIOIYqondStWAgUZa6StKJBZSwpXRzQZo731gXB0E58hgWS6eoERYP59wiK3p0H5HCgNH7r1q0E5NzcCNidFAgynHudB7/Nzsky1OAhzfdUZwI12bn7HXfObq3eaGiIQO1+QwjycX2HYO2TiTmO4v2lMffrINklsNRwLO43Z/seQ2b1CECFCpdjpmZzIH1bvYVD8840BGwgKcsikCkE261AzrbMP1AXQgCvBBHdQnDZoHRhppTe3UcXm1j5Bjo2ebXhoBFCSH1lEfkkRXja3rZHh8WHA7iDq9tmTOoY52UsCfzuK6NdlkWVLNoc5GCR+Ekh8arRxrQFQdp2K5kHdKmUZ/w8ZWOMqjEO2QIszrsuhJhsVxEw3U8IQUyWBLZ3hzFwW/N0mtOXwfIVLCxMAzGBe7/c9Prrr8eebVULsqR5QoVls7xPfvJJajDWnjef+tu/0zJOhdz+Ix/+qA455BB96C8/oFOe+XT98Sterp/85Mfy9b3TT1NJh16AlNhm08ZNRmv1mjWkgXaHkkpbeH3wkIc8VB/+648qoPd3T/2O3v/B96e6U57xTPn7EyEEVfCyfObpxWQFT88zQ4HdSuztNDVc+JgfmYWCbKN7gj7NfzT1aBkKGtpJOqDhwFJfxmfg3acdmetMYzzoFETdzmXXG2d6p+ZhfL/emhhcX4fAqcsGO1CX3cawuI3x7t+8TEvT5PhNZ7xxpumDy8a7bNo+uL3zTl1vcNmpwXmD84vB/Vi3PrhsHqZdDMYZ+jjzMK11ceo6y2a5+vo6NdgeTl1nMJ3b93k5ddl41zvfxzm/GIx3X+7z7sD1BvPq17tsHubtvPGWu6+z88aZr/MG0xssu4OYU7d3SvCSwTqZxjwN5mFw3y4bzNP9OG+8693G4DrPN/dncNl0/dR9uQ+D6Q2ud2peTk1rnn1w2eA6g/P9NpbfYH5OzWNxH9bJCzPjXOd2bm9wvt/GfGXEArhsWCimxG1Mb+jXGdeHRLToo0+zCPUfzpqHYVFDfFIq5XmXOFKpxkq42ayri8O98urrSKvkBO2c7YhDyGQnZ4ghKARDYgFJKTvKeUeWHwgIDjh2bAY7wQbvrh38vENqNOpaw3F7xqKhThBzvb80FkKQd3F25N4Bxyxq8+bNyYlmMSPo5pphB6sgZQT1LrvuEIIcaESaZZka9YbGx8flL+e5zXwfDRUEfh8nW1b3aXk7BEY7YgdF/1zu3j172R1zbMN41JHXwTweCFqSd9X+wp3bWa8QgmKMSf+CAGU9JOQhWLZaLTUIziEEFTh6B7IQgrIsyjYUdPOge7gQgtHxztj99YN3bl7s5I3P0SlnzDyetXpdXuiYWUlAjMhVw77uhm6NZvebp8XO/ALHD+C8bOZtghCCQoiyfeoNP+AVNu8hf5l206Leu+mkJ/kQTB9kPB+SgmI0xMTDP1/c4uQlvTaJMfVvuRzI6/WaQgjJdhnjluc9FnNdytZbjLnkY2+fJth+YBTgMTIySh8xyRV4Hl13/nnn6YW/9Xy96LdfqBeQ3nrbrfL14t99sTZtusNZveD5L9Sfv/FN6c/ifsaR+zYWkZbl7z7193rp7/6ebl9/O/139OQnPVmnnPJMve+9H0jtzjzzdPnPEp/Nq4FP//0/6pnPfLbe9ta3p7qr/CM+jIULnk8lC5sQgjosQr2AMHhuWV+PifU0bR8Qv58lxY66J6D6N7rnbTdP6rwdYEHRY90lNfSdK8W0i+lLYbzpDG7jslODd/BOLV+NhoudoetMC1rmlZExnYGsdzlO2D5I5m2ZjHC9aT3PDJbX9e6nT2PcwdCvc1/mYTCN8Qa3vztw3WJwX5bbtH28+RgsXx8OLvfx7r8PfZs4db3b9Hk6ddngusVgXB+Md970fXDZ4DqD84a+zv18v87trI/H2dChwuC8de3r7LLzfXAb13sszdN8PDZOTWtwvVOD27nO4LaLU8tmPqan+zTuxpmf7WVcvw+3c9l4g/MG0xuaFAyuc9mpAXR6Vvp5l/tgOoPL7sepy31wmz70ZXK6GNzGbd3G+b6czv8qcBvXu53zBs8J92c72S5OjTfdYnAb0/2mYHq3d2pYnO+XjQMcKMVA2Hl7R+i/sR7Ckc7M2eHOK1exM7EzLQhkBc44L3o4/gJHjLDwqwhGAkqijZ1Z4UBE8ClMT9uSI2IHBjtyB3oHFX+xrKTO7UKACbL4dr2dYQhBw8PDGhsdk3f1be++OTKvEdztdB3cEIAAX0vBA0nkgO1g12g2FIgAduL+Rrn7yZElT0GxR6CtpR238T128X5l4KNvB1PL0GHx4F/Yc+A33nrZNgV6hRBUbzRSvyEEglIJFAr+R9n6GKyv6Sscf61WV4wZ4mIpBC0JwpArkbvDRYAJD5TMs8Fio0F/kQBXYq8ex/MVRLCBZ0SXSAolzIxPtsVWpvOCymUvcCyL20eCcAOezWSjkGTKYiQo15DHZaWx7fJu3PYokbXGoqVCD9vC9soIyj1OGgzicjnCt8DGXeTzqxDXecymZ2ZkO/o/fJmc3IfdO/LRu23iI3nvfLv0ZVlz5kzJrrdET/c9MbEkyddlMeZXOGvXrJUXMqOjI2o2W/SMpZHPGZ/UbObI/g4Whdu2bdXk3r1Gpy/gFYybX/O8+tV/Kv9lxVlnnanXvPbVzFipzuLocY97vJ773Ocl/d/7vvdiz6i//qsPpy/nedd/xRVX6KILL9Cpp31Xa9jtf+yjH9cJx5+gC8F945tfl7CN5S7SPFdaLIQY07z0uLVY8Hnh6r6sWxJs4SMupPNJRnIwmCKAN5AcuD0DDEY4vSfwM2wwXY0PB2jzKsgbuqSGPo35gJJp+mAZjOuDafpgnPk6NQ/jnRrM36nrzMupwTROXWcaBw2D8e7LNnBqGoPxi6HPyzjTuWwwbT913mCaPrg/550anO/TOzW4zWIwjcuL037eeIPbWQ7n+3xNYzi43McZ3wfjDAeXjTNPg/MHg/GGfrt+ajrL43HxeDtvGY03vfENMs0F6NNQTOPepzM/593WeY+Vy+ZnML3BOINpPI6mW4zv1xlvmsVgPob+mLsv0/dpvVgwT+MP5mk6g/EG0xicN7jO4P5c7kMf57SPM4378qLI/Rm/mJfzBrcxuL4PLvehjzOt8+ZbSsmu1tPQr3N9H4zr1zn/m0C/7T2l5mG5qCdm4PAqdXptHHCudYcerj2792o3Trl08KDWAdpQFhVBoGInVajgKLuqgir42HmVyck5kJmmwMn1ZAdb4bTtAHOcuHlYX/9JWBajHIAGBgZwjF1OFGrspPfJjj+LmcbHx+T2GUHF7zc3b9msnCAyM7VfPY59i15H3c6cmnUmKX00CabC6Qegyzvmkv4q5G01BjjGXa4l4xPyIsbvct1HCPRPOzvhOoFvcGhEs7TznxfaIUcCV4Vyc7OzagMDHNV3eIfbZREQwPeQxWb0TrVe56GhMC/rhAYHh+RdZ0UAsN7GZ5kHUSwQMvTK1SO4YVq5HxvRNqrgaxvZlrWAfOwUS4JUgS5JN8YrY0zS6QV5B8y9eyflb/W7nb/hH+nHfXkX6eC3Z88e+T29YWZmGvvOyici3iVnWSbLL3i67wa2LAjWBX2WCwGXbiwe41kkPu7PXypzIHcA3+95wgLK8hXIK2xasAio4JHFqEatppHhEY0MDcmyu74eM14RZxpi7AcI2DXoBgiGA4zDUGtQbmu6Zq2h9bet1+233Sbjd+3cqdGREXlsJzl5icgdQlAGP8teI03CMidf+7rX6FGPfgR2JohhV+v/2Mc9Wo9+zCP1F+9+l3rIap27jKNxL/nd31GF7GeeeYYe8ciHyT9+9IhHPFTv/ot3Kl3wfN/73qOHPexBet7znqNHQvNnf/YagjwVEATGq8aCKMagQN42BM3rhjn66iXbZdh75cqVRh+AeCB3T5lAxa8Cqu9yH0zb78F45w1uYLntTPupca47GDIqDCQHbrfpF8zX4LLxB4MdnXGu79M5Nc5gGfo0Tl3n/iyH2xiMM/TzTg3GLQa3WVw+OL+4jfOGxTRub1wfLJ/zTvt0/bLTg8F0hj6+n3e6GPr1Tvt8nfbLTg2Wx+C6fnvjDS73U+f70Me5jdv2wWXXOTX0bby43njTLAbXu+w65w39snHOLwbL0R9Tj6fzxvXzDqLGuWxwW/MxOG/aPri+D8a5vg99+n55cXowreuMM/T5Oe3LYbyhj3Pe/A3Ou30/77LBuIPBeIPxfTu5bDDOYD596JdN28c5dfnXgen60OezOHW+D+6/YsBxhHgshaquvbyfn5mZk2NLCDViUWS/Px/A7RgTYA+nJUHVQSjH0RcEhoqyWccYFXB2OYuBdrvLAqKXnJ3rxOKgxKE6sIUQFGOmJu/U7RhrtZp8HL13cq9Enb9Jv3z58rSLympRd9xxR/r2co9duB10UpOP8bEx+Yo4WeOzGNW/qhBdAAAQAElEQVRsNDQ2MobzruQA1CKIGIpeoQGOkn1yQBxOf3I3MzOrOwkiFj9DBv/dfXuuLQfLgYHB5Kz37p3/QliF7B0WBK2FI3l/kdD6NwlYkX5n2MEa/OeCOUa0rj4tsX4R+ToElhAiR/oNZQSGDOdfq9dk3bMsJjuhOurM29ztpSrV+xg+xqhI+xpthwieY+g+MbE04VosRhyIp/ZPJZmlIC+SvLgZQI95GFCLAFuv+1RjLh2NW75upyt/QdH28+mFwXkvIErGtom+fu/t1ynDBO46i4IRTlwG4OUfKdq/bz+xuZQXJhU28vwIUsKZB9m0e7YOOYsJ79j9GqSEt/8Mcif2T3b3kTd2qxgML1ROPukktAhp3DNsNUyftkEt8xwL9Feq8PxzG+wUQpD7Lijbds5H2wzIWYCEEBRCH5Roc9pbrjYnByGExHP97bdrXm5oLbzBzwvppk0bGaeuKvR0H30wn4IFLyRyv7afx9WwatUq2Xa2q+v7EPuZlMYsJXf7YUpDoHYx3B1ucb3zNPml28rwICe88wbT3hOYsF/n/D2B+dxT3cF40/ahX9fvY3H6v1p3MA+X746XbWhwvaFP00/vDtev66d9PRan/bqDU/Nzf31w2dAvO11cdv5gHu6nj1ucN+7u6Pt41xkOLhv3m4Db/TrwvLJMBtOar9N+2XmD8YZ+3vV3B6433qnpDYvzLh8Mrj8Y+jyMd/5gWCy36xbTLc7364w7GPp1fXlc7sPBtIvLfXqPfaTintI+nVPTODXQ5O5ux3Z/UVQEeouRZYEdV0PdboETK3TlVdfgBfE7VcRpBVyoktP2MbYo2ZElpy5KMCtxzCTztGS8Y2oTEJ3aicbkwyJOFn7Y0w4xhADPIgWpBoG5yy53lqDrIOxgZQfpIOhgZSdp2MuR7KZNm5Rlmfz+M+DA/R+fuGyZ7GyDghxEHCh8dN+oN1K51Whpydi4Bgl6Y6PjqtfqWrF8pSpkrxE4rU9BEPJ7ejv9uTkWADt24PBz+XVBjyAteNfrtbRDc18Z78AdQLrUWafCO1lky7Io75YdmFosLGwDzJKCkrCf+bhsmZWuShntAkHcPMwvhKCIfjFmKdDX63XKGRBkfqYpCZQFgaq7sPipwcOyT09NsYjZox3If+eOOwnoO7WXxYrxXU4lLHtJoMqQv0T/ZEv6s0wZPNyX01RH8OoRJGd5dQIJ/cckj2Wfm2VRSP8hBPmqYdOIzBW8OywevOBxnz5F8FG+5exhqw4B3fa1Hl4khRDkxYLl3c+pzRRQIZfHfsWK5SwWc01MTKiBDQbY/VvOGosymtGt+66YS6Usk/sPwTgphKCg+ctzxTqFEBKdeczXSIFFWF9n5zPmwzyvoBgzhUAbdPIYi8t2sS62I0V5zErqI3xc9sLI89Xj79Q404bQl8YYKc4nC5+jK+bnhp/IxbBQrUDGLQzOG0AlvPN3B643uM7p/w3Q1+1/V5b/LD53J4d5H4zv4/5Xbel2fTiY968qu82vqv8/Ude3xd317fmZUVEDOHFN39BvkL87MI1praMBsv+U2/IdDL+KsWl/Vf3BdabvQ7+uX3b6m+hyMM3B5T7fxWmfpp+6bnHeZffv9C4wT5Th3LNYJyCWOvmkp+rBD3oo7sMDRn2IaVef48iSM6NGOOGKMh5Tdm4xRoUQFOAdQpCdsJ1yo1FP77QdUEAnWkhYTPQUQpCdoNs2CPQUU7ul7FBNU7LlnliCc6duhF1kk1356Mgo73nb6b29j2PvJJDVcMqzBCH3MTg4qBrBICCPFxnerWdZlPEhRN77j8g74UGC7yABw0EnixyTE8wy+FToZdkdhPxOOuC4vQDYtWunzNfv8737NE2HVwgddoHZQsCxI3fwrZDbfTs4erfcIwhblwgv08aYWT1ZbvNx2QEvYwzq9VoKGjk7Ujt9B25DFiP0NbneAcrjUEfPEnk7BG4vWrKYKWehYp6DQ4NJz/HxcTno1OsNuR8H9DmC8yzgQOxdqxcqOcHacosrxqiMBUCWRUSokjwFfEMILAR7QEdTLCS8kDPe7ayjTwVsN78WMD/r7C/jmZdoG2OW+DUYzxa2j1mWFiMd7Gj6etI9l/NtFgL+waIpAv4gr0IQSw99yEOUs5AKISY7rGaXHEJIdqlhC+sdkb1kXoYQFEJQ/wphPl9hvBCCMvo2bR+Md75kHojLPFw2vmQx5TQwfjTFHpaxpxiz1IdpK8Y8hKBxXjn1WBRF5LCent+2v8fQOH/RFPYHbix8IC8ddn/xpP0yFND0FkFOvgT6D7R1uyeATP065++D/3MWOHgc+uVflf6fk/Z/vWfPTc9Rz9kubDr3AK4zjee320D2/9nbc8DKO/1V0KdxugAHkr4/MOKgfGDHbrYx7ehrmp2a1a233KafXHCBbuX4ssIxesconGdZMniVB6UivpfsqJ0XTrMGZIo4uuRT6MdB3kfEDYIzRdEAxxgVQiRbyc48hCD/sp1/cne2zc7QfajS3slJ+EXt2b1Hdo51nLiPiEdGR7Sc3Z2Pq3087i9o+f301NS0BtilOzhYXtPawZouw6F3OSnoEgydd+D1osFBISOYTSxZknaKPoqfm5tLOrUJ3h12o+lUgCN8nwz4KN/BvkLGer2RAl0D3ezkhcyYSaiTwLh5qDDbvMGth/usE8wsh6EgqOQLAb0gmHhxYLztZXndxgydVvRh+2Yxw36lcgLe3OysHEBqtTo4+glioZarQSBt8iqhgKbD7jnL5m1eEKwLcCFG2AZkKwha87wK1yGLg5T7dvC13UorhkAdbOKFT86CoEBu0/dYwPQouw/jygUdyhT0YpLN9vZYVdjN9rFdYszkNkFBo+l/Jozybt+LEI8fyihHFqe33nobtp7/E7vDDz8i6VbBX7Q94X7HKWZZGrMcvUpkjdYNKFymzwpcJcGqQt/yQOp611GV7gw+bgtbFg4O4PM2cqXpDM6HENSnNW6ej+SFlufFiSfeP82nQRacpptiQWSda8xhn/CsWLFKi6+4uKAHnqQDgd5SuzLwYarFYNxiWFy3OG+ajPYG42vkDS4vBtcZqLYB5Lzb9svOG3cwLObxm+YX83CbxeWD8+73YLBMBttnMRjXh8Vt+jzdl6Ff16f9TdJ+m37qNv28U5cNzh/cn/u0zesQOG/ol/up6w6GBvR9WFznNovB/Bb3aRn6AIt0L7ZTP+/AauiXEyEf/bZ9nr8u7dMfnP66dq4/uI3Lxh8Mxh8MB9O4bFscDMYbDsb3bdi3bRPdWwvgvG3fr+vTLuZhnr8J9Nv0efR5LuZvnOtNa54H64pYv/Y+uI3L8PIQu23gnXkEMh7uQNDHV4OOvK/dqz2Tk/K345MzoyIyJ9w8BDICcKIuxxBxD+RABXjZD/dw1BW7zUCNgBgzfypAWxY4XYKF8w2CpQOVHWEJvXfgzodY04oVKzXNUX7GjnmcgOz39Q2C2BA7vCbvjEMIyXHv5Th/48aN8jXODnaWAOgAUyJzhgNvNOo45xpBLU+p670YMA8H1xbvmYd499til++A7uNWB/4uOzO37/AKwoGkUW+kd9+2R538DO/jm80GJwwdIUqSxYuFbdu2yz8AdP311+nnP/+5brzxxlTeuHETJxHb5HYddrEOFG5X2Baa1yVgnxizFNBsD5hyY1hucWUxyvauY5MM3UqCmXlZVg9JA7v0kNu7dC8MapxSWN4Yg3xqEEIgiOZpV266HsE67eoZr5zg2KNtG32thwO+21rOhu0+NCSESe0LZDa+ziKjyRja1h0WAxDQT6YYY4J6vZ50sVwe53l+JTS1VO9v1GdZlBdmEdn8JcZIWy98TOv8TTfdpJNOeqJiFlM7Qcctj/UTn/Q4rV6zWu6nYuLlLFgso+WtYaMIrwrDVMzVPoTArARcLhf0cF8V809cnhMVvIwrqJdCmju2jesMtrvga/71ek0rVy3XYx/7CPQYZo5lCiEkvS2jaeZlyXT44Udp8RUXF/SE31ZZ1zzUSDNqSWUcaUG5JK0oVw2pwiFVLakECiAfkHqDUtepgbzLPcatC/SGoR2TilGpAsoR8uB60Po/INlPd3PwbtPPLPnZoPQfpcyQGoz3f4TTQQbn55B+Dlr/ZzNd+ne/HdLEAz5dZLRcfSjppwKclsjm1OUDAE7ImQDZhIxC3gPgsgGZE43p4XfgB2kW55HjwI/UYKf0d99OjTddv5//rLQv08H8kNF62ga2sW01h/1msN0UsB/b7gMmF8Fe8H3Yh333Y8tpbDkH2M4er8J8gWQH9217LU77cljXPlh328BgnNsbTNtvaz62sdM+uM40BugPjBf8DuTh57lYwLsHvg3MGsDPkC6GWXjMwasNeM70aJMDBXr+KsixWw/bdIA29przHAVmgGkc5BRRbV8h7culSU4K9nJisLsj7YLwTiZ0AueBHW1pB/U7odtOmzvIr4f2dmAT7TeD2wHfXfQzSX9TpB4zz3fPfT8DCZC50wfGqrsILKf/I6g27Z12Sf0fNhlv+RFBBwD5O0AXHXoAvlglMlTkZUAml4md6kGHmDIPP4Oz8LVshmnyi+FO5Pbcm+2wq6NhTXWcWSnviuzv9k/PaWx8ifICHJ3OEdSKXlcp2OM87bgaOLg6zjQLmSoEsEyBxYL6IDoBgiK+13lSmCeepLVaQ7VanaP9JimTGFpB60VCoA9YSiHKf9uPGGoSiO04ly1fln4m95C1a5MzLXDu+/ZNyr+A5v91LMsyAlk31dkh4+N5X95SjJmyLCqEgK6F/K63HxDG2FkuGR9Pf8NfoK+Df5Pg5t9ej8jiYDh/0jDP2wuJOkFs3759ahLsKzrpsnv2IsKB3O1mOR4Xl+uoTouE/fv3ae+ePfLuuNPxKGteJvrIkNt9NQnWTXbk5p9F5GVck92dhqiRoWENsDgZHhmWaVvQZllUthDUQwhycMsYGwevGDOkUMJRpRiDsoQLsn1KxqJi8CqErEit/zxOst4O+A783p1iPMaySvaroPeXJ03vPjLkdxD00X0b3WZZcJmmhhw+FXLZ82uauVRD1vldb03GOaB68SQun9CUjMHu3buTnfK81PLlK+RXNT3mYKfdRq4ifXFzlKPyxxPsn/uCZ+uFv/0C/fZLfksvevEL9cLfeb5e8NvP0/Nf9Fw9/7eeq+e98DkpfcELnqMXkH/2c56h5z7vmXru85+lpzz1yXra00/W055xsk555tPk37R/xjOeoqc85YksMB6nJz7xUXrSkx6rJz/5cXrCEx6lpz7lCTr55Cfo2c9+up71rKfpOfB61KMezk5+iWwDj4l184KxP79sPy9IjzvuBDT8xR1/kSW39li95kF/rVXbnnIAlm15ipZsOkljm56k4Q2PV+u2x6p286NVv/FRalz/SA1c+wiNXPMILbnmkVp29SO04qqHa9XPAdLVB+BhWn3Vg7Xm5w/R2qsfrkOufogOufahWnP1A7X2mgdq9dUn1WdwvgAAEABJREFUaPXPj9HYT8c09MMJDZwzrKGzBzT2gzEtP3+5lp49pKVnDGj8e8OaOH1cE2dMaMn3RrXsrCVaed4qLf/JYVp+wZFa+tOjNPGTIzR45lKNnLVCE2ev1bIzD9GKMw7RSmA5YNz4OWs1es4aDX9/tYbOXa1BoAWf5nkr1Th3peo/WKHG91eoec4KDZy9EllWauTsVbRZpbFzVmn0+5ShGfnBco0CIz9YJsPwOUuhnZgHZBs0nLlEA2eOa+AMw5hap48maCJ/87QR/UpA38b3htQ4bUCN77XmIeUHyYNPdcPkzWdYrdOG1Dp1UAPfbWngO00NfLehgVPrGgZGv1vXklNrmjitpmXfq2vF6U2tOn1Aq08f0trTR3TI98aBJTr0exNad9pSrTt1GbBch562HPwKrT5jpVZig2XnrNbSH6zRkh+s1fh5azX6w0M0kuBQLbnwSC279BgtvewYTVx+jJb8DLgKYGzHDVcfo/FrjtHotcdojDThXP+zY6E/lnbApcDFx2oZsPzi42RYddkJWnrx0Vpx2bHMnQdo5KdrtfTSw7XyyqM1cek6LbvicI1euEZjF4O/7FBo12j5hau16oJVWvnjlVr9E2AhXfvTVTrkp2t06AWH6NCLDtPaSw7T6ssO00pg+eWHweueYfnlh2r5pWu06uLVWn3BSq396Qod+qPlOuz8pTrsvCU6jPm67vujOvT7wzrs+yOk5M8d02Hnj2vd+dSfP6F15y0FlmjdD8BBf8R5EzruR+M65vtB9ztbesDZQSeeM6IHMRcfgF1P+PFqHfXT1Tr8okN06MWHa+3FR2gNsApYcckR2OcILSNdRp1tMn7JOvVhycWHauwnqzR27lKNnLNEo8zD8TPHtOQMnh3m4fIFWMFcXHEauNOGtZQ5tQQYY16Mnj6oUdKRMwY1fOaARnkGx05vaRyYYO4sNXxvgPkEkF8GLDdAt3wBjvzWkN63cY12NCaUN2qaqQXNFtOqDRCMs6ih4XFt3rpDDhYlu0aFip3rnKZnpkhnOS7tAQUOn/eVPfIc4VbQhRgUY1QgtZM3hCBFyinUODjgrHMcufFd2rUGB+A7M79u4dWAA4p3gA4WrYGW/GdVDqKFaVstObANDg3h6HP5T+YajabqtTo75dn0zfyZmWn5G+JZVuOd/DDyttVht+nAaV3q9ZocdHxa0WjU1ag3lGUZOvOc0t8gx65tgklFaDTfqelpjpbbicayWSfzcTAfGRnR5OQkC4se/XTSO2cHx2azJdG+R/DftXMXO/mt6c/g9uzZq81btui2227TnXfuRI65FDiTzTCI7USS+rJMDqIpxbbOuz5nYdNgceE+HFRatgmLoDp6WPYsi8ke1q0va8FKyWC5SwJ7hMa0o6NjGsT+Wcw0f4U0VpHxMoTAfGCBIQWZf84YlMgSQlAIQT4lyLJMMcYEtVqNwF1qjkWOTxlsr8nJvQTsKXSdUYfTAr/L37Vrd7Kb23lcsywmOTw2g0OD6SQphCDbkA8Z53SGE556o5H68viYwguAQPvI4qFgfpUgvXjA/G4CBAX0CSEIodNYOfB2eD1Tskq2Tratcebl0wTPl97CvC447bAdxdWgb/PI0NmvTer1Ovy61Cj9hcPSpUvlMfH3QApsZX5esPhLhocddgSnVKsSbf8j9jP99E1/+sfas+wY7Zw4KsEe0v0Tx2h6ydFqjx2p3tBhKgcOVTG0TvnoEeqMH6Xu+NHqUV9MHCstPV5h6XGkzhuOU7X0WJUTR0tAXH6swjLDMeCOVDFxpMIK8suOlJorWbEPStmo1BhVPr5W+ZK16gwtVacxqM7YKvVWHa32qmPVXnKouivWqTz0GHUOPVaza4/V9MojNbt0nXTo/cA/QDrk/gprT1RYQ371/VWtup+qFcffBcrlx2seTlhIj1e13HlgxQkqoC9Xkhoo56T5yuOVp/QE5DlB+SrAZdKCPgz5Qlqsvp9cTikylMhiqMhX5O8OXF9Sn9rBMzeY/8oFXk4pF06pK8jnyNRLcBwyId+q45DxF9DDZvkiKFYdg1yGo1WsPFrlqqMSVKuOxE5HLQBjAl6rj1FYfaxE+7D6OMXVJ2DT+5HeX3HVA5StPjGlBePeGTuacTpqHkaPUhuYGztKhllSwy/yRyZ8G3xn9Gh1R49Rd+RY9UbnIR87VvnYcQmnpfdXMX685oaPUPOQhzBn7qd8KXKhf7X8ONUPOVHZ2vurXHksehyH7vAgnyNzj/nVW3mMEriMbYo1x6sEKkCrj1cfwirydwPGB9qFlcztFcfSfx+OSXktP0biuamWYruJo5jbR6hgjuZja9QdXqnO8HJ1RpYtwAp1RleoS11vfI3C8sOVj6xRuzaiTn2ZmrQfpI/6sqOk5Uel8ekw7+cYsznGytAm7a44Wj0gX360cnTMlx2tAshplyOHy4YCmor6Ct0rdA1rGL+1JygeMg+BfDjkeDm1PYo1x6lYc6xy0h5pN6XHqUP7DnZs86zOLVnHM7hOHdK58UPJ3w2A7/L8tpuDyv2fAsRSs91ZlVkp/5Z7p5drfPlKXXzFzzS5f0rCSdoRVuz2OuzUpqem1CEQFjhAQwk++anAJ46Wz4PugG+MIj7ge4MqAo3BAaNDAJaCBgiuDl4ldS12qw7Eo6OjvKffjZMfwpl2ZNoQgiLytFotjY+NHXCqg0NDGhkZkYPb5ZdfrrPPPlt79+4hONU4Th0hrScY5F2+6G+Q/uykZ9hddrsdeEaFEFLQHyDY1+s1uY+W8wQvp+6/i/P3u/put5faeEefZTXZHrt375IU0hcNO9jJgTGjbUYA6rG4cSDxIsDBywHDOm7ftk3bOeqfTIuFDnr2WDyVcsA0TaPRxG6lUmCBj83rxYe/P1DaoBILrpJ2XRUElh7yldjQ78Ctm3fckCRZa7SvsSBqEKxijCxM2gTgfXIwMr1PKSx3l8XJPPSSLpbZfF1vmb0Icr1xJTI4MHp+5MwH21IIWUNvp8Kmlr0CF+gzQ4Y6wVFByMzCiDFqMwe8i59mLGyv1atX64jDj8D+A0lumrLYw7aV0hibn3UyT/dvXSyP+eQsIHPsYPs4n47mkbE/3woWSba/ZTCddXC5JOC3Ws00R0rs57YV7SzPKPNs6cRECuSeY/72vxeSQ8PDGmCuGufUdrF9vLi5idcNt956q/xKyT/4tJvTid/6rZdY7LtAvEuJwrGHrNS/v/4lOqxoJ1hXtnVU6OlYHs6jgLUh1/KqoxX5nFb1ZrUWOASaQ8Adoq7WqKc1gTR2tZp0lTpaHTpyukrgab8afqsSXa5VZUerq54O4cxoNEOAzqSa+T6NhBmNldMa6u7VYGeXWt3dGiz3qRnaKvNpZZrWWKuniWZPS2JbY9W0hospNWkzoDmNhjl4zGmIdEAzalHfon6Q3cQwMFLMaCyf0fgCLIHnRG9GhqXFrAwT5ZyWVnOaqNpaQjoO33loy+kYZcModaPkR8pZjVTAQjpczshgnNO7AHTD9wAjblfNt71LG/BDd4FpuTwM7dABXnMaQpYhtUnnYZD8IDq0DsCcmsjc0qyamlMjzqoeZ9TIDLPzaW1WTUN9Ti3wgxG+2NIyW2fbwzBBv7bTMmy1vJjTCmAlc2cVsNrA3FhddLQGWAukNO9oLXVrPPbgVpVdrTAU8+nyoqdli2Ap+KV5VxPQLqXt0rytpaTLAKd9WAbesJR0AjnGgbF8VqOMp2HMZWAcWceRawlz1jCBHEuBZQuwnPRgSHWWAxkmkH18AUbhMwJPwzD9DDGHhuhzKJ/SQG+fmr3dzOedavR2ANvVLO5UM9+Z8K3uHrXySeb2XjXbe8BPabA3pRHPH2T0vBphzMbUYb51tCSlXVJswbO0tOpqGbAc2y1bLDMyLkO+pchl/YeRabA3rQHmfJO53yRtMI8azJsEPB91A89I/QBuVq3QhznyC8CcGYC2VU6pBS+D+bbg2YLnwGKAl3F19AllT2IXLXtTwE6uJO3iMEfHJ3TDzbeoh+MUl49l7fzw0WqzY5udnZEDH+RSCASkSnacJQ4yiH/gdOAKOG07kqhGs6kmTtVONOL87aQdhMTl9naWduJZjMmxewdoOjtn866gc74JHwetAYKxYWhoUOPjS7RmzRp1CcTf+ta3eT9+EzxG5cDTbDbSoqFJu4hs5jE2Ni7rsHfvXjkomJ8D6Th4B+oxdry1ek3mNzw8JLcpCQQhBJk2yUuA8hfJBnD6IQT0jAcWIMa57wEWGFkWMbNtlGNzwasmB5S9k5Ppz9+8y/V/yBJCUIH96/RLliAfFQL2ZVdunILS5bFoofvKlSt1+Lp1OuTQQzVC8AkhoG+WZBgeGtb8VaXxKRmbgmBn+4ZgRgH+tUQbQkh6dgi81qtAhopFXJUGWImuTpCuEaxDQB54OfjPLzC6mpubpX03zYGCPnICPys73yrh02UBMTc3l+i8MHIf4mrA0wsvstq9a7f8JcyMPjZsWE8gHVStFvWgBz9IXlDY5lMsPjN21P7TO+sjenDq7yVYlpz5WhK4DW7jvg0YXyHEZFspoE+mDrv6er0hXzFmkFSpPoDoLx6HWBR6zjRYIFlOj6nLHtc+WC/b4sYbbtC1114rj+Mugrtf0bjuVa96ndauPQSud73jXYvzpZc++8n66rJKG8//vNaf93nd/IPP6qZzP6tbf/wFbb70G7rzqlO14+rTtO3np2kz+fVXfFu3XPZN3XDJ13XdJV/VNRd/HfiGrrnkG7oW+msv+ZZuuPw0XXPpd3XZj7+mKy74li7/6bd01cXf0zWXnamrgWuuOEf7dt+MAabVJvjub09rcs8m7dq5UTPsAuYQbWZqp6a3XKtqx7XK927UrvXXadPVF2v7lT/Vrqt+qqnrL1b7lss1e/vl2nvrRdp2y090x60/1B3rf6LNGy/Q1jsuAi7Rtk2XaPtGw6Wkl2rHxkt154bLgMsT7Fh/mRLcfqm23Xapttx68V1g622XaBt126Ez7NhwuQw7N/1MCe74mXbdcaV2b77qAOzZ8nP9xrD1au3deo0mt12nfdtu0P5tNwE3A05v1P7t4A7A9dq3/TpwTm8gfyNtbqLtzcAtwK3zsP026m5fBLcl/L5tN2vf1puAGzW55QZkvF67t1yn3Zuv0S5g56af686NV2n7+svR+TJtwR4bb7pQG278qdbf8BPdfv2PgR/qtuvvHm6/7odaf935B2AD+QTX/lAbDJTXX3eu1l//A912w/eBc3TbjWcnuOWGs3TLDWcmuPl60uvO1s3XnqObr/kBcK5uvvo83XL1+cAPF+DHuv3aC7Tx+ou05cZLte2my7T9liu049afJXB+K7g7mCfrr/6pbr3yR7oFuPmqH+k3gmt+rFtvuFC33XyJbr/tMt2GTW7f+DOtZ5w3brtGd9x5vbbuvVnbJ2/Rjn3rtWd6s6Zm79QMQbzd2adOe7/mZvdqbm6P2nO7NTuzQ/v2bGanxVPL014AAAaTSURBVBzvzKnNHJ/i8zaeg+u3XK4bN12q25nLG2+6VJvRaet1P9a2636krcAWYPP1P9IdwKYbSG/4se646SfafPNPteWWC7T11guZuxdrN3Nxctu12odsk8yTSebUnq3XajfP0c7N16oPuzYz5ltv0N5tN2of881zYnLLTZrcfJP2bQZHfoq5MrXjNk3v2qjZfVs0s39zgtmpLZrbD4Az/mCY27dVc7SZ2XmH9u/crH27Nmnvrg3auvlm7HiDNm27U2f95Er95T9+RX/1L6fq4/9+tj7+he/ro587Sx/9PPBvZ+qv//W0VPeR/3m6/ubzZ+tvv3SuPvnFc0jP0ae+/IOU/8QXztLffekH+sxXf6R//coP9c+fP0N/+ZHP6PWve6fe9db366Mf/IQ+9dF/1N9//DP6l3/4rD75kU8n/Ktf+Qa9+Q3v0gff+xG9+x0f0pve+C694XVv15+/4Z0p/5Y3v0fvfPv79Z53/6X+6i//Rh/76N/pU3/73/Qv//x5nXnGubr65zfqHz79z/qT//pnevOb3kl/b9Xr/uzNevvb3qMPfOAjeu97/lLve+9f6VOf+Ed95tP/qk987O/18Y98Sn//t5/Rf/v0v+iz//LvKf3al76tb3/9NP37Z7+ir3zxm/rOt8+gj8/pbz7+af23f/wf+sxn/qc++Yl/0D//0+f0pS9+Q9+A9utfO1Vf/tI39dWvfFvfO+37wDk64/Rzkes80h/o618/VZ/9n1/Sv3/+q/rKl7+lz3/uq/qn//5Z/dtnv6QPffCjCd71zg/oA+//CPmP6S8/9DH99V9/IpX/6kMf14et74f/Vn/1gY/pfX/xIb0PG/z1Bz+mz/zDv+oL//YVffFzXyP9qj77r19IMnzly99O/Xz5S99FxtOBs/W1r/5Q3/rmRfr61y6ifIG+/a2fI9vNyHi7Tjv1VvS4nraGG0lvAm4GboXP7Qm+/JWN+srXtujfv7hRX/zyFn39m7v0jW/tJd2rr359D+k+fe0b+/SNb07ru6f2dMaZQWeeVdOZZzd0zg8Gdfb3B3UOr9O+e1pdhjPPGtaPfrJKZ50zrm99u6kdO5+qq65+gGbbL9L73n+b3vmuG/Xa112u97xvvd70luv06lddpne/a73e884Neu87NuqD796q979rC7BV733XNmA7ttm5ALv13nfv0XvfsxdbzjFf2vrIh3PGraaPfqTSJ/6moQ//tfS3nxxgzozp059eoo9+bFB/+VcN+gt693uD3vPeqHf9RdDb3l7qrW8rSaW3vyPqHe+s6YMfGtMHPjiuz3/hoej7eH331JP17e+cBDxFHx55Me/9T9HdXXcb6E346K99Xpe+7q0qWVG5fB/cZ4H7LHCfBe6zwH0W+M0sUEG2GCiyI1aCxfnFNP286w0u91Pn7w769U4NB9MYZ+jjnTf8puV7ors7/GK+v2n9wXTmYejj7ynt04gYXemWtx6mE/79FUbeLdxjoDf1I//+Y9py/k90xYMf5eJ9cJ8F7rPAfRb4f40F7lPk3raAD6b74L7uLt/HOe3TOF0MrrsnMJ3rnBqcXwzGGfo45w2/Sfme6O4Ob5yhz7efGrcY+viD08U0zru+nzp/MMzXrX9MU3t++ls65mMvMeIe4VcGerc69EmP08OuvFh3/PACXfQ7L9PVhx2jnc1BFfft9G2e++A+C9xngfsscJ8F7tYC3o26YnF6T3nTGfr1zvfBuHsC07jOqaGfd2owzuC8wXmD8wbnDc4bnDf0804NxhnuKe86g+sN/bzTxeC6xbC4bnHeNC47Nczv3PcPldp0rHT7K9Zqz0Uv0hEX/rmWPRaESX8F/NpA32976JMeq8dwnP/AjTdreXtGWVlK/vLEfXCfHe6bA/fNgf/XzwGc7X06/gfmeQ5tG5gCJoFdwJ3ANmAzsAnYANwG3ArcBNwIXA9cC1wN/By4EvgZcDlwGXAJcDFwIXAB8BPgx8APgfOB84AfAN8HzgHOAs4EzgBOB04DTgW+C3wH+BbwTeAbwNeBrwJfAb4MfAn4IvAF4PPA54B/Az4L/I8F+BfSfwb+CfjvwGeA/wb8wwL8PenfAZ8C/hb4JPAJ4G+AjwMfBT4CfBjg5X31V6R/CXwI+CDwAeD9wHsVy/dqdPq9Ouymv9CR//qHmnj0sf3w/GvT3zjQ/1pO9xHcZ4H7LHCfBe6zwH0WuM8C/9dZ4L5A/3/dkNwn0H0WuM8C//9ugfvkv88C/zdZ4P8HAAD//xjUUvEAAAAGSURBVAMAl4QpY+A0riYAAAAASUVORK5CYII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091" y="581890"/>
            <a:ext cx="9300297" cy="606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182</TotalTime>
  <Words>776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Unicode MS</vt:lpstr>
      <vt:lpstr>Calibri</vt:lpstr>
      <vt:lpstr>Century</vt:lpstr>
      <vt:lpstr>Trebuchet MS</vt:lpstr>
      <vt:lpstr>Wingdings 3</vt:lpstr>
      <vt:lpstr>Facet</vt:lpstr>
      <vt:lpstr>PROIECT ERASMUS+ NR. 2024-2-RO01-KA122-ADU-000279325 –   Educația Adulților  (ADU)-   “Include-i pe toți! Informează-i pe toți!   Investește în toți!”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ERASMUS+ NR. 2024-2-RO01-KA122-ADU-000279325 –   Educația Adulților  (ADU)-   “Include-i pe toți! Informează-i pe toți!   Investește în toți!”</dc:title>
  <dc:creator>Emilia Criveanu</dc:creator>
  <cp:lastModifiedBy>Adriana Udroiu</cp:lastModifiedBy>
  <cp:revision>22</cp:revision>
  <dcterms:created xsi:type="dcterms:W3CDTF">2025-09-11T09:03:04Z</dcterms:created>
  <dcterms:modified xsi:type="dcterms:W3CDTF">2026-02-10T04:00:19Z</dcterms:modified>
</cp:coreProperties>
</file>