
<file path=[Content_Types].xml><?xml version="1.0" encoding="utf-8"?>
<Types xmlns="http://schemas.openxmlformats.org/package/2006/content-types">
  <Default Extension="png" ContentType="image/png"/>
  <Default Extension="jpeg" ContentType="image/jpeg"/>
  <Default Extension="rels" ContentType="application/vnd.openxmlformats-package.relationships+xml"/>
  <Default Extension="xml" ContentType="application/xml"/>
  <Default Extension="jpg" ContentType="image/jpeg"/>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78" r:id="rId1"/>
  </p:sldMasterIdLst>
  <p:sldIdLst>
    <p:sldId id="256" r:id="rId2"/>
    <p:sldId id="279" r:id="rId3"/>
    <p:sldId id="280" r:id="rId4"/>
    <p:sldId id="281" r:id="rId5"/>
    <p:sldId id="282" r:id="rId6"/>
    <p:sldId id="283" r:id="rId7"/>
    <p:sldId id="284" r:id="rId8"/>
    <p:sldId id="285" r:id="rId9"/>
    <p:sldId id="286" r:id="rId10"/>
    <p:sldId id="287" r:id="rId11"/>
    <p:sldId id="288" r:id="rId12"/>
    <p:sldId id="277" r:id="rId13"/>
    <p:sldId id="278" r:id="rId14"/>
    <p:sldId id="270" r:id="rId15"/>
    <p:sldId id="273" r:id="rId16"/>
    <p:sldId id="274" r:id="rId17"/>
    <p:sldId id="275" r:id="rId18"/>
    <p:sldId id="276" r:id="rId19"/>
    <p:sldId id="272" r:id="rId20"/>
    <p:sldId id="271" r:id="rId21"/>
    <p:sldId id="269" r:id="rId22"/>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2160">
          <p15:clr>
            <a:srgbClr val="A4A3A4"/>
          </p15:clr>
        </p15:guide>
        <p15:guide id="2" pos="3840">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05" autoAdjust="0"/>
    <p:restoredTop sz="94624" autoAdjust="0"/>
  </p:normalViewPr>
  <p:slideViewPr>
    <p:cSldViewPr snapToGrid="0">
      <p:cViewPr varScale="1">
        <p:scale>
          <a:sx n="67" d="100"/>
          <a:sy n="67" d="100"/>
        </p:scale>
        <p:origin x="756" y="60"/>
      </p:cViewPr>
      <p:guideLst>
        <p:guide orient="horz" pos="2160"/>
        <p:guide pos="3840"/>
      </p:guideLst>
    </p:cSldViewPr>
  </p:slideViewPr>
  <p:outlineViewPr>
    <p:cViewPr>
      <p:scale>
        <a:sx n="33" d="100"/>
        <a:sy n="33" d="100"/>
      </p:scale>
      <p:origin x="42" y="8916"/>
    </p:cViewPr>
  </p:outlin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tableStyles" Target="tableStyles.xml"/><Relationship Id="rId3" Type="http://schemas.openxmlformats.org/officeDocument/2006/relationships/slide" Target="slides/slide2.xml"/><Relationship Id="rId21" Type="http://schemas.openxmlformats.org/officeDocument/2006/relationships/slide" Target="slides/slide20.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theme" Target="theme/theme1.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viewProps" Target="viewProps.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presProps" Target="presProps.xml"/><Relationship Id="rId10" Type="http://schemas.openxmlformats.org/officeDocument/2006/relationships/slide" Target="slides/slide9.xml"/><Relationship Id="rId19" Type="http://schemas.openxmlformats.org/officeDocument/2006/relationships/slide" Target="slides/slide18.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showMasterSp="0"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4212" y="685799"/>
            <a:ext cx="8001000" cy="2971801"/>
          </a:xfrm>
        </p:spPr>
        <p:txBody>
          <a:bodyPr anchor="b">
            <a:normAutofit/>
          </a:bodyPr>
          <a:lstStyle>
            <a:lvl1pPr algn="l">
              <a:defRPr sz="4800">
                <a:effectLst/>
              </a:defRPr>
            </a:lvl1pPr>
          </a:lstStyle>
          <a:p>
            <a:r>
              <a:rPr lang="en-US" smtClean="0"/>
              <a:t>Click to edit Master title style</a:t>
            </a:r>
            <a:endParaRPr lang="en-US" dirty="0"/>
          </a:p>
        </p:txBody>
      </p:sp>
      <p:sp>
        <p:nvSpPr>
          <p:cNvPr id="3" name="Subtitle 2"/>
          <p:cNvSpPr>
            <a:spLocks noGrp="1"/>
          </p:cNvSpPr>
          <p:nvPr>
            <p:ph type="subTitle" idx="1"/>
          </p:nvPr>
        </p:nvSpPr>
        <p:spPr>
          <a:xfrm>
            <a:off x="684212" y="3843867"/>
            <a:ext cx="6400800" cy="1947333"/>
          </a:xfrm>
        </p:spPr>
        <p:txBody>
          <a:bodyPr anchor="t">
            <a:normAutofit/>
          </a:bodyPr>
          <a:lstStyle>
            <a:lvl1pPr marL="0" indent="0" algn="l">
              <a:buNone/>
              <a:defRPr sz="2100">
                <a:solidFill>
                  <a:schemeClr val="bg2">
                    <a:lumMod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dirty="0"/>
          </a:p>
        </p:txBody>
      </p:sp>
      <p:sp>
        <p:nvSpPr>
          <p:cNvPr id="4" name="Date Placeholder 3"/>
          <p:cNvSpPr>
            <a:spLocks noGrp="1"/>
          </p:cNvSpPr>
          <p:nvPr>
            <p:ph type="dt" sz="half" idx="10"/>
          </p:nvPr>
        </p:nvSpPr>
        <p:spPr/>
        <p:txBody>
          <a:bodyPr/>
          <a:lstStyle/>
          <a:p>
            <a:fld id="{2FE446BB-A5CC-406D-A939-50E22CB2FBD3}" type="datetimeFigureOut">
              <a:rPr lang="en-US" smtClean="0"/>
              <a:pPr/>
              <a:t>8/4/2025</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1E270507-3402-4673-97B5-88C97BF86A2D}" type="slidenum">
              <a:rPr lang="en-US" smtClean="0"/>
              <a:pPr/>
              <a:t>‹#›</a:t>
            </a:fld>
            <a:endParaRPr lang="en-US"/>
          </a:p>
        </p:txBody>
      </p:sp>
      <p:cxnSp>
        <p:nvCxnSpPr>
          <p:cNvPr id="16" name="Straight Connector 15"/>
          <p:cNvCxnSpPr/>
          <p:nvPr/>
        </p:nvCxnSpPr>
        <p:spPr>
          <a:xfrm flipH="1">
            <a:off x="8228012" y="8467"/>
            <a:ext cx="3810000" cy="3810000"/>
          </a:xfrm>
          <a:prstGeom prst="line">
            <a:avLst/>
          </a:prstGeom>
          <a:ln w="12700">
            <a:solidFill>
              <a:schemeClr val="tx1"/>
            </a:solidFill>
          </a:ln>
        </p:spPr>
        <p:style>
          <a:lnRef idx="2">
            <a:schemeClr val="accent1"/>
          </a:lnRef>
          <a:fillRef idx="0">
            <a:schemeClr val="accent1"/>
          </a:fillRef>
          <a:effectRef idx="1">
            <a:schemeClr val="accent1"/>
          </a:effectRef>
          <a:fontRef idx="minor">
            <a:schemeClr val="tx1"/>
          </a:fontRef>
        </p:style>
      </p:cxnSp>
      <p:cxnSp>
        <p:nvCxnSpPr>
          <p:cNvPr id="17" name="Straight Connector 16"/>
          <p:cNvCxnSpPr/>
          <p:nvPr/>
        </p:nvCxnSpPr>
        <p:spPr>
          <a:xfrm flipH="1">
            <a:off x="6108170" y="91545"/>
            <a:ext cx="6080655" cy="6080655"/>
          </a:xfrm>
          <a:prstGeom prst="line">
            <a:avLst/>
          </a:prstGeom>
          <a:ln w="12700">
            <a:solidFill>
              <a:schemeClr val="tx1"/>
            </a:solidFill>
          </a:ln>
        </p:spPr>
        <p:style>
          <a:lnRef idx="2">
            <a:schemeClr val="accent1"/>
          </a:lnRef>
          <a:fillRef idx="0">
            <a:schemeClr val="accent1"/>
          </a:fillRef>
          <a:effectRef idx="1">
            <a:schemeClr val="accent1"/>
          </a:effectRef>
          <a:fontRef idx="minor">
            <a:schemeClr val="tx1"/>
          </a:fontRef>
        </p:style>
      </p:cxnSp>
      <p:cxnSp>
        <p:nvCxnSpPr>
          <p:cNvPr id="19" name="Straight Connector 18"/>
          <p:cNvCxnSpPr/>
          <p:nvPr/>
        </p:nvCxnSpPr>
        <p:spPr>
          <a:xfrm flipH="1">
            <a:off x="7235825" y="228600"/>
            <a:ext cx="4953000" cy="4953000"/>
          </a:xfrm>
          <a:prstGeom prst="line">
            <a:avLst/>
          </a:prstGeom>
          <a:ln w="12700">
            <a:solidFill>
              <a:schemeClr val="tx1"/>
            </a:solidFill>
          </a:ln>
        </p:spPr>
        <p:style>
          <a:lnRef idx="2">
            <a:schemeClr val="accent1"/>
          </a:lnRef>
          <a:fillRef idx="0">
            <a:schemeClr val="accent1"/>
          </a:fillRef>
          <a:effectRef idx="1">
            <a:schemeClr val="accent1"/>
          </a:effectRef>
          <a:fontRef idx="minor">
            <a:schemeClr val="tx1"/>
          </a:fontRef>
        </p:style>
      </p:cxnSp>
      <p:cxnSp>
        <p:nvCxnSpPr>
          <p:cNvPr id="21" name="Straight Connector 20"/>
          <p:cNvCxnSpPr/>
          <p:nvPr/>
        </p:nvCxnSpPr>
        <p:spPr>
          <a:xfrm flipH="1">
            <a:off x="7335837" y="32278"/>
            <a:ext cx="4852989" cy="4852989"/>
          </a:xfrm>
          <a:prstGeom prst="line">
            <a:avLst/>
          </a:prstGeom>
          <a:ln w="31750">
            <a:solidFill>
              <a:schemeClr val="tx1"/>
            </a:solidFill>
          </a:ln>
        </p:spPr>
        <p:style>
          <a:lnRef idx="2">
            <a:schemeClr val="accent1"/>
          </a:lnRef>
          <a:fillRef idx="0">
            <a:schemeClr val="accent1"/>
          </a:fillRef>
          <a:effectRef idx="1">
            <a:schemeClr val="accent1"/>
          </a:effectRef>
          <a:fontRef idx="minor">
            <a:schemeClr val="tx1"/>
          </a:fontRef>
        </p:style>
      </p:cxnSp>
      <p:cxnSp>
        <p:nvCxnSpPr>
          <p:cNvPr id="23" name="Straight Connector 22"/>
          <p:cNvCxnSpPr/>
          <p:nvPr/>
        </p:nvCxnSpPr>
        <p:spPr>
          <a:xfrm flipH="1">
            <a:off x="7845426" y="609601"/>
            <a:ext cx="4343399" cy="4343399"/>
          </a:xfrm>
          <a:prstGeom prst="line">
            <a:avLst/>
          </a:prstGeom>
          <a:ln w="31750">
            <a:solidFill>
              <a:schemeClr val="tx1"/>
            </a:solidFill>
          </a:ln>
        </p:spPr>
        <p:style>
          <a:lnRef idx="2">
            <a:schemeClr val="accent1"/>
          </a:lnRef>
          <a:fillRef idx="0">
            <a:schemeClr val="accent1"/>
          </a:fillRef>
          <a:effectRef idx="1">
            <a:schemeClr val="accent1"/>
          </a:effectRef>
          <a:fontRef idx="minor">
            <a:schemeClr val="tx1"/>
          </a:fontRef>
        </p:style>
      </p:cxnSp>
    </p:spTree>
    <p:extLst>
      <p:ext uri="{BB962C8B-B14F-4D97-AF65-F5344CB8AC3E}">
        <p14:creationId xmlns:p14="http://schemas.microsoft.com/office/powerpoint/2010/main" val="2781420642"/>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dirty="0"/>
          </a:p>
        </p:txBody>
      </p:sp>
      <p:sp>
        <p:nvSpPr>
          <p:cNvPr id="3" name="Content Placeholder 2"/>
          <p:cNvSpPr>
            <a:spLocks noGrp="1"/>
          </p:cNvSpPr>
          <p:nvPr>
            <p:ph idx="1"/>
          </p:nvPr>
        </p:nvSpPr>
        <p:spPr/>
        <p:txBody>
          <a:bodyPr anchor="ct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dirty="0"/>
          </a:p>
        </p:txBody>
      </p:sp>
      <p:sp>
        <p:nvSpPr>
          <p:cNvPr id="4" name="Date Placeholder 3"/>
          <p:cNvSpPr>
            <a:spLocks noGrp="1"/>
          </p:cNvSpPr>
          <p:nvPr>
            <p:ph type="dt" sz="half" idx="10"/>
          </p:nvPr>
        </p:nvSpPr>
        <p:spPr/>
        <p:txBody>
          <a:bodyPr/>
          <a:lstStyle/>
          <a:p>
            <a:fld id="{2FE446BB-A5CC-406D-A939-50E22CB2FBD3}" type="datetimeFigureOut">
              <a:rPr lang="en-US" smtClean="0"/>
              <a:pPr/>
              <a:t>8/4/2025</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1E270507-3402-4673-97B5-88C97BF86A2D}" type="slidenum">
              <a:rPr lang="en-US" smtClean="0"/>
              <a:pPr/>
              <a:t>‹#›</a:t>
            </a:fld>
            <a:endParaRPr lang="en-US"/>
          </a:p>
        </p:txBody>
      </p:sp>
    </p:spTree>
    <p:extLst>
      <p:ext uri="{BB962C8B-B14F-4D97-AF65-F5344CB8AC3E}">
        <p14:creationId xmlns:p14="http://schemas.microsoft.com/office/powerpoint/2010/main" val="1318540806"/>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684211" y="2006600"/>
            <a:ext cx="8534401" cy="2281600"/>
          </a:xfrm>
        </p:spPr>
        <p:txBody>
          <a:bodyPr anchor="b">
            <a:normAutofit/>
          </a:bodyPr>
          <a:lstStyle>
            <a:lvl1pPr algn="l">
              <a:defRPr sz="3600" b="0" cap="all"/>
            </a:lvl1pPr>
          </a:lstStyle>
          <a:p>
            <a:r>
              <a:rPr lang="en-US" smtClean="0"/>
              <a:t>Click to edit Master title style</a:t>
            </a:r>
            <a:endParaRPr lang="en-US" dirty="0"/>
          </a:p>
        </p:txBody>
      </p:sp>
      <p:sp>
        <p:nvSpPr>
          <p:cNvPr id="3" name="Text Placeholder 2"/>
          <p:cNvSpPr>
            <a:spLocks noGrp="1"/>
          </p:cNvSpPr>
          <p:nvPr>
            <p:ph type="body" idx="1"/>
          </p:nvPr>
        </p:nvSpPr>
        <p:spPr>
          <a:xfrm>
            <a:off x="684213" y="4495800"/>
            <a:ext cx="8534400" cy="1498600"/>
          </a:xfrm>
        </p:spPr>
        <p:txBody>
          <a:bodyPr anchor="t">
            <a:normAutofit/>
          </a:bodyPr>
          <a:lstStyle>
            <a:lvl1pPr marL="0" indent="0" algn="l">
              <a:buNone/>
              <a:defRPr sz="1800">
                <a:solidFill>
                  <a:schemeClr val="bg2">
                    <a:lumMod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2FE446BB-A5CC-406D-A939-50E22CB2FBD3}" type="datetimeFigureOut">
              <a:rPr lang="en-US" smtClean="0"/>
              <a:pPr/>
              <a:t>8/4/2025</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1E270507-3402-4673-97B5-88C97BF86A2D}" type="slidenum">
              <a:rPr lang="en-US" smtClean="0"/>
              <a:pPr/>
              <a:t>‹#›</a:t>
            </a:fld>
            <a:endParaRPr lang="en-US"/>
          </a:p>
        </p:txBody>
      </p:sp>
    </p:spTree>
    <p:extLst>
      <p:ext uri="{BB962C8B-B14F-4D97-AF65-F5344CB8AC3E}">
        <p14:creationId xmlns:p14="http://schemas.microsoft.com/office/powerpoint/2010/main" val="3653314581"/>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dirty="0"/>
          </a:p>
        </p:txBody>
      </p:sp>
      <p:sp>
        <p:nvSpPr>
          <p:cNvPr id="3" name="Content Placeholder 2"/>
          <p:cNvSpPr>
            <a:spLocks noGrp="1"/>
          </p:cNvSpPr>
          <p:nvPr>
            <p:ph sz="half" idx="1"/>
          </p:nvPr>
        </p:nvSpPr>
        <p:spPr>
          <a:xfrm>
            <a:off x="684211" y="685800"/>
            <a:ext cx="4937655" cy="3615267"/>
          </a:xfrm>
        </p:spPr>
        <p:txBody>
          <a:bodyPr>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dirty="0"/>
          </a:p>
        </p:txBody>
      </p:sp>
      <p:sp>
        <p:nvSpPr>
          <p:cNvPr id="4" name="Content Placeholder 3"/>
          <p:cNvSpPr>
            <a:spLocks noGrp="1"/>
          </p:cNvSpPr>
          <p:nvPr>
            <p:ph sz="half" idx="2"/>
          </p:nvPr>
        </p:nvSpPr>
        <p:spPr>
          <a:xfrm>
            <a:off x="5808133" y="685801"/>
            <a:ext cx="4934479" cy="3615266"/>
          </a:xfrm>
        </p:spPr>
        <p:txBody>
          <a:bodyPr>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dirty="0"/>
          </a:p>
        </p:txBody>
      </p:sp>
      <p:sp>
        <p:nvSpPr>
          <p:cNvPr id="5" name="Date Placeholder 4"/>
          <p:cNvSpPr>
            <a:spLocks noGrp="1"/>
          </p:cNvSpPr>
          <p:nvPr>
            <p:ph type="dt" sz="half" idx="10"/>
          </p:nvPr>
        </p:nvSpPr>
        <p:spPr/>
        <p:txBody>
          <a:bodyPr/>
          <a:lstStyle/>
          <a:p>
            <a:fld id="{2FE446BB-A5CC-406D-A939-50E22CB2FBD3}" type="datetimeFigureOut">
              <a:rPr lang="en-US" smtClean="0"/>
              <a:pPr/>
              <a:t>8/4/2025</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1E270507-3402-4673-97B5-88C97BF86A2D}" type="slidenum">
              <a:rPr lang="en-US" smtClean="0"/>
              <a:pPr/>
              <a:t>‹#›</a:t>
            </a:fld>
            <a:endParaRPr lang="en-US"/>
          </a:p>
        </p:txBody>
      </p:sp>
    </p:spTree>
    <p:extLst>
      <p:ext uri="{BB962C8B-B14F-4D97-AF65-F5344CB8AC3E}">
        <p14:creationId xmlns:p14="http://schemas.microsoft.com/office/powerpoint/2010/main" val="657181136"/>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dirty="0"/>
          </a:p>
        </p:txBody>
      </p:sp>
      <p:sp>
        <p:nvSpPr>
          <p:cNvPr id="3" name="Text Placeholder 2"/>
          <p:cNvSpPr>
            <a:spLocks noGrp="1"/>
          </p:cNvSpPr>
          <p:nvPr>
            <p:ph type="body" idx="1"/>
          </p:nvPr>
        </p:nvSpPr>
        <p:spPr>
          <a:xfrm>
            <a:off x="972080" y="685800"/>
            <a:ext cx="4649787" cy="576262"/>
          </a:xfrm>
        </p:spPr>
        <p:txBody>
          <a:bodyPr anchor="b">
            <a:noAutofit/>
          </a:bodyPr>
          <a:lstStyle>
            <a:lvl1pPr marL="0" indent="0">
              <a:buNone/>
              <a:defRPr sz="2800" b="0">
                <a:solidFill>
                  <a:schemeClr val="tx1"/>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684211" y="1270529"/>
            <a:ext cx="4937655" cy="3030538"/>
          </a:xfrm>
        </p:spPr>
        <p:txBody>
          <a:bodyPr anchor="t">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dirty="0"/>
          </a:p>
        </p:txBody>
      </p:sp>
      <p:sp>
        <p:nvSpPr>
          <p:cNvPr id="5" name="Text Placeholder 4"/>
          <p:cNvSpPr>
            <a:spLocks noGrp="1"/>
          </p:cNvSpPr>
          <p:nvPr>
            <p:ph type="body" sz="quarter" idx="3"/>
          </p:nvPr>
        </p:nvSpPr>
        <p:spPr>
          <a:xfrm>
            <a:off x="6079066" y="685800"/>
            <a:ext cx="4665134" cy="576262"/>
          </a:xfrm>
        </p:spPr>
        <p:txBody>
          <a:bodyPr anchor="b">
            <a:noAutofit/>
          </a:bodyPr>
          <a:lstStyle>
            <a:lvl1pPr marL="0" indent="0">
              <a:buNone/>
              <a:defRPr sz="2800" b="0">
                <a:solidFill>
                  <a:schemeClr val="tx1"/>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5806545" y="1262062"/>
            <a:ext cx="4929188" cy="3030538"/>
          </a:xfrm>
        </p:spPr>
        <p:txBody>
          <a:bodyPr anchor="t">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dirty="0"/>
          </a:p>
        </p:txBody>
      </p:sp>
      <p:sp>
        <p:nvSpPr>
          <p:cNvPr id="7" name="Date Placeholder 6"/>
          <p:cNvSpPr>
            <a:spLocks noGrp="1"/>
          </p:cNvSpPr>
          <p:nvPr>
            <p:ph type="dt" sz="half" idx="10"/>
          </p:nvPr>
        </p:nvSpPr>
        <p:spPr/>
        <p:txBody>
          <a:bodyPr/>
          <a:lstStyle/>
          <a:p>
            <a:fld id="{2FE446BB-A5CC-406D-A939-50E22CB2FBD3}" type="datetimeFigureOut">
              <a:rPr lang="en-US" smtClean="0"/>
              <a:pPr/>
              <a:t>8/4/2025</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1E270507-3402-4673-97B5-88C97BF86A2D}" type="slidenum">
              <a:rPr lang="en-US" smtClean="0"/>
              <a:pPr/>
              <a:t>‹#›</a:t>
            </a:fld>
            <a:endParaRPr lang="en-US"/>
          </a:p>
        </p:txBody>
      </p:sp>
    </p:spTree>
    <p:extLst>
      <p:ext uri="{BB962C8B-B14F-4D97-AF65-F5344CB8AC3E}">
        <p14:creationId xmlns:p14="http://schemas.microsoft.com/office/powerpoint/2010/main" val="937459801"/>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dirty="0"/>
          </a:p>
        </p:txBody>
      </p:sp>
      <p:sp>
        <p:nvSpPr>
          <p:cNvPr id="3" name="Date Placeholder 2"/>
          <p:cNvSpPr>
            <a:spLocks noGrp="1"/>
          </p:cNvSpPr>
          <p:nvPr>
            <p:ph type="dt" sz="half" idx="10"/>
          </p:nvPr>
        </p:nvSpPr>
        <p:spPr/>
        <p:txBody>
          <a:bodyPr/>
          <a:lstStyle/>
          <a:p>
            <a:fld id="{2FE446BB-A5CC-406D-A939-50E22CB2FBD3}" type="datetimeFigureOut">
              <a:rPr lang="en-US" smtClean="0"/>
              <a:pPr/>
              <a:t>8/4/2025</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1E270507-3402-4673-97B5-88C97BF86A2D}" type="slidenum">
              <a:rPr lang="en-US" smtClean="0"/>
              <a:pPr/>
              <a:t>‹#›</a:t>
            </a:fld>
            <a:endParaRPr lang="en-US"/>
          </a:p>
        </p:txBody>
      </p:sp>
    </p:spTree>
    <p:extLst>
      <p:ext uri="{BB962C8B-B14F-4D97-AF65-F5344CB8AC3E}">
        <p14:creationId xmlns:p14="http://schemas.microsoft.com/office/powerpoint/2010/main" val="4231796590"/>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2FE446BB-A5CC-406D-A939-50E22CB2FBD3}" type="datetimeFigureOut">
              <a:rPr lang="en-US" smtClean="0"/>
              <a:pPr/>
              <a:t>8/4/2025</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1E270507-3402-4673-97B5-88C97BF86A2D}" type="slidenum">
              <a:rPr lang="en-US" smtClean="0"/>
              <a:pPr/>
              <a:t>‹#›</a:t>
            </a:fld>
            <a:endParaRPr lang="en-US"/>
          </a:p>
        </p:txBody>
      </p:sp>
    </p:spTree>
    <p:extLst>
      <p:ext uri="{BB962C8B-B14F-4D97-AF65-F5344CB8AC3E}">
        <p14:creationId xmlns:p14="http://schemas.microsoft.com/office/powerpoint/2010/main" val="1516598503"/>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7085012" y="685800"/>
            <a:ext cx="3657600" cy="1371600"/>
          </a:xfrm>
        </p:spPr>
        <p:txBody>
          <a:bodyPr anchor="b">
            <a:normAutofit/>
          </a:bodyPr>
          <a:lstStyle>
            <a:lvl1pPr algn="l">
              <a:defRPr sz="2400" b="0"/>
            </a:lvl1pPr>
          </a:lstStyle>
          <a:p>
            <a:r>
              <a:rPr lang="en-US" smtClean="0"/>
              <a:t>Click to edit Master title style</a:t>
            </a:r>
            <a:endParaRPr lang="en-US" dirty="0"/>
          </a:p>
        </p:txBody>
      </p:sp>
      <p:sp>
        <p:nvSpPr>
          <p:cNvPr id="3" name="Content Placeholder 2"/>
          <p:cNvSpPr>
            <a:spLocks noGrp="1"/>
          </p:cNvSpPr>
          <p:nvPr>
            <p:ph idx="1"/>
          </p:nvPr>
        </p:nvSpPr>
        <p:spPr>
          <a:xfrm>
            <a:off x="684212" y="685800"/>
            <a:ext cx="5943601" cy="5308600"/>
          </a:xfrm>
        </p:spPr>
        <p:txBody>
          <a:bodyPr anchor="ctr">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dirty="0"/>
          </a:p>
        </p:txBody>
      </p:sp>
      <p:sp>
        <p:nvSpPr>
          <p:cNvPr id="4" name="Text Placeholder 3"/>
          <p:cNvSpPr>
            <a:spLocks noGrp="1"/>
          </p:cNvSpPr>
          <p:nvPr>
            <p:ph type="body" sz="half" idx="2"/>
          </p:nvPr>
        </p:nvSpPr>
        <p:spPr>
          <a:xfrm>
            <a:off x="7085012" y="2209799"/>
            <a:ext cx="3657600" cy="2091267"/>
          </a:xfrm>
        </p:spPr>
        <p:txBody>
          <a:bodyPr anchor="t">
            <a:normAutofit/>
          </a:bodyPr>
          <a:lstStyle>
            <a:lvl1pPr marL="0" indent="0">
              <a:buNone/>
              <a:defRPr sz="16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2FE446BB-A5CC-406D-A939-50E22CB2FBD3}" type="datetimeFigureOut">
              <a:rPr lang="en-US" smtClean="0"/>
              <a:pPr/>
              <a:t>8/4/2025</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1E270507-3402-4673-97B5-88C97BF86A2D}" type="slidenum">
              <a:rPr lang="en-US" smtClean="0"/>
              <a:pPr/>
              <a:t>‹#›</a:t>
            </a:fld>
            <a:endParaRPr lang="en-US"/>
          </a:p>
        </p:txBody>
      </p:sp>
    </p:spTree>
    <p:extLst>
      <p:ext uri="{BB962C8B-B14F-4D97-AF65-F5344CB8AC3E}">
        <p14:creationId xmlns:p14="http://schemas.microsoft.com/office/powerpoint/2010/main" val="2266572721"/>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722812" y="1447800"/>
            <a:ext cx="6019800" cy="1143000"/>
          </a:xfrm>
        </p:spPr>
        <p:txBody>
          <a:bodyPr anchor="b">
            <a:normAutofit/>
          </a:bodyPr>
          <a:lstStyle>
            <a:lvl1pPr algn="l">
              <a:defRPr sz="2800" b="0"/>
            </a:lvl1pPr>
          </a:lstStyle>
          <a:p>
            <a:r>
              <a:rPr lang="en-US" smtClean="0"/>
              <a:t>Click to edit Master title style</a:t>
            </a:r>
            <a:endParaRPr lang="en-US" dirty="0"/>
          </a:p>
        </p:txBody>
      </p:sp>
      <p:sp>
        <p:nvSpPr>
          <p:cNvPr id="14" name="Picture Placeholder 2"/>
          <p:cNvSpPr>
            <a:spLocks noGrp="1" noChangeAspect="1"/>
          </p:cNvSpPr>
          <p:nvPr>
            <p:ph type="pic" idx="1"/>
          </p:nvPr>
        </p:nvSpPr>
        <p:spPr>
          <a:xfrm>
            <a:off x="989012" y="914400"/>
            <a:ext cx="3280974" cy="4572000"/>
          </a:xfrm>
          <a:prstGeom prst="snip2DiagRect">
            <a:avLst>
              <a:gd name="adj1" fmla="val 10815"/>
              <a:gd name="adj2" fmla="val 0"/>
            </a:avLst>
          </a:prstGeom>
          <a:ln w="15875">
            <a:solidFill>
              <a:schemeClr val="tx1">
                <a:alpha val="40000"/>
              </a:schemeClr>
            </a:solidFill>
          </a:ln>
          <a:effectLst>
            <a:innerShdw blurRad="57150" dist="38100" dir="14460000">
              <a:srgbClr val="000000">
                <a:alpha val="70000"/>
              </a:srgbClr>
            </a:innerShdw>
          </a:effectLst>
        </p:spPr>
        <p:txBody>
          <a:bodyPr anchor="t">
            <a:normAutofit/>
          </a:bodyPr>
          <a:lstStyle>
            <a:lvl1pPr marL="0" indent="0" algn="ctr">
              <a:buNone/>
              <a:defRPr sz="1600"/>
            </a:lvl1pPr>
            <a:lvl2pPr marL="457200" indent="0">
              <a:buNone/>
              <a:defRPr sz="1600"/>
            </a:lvl2pPr>
            <a:lvl3pPr marL="914400" indent="0">
              <a:buNone/>
              <a:defRPr sz="1600"/>
            </a:lvl3pPr>
            <a:lvl4pPr marL="1371600" indent="0">
              <a:buNone/>
              <a:defRPr sz="1600"/>
            </a:lvl4pPr>
            <a:lvl5pPr marL="1828800" indent="0">
              <a:buNone/>
              <a:defRPr sz="1600"/>
            </a:lvl5pPr>
            <a:lvl6pPr marL="2286000" indent="0">
              <a:buNone/>
              <a:defRPr sz="1600"/>
            </a:lvl6pPr>
            <a:lvl7pPr marL="2743200" indent="0">
              <a:buNone/>
              <a:defRPr sz="1600"/>
            </a:lvl7pPr>
            <a:lvl8pPr marL="3200400" indent="0">
              <a:buNone/>
              <a:defRPr sz="1600"/>
            </a:lvl8pPr>
            <a:lvl9pPr marL="3657600" indent="0">
              <a:buNone/>
              <a:defRPr sz="1600"/>
            </a:lvl9pPr>
          </a:lstStyle>
          <a:p>
            <a:r>
              <a:rPr lang="en-US" smtClean="0"/>
              <a:t>Click icon to add picture</a:t>
            </a:r>
            <a:endParaRPr lang="en-US" dirty="0"/>
          </a:p>
        </p:txBody>
      </p:sp>
      <p:sp>
        <p:nvSpPr>
          <p:cNvPr id="4" name="Text Placeholder 3"/>
          <p:cNvSpPr>
            <a:spLocks noGrp="1"/>
          </p:cNvSpPr>
          <p:nvPr>
            <p:ph type="body" sz="half" idx="2"/>
          </p:nvPr>
        </p:nvSpPr>
        <p:spPr>
          <a:xfrm>
            <a:off x="4722812" y="2777066"/>
            <a:ext cx="6021388" cy="2048933"/>
          </a:xfrm>
        </p:spPr>
        <p:txBody>
          <a:bodyPr anchor="t">
            <a:normAutofit/>
          </a:bodyPr>
          <a:lstStyle>
            <a:lvl1pPr marL="0" indent="0">
              <a:buNone/>
              <a:defRPr sz="18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2FE446BB-A5CC-406D-A939-50E22CB2FBD3}" type="datetimeFigureOut">
              <a:rPr lang="en-US" smtClean="0"/>
              <a:pPr/>
              <a:t>8/4/2025</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1E270507-3402-4673-97B5-88C97BF86A2D}" type="slidenum">
              <a:rPr lang="en-US" smtClean="0"/>
              <a:pPr/>
              <a:t>‹#›</a:t>
            </a:fld>
            <a:endParaRPr lang="en-US"/>
          </a:p>
        </p:txBody>
      </p:sp>
    </p:spTree>
    <p:extLst>
      <p:ext uri="{BB962C8B-B14F-4D97-AF65-F5344CB8AC3E}">
        <p14:creationId xmlns:p14="http://schemas.microsoft.com/office/powerpoint/2010/main" val="97072202"/>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preserve="1">
  <p:cSld name="Panoramic Picture with Capti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dirty="0"/>
          </a:p>
        </p:txBody>
      </p:sp>
      <p:sp>
        <p:nvSpPr>
          <p:cNvPr id="17" name="Picture Placeholder 2"/>
          <p:cNvSpPr>
            <a:spLocks noGrp="1" noChangeAspect="1"/>
          </p:cNvSpPr>
          <p:nvPr>
            <p:ph type="pic" idx="13"/>
          </p:nvPr>
        </p:nvSpPr>
        <p:spPr>
          <a:xfrm>
            <a:off x="685800" y="533400"/>
            <a:ext cx="10818812" cy="3124200"/>
          </a:xfrm>
          <a:prstGeom prst="snip2DiagRect">
            <a:avLst>
              <a:gd name="adj1" fmla="val 10815"/>
              <a:gd name="adj2" fmla="val 0"/>
            </a:avLst>
          </a:prstGeom>
          <a:ln w="15875">
            <a:solidFill>
              <a:schemeClr val="tx1">
                <a:alpha val="40000"/>
              </a:schemeClr>
            </a:solidFill>
          </a:ln>
          <a:effectLst>
            <a:innerShdw blurRad="57150" dist="38100" dir="14460000">
              <a:srgbClr val="000000">
                <a:alpha val="70000"/>
              </a:srgbClr>
            </a:innerShdw>
          </a:effectLst>
        </p:spPr>
        <p:txBody>
          <a:bodyPr anchor="t">
            <a:normAutofit/>
          </a:bodyPr>
          <a:lstStyle>
            <a:lvl1pPr marL="0" indent="0" algn="ctr">
              <a:buNone/>
              <a:defRPr sz="1600"/>
            </a:lvl1pPr>
            <a:lvl2pPr marL="457200" indent="0">
              <a:buNone/>
              <a:defRPr sz="1600"/>
            </a:lvl2pPr>
            <a:lvl3pPr marL="914400" indent="0">
              <a:buNone/>
              <a:defRPr sz="1600"/>
            </a:lvl3pPr>
            <a:lvl4pPr marL="1371600" indent="0">
              <a:buNone/>
              <a:defRPr sz="1600"/>
            </a:lvl4pPr>
            <a:lvl5pPr marL="1828800" indent="0">
              <a:buNone/>
              <a:defRPr sz="1600"/>
            </a:lvl5pPr>
            <a:lvl6pPr marL="2286000" indent="0">
              <a:buNone/>
              <a:defRPr sz="1600"/>
            </a:lvl6pPr>
            <a:lvl7pPr marL="2743200" indent="0">
              <a:buNone/>
              <a:defRPr sz="1600"/>
            </a:lvl7pPr>
            <a:lvl8pPr marL="3200400" indent="0">
              <a:buNone/>
              <a:defRPr sz="1600"/>
            </a:lvl8pPr>
            <a:lvl9pPr marL="3657600" indent="0">
              <a:buNone/>
              <a:defRPr sz="1600"/>
            </a:lvl9pPr>
          </a:lstStyle>
          <a:p>
            <a:r>
              <a:rPr lang="en-US" smtClean="0"/>
              <a:t>Click icon to add picture</a:t>
            </a:r>
            <a:endParaRPr lang="en-US" dirty="0"/>
          </a:p>
        </p:txBody>
      </p:sp>
      <p:sp>
        <p:nvSpPr>
          <p:cNvPr id="16" name="Text Placeholder 9"/>
          <p:cNvSpPr>
            <a:spLocks noGrp="1"/>
          </p:cNvSpPr>
          <p:nvPr>
            <p:ph type="body" sz="quarter" idx="14"/>
          </p:nvPr>
        </p:nvSpPr>
        <p:spPr>
          <a:xfrm>
            <a:off x="914402" y="3843867"/>
            <a:ext cx="8304210" cy="457200"/>
          </a:xfrm>
        </p:spPr>
        <p:txBody>
          <a:bodyPr anchor="t">
            <a:normAutofit/>
          </a:bodyPr>
          <a:lstStyle>
            <a:lvl1pPr marL="0" indent="0">
              <a:buFontTx/>
              <a:buNone/>
              <a:defRPr sz="1600"/>
            </a:lvl1pPr>
            <a:lvl2pPr marL="457200" indent="0">
              <a:buFontTx/>
              <a:buNone/>
              <a:defRPr/>
            </a:lvl2pPr>
            <a:lvl3pPr marL="914400" indent="0">
              <a:buFontTx/>
              <a:buNone/>
              <a:defRPr/>
            </a:lvl3pPr>
            <a:lvl4pPr marL="1371600" indent="0">
              <a:buFontTx/>
              <a:buNone/>
              <a:defRPr/>
            </a:lvl4pPr>
            <a:lvl5pPr marL="1828800" indent="0">
              <a:buFontTx/>
              <a:buNone/>
              <a:defRPr/>
            </a:lvl5pPr>
          </a:lstStyle>
          <a:p>
            <a:pPr lvl="0"/>
            <a:r>
              <a:rPr lang="en-US" smtClean="0"/>
              <a:t>Click to edit Master text styles</a:t>
            </a:r>
          </a:p>
        </p:txBody>
      </p:sp>
      <p:sp>
        <p:nvSpPr>
          <p:cNvPr id="3" name="Date Placeholder 2"/>
          <p:cNvSpPr>
            <a:spLocks noGrp="1"/>
          </p:cNvSpPr>
          <p:nvPr>
            <p:ph type="dt" sz="half" idx="10"/>
          </p:nvPr>
        </p:nvSpPr>
        <p:spPr/>
        <p:txBody>
          <a:bodyPr/>
          <a:lstStyle/>
          <a:p>
            <a:fld id="{2FE446BB-A5CC-406D-A939-50E22CB2FBD3}" type="datetimeFigureOut">
              <a:rPr lang="en-US" smtClean="0"/>
              <a:pPr/>
              <a:t>8/4/2025</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1E270507-3402-4673-97B5-88C97BF86A2D}" type="slidenum">
              <a:rPr lang="en-US" smtClean="0"/>
              <a:pPr/>
              <a:t>‹#›</a:t>
            </a:fld>
            <a:endParaRPr lang="en-US"/>
          </a:p>
        </p:txBody>
      </p:sp>
    </p:spTree>
    <p:extLst>
      <p:ext uri="{BB962C8B-B14F-4D97-AF65-F5344CB8AC3E}">
        <p14:creationId xmlns:p14="http://schemas.microsoft.com/office/powerpoint/2010/main" val="367291870"/>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preserve="1">
  <p:cSld name="Title and Caption">
    <p:spTree>
      <p:nvGrpSpPr>
        <p:cNvPr id="1" name=""/>
        <p:cNvGrpSpPr/>
        <p:nvPr/>
      </p:nvGrpSpPr>
      <p:grpSpPr>
        <a:xfrm>
          <a:off x="0" y="0"/>
          <a:ext cx="0" cy="0"/>
          <a:chOff x="0" y="0"/>
          <a:chExt cx="0" cy="0"/>
        </a:xfrm>
      </p:grpSpPr>
      <p:sp>
        <p:nvSpPr>
          <p:cNvPr id="2" name="Title 1"/>
          <p:cNvSpPr>
            <a:spLocks noGrp="1"/>
          </p:cNvSpPr>
          <p:nvPr>
            <p:ph type="title"/>
          </p:nvPr>
        </p:nvSpPr>
        <p:spPr>
          <a:xfrm>
            <a:off x="684213" y="685800"/>
            <a:ext cx="10058400" cy="2743200"/>
          </a:xfrm>
        </p:spPr>
        <p:txBody>
          <a:bodyPr anchor="ctr">
            <a:normAutofit/>
          </a:bodyPr>
          <a:lstStyle>
            <a:lvl1pPr algn="l">
              <a:defRPr sz="3200" b="0" cap="all"/>
            </a:lvl1pPr>
          </a:lstStyle>
          <a:p>
            <a:r>
              <a:rPr lang="en-US" smtClean="0"/>
              <a:t>Click to edit Master title style</a:t>
            </a:r>
            <a:endParaRPr lang="en-US" dirty="0"/>
          </a:p>
        </p:txBody>
      </p:sp>
      <p:sp>
        <p:nvSpPr>
          <p:cNvPr id="3" name="Text Placeholder 2"/>
          <p:cNvSpPr>
            <a:spLocks noGrp="1"/>
          </p:cNvSpPr>
          <p:nvPr>
            <p:ph type="body" idx="1"/>
          </p:nvPr>
        </p:nvSpPr>
        <p:spPr>
          <a:xfrm>
            <a:off x="684212" y="4114800"/>
            <a:ext cx="8535988" cy="1879600"/>
          </a:xfrm>
        </p:spPr>
        <p:txBody>
          <a:bodyPr anchor="ctr">
            <a:normAutofit/>
          </a:bodyPr>
          <a:lstStyle>
            <a:lvl1pPr marL="0" indent="0" algn="l">
              <a:buNone/>
              <a:defRPr sz="2000">
                <a:solidFill>
                  <a:schemeClr val="bg2">
                    <a:lumMod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2FE446BB-A5CC-406D-A939-50E22CB2FBD3}" type="datetimeFigureOut">
              <a:rPr lang="en-US" smtClean="0"/>
              <a:pPr/>
              <a:t>8/4/2025</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1E270507-3402-4673-97B5-88C97BF86A2D}" type="slidenum">
              <a:rPr lang="en-US" smtClean="0"/>
              <a:pPr/>
              <a:t>‹#›</a:t>
            </a:fld>
            <a:endParaRPr lang="en-US"/>
          </a:p>
        </p:txBody>
      </p:sp>
    </p:spTree>
    <p:extLst>
      <p:ext uri="{BB962C8B-B14F-4D97-AF65-F5344CB8AC3E}">
        <p14:creationId xmlns:p14="http://schemas.microsoft.com/office/powerpoint/2010/main" val="4293137475"/>
      </p:ext>
    </p:extLst>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preserve="1">
  <p:cSld name="Quot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141411" y="685800"/>
            <a:ext cx="9144001" cy="2743200"/>
          </a:xfrm>
        </p:spPr>
        <p:txBody>
          <a:bodyPr anchor="ctr">
            <a:normAutofit/>
          </a:bodyPr>
          <a:lstStyle>
            <a:lvl1pPr algn="l">
              <a:defRPr sz="3200" b="0" cap="all">
                <a:solidFill>
                  <a:schemeClr val="tx1"/>
                </a:solidFill>
              </a:defRPr>
            </a:lvl1pPr>
          </a:lstStyle>
          <a:p>
            <a:r>
              <a:rPr lang="en-US" smtClean="0"/>
              <a:t>Click to edit Master title style</a:t>
            </a:r>
            <a:endParaRPr lang="en-US" dirty="0"/>
          </a:p>
        </p:txBody>
      </p:sp>
      <p:sp>
        <p:nvSpPr>
          <p:cNvPr id="10" name="Text Placeholder 9"/>
          <p:cNvSpPr>
            <a:spLocks noGrp="1"/>
          </p:cNvSpPr>
          <p:nvPr>
            <p:ph type="body" sz="quarter" idx="13"/>
          </p:nvPr>
        </p:nvSpPr>
        <p:spPr>
          <a:xfrm>
            <a:off x="1446212" y="3429000"/>
            <a:ext cx="8534400" cy="381000"/>
          </a:xfrm>
        </p:spPr>
        <p:txBody>
          <a:bodyPr anchor="ctr"/>
          <a:lstStyle>
            <a:lvl1pPr marL="0" indent="0">
              <a:buFontTx/>
              <a:buNone/>
              <a:defRPr/>
            </a:lvl1pPr>
            <a:lvl2pPr marL="457200" indent="0">
              <a:buFontTx/>
              <a:buNone/>
              <a:defRPr/>
            </a:lvl2pPr>
            <a:lvl3pPr marL="914400" indent="0">
              <a:buFontTx/>
              <a:buNone/>
              <a:defRPr/>
            </a:lvl3pPr>
            <a:lvl4pPr marL="1371600" indent="0">
              <a:buFontTx/>
              <a:buNone/>
              <a:defRPr/>
            </a:lvl4pPr>
            <a:lvl5pPr marL="1828800" indent="0">
              <a:buFontTx/>
              <a:buNone/>
              <a:defRPr/>
            </a:lvl5pPr>
          </a:lstStyle>
          <a:p>
            <a:pPr lvl="0"/>
            <a:r>
              <a:rPr lang="en-US" smtClean="0"/>
              <a:t>Click to edit Master text styles</a:t>
            </a:r>
          </a:p>
        </p:txBody>
      </p:sp>
      <p:sp>
        <p:nvSpPr>
          <p:cNvPr id="3" name="Text Placeholder 2"/>
          <p:cNvSpPr>
            <a:spLocks noGrp="1"/>
          </p:cNvSpPr>
          <p:nvPr>
            <p:ph type="body" idx="1"/>
          </p:nvPr>
        </p:nvSpPr>
        <p:spPr>
          <a:xfrm>
            <a:off x="684213" y="4301067"/>
            <a:ext cx="8534400" cy="1684865"/>
          </a:xfrm>
        </p:spPr>
        <p:txBody>
          <a:bodyPr anchor="ctr">
            <a:normAutofit/>
          </a:bodyPr>
          <a:lstStyle>
            <a:lvl1pPr marL="0" indent="0" algn="l">
              <a:buNone/>
              <a:defRPr sz="2000">
                <a:solidFill>
                  <a:schemeClr val="bg2">
                    <a:lumMod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2FE446BB-A5CC-406D-A939-50E22CB2FBD3}" type="datetimeFigureOut">
              <a:rPr lang="en-US" smtClean="0"/>
              <a:pPr/>
              <a:t>8/4/2025</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1E270507-3402-4673-97B5-88C97BF86A2D}" type="slidenum">
              <a:rPr lang="en-US" smtClean="0"/>
              <a:pPr/>
              <a:t>‹#›</a:t>
            </a:fld>
            <a:endParaRPr lang="en-US"/>
          </a:p>
        </p:txBody>
      </p:sp>
      <p:sp>
        <p:nvSpPr>
          <p:cNvPr id="14" name="TextBox 13"/>
          <p:cNvSpPr txBox="1"/>
          <p:nvPr/>
        </p:nvSpPr>
        <p:spPr>
          <a:xfrm>
            <a:off x="531812" y="812222"/>
            <a:ext cx="609600" cy="584776"/>
          </a:xfrm>
          <a:prstGeom prst="rect">
            <a:avLst/>
          </a:prstGeom>
        </p:spPr>
        <p:txBody>
          <a:bodyPr vert="horz" lIns="91440" tIns="45720" rIns="91440" bIns="45720" rtlCol="0" anchor="ctr">
            <a:noAutofit/>
          </a:bodyPr>
          <a:lstStyle/>
          <a:p>
            <a:pPr lvl="0"/>
            <a:r>
              <a:rPr lang="en-US" sz="8000" dirty="0">
                <a:solidFill>
                  <a:schemeClr val="tx1"/>
                </a:solidFill>
                <a:effectLst/>
              </a:rPr>
              <a:t>“</a:t>
            </a:r>
          </a:p>
        </p:txBody>
      </p:sp>
      <p:sp>
        <p:nvSpPr>
          <p:cNvPr id="15" name="TextBox 14"/>
          <p:cNvSpPr txBox="1"/>
          <p:nvPr/>
        </p:nvSpPr>
        <p:spPr>
          <a:xfrm>
            <a:off x="10285412" y="2768601"/>
            <a:ext cx="609600" cy="584776"/>
          </a:xfrm>
          <a:prstGeom prst="rect">
            <a:avLst/>
          </a:prstGeom>
        </p:spPr>
        <p:txBody>
          <a:bodyPr vert="horz" lIns="91440" tIns="45720" rIns="91440" bIns="45720" rtlCol="0" anchor="ctr">
            <a:noAutofit/>
          </a:bodyPr>
          <a:lstStyle/>
          <a:p>
            <a:pPr lvl="0" algn="r"/>
            <a:r>
              <a:rPr lang="en-US" sz="8000" dirty="0">
                <a:solidFill>
                  <a:schemeClr val="tx1"/>
                </a:solidFill>
                <a:effectLst/>
              </a:rPr>
              <a:t>”</a:t>
            </a:r>
          </a:p>
        </p:txBody>
      </p:sp>
    </p:spTree>
    <p:extLst>
      <p:ext uri="{BB962C8B-B14F-4D97-AF65-F5344CB8AC3E}">
        <p14:creationId xmlns:p14="http://schemas.microsoft.com/office/powerpoint/2010/main" val="2945424902"/>
      </p:ext>
    </p:extLst>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preserve="1">
  <p:cSld name="Name Card">
    <p:spTree>
      <p:nvGrpSpPr>
        <p:cNvPr id="1" name=""/>
        <p:cNvGrpSpPr/>
        <p:nvPr/>
      </p:nvGrpSpPr>
      <p:grpSpPr>
        <a:xfrm>
          <a:off x="0" y="0"/>
          <a:ext cx="0" cy="0"/>
          <a:chOff x="0" y="0"/>
          <a:chExt cx="0" cy="0"/>
        </a:xfrm>
      </p:grpSpPr>
      <p:sp>
        <p:nvSpPr>
          <p:cNvPr id="2" name="Title 1"/>
          <p:cNvSpPr>
            <a:spLocks noGrp="1"/>
          </p:cNvSpPr>
          <p:nvPr>
            <p:ph type="title"/>
          </p:nvPr>
        </p:nvSpPr>
        <p:spPr>
          <a:xfrm>
            <a:off x="684212" y="3429000"/>
            <a:ext cx="8534400" cy="1697400"/>
          </a:xfrm>
        </p:spPr>
        <p:txBody>
          <a:bodyPr anchor="b">
            <a:normAutofit/>
          </a:bodyPr>
          <a:lstStyle>
            <a:lvl1pPr algn="l">
              <a:defRPr sz="3200" b="0" cap="all"/>
            </a:lvl1pPr>
          </a:lstStyle>
          <a:p>
            <a:r>
              <a:rPr lang="en-US" smtClean="0"/>
              <a:t>Click to edit Master title style</a:t>
            </a:r>
            <a:endParaRPr lang="en-US" dirty="0"/>
          </a:p>
        </p:txBody>
      </p:sp>
      <p:sp>
        <p:nvSpPr>
          <p:cNvPr id="3" name="Text Placeholder 2"/>
          <p:cNvSpPr>
            <a:spLocks noGrp="1"/>
          </p:cNvSpPr>
          <p:nvPr>
            <p:ph type="body" idx="1"/>
          </p:nvPr>
        </p:nvSpPr>
        <p:spPr>
          <a:xfrm>
            <a:off x="684211" y="5132981"/>
            <a:ext cx="8535990" cy="860400"/>
          </a:xfrm>
        </p:spPr>
        <p:txBody>
          <a:bodyPr anchor="t">
            <a:normAutofit/>
          </a:bodyPr>
          <a:lstStyle>
            <a:lvl1pPr marL="0" indent="0" algn="l">
              <a:buNone/>
              <a:defRPr sz="2000">
                <a:solidFill>
                  <a:schemeClr val="bg2">
                    <a:lumMod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2FE446BB-A5CC-406D-A939-50E22CB2FBD3}" type="datetimeFigureOut">
              <a:rPr lang="en-US" smtClean="0"/>
              <a:pPr/>
              <a:t>8/4/2025</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1E270507-3402-4673-97B5-88C97BF86A2D}" type="slidenum">
              <a:rPr lang="en-US" smtClean="0"/>
              <a:pPr/>
              <a:t>‹#›</a:t>
            </a:fld>
            <a:endParaRPr lang="en-US"/>
          </a:p>
        </p:txBody>
      </p:sp>
    </p:spTree>
    <p:extLst>
      <p:ext uri="{BB962C8B-B14F-4D97-AF65-F5344CB8AC3E}">
        <p14:creationId xmlns:p14="http://schemas.microsoft.com/office/powerpoint/2010/main" val="607456014"/>
      </p:ext>
    </p:extLst>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preserve="1">
  <p:cSld name="Quote Name Card">
    <p:spTree>
      <p:nvGrpSpPr>
        <p:cNvPr id="1" name=""/>
        <p:cNvGrpSpPr/>
        <p:nvPr/>
      </p:nvGrpSpPr>
      <p:grpSpPr>
        <a:xfrm>
          <a:off x="0" y="0"/>
          <a:ext cx="0" cy="0"/>
          <a:chOff x="0" y="0"/>
          <a:chExt cx="0" cy="0"/>
        </a:xfrm>
      </p:grpSpPr>
      <p:sp>
        <p:nvSpPr>
          <p:cNvPr id="2" name="Title 1"/>
          <p:cNvSpPr>
            <a:spLocks noGrp="1"/>
          </p:cNvSpPr>
          <p:nvPr>
            <p:ph type="title"/>
          </p:nvPr>
        </p:nvSpPr>
        <p:spPr>
          <a:xfrm>
            <a:off x="1141413" y="685800"/>
            <a:ext cx="9144000" cy="2743200"/>
          </a:xfrm>
        </p:spPr>
        <p:txBody>
          <a:bodyPr anchor="ctr">
            <a:normAutofit/>
          </a:bodyPr>
          <a:lstStyle>
            <a:lvl1pPr algn="l">
              <a:defRPr sz="3200" b="0" cap="all">
                <a:solidFill>
                  <a:schemeClr val="tx1"/>
                </a:solidFill>
              </a:defRPr>
            </a:lvl1pPr>
          </a:lstStyle>
          <a:p>
            <a:r>
              <a:rPr lang="en-US" smtClean="0"/>
              <a:t>Click to edit Master title style</a:t>
            </a:r>
            <a:endParaRPr lang="en-US" dirty="0"/>
          </a:p>
        </p:txBody>
      </p:sp>
      <p:sp>
        <p:nvSpPr>
          <p:cNvPr id="10" name="Text Placeholder 9"/>
          <p:cNvSpPr>
            <a:spLocks noGrp="1"/>
          </p:cNvSpPr>
          <p:nvPr>
            <p:ph type="body" sz="quarter" idx="13"/>
          </p:nvPr>
        </p:nvSpPr>
        <p:spPr>
          <a:xfrm>
            <a:off x="684212" y="3928534"/>
            <a:ext cx="8534401" cy="1049866"/>
          </a:xfrm>
        </p:spPr>
        <p:txBody>
          <a:bodyPr vert="horz" lIns="91440" tIns="45720" rIns="91440" bIns="45720" rtlCol="0" anchor="b">
            <a:normAutofit/>
          </a:bodyPr>
          <a:lstStyle>
            <a:lvl1pPr>
              <a:buNone/>
              <a:defRPr lang="en-US" sz="2400" b="0" cap="all" dirty="0">
                <a:ln w="3175" cmpd="sng">
                  <a:noFill/>
                </a:ln>
                <a:solidFill>
                  <a:schemeClr val="tx1"/>
                </a:solidFill>
                <a:effectLst/>
              </a:defRPr>
            </a:lvl1pPr>
          </a:lstStyle>
          <a:p>
            <a:pPr marL="0" lvl="0">
              <a:spcBef>
                <a:spcPct val="0"/>
              </a:spcBef>
              <a:buNone/>
            </a:pPr>
            <a:r>
              <a:rPr lang="en-US" smtClean="0"/>
              <a:t>Click to edit Master text styles</a:t>
            </a:r>
          </a:p>
        </p:txBody>
      </p:sp>
      <p:sp>
        <p:nvSpPr>
          <p:cNvPr id="3" name="Text Placeholder 2"/>
          <p:cNvSpPr>
            <a:spLocks noGrp="1"/>
          </p:cNvSpPr>
          <p:nvPr>
            <p:ph type="body" idx="1"/>
          </p:nvPr>
        </p:nvSpPr>
        <p:spPr>
          <a:xfrm>
            <a:off x="684211" y="4978400"/>
            <a:ext cx="8534401" cy="1016000"/>
          </a:xfrm>
        </p:spPr>
        <p:txBody>
          <a:bodyPr anchor="t">
            <a:normAutofit/>
          </a:bodyPr>
          <a:lstStyle>
            <a:lvl1pPr marL="0" indent="0" algn="l">
              <a:buNone/>
              <a:defRPr sz="1800">
                <a:solidFill>
                  <a:schemeClr val="bg2">
                    <a:lumMod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2FE446BB-A5CC-406D-A939-50E22CB2FBD3}" type="datetimeFigureOut">
              <a:rPr lang="en-US" smtClean="0"/>
              <a:pPr/>
              <a:t>8/4/2025</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1E270507-3402-4673-97B5-88C97BF86A2D}" type="slidenum">
              <a:rPr lang="en-US" smtClean="0"/>
              <a:pPr/>
              <a:t>‹#›</a:t>
            </a:fld>
            <a:endParaRPr lang="en-US"/>
          </a:p>
        </p:txBody>
      </p:sp>
      <p:sp>
        <p:nvSpPr>
          <p:cNvPr id="11" name="TextBox 10"/>
          <p:cNvSpPr txBox="1"/>
          <p:nvPr/>
        </p:nvSpPr>
        <p:spPr>
          <a:xfrm>
            <a:off x="531812" y="812222"/>
            <a:ext cx="609600" cy="584776"/>
          </a:xfrm>
          <a:prstGeom prst="rect">
            <a:avLst/>
          </a:prstGeom>
        </p:spPr>
        <p:txBody>
          <a:bodyPr vert="horz" lIns="91440" tIns="45720" rIns="91440" bIns="45720" rtlCol="0" anchor="ctr">
            <a:noAutofit/>
          </a:bodyPr>
          <a:lstStyle/>
          <a:p>
            <a:pPr lvl="0"/>
            <a:r>
              <a:rPr lang="en-US" sz="8000" dirty="0">
                <a:solidFill>
                  <a:schemeClr val="tx1"/>
                </a:solidFill>
                <a:effectLst/>
              </a:rPr>
              <a:t>“</a:t>
            </a:r>
          </a:p>
        </p:txBody>
      </p:sp>
      <p:sp>
        <p:nvSpPr>
          <p:cNvPr id="12" name="TextBox 11"/>
          <p:cNvSpPr txBox="1"/>
          <p:nvPr/>
        </p:nvSpPr>
        <p:spPr>
          <a:xfrm>
            <a:off x="10285412" y="2768601"/>
            <a:ext cx="609600" cy="584776"/>
          </a:xfrm>
          <a:prstGeom prst="rect">
            <a:avLst/>
          </a:prstGeom>
        </p:spPr>
        <p:txBody>
          <a:bodyPr vert="horz" lIns="91440" tIns="45720" rIns="91440" bIns="45720" rtlCol="0" anchor="ctr">
            <a:noAutofit/>
          </a:bodyPr>
          <a:lstStyle/>
          <a:p>
            <a:pPr lvl="0" algn="r"/>
            <a:r>
              <a:rPr lang="en-US" sz="8000" dirty="0">
                <a:solidFill>
                  <a:schemeClr val="tx1"/>
                </a:solidFill>
                <a:effectLst/>
              </a:rPr>
              <a:t>”</a:t>
            </a:r>
          </a:p>
        </p:txBody>
      </p:sp>
    </p:spTree>
    <p:extLst>
      <p:ext uri="{BB962C8B-B14F-4D97-AF65-F5344CB8AC3E}">
        <p14:creationId xmlns:p14="http://schemas.microsoft.com/office/powerpoint/2010/main" val="2796766796"/>
      </p:ext>
    </p:extLst>
  </p:cSld>
  <p:clrMapOvr>
    <a:masterClrMapping/>
  </p:clrMapOvr>
</p:sldLayout>
</file>

<file path=ppt/slideLayouts/slideLayout15.xml><?xml version="1.0" encoding="utf-8"?>
<p:sldLayout xmlns:a="http://schemas.openxmlformats.org/drawingml/2006/main" xmlns:r="http://schemas.openxmlformats.org/officeDocument/2006/relationships" xmlns:p="http://schemas.openxmlformats.org/presentationml/2006/main" preserve="1">
  <p:cSld name="True or False">
    <p:spTree>
      <p:nvGrpSpPr>
        <p:cNvPr id="1" name=""/>
        <p:cNvGrpSpPr/>
        <p:nvPr/>
      </p:nvGrpSpPr>
      <p:grpSpPr>
        <a:xfrm>
          <a:off x="0" y="0"/>
          <a:ext cx="0" cy="0"/>
          <a:chOff x="0" y="0"/>
          <a:chExt cx="0" cy="0"/>
        </a:xfrm>
      </p:grpSpPr>
      <p:sp>
        <p:nvSpPr>
          <p:cNvPr id="2" name="Title 1"/>
          <p:cNvSpPr>
            <a:spLocks noGrp="1"/>
          </p:cNvSpPr>
          <p:nvPr>
            <p:ph type="title"/>
          </p:nvPr>
        </p:nvSpPr>
        <p:spPr>
          <a:xfrm>
            <a:off x="684213" y="685800"/>
            <a:ext cx="10058400" cy="2743200"/>
          </a:xfrm>
        </p:spPr>
        <p:txBody>
          <a:bodyPr vert="horz" lIns="91440" tIns="45720" rIns="91440" bIns="45720" rtlCol="0" anchor="ctr">
            <a:normAutofit/>
          </a:bodyPr>
          <a:lstStyle>
            <a:lvl1pPr>
              <a:defRPr lang="en-US" b="0" dirty="0"/>
            </a:lvl1pPr>
          </a:lstStyle>
          <a:p>
            <a:pPr marL="0" lvl="0"/>
            <a:r>
              <a:rPr lang="en-US" smtClean="0"/>
              <a:t>Click to edit Master title style</a:t>
            </a:r>
            <a:endParaRPr lang="en-US" dirty="0"/>
          </a:p>
        </p:txBody>
      </p:sp>
      <p:sp>
        <p:nvSpPr>
          <p:cNvPr id="10" name="Text Placeholder 9"/>
          <p:cNvSpPr>
            <a:spLocks noGrp="1"/>
          </p:cNvSpPr>
          <p:nvPr>
            <p:ph type="body" sz="quarter" idx="13"/>
          </p:nvPr>
        </p:nvSpPr>
        <p:spPr>
          <a:xfrm>
            <a:off x="684212" y="3928534"/>
            <a:ext cx="8534400" cy="838200"/>
          </a:xfrm>
        </p:spPr>
        <p:txBody>
          <a:bodyPr vert="horz" lIns="91440" tIns="45720" rIns="91440" bIns="45720" rtlCol="0" anchor="b">
            <a:normAutofit/>
          </a:bodyPr>
          <a:lstStyle>
            <a:lvl1pPr>
              <a:buNone/>
              <a:defRPr lang="en-US" sz="2400" b="0" cap="all" dirty="0">
                <a:ln w="3175" cmpd="sng">
                  <a:noFill/>
                </a:ln>
                <a:solidFill>
                  <a:schemeClr val="tx1"/>
                </a:solidFill>
                <a:effectLst/>
              </a:defRPr>
            </a:lvl1pPr>
          </a:lstStyle>
          <a:p>
            <a:pPr marL="0" lvl="0">
              <a:spcBef>
                <a:spcPct val="0"/>
              </a:spcBef>
              <a:buNone/>
            </a:pPr>
            <a:r>
              <a:rPr lang="en-US" smtClean="0"/>
              <a:t>Click to edit Master text styles</a:t>
            </a:r>
          </a:p>
        </p:txBody>
      </p:sp>
      <p:sp>
        <p:nvSpPr>
          <p:cNvPr id="3" name="Text Placeholder 2"/>
          <p:cNvSpPr>
            <a:spLocks noGrp="1"/>
          </p:cNvSpPr>
          <p:nvPr>
            <p:ph type="body" idx="1"/>
          </p:nvPr>
        </p:nvSpPr>
        <p:spPr>
          <a:xfrm>
            <a:off x="684211" y="4766732"/>
            <a:ext cx="8534401" cy="1227667"/>
          </a:xfrm>
        </p:spPr>
        <p:txBody>
          <a:bodyPr anchor="t">
            <a:normAutofit/>
          </a:bodyPr>
          <a:lstStyle>
            <a:lvl1pPr marL="0" indent="0" algn="l">
              <a:buNone/>
              <a:defRPr sz="1800">
                <a:solidFill>
                  <a:schemeClr val="bg2">
                    <a:lumMod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2FE446BB-A5CC-406D-A939-50E22CB2FBD3}" type="datetimeFigureOut">
              <a:rPr lang="en-US" smtClean="0"/>
              <a:pPr/>
              <a:t>8/4/2025</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1E270507-3402-4673-97B5-88C97BF86A2D}" type="slidenum">
              <a:rPr lang="en-US" smtClean="0"/>
              <a:pPr/>
              <a:t>‹#›</a:t>
            </a:fld>
            <a:endParaRPr lang="en-US"/>
          </a:p>
        </p:txBody>
      </p:sp>
    </p:spTree>
    <p:extLst>
      <p:ext uri="{BB962C8B-B14F-4D97-AF65-F5344CB8AC3E}">
        <p14:creationId xmlns:p14="http://schemas.microsoft.com/office/powerpoint/2010/main" val="1765441332"/>
      </p:ext>
    </p:extLst>
  </p:cSld>
  <p:clrMapOvr>
    <a:masterClrMapping/>
  </p:clrMapOvr>
</p:sldLayout>
</file>

<file path=ppt/slideLayouts/slideLayout16.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lgn="l">
              <a:defRPr/>
            </a:lvl1pPr>
          </a:lstStyle>
          <a:p>
            <a:r>
              <a:rPr lang="en-US" smtClean="0"/>
              <a:t>Click to edit Master title style</a:t>
            </a:r>
            <a:endParaRPr lang="en-US" dirty="0"/>
          </a:p>
        </p:txBody>
      </p:sp>
      <p:sp>
        <p:nvSpPr>
          <p:cNvPr id="3" name="Vertical Text Placeholder 2"/>
          <p:cNvSpPr>
            <a:spLocks noGrp="1"/>
          </p:cNvSpPr>
          <p:nvPr>
            <p:ph type="body" orient="vert" idx="1"/>
          </p:nvPr>
        </p:nvSpPr>
        <p:spPr/>
        <p:txBody>
          <a:bodyPr vert="eaVert" ancho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dirty="0"/>
          </a:p>
        </p:txBody>
      </p:sp>
      <p:sp>
        <p:nvSpPr>
          <p:cNvPr id="4" name="Date Placeholder 3"/>
          <p:cNvSpPr>
            <a:spLocks noGrp="1"/>
          </p:cNvSpPr>
          <p:nvPr>
            <p:ph type="dt" sz="half" idx="10"/>
          </p:nvPr>
        </p:nvSpPr>
        <p:spPr/>
        <p:txBody>
          <a:bodyPr/>
          <a:lstStyle/>
          <a:p>
            <a:fld id="{2FE446BB-A5CC-406D-A939-50E22CB2FBD3}" type="datetimeFigureOut">
              <a:rPr lang="en-US" smtClean="0"/>
              <a:pPr/>
              <a:t>8/4/2025</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1E270507-3402-4673-97B5-88C97BF86A2D}" type="slidenum">
              <a:rPr lang="en-US" smtClean="0"/>
              <a:pPr/>
              <a:t>‹#›</a:t>
            </a:fld>
            <a:endParaRPr lang="en-US"/>
          </a:p>
        </p:txBody>
      </p:sp>
    </p:spTree>
    <p:extLst>
      <p:ext uri="{BB962C8B-B14F-4D97-AF65-F5344CB8AC3E}">
        <p14:creationId xmlns:p14="http://schemas.microsoft.com/office/powerpoint/2010/main" val="1718732095"/>
      </p:ext>
    </p:extLst>
  </p:cSld>
  <p:clrMapOvr>
    <a:masterClrMapping/>
  </p:clrMapOvr>
</p:sldLayout>
</file>

<file path=ppt/slideLayouts/slideLayout17.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8685212" y="685800"/>
            <a:ext cx="2057400" cy="4572000"/>
          </a:xfrm>
        </p:spPr>
        <p:txBody>
          <a:bodyPr vert="eaVert"/>
          <a:lstStyle/>
          <a:p>
            <a:r>
              <a:rPr lang="en-US" smtClean="0"/>
              <a:t>Click to edit Master title style</a:t>
            </a:r>
            <a:endParaRPr lang="en-US" dirty="0"/>
          </a:p>
        </p:txBody>
      </p:sp>
      <p:sp>
        <p:nvSpPr>
          <p:cNvPr id="3" name="Vertical Text Placeholder 2"/>
          <p:cNvSpPr>
            <a:spLocks noGrp="1"/>
          </p:cNvSpPr>
          <p:nvPr>
            <p:ph type="body" orient="vert" idx="1"/>
          </p:nvPr>
        </p:nvSpPr>
        <p:spPr>
          <a:xfrm>
            <a:off x="685800" y="685800"/>
            <a:ext cx="7823200" cy="5308600"/>
          </a:xfrm>
        </p:spPr>
        <p:txBody>
          <a:bodyPr vert="eaVert" ancho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dirty="0"/>
          </a:p>
        </p:txBody>
      </p:sp>
      <p:sp>
        <p:nvSpPr>
          <p:cNvPr id="4" name="Date Placeholder 3"/>
          <p:cNvSpPr>
            <a:spLocks noGrp="1"/>
          </p:cNvSpPr>
          <p:nvPr>
            <p:ph type="dt" sz="half" idx="10"/>
          </p:nvPr>
        </p:nvSpPr>
        <p:spPr/>
        <p:txBody>
          <a:bodyPr/>
          <a:lstStyle/>
          <a:p>
            <a:fld id="{2FE446BB-A5CC-406D-A939-50E22CB2FBD3}" type="datetimeFigureOut">
              <a:rPr lang="en-US" smtClean="0"/>
              <a:pPr/>
              <a:t>8/4/2025</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1E270507-3402-4673-97B5-88C97BF86A2D}" type="slidenum">
              <a:rPr lang="en-US" smtClean="0"/>
              <a:pPr/>
              <a:t>‹#›</a:t>
            </a:fld>
            <a:endParaRPr lang="en-US"/>
          </a:p>
        </p:txBody>
      </p:sp>
    </p:spTree>
    <p:extLst>
      <p:ext uri="{BB962C8B-B14F-4D97-AF65-F5344CB8AC3E}">
        <p14:creationId xmlns:p14="http://schemas.microsoft.com/office/powerpoint/2010/main" val="874801908"/>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slideLayout" Target="../slideLayouts/slideLayout13.xml"/><Relationship Id="rId18" Type="http://schemas.openxmlformats.org/officeDocument/2006/relationships/theme" Target="../theme/theme1.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slideLayout" Target="../slideLayouts/slideLayout12.xml"/><Relationship Id="rId17" Type="http://schemas.openxmlformats.org/officeDocument/2006/relationships/slideLayout" Target="../slideLayouts/slideLayout17.xml"/><Relationship Id="rId2" Type="http://schemas.openxmlformats.org/officeDocument/2006/relationships/slideLayout" Target="../slideLayouts/slideLayout2.xml"/><Relationship Id="rId16" Type="http://schemas.openxmlformats.org/officeDocument/2006/relationships/slideLayout" Target="../slideLayouts/slideLayout16.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5" Type="http://schemas.openxmlformats.org/officeDocument/2006/relationships/slideLayout" Target="../slideLayouts/slideLayout1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slideLayout" Target="../slideLayouts/slideLayout14.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2">
        <a:schemeClr val="bg2"/>
      </p:bgRef>
    </p:bg>
    <p:spTree>
      <p:nvGrpSpPr>
        <p:cNvPr id="1" name=""/>
        <p:cNvGrpSpPr/>
        <p:nvPr/>
      </p:nvGrpSpPr>
      <p:grpSpPr>
        <a:xfrm>
          <a:off x="0" y="0"/>
          <a:ext cx="0" cy="0"/>
          <a:chOff x="0" y="0"/>
          <a:chExt cx="0" cy="0"/>
        </a:xfrm>
      </p:grpSpPr>
      <p:grpSp>
        <p:nvGrpSpPr>
          <p:cNvPr id="7" name="Group 6"/>
          <p:cNvGrpSpPr/>
          <p:nvPr/>
        </p:nvGrpSpPr>
        <p:grpSpPr>
          <a:xfrm>
            <a:off x="9206969" y="2963333"/>
            <a:ext cx="2981858" cy="3208867"/>
            <a:chOff x="9206969" y="2963333"/>
            <a:chExt cx="2981858" cy="3208867"/>
          </a:xfrm>
        </p:grpSpPr>
        <p:cxnSp>
          <p:nvCxnSpPr>
            <p:cNvPr id="8" name="Straight Connector 7"/>
            <p:cNvCxnSpPr/>
            <p:nvPr/>
          </p:nvCxnSpPr>
          <p:spPr>
            <a:xfrm flipH="1">
              <a:off x="11276012" y="2963333"/>
              <a:ext cx="912814" cy="912812"/>
            </a:xfrm>
            <a:prstGeom prst="line">
              <a:avLst/>
            </a:prstGeom>
            <a:ln w="9525">
              <a:solidFill>
                <a:schemeClr val="tx1"/>
              </a:solidFill>
            </a:ln>
          </p:spPr>
          <p:style>
            <a:lnRef idx="2">
              <a:schemeClr val="accent1"/>
            </a:lnRef>
            <a:fillRef idx="0">
              <a:schemeClr val="accent1"/>
            </a:fillRef>
            <a:effectRef idx="1">
              <a:schemeClr val="accent1"/>
            </a:effectRef>
            <a:fontRef idx="minor">
              <a:schemeClr val="tx1"/>
            </a:fontRef>
          </p:style>
        </p:cxnSp>
        <p:cxnSp>
          <p:nvCxnSpPr>
            <p:cNvPr id="9" name="Straight Connector 8"/>
            <p:cNvCxnSpPr/>
            <p:nvPr/>
          </p:nvCxnSpPr>
          <p:spPr>
            <a:xfrm flipH="1">
              <a:off x="9206969" y="3190344"/>
              <a:ext cx="2981857" cy="2981856"/>
            </a:xfrm>
            <a:prstGeom prst="line">
              <a:avLst/>
            </a:prstGeom>
            <a:ln w="9525">
              <a:solidFill>
                <a:schemeClr val="tx1"/>
              </a:solidFill>
            </a:ln>
          </p:spPr>
          <p:style>
            <a:lnRef idx="2">
              <a:schemeClr val="accent1"/>
            </a:lnRef>
            <a:fillRef idx="0">
              <a:schemeClr val="accent1"/>
            </a:fillRef>
            <a:effectRef idx="1">
              <a:schemeClr val="accent1"/>
            </a:effectRef>
            <a:fontRef idx="minor">
              <a:schemeClr val="tx1"/>
            </a:fontRef>
          </p:style>
        </p:cxnSp>
        <p:cxnSp>
          <p:nvCxnSpPr>
            <p:cNvPr id="10" name="Straight Connector 9"/>
            <p:cNvCxnSpPr/>
            <p:nvPr/>
          </p:nvCxnSpPr>
          <p:spPr>
            <a:xfrm flipH="1">
              <a:off x="10292292" y="3285067"/>
              <a:ext cx="1896534" cy="1896533"/>
            </a:xfrm>
            <a:prstGeom prst="line">
              <a:avLst/>
            </a:prstGeom>
            <a:ln w="9525">
              <a:solidFill>
                <a:schemeClr val="tx1"/>
              </a:solidFill>
            </a:ln>
          </p:spPr>
          <p:style>
            <a:lnRef idx="2">
              <a:schemeClr val="accent1"/>
            </a:lnRef>
            <a:fillRef idx="0">
              <a:schemeClr val="accent1"/>
            </a:fillRef>
            <a:effectRef idx="1">
              <a:schemeClr val="accent1"/>
            </a:effectRef>
            <a:fontRef idx="minor">
              <a:schemeClr val="tx1"/>
            </a:fontRef>
          </p:style>
        </p:cxnSp>
        <p:cxnSp>
          <p:nvCxnSpPr>
            <p:cNvPr id="11" name="Straight Connector 10"/>
            <p:cNvCxnSpPr/>
            <p:nvPr/>
          </p:nvCxnSpPr>
          <p:spPr>
            <a:xfrm flipH="1">
              <a:off x="10443103" y="3131080"/>
              <a:ext cx="1745722" cy="1745720"/>
            </a:xfrm>
            <a:prstGeom prst="line">
              <a:avLst/>
            </a:prstGeom>
            <a:ln w="28575">
              <a:solidFill>
                <a:schemeClr val="tx1"/>
              </a:solidFill>
            </a:ln>
          </p:spPr>
          <p:style>
            <a:lnRef idx="2">
              <a:schemeClr val="accent1"/>
            </a:lnRef>
            <a:fillRef idx="0">
              <a:schemeClr val="accent1"/>
            </a:fillRef>
            <a:effectRef idx="1">
              <a:schemeClr val="accent1"/>
            </a:effectRef>
            <a:fontRef idx="minor">
              <a:schemeClr val="tx1"/>
            </a:fontRef>
          </p:style>
        </p:cxnSp>
        <p:cxnSp>
          <p:nvCxnSpPr>
            <p:cNvPr id="12" name="Straight Connector 11"/>
            <p:cNvCxnSpPr/>
            <p:nvPr/>
          </p:nvCxnSpPr>
          <p:spPr>
            <a:xfrm flipH="1">
              <a:off x="10918826" y="3683001"/>
              <a:ext cx="1270001" cy="1269999"/>
            </a:xfrm>
            <a:prstGeom prst="line">
              <a:avLst/>
            </a:prstGeom>
            <a:ln w="28575">
              <a:solidFill>
                <a:schemeClr val="tx1"/>
              </a:solidFill>
            </a:ln>
          </p:spPr>
          <p:style>
            <a:lnRef idx="2">
              <a:schemeClr val="accent1"/>
            </a:lnRef>
            <a:fillRef idx="0">
              <a:schemeClr val="accent1"/>
            </a:fillRef>
            <a:effectRef idx="1">
              <a:schemeClr val="accent1"/>
            </a:effectRef>
            <a:fontRef idx="minor">
              <a:schemeClr val="tx1"/>
            </a:fontRef>
          </p:style>
        </p:cxnSp>
      </p:grpSp>
      <p:sp>
        <p:nvSpPr>
          <p:cNvPr id="2" name="Title Placeholder 1"/>
          <p:cNvSpPr>
            <a:spLocks noGrp="1"/>
          </p:cNvSpPr>
          <p:nvPr>
            <p:ph type="title"/>
          </p:nvPr>
        </p:nvSpPr>
        <p:spPr>
          <a:xfrm>
            <a:off x="684212" y="4487332"/>
            <a:ext cx="8534400" cy="1507067"/>
          </a:xfrm>
          <a:prstGeom prst="rect">
            <a:avLst/>
          </a:prstGeom>
          <a:effectLst/>
        </p:spPr>
        <p:txBody>
          <a:bodyPr vert="horz" lIns="91440" tIns="45720" rIns="91440" bIns="45720" rtlCol="0" anchor="ctr">
            <a:normAutofit/>
          </a:bodyPr>
          <a:lstStyle/>
          <a:p>
            <a:r>
              <a:rPr lang="en-US" smtClean="0"/>
              <a:t>Click to edit Master title style</a:t>
            </a:r>
            <a:endParaRPr lang="en-US" dirty="0"/>
          </a:p>
        </p:txBody>
      </p:sp>
      <p:sp>
        <p:nvSpPr>
          <p:cNvPr id="3" name="Text Placeholder 2"/>
          <p:cNvSpPr>
            <a:spLocks noGrp="1"/>
          </p:cNvSpPr>
          <p:nvPr>
            <p:ph type="body" idx="1"/>
          </p:nvPr>
        </p:nvSpPr>
        <p:spPr>
          <a:xfrm>
            <a:off x="684212" y="685800"/>
            <a:ext cx="8534400" cy="3615267"/>
          </a:xfrm>
          <a:prstGeom prst="rect">
            <a:avLst/>
          </a:prstGeom>
        </p:spPr>
        <p:txBody>
          <a:bodyPr vert="horz" lIns="91440" tIns="45720" rIns="91440" bIns="45720" rtlCol="0" anchor="ctr">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dirty="0"/>
          </a:p>
        </p:txBody>
      </p:sp>
      <p:sp>
        <p:nvSpPr>
          <p:cNvPr id="4" name="Date Placeholder 3"/>
          <p:cNvSpPr>
            <a:spLocks noGrp="1"/>
          </p:cNvSpPr>
          <p:nvPr>
            <p:ph type="dt" sz="half" idx="2"/>
          </p:nvPr>
        </p:nvSpPr>
        <p:spPr>
          <a:xfrm>
            <a:off x="9904412" y="6172200"/>
            <a:ext cx="1600200" cy="365125"/>
          </a:xfrm>
          <a:prstGeom prst="rect">
            <a:avLst/>
          </a:prstGeom>
        </p:spPr>
        <p:txBody>
          <a:bodyPr vert="horz" lIns="91440" tIns="45720" rIns="91440" bIns="45720" rtlCol="0" anchor="t"/>
          <a:lstStyle>
            <a:lvl1pPr algn="r">
              <a:defRPr sz="1000" b="0" i="0">
                <a:solidFill>
                  <a:schemeClr val="bg2">
                    <a:lumMod val="50000"/>
                  </a:schemeClr>
                </a:solidFill>
                <a:effectLst/>
                <a:latin typeface="+mn-lt"/>
              </a:defRPr>
            </a:lvl1pPr>
          </a:lstStyle>
          <a:p>
            <a:fld id="{2FE446BB-A5CC-406D-A939-50E22CB2FBD3}" type="datetimeFigureOut">
              <a:rPr lang="en-US" smtClean="0"/>
              <a:pPr/>
              <a:t>8/4/2025</a:t>
            </a:fld>
            <a:endParaRPr lang="en-US"/>
          </a:p>
        </p:txBody>
      </p:sp>
      <p:sp>
        <p:nvSpPr>
          <p:cNvPr id="5" name="Footer Placeholder 4"/>
          <p:cNvSpPr>
            <a:spLocks noGrp="1"/>
          </p:cNvSpPr>
          <p:nvPr>
            <p:ph type="ftr" sz="quarter" idx="3"/>
          </p:nvPr>
        </p:nvSpPr>
        <p:spPr>
          <a:xfrm>
            <a:off x="684212" y="6172200"/>
            <a:ext cx="7543800" cy="365125"/>
          </a:xfrm>
          <a:prstGeom prst="rect">
            <a:avLst/>
          </a:prstGeom>
        </p:spPr>
        <p:txBody>
          <a:bodyPr vert="horz" lIns="91440" tIns="45720" rIns="91440" bIns="45720" rtlCol="0" anchor="t"/>
          <a:lstStyle>
            <a:lvl1pPr algn="l">
              <a:defRPr sz="1000" b="0" i="0">
                <a:solidFill>
                  <a:schemeClr val="bg2">
                    <a:lumMod val="50000"/>
                  </a:schemeClr>
                </a:solidFill>
                <a:effectLst/>
                <a:latin typeface="+mn-lt"/>
              </a:defRPr>
            </a:lvl1pPr>
          </a:lstStyle>
          <a:p>
            <a:endParaRPr lang="en-US"/>
          </a:p>
        </p:txBody>
      </p:sp>
      <p:sp>
        <p:nvSpPr>
          <p:cNvPr id="6" name="Slide Number Placeholder 5"/>
          <p:cNvSpPr>
            <a:spLocks noGrp="1"/>
          </p:cNvSpPr>
          <p:nvPr>
            <p:ph type="sldNum" sz="quarter" idx="4"/>
          </p:nvPr>
        </p:nvSpPr>
        <p:spPr>
          <a:xfrm>
            <a:off x="10363200" y="5578475"/>
            <a:ext cx="1142245" cy="669925"/>
          </a:xfrm>
          <a:prstGeom prst="rect">
            <a:avLst/>
          </a:prstGeom>
        </p:spPr>
        <p:txBody>
          <a:bodyPr vert="horz" lIns="91440" tIns="45720" rIns="91440" bIns="45720" rtlCol="0" anchor="b"/>
          <a:lstStyle>
            <a:lvl1pPr algn="r">
              <a:defRPr sz="3200" b="0" i="0">
                <a:solidFill>
                  <a:schemeClr val="bg2">
                    <a:lumMod val="50000"/>
                  </a:schemeClr>
                </a:solidFill>
                <a:effectLst/>
                <a:latin typeface="+mn-lt"/>
              </a:defRPr>
            </a:lvl1pPr>
          </a:lstStyle>
          <a:p>
            <a:fld id="{1E270507-3402-4673-97B5-88C97BF86A2D}" type="slidenum">
              <a:rPr lang="en-US" smtClean="0"/>
              <a:pPr/>
              <a:t>‹#›</a:t>
            </a:fld>
            <a:endParaRPr lang="en-US"/>
          </a:p>
        </p:txBody>
      </p:sp>
    </p:spTree>
    <p:extLst>
      <p:ext uri="{BB962C8B-B14F-4D97-AF65-F5344CB8AC3E}">
        <p14:creationId xmlns:p14="http://schemas.microsoft.com/office/powerpoint/2010/main" val="2894595618"/>
      </p:ext>
    </p:extLst>
  </p:cSld>
  <p:clrMap bg1="dk1" tx1="lt1" bg2="dk2" tx2="lt2" accent1="accent1" accent2="accent2" accent3="accent3" accent4="accent4" accent5="accent5" accent6="accent6" hlink="hlink" folHlink="folHlink"/>
  <p:sldLayoutIdLst>
    <p:sldLayoutId id="2147483679" r:id="rId1"/>
    <p:sldLayoutId id="2147483680" r:id="rId2"/>
    <p:sldLayoutId id="2147483681" r:id="rId3"/>
    <p:sldLayoutId id="2147483682" r:id="rId4"/>
    <p:sldLayoutId id="2147483683" r:id="rId5"/>
    <p:sldLayoutId id="2147483684" r:id="rId6"/>
    <p:sldLayoutId id="2147483685" r:id="rId7"/>
    <p:sldLayoutId id="2147483686" r:id="rId8"/>
    <p:sldLayoutId id="2147483687" r:id="rId9"/>
    <p:sldLayoutId id="2147483688" r:id="rId10"/>
    <p:sldLayoutId id="2147483689" r:id="rId11"/>
    <p:sldLayoutId id="2147483690" r:id="rId12"/>
    <p:sldLayoutId id="2147483691" r:id="rId13"/>
    <p:sldLayoutId id="2147483692" r:id="rId14"/>
    <p:sldLayoutId id="2147483693" r:id="rId15"/>
    <p:sldLayoutId id="2147483694" r:id="rId16"/>
    <p:sldLayoutId id="2147483695" r:id="rId17"/>
  </p:sldLayoutIdLst>
  <p:txStyles>
    <p:titleStyle>
      <a:lvl1pPr algn="l" defTabSz="457200" rtl="0" eaLnBrk="1" latinLnBrk="0" hangingPunct="1">
        <a:spcBef>
          <a:spcPct val="0"/>
        </a:spcBef>
        <a:buNone/>
        <a:defRPr sz="3600" kern="1200" cap="all">
          <a:ln w="3175" cmpd="sng">
            <a:noFill/>
          </a:ln>
          <a:solidFill>
            <a:schemeClr val="tx1"/>
          </a:solidFill>
          <a:effectLst/>
          <a:latin typeface="+mj-lt"/>
          <a:ea typeface="+mj-ea"/>
          <a:cs typeface="+mj-cs"/>
        </a:defRPr>
      </a:lvl1pPr>
      <a:lvl2pPr eaLnBrk="1" hangingPunct="1">
        <a:defRPr>
          <a:solidFill>
            <a:schemeClr val="tx2"/>
          </a:solidFill>
        </a:defRPr>
      </a:lvl2pPr>
      <a:lvl3pPr eaLnBrk="1" hangingPunct="1">
        <a:defRPr>
          <a:solidFill>
            <a:schemeClr val="tx2"/>
          </a:solidFill>
        </a:defRPr>
      </a:lvl3pPr>
      <a:lvl4pPr eaLnBrk="1" hangingPunct="1">
        <a:defRPr>
          <a:solidFill>
            <a:schemeClr val="tx2"/>
          </a:solidFill>
        </a:defRPr>
      </a:lvl4pPr>
      <a:lvl5pPr eaLnBrk="1" hangingPunct="1">
        <a:defRPr>
          <a:solidFill>
            <a:schemeClr val="tx2"/>
          </a:solidFill>
        </a:defRPr>
      </a:lvl5pPr>
      <a:lvl6pPr eaLnBrk="1" hangingPunct="1">
        <a:defRPr>
          <a:solidFill>
            <a:schemeClr val="tx2"/>
          </a:solidFill>
        </a:defRPr>
      </a:lvl6pPr>
      <a:lvl7pPr eaLnBrk="1" hangingPunct="1">
        <a:defRPr>
          <a:solidFill>
            <a:schemeClr val="tx2"/>
          </a:solidFill>
        </a:defRPr>
      </a:lvl7pPr>
      <a:lvl8pPr eaLnBrk="1" hangingPunct="1">
        <a:defRPr>
          <a:solidFill>
            <a:schemeClr val="tx2"/>
          </a:solidFill>
        </a:defRPr>
      </a:lvl8pPr>
      <a:lvl9pPr eaLnBrk="1" hangingPunct="1">
        <a:defRPr>
          <a:solidFill>
            <a:schemeClr val="tx2"/>
          </a:solidFill>
        </a:defRPr>
      </a:lvl9pPr>
    </p:titleStyle>
    <p:bodyStyle>
      <a:lvl1pPr marL="285750" indent="-285750" algn="l" defTabSz="457200" rtl="0" eaLnBrk="1" latinLnBrk="0" hangingPunct="1">
        <a:spcBef>
          <a:spcPct val="20000"/>
        </a:spcBef>
        <a:spcAft>
          <a:spcPts val="600"/>
        </a:spcAft>
        <a:buClr>
          <a:schemeClr val="tx1"/>
        </a:buClr>
        <a:buSzPct val="80000"/>
        <a:buFont typeface="Wingdings 3" panose="05040102010807070707" pitchFamily="18" charset="2"/>
        <a:buChar char=""/>
        <a:defRPr sz="2000" kern="1200" cap="none">
          <a:solidFill>
            <a:schemeClr val="bg2">
              <a:lumMod val="75000"/>
            </a:schemeClr>
          </a:solidFill>
          <a:effectLst/>
          <a:latin typeface="+mn-lt"/>
          <a:ea typeface="+mn-ea"/>
          <a:cs typeface="+mn-cs"/>
        </a:defRPr>
      </a:lvl1pPr>
      <a:lvl2pPr marL="742950" indent="-285750" algn="l" defTabSz="457200" rtl="0" eaLnBrk="1" latinLnBrk="0" hangingPunct="1">
        <a:spcBef>
          <a:spcPct val="20000"/>
        </a:spcBef>
        <a:spcAft>
          <a:spcPts val="600"/>
        </a:spcAft>
        <a:buClr>
          <a:schemeClr val="tx1"/>
        </a:buClr>
        <a:buSzPct val="80000"/>
        <a:buFont typeface="Wingdings 3" panose="05040102010807070707" pitchFamily="18" charset="2"/>
        <a:buChar char=""/>
        <a:defRPr sz="1800" kern="1200" cap="none">
          <a:solidFill>
            <a:schemeClr val="bg2">
              <a:lumMod val="75000"/>
            </a:schemeClr>
          </a:solidFill>
          <a:effectLst/>
          <a:latin typeface="+mn-lt"/>
          <a:ea typeface="+mn-ea"/>
          <a:cs typeface="+mn-cs"/>
        </a:defRPr>
      </a:lvl2pPr>
      <a:lvl3pPr marL="1200150" indent="-285750" algn="l" defTabSz="457200" rtl="0" eaLnBrk="1" latinLnBrk="0" hangingPunct="1">
        <a:spcBef>
          <a:spcPct val="20000"/>
        </a:spcBef>
        <a:spcAft>
          <a:spcPts val="600"/>
        </a:spcAft>
        <a:buClr>
          <a:schemeClr val="tx1"/>
        </a:buClr>
        <a:buSzPct val="80000"/>
        <a:buFont typeface="Wingdings 3" panose="05040102010807070707" pitchFamily="18" charset="2"/>
        <a:buChar char=""/>
        <a:defRPr sz="1600" kern="1200" cap="none">
          <a:solidFill>
            <a:schemeClr val="bg2">
              <a:lumMod val="75000"/>
            </a:schemeClr>
          </a:solidFill>
          <a:effectLst/>
          <a:latin typeface="+mn-lt"/>
          <a:ea typeface="+mn-ea"/>
          <a:cs typeface="+mn-cs"/>
        </a:defRPr>
      </a:lvl3pPr>
      <a:lvl4pPr marL="1543050" indent="-171450" algn="l" defTabSz="457200" rtl="0" eaLnBrk="1" latinLnBrk="0" hangingPunct="1">
        <a:spcBef>
          <a:spcPct val="20000"/>
        </a:spcBef>
        <a:spcAft>
          <a:spcPts val="600"/>
        </a:spcAft>
        <a:buClr>
          <a:schemeClr val="tx1"/>
        </a:buClr>
        <a:buSzPct val="80000"/>
        <a:buFont typeface="Wingdings 3" panose="05040102010807070707" pitchFamily="18" charset="2"/>
        <a:buChar char=""/>
        <a:defRPr sz="1400" kern="1200" cap="none">
          <a:solidFill>
            <a:schemeClr val="bg2">
              <a:lumMod val="75000"/>
            </a:schemeClr>
          </a:solidFill>
          <a:effectLst/>
          <a:latin typeface="+mn-lt"/>
          <a:ea typeface="+mn-ea"/>
          <a:cs typeface="+mn-cs"/>
        </a:defRPr>
      </a:lvl4pPr>
      <a:lvl5pPr marL="2000250" indent="-171450" algn="l" defTabSz="457200" rtl="0" eaLnBrk="1" latinLnBrk="0" hangingPunct="1">
        <a:spcBef>
          <a:spcPct val="20000"/>
        </a:spcBef>
        <a:spcAft>
          <a:spcPts val="600"/>
        </a:spcAft>
        <a:buClr>
          <a:schemeClr val="tx1"/>
        </a:buClr>
        <a:buSzPct val="80000"/>
        <a:buFont typeface="Wingdings 3" panose="05040102010807070707" pitchFamily="18" charset="2"/>
        <a:buChar char=""/>
        <a:defRPr sz="1400" kern="1200" cap="none">
          <a:solidFill>
            <a:schemeClr val="bg2">
              <a:lumMod val="75000"/>
            </a:schemeClr>
          </a:solidFill>
          <a:effectLst/>
          <a:latin typeface="+mn-lt"/>
          <a:ea typeface="+mn-ea"/>
          <a:cs typeface="+mn-cs"/>
        </a:defRPr>
      </a:lvl5pPr>
      <a:lvl6pPr marL="2514600" indent="-228600" algn="l" defTabSz="457200" rtl="0" eaLnBrk="1" latinLnBrk="0" hangingPunct="1">
        <a:spcBef>
          <a:spcPct val="20000"/>
        </a:spcBef>
        <a:spcAft>
          <a:spcPts val="600"/>
        </a:spcAft>
        <a:buClr>
          <a:schemeClr val="tx1"/>
        </a:buClr>
        <a:buSzPct val="80000"/>
        <a:buFont typeface="Wingdings 3" panose="05040102010807070707" pitchFamily="18" charset="2"/>
        <a:buChar char=""/>
        <a:defRPr sz="1400" kern="1200" cap="none">
          <a:solidFill>
            <a:schemeClr val="bg2">
              <a:lumMod val="75000"/>
            </a:schemeClr>
          </a:solidFill>
          <a:effectLst/>
          <a:latin typeface="+mn-lt"/>
          <a:ea typeface="+mn-ea"/>
          <a:cs typeface="+mn-cs"/>
        </a:defRPr>
      </a:lvl6pPr>
      <a:lvl7pPr marL="2971800" indent="-228600" algn="l" defTabSz="457200" rtl="0" eaLnBrk="1" latinLnBrk="0" hangingPunct="1">
        <a:spcBef>
          <a:spcPct val="20000"/>
        </a:spcBef>
        <a:spcAft>
          <a:spcPts val="600"/>
        </a:spcAft>
        <a:buClr>
          <a:schemeClr val="tx1"/>
        </a:buClr>
        <a:buSzPct val="80000"/>
        <a:buFont typeface="Wingdings 3" panose="05040102010807070707" pitchFamily="18" charset="2"/>
        <a:buChar char=""/>
        <a:defRPr sz="1400" kern="1200" cap="none">
          <a:solidFill>
            <a:schemeClr val="bg2">
              <a:lumMod val="75000"/>
            </a:schemeClr>
          </a:solidFill>
          <a:effectLst/>
          <a:latin typeface="+mn-lt"/>
          <a:ea typeface="+mn-ea"/>
          <a:cs typeface="+mn-cs"/>
        </a:defRPr>
      </a:lvl7pPr>
      <a:lvl8pPr marL="3429000" indent="-228600" algn="l" defTabSz="457200" rtl="0" eaLnBrk="1" latinLnBrk="0" hangingPunct="1">
        <a:spcBef>
          <a:spcPct val="20000"/>
        </a:spcBef>
        <a:spcAft>
          <a:spcPts val="600"/>
        </a:spcAft>
        <a:buClr>
          <a:schemeClr val="tx1"/>
        </a:buClr>
        <a:buSzPct val="80000"/>
        <a:buFont typeface="Wingdings 3" panose="05040102010807070707" pitchFamily="18" charset="2"/>
        <a:buChar char=""/>
        <a:defRPr sz="1400" kern="1200" cap="none">
          <a:solidFill>
            <a:schemeClr val="bg2">
              <a:lumMod val="75000"/>
            </a:schemeClr>
          </a:solidFill>
          <a:effectLst/>
          <a:latin typeface="+mn-lt"/>
          <a:ea typeface="+mn-ea"/>
          <a:cs typeface="+mn-cs"/>
        </a:defRPr>
      </a:lvl8pPr>
      <a:lvl9pPr marL="3886200" indent="-228600" algn="l" defTabSz="457200" rtl="0" eaLnBrk="1" latinLnBrk="0" hangingPunct="1">
        <a:spcBef>
          <a:spcPct val="20000"/>
        </a:spcBef>
        <a:spcAft>
          <a:spcPts val="600"/>
        </a:spcAft>
        <a:buClr>
          <a:schemeClr val="tx1"/>
        </a:buClr>
        <a:buSzPct val="80000"/>
        <a:buFont typeface="Wingdings 3" panose="05040102010807070707" pitchFamily="18" charset="2"/>
        <a:buChar char=""/>
        <a:defRPr sz="1400" kern="1200" cap="none">
          <a:solidFill>
            <a:schemeClr val="bg2">
              <a:lumMod val="75000"/>
            </a:schemeClr>
          </a:solidFill>
          <a:effectLst/>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image" Target="../media/image1.jpeg"/><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2" Type="http://schemas.openxmlformats.org/officeDocument/2006/relationships/image" Target="../media/image2.jpeg"/><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2" Type="http://schemas.openxmlformats.org/officeDocument/2006/relationships/image" Target="../media/image3.jpeg"/><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3" Type="http://schemas.openxmlformats.org/officeDocument/2006/relationships/hyperlink" Target="https://voltairemdi.weebly.com/about.html" TargetMode="External"/><Relationship Id="rId2" Type="http://schemas.openxmlformats.org/officeDocument/2006/relationships/hyperlink" Target="https://voltaire-app-euu.weebly.com/?fbclid=IwAR2XfBPw6IC6dHttQbc9QaAO_a0-6TFg4ZVTu1F6lGTEz2Io-3cZ5r15lxY" TargetMode="External"/><Relationship Id="rId1" Type="http://schemas.openxmlformats.org/officeDocument/2006/relationships/slideLayout" Target="../slideLayouts/slideLayout2.xml"/><Relationship Id="rId6" Type="http://schemas.openxmlformats.org/officeDocument/2006/relationships/image" Target="../media/image6.jpeg"/><Relationship Id="rId5" Type="http://schemas.openxmlformats.org/officeDocument/2006/relationships/image" Target="../media/image5.png"/><Relationship Id="rId4" Type="http://schemas.openxmlformats.org/officeDocument/2006/relationships/image" Target="../media/image4.jpeg"/></Relationships>
</file>

<file path=ppt/slides/_rels/slide6.xml.rels><?xml version="1.0" encoding="UTF-8" standalone="yes"?>
<Relationships xmlns="http://schemas.openxmlformats.org/package/2006/relationships"><Relationship Id="rId2" Type="http://schemas.openxmlformats.org/officeDocument/2006/relationships/image" Target="../media/image7.jpeg"/><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2" Type="http://schemas.openxmlformats.org/officeDocument/2006/relationships/image" Target="../media/image8.jpeg"/><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2" Type="http://schemas.openxmlformats.org/officeDocument/2006/relationships/image" Target="../media/image9.jpeg"/><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2" Type="http://schemas.openxmlformats.org/officeDocument/2006/relationships/image" Target="../media/image10.jpeg"/><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3" Type="http://schemas.openxmlformats.org/officeDocument/2006/relationships/image" Target="../media/image12.jpeg"/><Relationship Id="rId2" Type="http://schemas.openxmlformats.org/officeDocument/2006/relationships/image" Target="../media/image11.jpeg"/><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2" Type="http://schemas.openxmlformats.org/officeDocument/2006/relationships/image" Target="../media/image13.jpeg"/><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2" Type="http://schemas.openxmlformats.org/officeDocument/2006/relationships/image" Target="../media/image4.jpeg"/><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3" Type="http://schemas.openxmlformats.org/officeDocument/2006/relationships/image" Target="../media/image14.jpeg"/><Relationship Id="rId2" Type="http://schemas.openxmlformats.org/officeDocument/2006/relationships/image" Target="../media/image4.jpeg"/><Relationship Id="rId1" Type="http://schemas.openxmlformats.org/officeDocument/2006/relationships/slideLayout" Target="../slideLayouts/slideLayout2.xml"/><Relationship Id="rId4" Type="http://schemas.openxmlformats.org/officeDocument/2006/relationships/image" Target="../media/image15.jpg"/></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8.xml.rels><?xml version="1.0" encoding="UTF-8" standalone="yes"?>
<Relationships xmlns="http://schemas.openxmlformats.org/package/2006/relationships"><Relationship Id="rId3" Type="http://schemas.openxmlformats.org/officeDocument/2006/relationships/hyperlink" Target="https://voltairemdi.weebly.com/about.html" TargetMode="External"/><Relationship Id="rId2" Type="http://schemas.openxmlformats.org/officeDocument/2006/relationships/hyperlink" Target="https://www.liceulvoltaire.ro/pagini/Anunt%20selectie%20Motiveaza%20Dezvolta%20Implica.pdf" TargetMode="External"/><Relationship Id="rId1" Type="http://schemas.openxmlformats.org/officeDocument/2006/relationships/slideLayout" Target="../slideLayouts/slideLayout2.xml"/><Relationship Id="rId4" Type="http://schemas.openxmlformats.org/officeDocument/2006/relationships/hyperlink" Target="https://www.facebook.com/profile.php?id=100089035595164" TargetMode="External"/></Relationships>
</file>

<file path=ppt/slides/_rels/slide19.xml.rels><?xml version="1.0" encoding="UTF-8" standalone="yes"?>
<Relationships xmlns="http://schemas.openxmlformats.org/package/2006/relationships"><Relationship Id="rId2" Type="http://schemas.openxmlformats.org/officeDocument/2006/relationships/image" Target="../media/image16.jpeg"/><Relationship Id="rId1" Type="http://schemas.openxmlformats.org/officeDocument/2006/relationships/slideLayout" Target="../slideLayouts/slideLayout2.xml"/></Relationships>
</file>

<file path=ppt/slides/_rels/slide20.xml.rels><?xml version="1.0" encoding="UTF-8" standalone="yes"?>
<Relationships xmlns="http://schemas.openxmlformats.org/package/2006/relationships"><Relationship Id="rId2" Type="http://schemas.openxmlformats.org/officeDocument/2006/relationships/image" Target="../media/image4.jpeg"/><Relationship Id="rId1" Type="http://schemas.openxmlformats.org/officeDocument/2006/relationships/slideLayout" Target="../slideLayouts/slideLayout2.xml"/></Relationships>
</file>

<file path=ppt/slides/_rels/slide21.xml.rels><?xml version="1.0" encoding="UTF-8" standalone="yes"?>
<Relationships xmlns="http://schemas.openxmlformats.org/package/2006/relationships"><Relationship Id="rId2" Type="http://schemas.openxmlformats.org/officeDocument/2006/relationships/image" Target="../media/image1.jpeg"/><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ctrTitle"/>
          </p:nvPr>
        </p:nvSpPr>
        <p:spPr>
          <a:xfrm>
            <a:off x="1148446" y="643597"/>
            <a:ext cx="8001000" cy="2971801"/>
          </a:xfrm>
        </p:spPr>
        <p:txBody>
          <a:bodyPr/>
          <a:lstStyle/>
          <a:p>
            <a:r>
              <a:rPr lang="en-US" dirty="0"/>
              <a:t>"Voltaire parents' and teachers' </a:t>
            </a:r>
            <a:r>
              <a:rPr lang="en-US" dirty="0" smtClean="0"/>
              <a:t>association“, Craiova, Romania</a:t>
            </a:r>
            <a:endParaRPr lang="en-US" dirty="0"/>
          </a:p>
        </p:txBody>
      </p:sp>
      <p:sp>
        <p:nvSpPr>
          <p:cNvPr id="3" name="Subtitle 2"/>
          <p:cNvSpPr>
            <a:spLocks noGrp="1"/>
          </p:cNvSpPr>
          <p:nvPr>
            <p:ph type="subTitle" idx="1"/>
          </p:nvPr>
        </p:nvSpPr>
        <p:spPr/>
        <p:txBody>
          <a:bodyPr/>
          <a:lstStyle/>
          <a:p>
            <a:r>
              <a:rPr lang="en-US" dirty="0" smtClean="0"/>
              <a:t>Prof. dr. Popi </a:t>
            </a:r>
            <a:r>
              <a:rPr lang="en-US" dirty="0" err="1" smtClean="0"/>
              <a:t>Dorina</a:t>
            </a:r>
            <a:r>
              <a:rPr lang="en-US" dirty="0" smtClean="0"/>
              <a:t> </a:t>
            </a:r>
            <a:r>
              <a:rPr lang="en-US" dirty="0" err="1" smtClean="0"/>
              <a:t>Loredana</a:t>
            </a:r>
            <a:endParaRPr lang="en-US" dirty="0" smtClean="0"/>
          </a:p>
          <a:p>
            <a:r>
              <a:rPr lang="en-US" dirty="0" smtClean="0"/>
              <a:t>Parent </a:t>
            </a:r>
            <a:r>
              <a:rPr lang="en-US" dirty="0" err="1" smtClean="0"/>
              <a:t>Criveanu</a:t>
            </a:r>
            <a:r>
              <a:rPr lang="en-US" dirty="0" smtClean="0"/>
              <a:t> Emilia</a:t>
            </a:r>
            <a:endParaRPr lang="en-US" dirty="0"/>
          </a:p>
        </p:txBody>
      </p:sp>
      <p:pic>
        <p:nvPicPr>
          <p:cNvPr id="4" name="Picture 3"/>
          <p:cNvPicPr>
            <a:picLocks noChangeAspect="1"/>
          </p:cNvPicPr>
          <p:nvPr/>
        </p:nvPicPr>
        <p:blipFill>
          <a:blip r:embed="rId2" cstate="print">
            <a:lum contrast="40000"/>
            <a:extLst>
              <a:ext uri="{28A0092B-C50C-407E-A947-70E740481C1C}">
                <a14:useLocalDpi xmlns:a14="http://schemas.microsoft.com/office/drawing/2010/main" val="0"/>
              </a:ext>
            </a:extLst>
          </a:blip>
          <a:stretch>
            <a:fillRect/>
          </a:stretch>
        </p:blipFill>
        <p:spPr>
          <a:xfrm rot="5400000">
            <a:off x="8680739" y="3209199"/>
            <a:ext cx="3133195" cy="3551702"/>
          </a:xfrm>
          <a:prstGeom prst="ellipse">
            <a:avLst/>
          </a:prstGeom>
          <a:ln w="63500" cap="rnd">
            <a:solidFill>
              <a:srgbClr val="333333"/>
            </a:solidFill>
          </a:ln>
          <a:effectLst>
            <a:outerShdw blurRad="381000" dist="292100" dir="5400000" sx="-80000" sy="-18000" rotWithShape="0">
              <a:srgbClr val="000000">
                <a:alpha val="22000"/>
              </a:srgbClr>
            </a:outerShdw>
          </a:effectLst>
          <a:scene3d>
            <a:camera prst="orthographicFront"/>
            <a:lightRig rig="contrasting" dir="t">
              <a:rot lat="0" lon="0" rev="3000000"/>
            </a:lightRig>
          </a:scene3d>
          <a:sp3d contourW="7620">
            <a:bevelT w="95250" h="31750"/>
            <a:contourClr>
              <a:srgbClr val="333333"/>
            </a:contourClr>
          </a:sp3d>
        </p:spPr>
      </p:pic>
    </p:spTree>
    <p:extLst>
      <p:ext uri="{BB962C8B-B14F-4D97-AF65-F5344CB8AC3E}">
        <p14:creationId xmlns:p14="http://schemas.microsoft.com/office/powerpoint/2010/main" val="2066844147"/>
      </p:ext>
    </p:extLst>
  </p:cSld>
  <p:clrMapOvr>
    <a:masterClrMapping/>
  </p:clrMapOvr>
  <p:timing>
    <p:tnLst>
      <p:par>
        <p:cTn id="1" dur="indefinite" restart="never" nodeType="tmRoot"/>
      </p:par>
    </p:tnLst>
  </p:timing>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smtClean="0"/>
              <a:t>About us</a:t>
            </a:r>
            <a:endParaRPr lang="en-US" dirty="0"/>
          </a:p>
        </p:txBody>
      </p:sp>
      <p:sp>
        <p:nvSpPr>
          <p:cNvPr id="3" name="Content Placeholder 2"/>
          <p:cNvSpPr>
            <a:spLocks noGrp="1"/>
          </p:cNvSpPr>
          <p:nvPr>
            <p:ph idx="1"/>
          </p:nvPr>
        </p:nvSpPr>
        <p:spPr>
          <a:xfrm>
            <a:off x="684213" y="685800"/>
            <a:ext cx="6645056" cy="4448908"/>
          </a:xfrm>
        </p:spPr>
        <p:txBody>
          <a:bodyPr>
            <a:normAutofit lnSpcReduction="10000"/>
          </a:bodyPr>
          <a:lstStyle/>
          <a:p>
            <a:endParaRPr lang="en-US" dirty="0" smtClean="0"/>
          </a:p>
          <a:p>
            <a:endParaRPr lang="en-US" dirty="0"/>
          </a:p>
          <a:p>
            <a:r>
              <a:rPr lang="en-US" sz="2400" dirty="0" smtClean="0"/>
              <a:t>"</a:t>
            </a:r>
            <a:r>
              <a:rPr lang="en-US" sz="2400" dirty="0"/>
              <a:t>Voltaire parents' and teachers' association" is a young association, founded in 2017, at the initiative of 8 people </a:t>
            </a:r>
            <a:r>
              <a:rPr lang="en-US" sz="2400" dirty="0" smtClean="0"/>
              <a:t>-4 </a:t>
            </a:r>
            <a:r>
              <a:rPr lang="en-US" sz="2400" dirty="0"/>
              <a:t>teachers and 4 parents of the students from </a:t>
            </a:r>
            <a:r>
              <a:rPr lang="en-US" sz="2400" dirty="0" smtClean="0"/>
              <a:t>"Voltaire</a:t>
            </a:r>
            <a:r>
              <a:rPr lang="en-US" sz="2400" dirty="0"/>
              <a:t>" High </a:t>
            </a:r>
            <a:r>
              <a:rPr lang="en-US" sz="2400" dirty="0" smtClean="0"/>
              <a:t>School.</a:t>
            </a:r>
            <a:endParaRPr lang="en-US" sz="2400" dirty="0"/>
          </a:p>
          <a:p>
            <a:r>
              <a:rPr lang="en-US" sz="2400" dirty="0" smtClean="0"/>
              <a:t>All the teachers of Voltaire High school (32 </a:t>
            </a:r>
            <a:r>
              <a:rPr lang="en-US" sz="2400" dirty="0"/>
              <a:t>teachers) and </a:t>
            </a:r>
            <a:r>
              <a:rPr lang="en-US" sz="2400" dirty="0" smtClean="0"/>
              <a:t>all the parents </a:t>
            </a:r>
            <a:r>
              <a:rPr lang="en-US" sz="2400" dirty="0"/>
              <a:t>of </a:t>
            </a:r>
            <a:r>
              <a:rPr lang="en-US" sz="2400" dirty="0" smtClean="0"/>
              <a:t>the students </a:t>
            </a:r>
            <a:r>
              <a:rPr lang="en-US" sz="2400" dirty="0"/>
              <a:t>of "Voltaire" High School </a:t>
            </a:r>
            <a:r>
              <a:rPr lang="en-US" sz="2400" dirty="0" smtClean="0"/>
              <a:t>(more than </a:t>
            </a:r>
            <a:r>
              <a:rPr lang="en-US" sz="2400" dirty="0" smtClean="0"/>
              <a:t>400</a:t>
            </a:r>
            <a:r>
              <a:rPr lang="en-US" sz="2400" dirty="0" smtClean="0"/>
              <a:t>) are part </a:t>
            </a:r>
            <a:r>
              <a:rPr lang="en-US" sz="2400" dirty="0"/>
              <a:t>of the association</a:t>
            </a:r>
            <a:r>
              <a:rPr lang="en-US" dirty="0"/>
              <a:t>.</a:t>
            </a:r>
          </a:p>
          <a:p>
            <a:endParaRPr lang="en-US" dirty="0"/>
          </a:p>
          <a:p>
            <a:endParaRPr lang="en-US" dirty="0" smtClean="0"/>
          </a:p>
          <a:p>
            <a:endParaRPr lang="en-US" dirty="0"/>
          </a:p>
        </p:txBody>
      </p:sp>
      <p:pic>
        <p:nvPicPr>
          <p:cNvPr id="6" name="Picture 5" descr="IMG_5444.JPG"/>
          <p:cNvPicPr>
            <a:picLocks noChangeAspect="1"/>
          </p:cNvPicPr>
          <p:nvPr/>
        </p:nvPicPr>
        <p:blipFill>
          <a:blip r:embed="rId2" cstate="print"/>
          <a:srcRect t="16000" r="24199" b="6667"/>
          <a:stretch>
            <a:fillRect/>
          </a:stretch>
        </p:blipFill>
        <p:spPr>
          <a:xfrm>
            <a:off x="7038182" y="1252024"/>
            <a:ext cx="4736477" cy="3221502"/>
          </a:xfrm>
          <a:prstGeom prst="rect">
            <a:avLst/>
          </a:prstGeom>
          <a:ln>
            <a:noFill/>
          </a:ln>
          <a:effectLst>
            <a:outerShdw blurRad="292100" dist="139700" dir="2700000" algn="tl" rotWithShape="0">
              <a:srgbClr val="333333">
                <a:alpha val="65000"/>
              </a:srgbClr>
            </a:outerShdw>
          </a:effectLst>
        </p:spPr>
      </p:pic>
    </p:spTree>
    <p:extLst>
      <p:ext uri="{BB962C8B-B14F-4D97-AF65-F5344CB8AC3E}">
        <p14:creationId xmlns:p14="http://schemas.microsoft.com/office/powerpoint/2010/main" val="1951357062"/>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nodeType="clickEffect">
                                  <p:stCondLst>
                                    <p:cond delay="0"/>
                                  </p:stCondLst>
                                  <p:childTnLst>
                                    <p:set>
                                      <p:cBhvr>
                                        <p:cTn id="6" dur="1" fill="hold">
                                          <p:stCondLst>
                                            <p:cond delay="0"/>
                                          </p:stCondLst>
                                        </p:cTn>
                                        <p:tgtEl>
                                          <p:spTgt spid="6"/>
                                        </p:tgtEl>
                                        <p:attrNameLst>
                                          <p:attrName>style.visibility</p:attrName>
                                        </p:attrNameLst>
                                      </p:cBhvr>
                                      <p:to>
                                        <p:strVal val="visible"/>
                                      </p:to>
                                    </p:set>
                                    <p:animEffect transition="in" filter="fade">
                                      <p:cBhvr>
                                        <p:cTn id="7" dur="2000"/>
                                        <p:tgtEl>
                                          <p:spTgt spid="6"/>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smtClean="0"/>
              <a:t>About us</a:t>
            </a:r>
            <a:endParaRPr lang="en-US" dirty="0"/>
          </a:p>
        </p:txBody>
      </p:sp>
      <p:sp>
        <p:nvSpPr>
          <p:cNvPr id="3" name="Content Placeholder 2"/>
          <p:cNvSpPr>
            <a:spLocks noGrp="1"/>
          </p:cNvSpPr>
          <p:nvPr>
            <p:ph idx="1"/>
          </p:nvPr>
        </p:nvSpPr>
        <p:spPr>
          <a:xfrm>
            <a:off x="684211" y="685799"/>
            <a:ext cx="9416392" cy="4434841"/>
          </a:xfrm>
        </p:spPr>
        <p:txBody>
          <a:bodyPr>
            <a:normAutofit/>
          </a:bodyPr>
          <a:lstStyle/>
          <a:p>
            <a:r>
              <a:rPr lang="en-US" dirty="0"/>
              <a:t>From the </a:t>
            </a:r>
            <a:r>
              <a:rPr lang="en-US" dirty="0" smtClean="0"/>
              <a:t>beginning, according </a:t>
            </a:r>
            <a:r>
              <a:rPr lang="en-US" dirty="0"/>
              <a:t>to the management plan of the association, its purpose was to create a close partnership among </a:t>
            </a:r>
            <a:r>
              <a:rPr lang="en-US" dirty="0" smtClean="0"/>
              <a:t>students, parents</a:t>
            </a:r>
            <a:r>
              <a:rPr lang="en-US" dirty="0"/>
              <a:t>, teachers of the "Voltaire" High School, the Ministry of Education and </a:t>
            </a:r>
            <a:r>
              <a:rPr lang="ro-RO" dirty="0" smtClean="0"/>
              <a:t>R</a:t>
            </a:r>
            <a:r>
              <a:rPr lang="en-US" dirty="0" err="1" smtClean="0"/>
              <a:t>esearch</a:t>
            </a:r>
            <a:r>
              <a:rPr lang="en-US" dirty="0"/>
              <a:t>, </a:t>
            </a:r>
            <a:r>
              <a:rPr lang="en-US" dirty="0" err="1"/>
              <a:t>Dolj</a:t>
            </a:r>
            <a:r>
              <a:rPr lang="en-US" dirty="0"/>
              <a:t> </a:t>
            </a:r>
            <a:r>
              <a:rPr lang="ro-RO" dirty="0" smtClean="0"/>
              <a:t>C</a:t>
            </a:r>
            <a:r>
              <a:rPr lang="en-US" dirty="0" err="1" smtClean="0"/>
              <a:t>ounty</a:t>
            </a:r>
            <a:r>
              <a:rPr lang="en-US" dirty="0" smtClean="0"/>
              <a:t> </a:t>
            </a:r>
            <a:r>
              <a:rPr lang="ro-RO" dirty="0" smtClean="0"/>
              <a:t>S</a:t>
            </a:r>
            <a:r>
              <a:rPr lang="en-US" dirty="0" err="1" smtClean="0"/>
              <a:t>chool</a:t>
            </a:r>
            <a:r>
              <a:rPr lang="en-US" dirty="0" smtClean="0"/>
              <a:t> Inspectorate, other </a:t>
            </a:r>
            <a:r>
              <a:rPr lang="en-US" dirty="0"/>
              <a:t>local, national and international educational </a:t>
            </a:r>
            <a:r>
              <a:rPr lang="en-US" dirty="0" smtClean="0"/>
              <a:t>units, </a:t>
            </a:r>
            <a:r>
              <a:rPr lang="en-US" dirty="0"/>
              <a:t>other public institutions, </a:t>
            </a:r>
            <a:r>
              <a:rPr lang="en-US" dirty="0" smtClean="0"/>
              <a:t>educational </a:t>
            </a:r>
            <a:r>
              <a:rPr lang="en-US" dirty="0"/>
              <a:t>unions and other national </a:t>
            </a:r>
            <a:r>
              <a:rPr lang="en-US" dirty="0" smtClean="0"/>
              <a:t>and international </a:t>
            </a:r>
            <a:r>
              <a:rPr lang="en-US" dirty="0"/>
              <a:t>organizations/associations</a:t>
            </a:r>
            <a:r>
              <a:rPr lang="en-US" dirty="0" smtClean="0"/>
              <a:t>.</a:t>
            </a:r>
            <a:endParaRPr lang="ro-RO" dirty="0" smtClean="0"/>
          </a:p>
          <a:p>
            <a:r>
              <a:rPr lang="en-US" dirty="0" smtClean="0"/>
              <a:t>The partnership underlying the functioning of the association aims to support the modernization of the teaching act by continuously improving the teaching staff with teaching methods, learning, innovative evaluation and increasing the quality of education, in accordance with the European Union standards. </a:t>
            </a:r>
          </a:p>
          <a:p>
            <a:endParaRPr lang="en-US" dirty="0"/>
          </a:p>
        </p:txBody>
      </p:sp>
    </p:spTree>
    <p:extLst>
      <p:ext uri="{BB962C8B-B14F-4D97-AF65-F5344CB8AC3E}">
        <p14:creationId xmlns:p14="http://schemas.microsoft.com/office/powerpoint/2010/main" val="275049279"/>
      </p:ext>
    </p:extLst>
  </p:cSld>
  <p:clrMapOvr>
    <a:masterClrMapping/>
  </p:clrMapOvr>
  <p:timing>
    <p:tnLst>
      <p:par>
        <p:cTn id="1" dur="indefinite" restart="never" nodeType="tmRoot"/>
      </p:par>
    </p:tnLst>
  </p:timing>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smtClean="0"/>
              <a:t>About us</a:t>
            </a:r>
            <a:endParaRPr lang="en-US" dirty="0"/>
          </a:p>
        </p:txBody>
      </p:sp>
      <p:sp>
        <p:nvSpPr>
          <p:cNvPr id="3" name="Content Placeholder 2"/>
          <p:cNvSpPr>
            <a:spLocks noGrp="1"/>
          </p:cNvSpPr>
          <p:nvPr>
            <p:ph idx="1"/>
          </p:nvPr>
        </p:nvSpPr>
        <p:spPr>
          <a:xfrm>
            <a:off x="684213" y="685799"/>
            <a:ext cx="7840810" cy="4491112"/>
          </a:xfrm>
        </p:spPr>
        <p:txBody>
          <a:bodyPr>
            <a:normAutofit/>
          </a:bodyPr>
          <a:lstStyle/>
          <a:p>
            <a:r>
              <a:rPr lang="en-US" sz="2400" dirty="0" smtClean="0"/>
              <a:t>Also, the </a:t>
            </a:r>
            <a:r>
              <a:rPr lang="en-US" sz="2400" dirty="0"/>
              <a:t>partnership promotes the interests of students, parents and teachers as a unitary whole, cultivating a </a:t>
            </a:r>
            <a:r>
              <a:rPr lang="en-US" sz="2400" dirty="0" smtClean="0"/>
              <a:t>partnership relationship </a:t>
            </a:r>
            <a:r>
              <a:rPr lang="en-US" sz="2400" dirty="0"/>
              <a:t>among them, including </a:t>
            </a:r>
            <a:r>
              <a:rPr lang="en-US" sz="2400" dirty="0" smtClean="0"/>
              <a:t>the </a:t>
            </a:r>
            <a:r>
              <a:rPr lang="en-US" sz="2400" dirty="0"/>
              <a:t>financial </a:t>
            </a:r>
            <a:r>
              <a:rPr lang="en-US" sz="2400" dirty="0" smtClean="0"/>
              <a:t>support</a:t>
            </a:r>
            <a:r>
              <a:rPr lang="ro-RO" sz="2400" dirty="0" smtClean="0"/>
              <a:t> </a:t>
            </a:r>
            <a:r>
              <a:rPr lang="en-US" sz="2400" dirty="0" smtClean="0"/>
              <a:t>for students with outstanding results in various competitions schools, Olympics and for students from disadvantaged families.</a:t>
            </a:r>
          </a:p>
          <a:p>
            <a:r>
              <a:rPr lang="en-US" sz="2400" dirty="0" smtClean="0"/>
              <a:t>In addition</a:t>
            </a:r>
            <a:r>
              <a:rPr lang="en-US" sz="2400" dirty="0"/>
              <a:t>, this collaboration aims to involve parents in all aspects of the educational life of the school.</a:t>
            </a:r>
          </a:p>
          <a:p>
            <a:endParaRPr lang="en-US" dirty="0"/>
          </a:p>
        </p:txBody>
      </p:sp>
      <p:pic>
        <p:nvPicPr>
          <p:cNvPr id="4" name="Picture 3" descr="martis.jpg"/>
          <p:cNvPicPr>
            <a:picLocks noChangeAspect="1"/>
          </p:cNvPicPr>
          <p:nvPr/>
        </p:nvPicPr>
        <p:blipFill>
          <a:blip r:embed="rId2" cstate="print"/>
          <a:stretch>
            <a:fillRect/>
          </a:stretch>
        </p:blipFill>
        <p:spPr>
          <a:xfrm>
            <a:off x="8495128" y="773332"/>
            <a:ext cx="3239379" cy="4319172"/>
          </a:xfrm>
          <a:prstGeom prst="rect">
            <a:avLst/>
          </a:prstGeom>
          <a:ln>
            <a:noFill/>
          </a:ln>
          <a:effectLst>
            <a:outerShdw blurRad="292100" dist="139700" dir="2700000" algn="tl" rotWithShape="0">
              <a:srgbClr val="333333">
                <a:alpha val="65000"/>
              </a:srgbClr>
            </a:outerShdw>
          </a:effectLst>
        </p:spPr>
      </p:pic>
    </p:spTree>
    <p:extLst>
      <p:ext uri="{BB962C8B-B14F-4D97-AF65-F5344CB8AC3E}">
        <p14:creationId xmlns:p14="http://schemas.microsoft.com/office/powerpoint/2010/main" val="1037794346"/>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nodeType="clickEffect">
                                  <p:stCondLst>
                                    <p:cond delay="0"/>
                                  </p:stCondLst>
                                  <p:childTnLst>
                                    <p:set>
                                      <p:cBhvr>
                                        <p:cTn id="6" dur="1" fill="hold">
                                          <p:stCondLst>
                                            <p:cond delay="0"/>
                                          </p:stCondLst>
                                        </p:cTn>
                                        <p:tgtEl>
                                          <p:spTgt spid="4"/>
                                        </p:tgtEl>
                                        <p:attrNameLst>
                                          <p:attrName>style.visibility</p:attrName>
                                        </p:attrNameLst>
                                      </p:cBhvr>
                                      <p:to>
                                        <p:strVal val="visible"/>
                                      </p:to>
                                    </p:set>
                                    <p:animEffect transition="in" filter="fade">
                                      <p:cBhvr>
                                        <p:cTn id="7" dur="2000"/>
                                        <p:tgtEl>
                                          <p:spTgt spid="4"/>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smtClean="0"/>
              <a:t>Our activities</a:t>
            </a:r>
            <a:endParaRPr lang="en-US" dirty="0"/>
          </a:p>
        </p:txBody>
      </p:sp>
      <p:sp>
        <p:nvSpPr>
          <p:cNvPr id="3" name="Content Placeholder 2"/>
          <p:cNvSpPr>
            <a:spLocks noGrp="1"/>
          </p:cNvSpPr>
          <p:nvPr>
            <p:ph idx="1"/>
          </p:nvPr>
        </p:nvSpPr>
        <p:spPr>
          <a:xfrm>
            <a:off x="337626" y="953086"/>
            <a:ext cx="11422966" cy="4083148"/>
          </a:xfrm>
        </p:spPr>
        <p:txBody>
          <a:bodyPr>
            <a:normAutofit fontScale="77500" lnSpcReduction="20000"/>
          </a:bodyPr>
          <a:lstStyle/>
          <a:p>
            <a:r>
              <a:rPr lang="en-US" dirty="0">
                <a:solidFill>
                  <a:schemeClr val="bg1"/>
                </a:solidFill>
              </a:rPr>
              <a:t>Among the activities of parents and teachers who are members of the association carried out since its </a:t>
            </a:r>
            <a:r>
              <a:rPr lang="en-US" dirty="0" smtClean="0">
                <a:solidFill>
                  <a:schemeClr val="bg1"/>
                </a:solidFill>
              </a:rPr>
              <a:t>beginning, </a:t>
            </a:r>
            <a:r>
              <a:rPr lang="en-US" dirty="0">
                <a:solidFill>
                  <a:schemeClr val="bg1"/>
                </a:solidFill>
              </a:rPr>
              <a:t>we mention </a:t>
            </a:r>
            <a:r>
              <a:rPr lang="en-US" dirty="0" smtClean="0">
                <a:solidFill>
                  <a:schemeClr val="bg1"/>
                </a:solidFill>
              </a:rPr>
              <a:t>only some </a:t>
            </a:r>
            <a:r>
              <a:rPr lang="en-US" dirty="0">
                <a:solidFill>
                  <a:schemeClr val="bg1"/>
                </a:solidFill>
              </a:rPr>
              <a:t>of the most important: </a:t>
            </a:r>
            <a:endParaRPr lang="en-US" dirty="0" smtClean="0">
              <a:solidFill>
                <a:schemeClr val="bg1"/>
              </a:solidFill>
            </a:endParaRPr>
          </a:p>
          <a:p>
            <a:r>
              <a:rPr lang="en-US" dirty="0" smtClean="0">
                <a:solidFill>
                  <a:schemeClr val="bg1"/>
                </a:solidFill>
              </a:rPr>
              <a:t>- </a:t>
            </a:r>
            <a:r>
              <a:rPr lang="en-US" dirty="0">
                <a:solidFill>
                  <a:schemeClr val="bg1"/>
                </a:solidFill>
              </a:rPr>
              <a:t>Cultural activities in </a:t>
            </a:r>
            <a:r>
              <a:rPr lang="en-US" dirty="0" smtClean="0">
                <a:solidFill>
                  <a:schemeClr val="bg1"/>
                </a:solidFill>
              </a:rPr>
              <a:t>the European </a:t>
            </a:r>
            <a:r>
              <a:rPr lang="en-US" dirty="0">
                <a:solidFill>
                  <a:schemeClr val="bg1"/>
                </a:solidFill>
              </a:rPr>
              <a:t>projects </a:t>
            </a:r>
            <a:r>
              <a:rPr lang="en-US" dirty="0" smtClean="0">
                <a:solidFill>
                  <a:schemeClr val="bg1"/>
                </a:solidFill>
              </a:rPr>
              <a:t>of Voltaire High </a:t>
            </a:r>
            <a:r>
              <a:rPr lang="en-US" dirty="0">
                <a:solidFill>
                  <a:schemeClr val="bg1"/>
                </a:solidFill>
              </a:rPr>
              <a:t>school </a:t>
            </a:r>
            <a:r>
              <a:rPr lang="en-US" dirty="0" smtClean="0">
                <a:solidFill>
                  <a:schemeClr val="bg1"/>
                </a:solidFill>
              </a:rPr>
              <a:t>in </a:t>
            </a:r>
            <a:r>
              <a:rPr lang="en-US" dirty="0">
                <a:solidFill>
                  <a:schemeClr val="bg1"/>
                </a:solidFill>
              </a:rPr>
              <a:t>which students, teachers and </a:t>
            </a:r>
            <a:r>
              <a:rPr lang="en-US" dirty="0" smtClean="0">
                <a:solidFill>
                  <a:schemeClr val="bg1"/>
                </a:solidFill>
              </a:rPr>
              <a:t>parents collaborated </a:t>
            </a:r>
            <a:r>
              <a:rPr lang="en-US" dirty="0">
                <a:solidFill>
                  <a:schemeClr val="bg1"/>
                </a:solidFill>
              </a:rPr>
              <a:t>with international partners - students and teachers from partner countries, for example, Erasmus + </a:t>
            </a:r>
            <a:r>
              <a:rPr lang="en-US" dirty="0" smtClean="0">
                <a:solidFill>
                  <a:schemeClr val="bg1"/>
                </a:solidFill>
              </a:rPr>
              <a:t>projects „Discovering </a:t>
            </a:r>
            <a:r>
              <a:rPr lang="en-US" dirty="0">
                <a:solidFill>
                  <a:schemeClr val="bg1"/>
                </a:solidFill>
              </a:rPr>
              <a:t>the European cultural heritage through the 5 senses”, „Educated and active citizenship”, „</a:t>
            </a:r>
            <a:r>
              <a:rPr lang="en-US" dirty="0" err="1" smtClean="0">
                <a:solidFill>
                  <a:schemeClr val="bg1"/>
                </a:solidFill>
              </a:rPr>
              <a:t>Terapi</a:t>
            </a:r>
            <a:r>
              <a:rPr lang="en-US" dirty="0" smtClean="0">
                <a:solidFill>
                  <a:schemeClr val="bg1"/>
                </a:solidFill>
              </a:rPr>
              <a:t>”</a:t>
            </a:r>
            <a:endParaRPr lang="ro-RO" dirty="0" smtClean="0">
              <a:solidFill>
                <a:schemeClr val="bg1"/>
              </a:solidFill>
            </a:endParaRPr>
          </a:p>
          <a:p>
            <a:pPr>
              <a:buNone/>
            </a:pPr>
            <a:endParaRPr lang="en-US" dirty="0" smtClean="0">
              <a:solidFill>
                <a:schemeClr val="bg1"/>
              </a:solidFill>
            </a:endParaRPr>
          </a:p>
          <a:p>
            <a:pPr>
              <a:buNone/>
            </a:pPr>
            <a:r>
              <a:rPr lang="ro-RO" dirty="0" smtClean="0">
                <a:solidFill>
                  <a:schemeClr val="bg1"/>
                </a:solidFill>
              </a:rPr>
              <a:t>			</a:t>
            </a:r>
            <a:r>
              <a:rPr lang="en-US" dirty="0" err="1" smtClean="0">
                <a:solidFill>
                  <a:schemeClr val="bg1"/>
                </a:solidFill>
              </a:rPr>
              <a:t>Facebook</a:t>
            </a:r>
            <a:r>
              <a:rPr lang="en-US" dirty="0" smtClean="0">
                <a:solidFill>
                  <a:schemeClr val="bg1"/>
                </a:solidFill>
              </a:rPr>
              <a:t>-https</a:t>
            </a:r>
            <a:r>
              <a:rPr lang="en-US" dirty="0">
                <a:solidFill>
                  <a:schemeClr val="bg1"/>
                </a:solidFill>
              </a:rPr>
              <a:t>://</a:t>
            </a:r>
            <a:r>
              <a:rPr lang="en-US" dirty="0" smtClean="0">
                <a:solidFill>
                  <a:schemeClr val="bg1"/>
                </a:solidFill>
              </a:rPr>
              <a:t>www.facebook.com/Empower-Update-Upgrade-</a:t>
            </a:r>
            <a:r>
              <a:rPr lang="ro-RO" dirty="0" smtClean="0">
                <a:solidFill>
                  <a:schemeClr val="bg1"/>
                </a:solidFill>
              </a:rPr>
              <a:t> </a:t>
            </a:r>
          </a:p>
          <a:p>
            <a:pPr>
              <a:buNone/>
            </a:pPr>
            <a:r>
              <a:rPr lang="ro-RO" dirty="0" smtClean="0">
                <a:solidFill>
                  <a:schemeClr val="bg1"/>
                </a:solidFill>
              </a:rPr>
              <a:t>                                                             </a:t>
            </a:r>
            <a:r>
              <a:rPr lang="en-US" dirty="0" smtClean="0">
                <a:solidFill>
                  <a:schemeClr val="bg1"/>
                </a:solidFill>
              </a:rPr>
              <a:t>100303178471028</a:t>
            </a:r>
            <a:endParaRPr lang="en-US" dirty="0">
              <a:solidFill>
                <a:schemeClr val="bg1"/>
              </a:solidFill>
            </a:endParaRPr>
          </a:p>
          <a:p>
            <a:pPr>
              <a:buNone/>
            </a:pPr>
            <a:r>
              <a:rPr lang="ro-RO" dirty="0" smtClean="0">
                <a:solidFill>
                  <a:schemeClr val="bg1"/>
                </a:solidFill>
              </a:rPr>
              <a:t>               </a:t>
            </a:r>
            <a:r>
              <a:rPr lang="en-US" dirty="0" smtClean="0">
                <a:solidFill>
                  <a:schemeClr val="bg1"/>
                </a:solidFill>
              </a:rPr>
              <a:t>Websites of the  projects</a:t>
            </a:r>
          </a:p>
          <a:p>
            <a:pPr>
              <a:buNone/>
            </a:pPr>
            <a:r>
              <a:rPr lang="en-US" dirty="0">
                <a:solidFill>
                  <a:schemeClr val="bg1"/>
                </a:solidFill>
              </a:rPr>
              <a:t> </a:t>
            </a:r>
            <a:r>
              <a:rPr lang="en-US" dirty="0" smtClean="0">
                <a:solidFill>
                  <a:schemeClr val="bg1"/>
                </a:solidFill>
              </a:rPr>
              <a:t>                      </a:t>
            </a:r>
            <a:r>
              <a:rPr lang="en-US" dirty="0" smtClean="0">
                <a:solidFill>
                  <a:schemeClr val="bg1"/>
                </a:solidFill>
              </a:rPr>
              <a:t>-</a:t>
            </a:r>
            <a:r>
              <a:rPr lang="en-US" dirty="0" smtClean="0">
                <a:solidFill>
                  <a:schemeClr val="bg1"/>
                </a:solidFill>
                <a:hlinkClick r:id="rId2"/>
              </a:rPr>
              <a:t>https</a:t>
            </a:r>
            <a:r>
              <a:rPr lang="en-US" dirty="0">
                <a:solidFill>
                  <a:schemeClr val="bg1"/>
                </a:solidFill>
                <a:hlinkClick r:id="rId2"/>
              </a:rPr>
              <a:t>://voltaire-app-euu.weebly.com</a:t>
            </a:r>
            <a:r>
              <a:rPr lang="en-US" dirty="0" smtClean="0">
                <a:solidFill>
                  <a:schemeClr val="bg1"/>
                </a:solidFill>
                <a:hlinkClick r:id="rId2"/>
              </a:rPr>
              <a:t>/</a:t>
            </a:r>
            <a:endParaRPr lang="en-US" dirty="0">
              <a:solidFill>
                <a:schemeClr val="bg1"/>
              </a:solidFill>
            </a:endParaRPr>
          </a:p>
          <a:p>
            <a:pPr>
              <a:buNone/>
            </a:pPr>
            <a:r>
              <a:rPr lang="en-US" dirty="0">
                <a:solidFill>
                  <a:schemeClr val="bg1"/>
                </a:solidFill>
                <a:hlinkClick r:id="rId3"/>
              </a:rPr>
              <a:t>	</a:t>
            </a:r>
            <a:r>
              <a:rPr lang="en-US" dirty="0" smtClean="0">
                <a:solidFill>
                  <a:schemeClr val="bg1"/>
                </a:solidFill>
                <a:hlinkClick r:id="rId3"/>
              </a:rPr>
              <a:t>		</a:t>
            </a:r>
            <a:r>
              <a:rPr lang="en-US" dirty="0" smtClean="0">
                <a:hlinkClick r:id="rId3"/>
              </a:rPr>
              <a:t>- https</a:t>
            </a:r>
            <a:r>
              <a:rPr lang="en-US" dirty="0">
                <a:hlinkClick r:id="rId3"/>
              </a:rPr>
              <a:t>://voltairemdi.weebly.com/about.html</a:t>
            </a:r>
            <a:endParaRPr lang="en-US" dirty="0"/>
          </a:p>
          <a:p>
            <a:pPr>
              <a:buNone/>
            </a:pPr>
            <a:endParaRPr lang="en-US" dirty="0">
              <a:solidFill>
                <a:schemeClr val="bg1"/>
              </a:solidFill>
            </a:endParaRPr>
          </a:p>
          <a:p>
            <a:pPr>
              <a:buNone/>
            </a:pPr>
            <a:r>
              <a:rPr lang="ro-RO" dirty="0" smtClean="0">
                <a:solidFill>
                  <a:schemeClr val="bg1"/>
                </a:solidFill>
              </a:rPr>
              <a:t>                </a:t>
            </a:r>
            <a:r>
              <a:rPr lang="en-US" dirty="0" smtClean="0">
                <a:solidFill>
                  <a:schemeClr val="bg1"/>
                </a:solidFill>
              </a:rPr>
              <a:t>http</a:t>
            </a:r>
            <a:r>
              <a:rPr lang="en-US" dirty="0">
                <a:solidFill>
                  <a:schemeClr val="bg1"/>
                </a:solidFill>
              </a:rPr>
              <a:t>://www.liceulvoltaire.ro/pagini/proiecte.htm</a:t>
            </a:r>
          </a:p>
          <a:p>
            <a:endParaRPr lang="en-US" dirty="0"/>
          </a:p>
        </p:txBody>
      </p:sp>
      <p:pic>
        <p:nvPicPr>
          <p:cNvPr id="4" name="Image 1"/>
          <p:cNvPicPr/>
          <p:nvPr/>
        </p:nvPicPr>
        <p:blipFill>
          <a:blip r:embed="rId4" cstate="print">
            <a:extLst>
              <a:ext uri="{28A0092B-C50C-407E-A947-70E740481C1C}">
                <a14:useLocalDpi xmlns:a14="http://schemas.microsoft.com/office/drawing/2010/main" val="0"/>
              </a:ext>
            </a:extLst>
          </a:blip>
          <a:srcRect/>
          <a:stretch>
            <a:fillRect/>
          </a:stretch>
        </p:blipFill>
        <p:spPr bwMode="auto">
          <a:xfrm>
            <a:off x="9218612" y="258658"/>
            <a:ext cx="2105025" cy="668020"/>
          </a:xfrm>
          <a:prstGeom prst="rect">
            <a:avLst/>
          </a:prstGeom>
          <a:noFill/>
          <a:ln>
            <a:noFill/>
          </a:ln>
        </p:spPr>
      </p:pic>
      <p:pic>
        <p:nvPicPr>
          <p:cNvPr id="5" name="Picture 4" descr="download.png"/>
          <p:cNvPicPr>
            <a:picLocks noChangeAspect="1"/>
          </p:cNvPicPr>
          <p:nvPr/>
        </p:nvPicPr>
        <p:blipFill>
          <a:blip r:embed="rId5"/>
          <a:stretch>
            <a:fillRect/>
          </a:stretch>
        </p:blipFill>
        <p:spPr>
          <a:xfrm>
            <a:off x="602572" y="2426019"/>
            <a:ext cx="568641" cy="568641"/>
          </a:xfrm>
          <a:prstGeom prst="rect">
            <a:avLst/>
          </a:prstGeom>
        </p:spPr>
      </p:pic>
      <p:pic>
        <p:nvPicPr>
          <p:cNvPr id="6" name="Picture 5" descr="go-to-web-icon-trendy-flat-style-isolated-grey-background-website-pictogram-internet-symbol-your-web-site-design-logo-137568495.jpg"/>
          <p:cNvPicPr>
            <a:picLocks noChangeAspect="1"/>
          </p:cNvPicPr>
          <p:nvPr/>
        </p:nvPicPr>
        <p:blipFill>
          <a:blip r:embed="rId6" cstate="print"/>
          <a:srcRect l="22500" t="18643" r="22115" b="29164"/>
          <a:stretch>
            <a:fillRect/>
          </a:stretch>
        </p:blipFill>
        <p:spPr>
          <a:xfrm>
            <a:off x="515836" y="3136117"/>
            <a:ext cx="678785" cy="675250"/>
          </a:xfrm>
          <a:prstGeom prst="rect">
            <a:avLst/>
          </a:prstGeom>
        </p:spPr>
      </p:pic>
    </p:spTree>
    <p:extLst>
      <p:ext uri="{BB962C8B-B14F-4D97-AF65-F5344CB8AC3E}">
        <p14:creationId xmlns:p14="http://schemas.microsoft.com/office/powerpoint/2010/main" val="2826564278"/>
      </p:ext>
    </p:extLst>
  </p:cSld>
  <p:clrMapOvr>
    <a:masterClrMapping/>
  </p:clrMapOvr>
  <p:timing>
    <p:tnLst>
      <p:par>
        <p:cTn id="1" dur="indefinite" restart="never" nodeType="tmRoot"/>
      </p:par>
    </p:tnLst>
  </p:timing>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smtClean="0"/>
              <a:t>Our activities</a:t>
            </a:r>
            <a:endParaRPr lang="en-US" dirty="0"/>
          </a:p>
        </p:txBody>
      </p:sp>
      <p:sp>
        <p:nvSpPr>
          <p:cNvPr id="3" name="Content Placeholder 2"/>
          <p:cNvSpPr>
            <a:spLocks noGrp="1"/>
          </p:cNvSpPr>
          <p:nvPr>
            <p:ph idx="1"/>
          </p:nvPr>
        </p:nvSpPr>
        <p:spPr>
          <a:xfrm>
            <a:off x="684211" y="685801"/>
            <a:ext cx="11259259" cy="2620108"/>
          </a:xfrm>
        </p:spPr>
        <p:txBody>
          <a:bodyPr/>
          <a:lstStyle/>
          <a:p>
            <a:r>
              <a:rPr lang="en-US" dirty="0"/>
              <a:t>“ World Cuisine ”- every school year, on the occasion of Voltaire </a:t>
            </a:r>
            <a:r>
              <a:rPr lang="en-US" dirty="0" err="1"/>
              <a:t>Highschool</a:t>
            </a:r>
            <a:r>
              <a:rPr lang="en-US" dirty="0"/>
              <a:t> Day, the association supports the activities organized within this special event, helping students to prepare traditional food and dress traditionally for a country that was won in a lottery (mostly European countries, but not only</a:t>
            </a:r>
            <a:r>
              <a:rPr lang="en-US" dirty="0" smtClean="0"/>
              <a:t>).</a:t>
            </a:r>
            <a:endParaRPr lang="en-US" dirty="0"/>
          </a:p>
          <a:p>
            <a:endParaRPr lang="en-US" dirty="0"/>
          </a:p>
        </p:txBody>
      </p:sp>
      <p:pic>
        <p:nvPicPr>
          <p:cNvPr id="5" name="Picture 4" descr="46493693_708648666200980_1605441689864896512_n.jpg"/>
          <p:cNvPicPr>
            <a:picLocks noChangeAspect="1"/>
          </p:cNvPicPr>
          <p:nvPr/>
        </p:nvPicPr>
        <p:blipFill>
          <a:blip r:embed="rId2"/>
          <a:stretch>
            <a:fillRect/>
          </a:stretch>
        </p:blipFill>
        <p:spPr>
          <a:xfrm>
            <a:off x="4431323" y="2616591"/>
            <a:ext cx="4843975" cy="3632982"/>
          </a:xfrm>
          <a:prstGeom prst="rect">
            <a:avLst/>
          </a:prstGeom>
          <a:ln>
            <a:noFill/>
          </a:ln>
          <a:effectLst>
            <a:outerShdw blurRad="292100" dist="139700" dir="2700000" algn="tl" rotWithShape="0">
              <a:srgbClr val="333333">
                <a:alpha val="65000"/>
              </a:srgbClr>
            </a:outerShdw>
          </a:effectLst>
        </p:spPr>
      </p:pic>
    </p:spTree>
    <p:extLst>
      <p:ext uri="{BB962C8B-B14F-4D97-AF65-F5344CB8AC3E}">
        <p14:creationId xmlns:p14="http://schemas.microsoft.com/office/powerpoint/2010/main" val="4227608910"/>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nodeType="clickEffect">
                                  <p:stCondLst>
                                    <p:cond delay="0"/>
                                  </p:stCondLst>
                                  <p:childTnLst>
                                    <p:set>
                                      <p:cBhvr>
                                        <p:cTn id="6" dur="1" fill="hold">
                                          <p:stCondLst>
                                            <p:cond delay="0"/>
                                          </p:stCondLst>
                                        </p:cTn>
                                        <p:tgtEl>
                                          <p:spTgt spid="5"/>
                                        </p:tgtEl>
                                        <p:attrNameLst>
                                          <p:attrName>style.visibility</p:attrName>
                                        </p:attrNameLst>
                                      </p:cBhvr>
                                      <p:to>
                                        <p:strVal val="visible"/>
                                      </p:to>
                                    </p:set>
                                    <p:animEffect transition="in" filter="fade">
                                      <p:cBhvr>
                                        <p:cTn id="7" dur="2000"/>
                                        <p:tgtEl>
                                          <p:spTgt spid="5"/>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smtClean="0"/>
              <a:t>Our activities</a:t>
            </a:r>
            <a:endParaRPr lang="en-US" dirty="0"/>
          </a:p>
        </p:txBody>
      </p:sp>
      <p:sp>
        <p:nvSpPr>
          <p:cNvPr id="3" name="Content Placeholder 2"/>
          <p:cNvSpPr>
            <a:spLocks noGrp="1"/>
          </p:cNvSpPr>
          <p:nvPr>
            <p:ph idx="1"/>
          </p:nvPr>
        </p:nvSpPr>
        <p:spPr>
          <a:xfrm>
            <a:off x="684212" y="685801"/>
            <a:ext cx="10949770" cy="1987062"/>
          </a:xfrm>
        </p:spPr>
        <p:txBody>
          <a:bodyPr>
            <a:normAutofit/>
          </a:bodyPr>
          <a:lstStyle/>
          <a:p>
            <a:r>
              <a:rPr lang="en-US" dirty="0"/>
              <a:t>Financial support for "Les </a:t>
            </a:r>
            <a:r>
              <a:rPr lang="en-US" dirty="0" err="1"/>
              <a:t>Ados</a:t>
            </a:r>
            <a:r>
              <a:rPr lang="en-US" dirty="0"/>
              <a:t> </a:t>
            </a:r>
            <a:r>
              <a:rPr lang="en-US" dirty="0" err="1"/>
              <a:t>cinephiles</a:t>
            </a:r>
            <a:r>
              <a:rPr lang="en-US" dirty="0"/>
              <a:t>" - a short film competition made by students </a:t>
            </a:r>
            <a:r>
              <a:rPr lang="en-US" dirty="0" smtClean="0"/>
              <a:t>at county </a:t>
            </a:r>
            <a:r>
              <a:rPr lang="en-US" dirty="0"/>
              <a:t>level, which promotes values ​​such as </a:t>
            </a:r>
            <a:r>
              <a:rPr lang="en-US" dirty="0" err="1"/>
              <a:t>interculturality</a:t>
            </a:r>
            <a:r>
              <a:rPr lang="en-US" dirty="0"/>
              <a:t> and social inclusion </a:t>
            </a:r>
            <a:endParaRPr lang="en-US" dirty="0" smtClean="0"/>
          </a:p>
          <a:p>
            <a:endParaRPr lang="en-US" dirty="0"/>
          </a:p>
          <a:p>
            <a:endParaRPr lang="en-US" dirty="0"/>
          </a:p>
        </p:txBody>
      </p:sp>
      <p:pic>
        <p:nvPicPr>
          <p:cNvPr id="5" name="Picture 4" descr="CRBF0394.JPG"/>
          <p:cNvPicPr>
            <a:picLocks noChangeAspect="1"/>
          </p:cNvPicPr>
          <p:nvPr/>
        </p:nvPicPr>
        <p:blipFill>
          <a:blip r:embed="rId2" cstate="print">
            <a:lum bright="10000" contrast="10000"/>
          </a:blip>
          <a:srcRect r="21180"/>
          <a:stretch>
            <a:fillRect/>
          </a:stretch>
        </p:blipFill>
        <p:spPr>
          <a:xfrm>
            <a:off x="4419011" y="1498209"/>
            <a:ext cx="6070797" cy="5134708"/>
          </a:xfrm>
          <a:prstGeom prst="rect">
            <a:avLst/>
          </a:prstGeom>
          <a:ln>
            <a:noFill/>
          </a:ln>
          <a:effectLst>
            <a:outerShdw blurRad="292100" dist="139700" dir="2700000" algn="tl" rotWithShape="0">
              <a:srgbClr val="333333">
                <a:alpha val="65000"/>
              </a:srgbClr>
            </a:outerShdw>
          </a:effectLst>
        </p:spPr>
      </p:pic>
    </p:spTree>
    <p:extLst>
      <p:ext uri="{BB962C8B-B14F-4D97-AF65-F5344CB8AC3E}">
        <p14:creationId xmlns:p14="http://schemas.microsoft.com/office/powerpoint/2010/main" val="1935454283"/>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nodeType="clickEffect">
                                  <p:stCondLst>
                                    <p:cond delay="0"/>
                                  </p:stCondLst>
                                  <p:childTnLst>
                                    <p:set>
                                      <p:cBhvr>
                                        <p:cTn id="6" dur="1" fill="hold">
                                          <p:stCondLst>
                                            <p:cond delay="0"/>
                                          </p:stCondLst>
                                        </p:cTn>
                                        <p:tgtEl>
                                          <p:spTgt spid="5"/>
                                        </p:tgtEl>
                                        <p:attrNameLst>
                                          <p:attrName>style.visibility</p:attrName>
                                        </p:attrNameLst>
                                      </p:cBhvr>
                                      <p:to>
                                        <p:strVal val="visible"/>
                                      </p:to>
                                    </p:set>
                                    <p:animEffect transition="in" filter="fade">
                                      <p:cBhvr>
                                        <p:cTn id="7" dur="2000"/>
                                        <p:tgtEl>
                                          <p:spTgt spid="5"/>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smtClean="0"/>
              <a:t>Our activities</a:t>
            </a:r>
            <a:endParaRPr lang="en-US" dirty="0"/>
          </a:p>
        </p:txBody>
      </p:sp>
      <p:sp>
        <p:nvSpPr>
          <p:cNvPr id="3" name="Content Placeholder 2"/>
          <p:cNvSpPr>
            <a:spLocks noGrp="1"/>
          </p:cNvSpPr>
          <p:nvPr>
            <p:ph idx="1"/>
          </p:nvPr>
        </p:nvSpPr>
        <p:spPr>
          <a:xfrm>
            <a:off x="684212" y="422032"/>
            <a:ext cx="11020108" cy="1645920"/>
          </a:xfrm>
        </p:spPr>
        <p:txBody>
          <a:bodyPr>
            <a:normAutofit fontScale="92500"/>
          </a:bodyPr>
          <a:lstStyle/>
          <a:p>
            <a:r>
              <a:rPr lang="en-US" dirty="0"/>
              <a:t>"</a:t>
            </a:r>
            <a:r>
              <a:rPr lang="en-US" dirty="0" err="1"/>
              <a:t>Euroscola</a:t>
            </a:r>
            <a:r>
              <a:rPr lang="en-US" dirty="0"/>
              <a:t>" 2019 - a competition for schools at national level in which students, parents and teachers actively participated in all types of educational activities which had as motto  "Stepping up skills" - which proved that learning can take place in all kinds of environments, for example a </a:t>
            </a:r>
            <a:r>
              <a:rPr lang="en-US" dirty="0" err="1"/>
              <a:t>Flashmob</a:t>
            </a:r>
            <a:r>
              <a:rPr lang="en-US" dirty="0"/>
              <a:t> in our city center attended by parents, teachers, students who danced synchronously on a song in the French language.</a:t>
            </a:r>
          </a:p>
          <a:p>
            <a:endParaRPr lang="en-US" dirty="0"/>
          </a:p>
        </p:txBody>
      </p:sp>
      <p:pic>
        <p:nvPicPr>
          <p:cNvPr id="4" name="Picture 3" descr="70997500_1617258605076602_211421427297943552_o.jpg"/>
          <p:cNvPicPr>
            <a:picLocks noChangeAspect="1"/>
          </p:cNvPicPr>
          <p:nvPr/>
        </p:nvPicPr>
        <p:blipFill>
          <a:blip r:embed="rId2">
            <a:lum bright="10000" contrast="10000"/>
          </a:blip>
          <a:srcRect l="11744" t="11527" b="5908"/>
          <a:stretch>
            <a:fillRect/>
          </a:stretch>
        </p:blipFill>
        <p:spPr>
          <a:xfrm>
            <a:off x="5148775" y="2124221"/>
            <a:ext cx="5744308" cy="4030394"/>
          </a:xfrm>
          <a:prstGeom prst="rect">
            <a:avLst/>
          </a:prstGeom>
          <a:ln>
            <a:noFill/>
          </a:ln>
          <a:effectLst>
            <a:outerShdw blurRad="292100" dist="139700" dir="2700000" algn="tl" rotWithShape="0">
              <a:srgbClr val="333333">
                <a:alpha val="65000"/>
              </a:srgbClr>
            </a:outerShdw>
          </a:effectLst>
        </p:spPr>
      </p:pic>
    </p:spTree>
    <p:extLst>
      <p:ext uri="{BB962C8B-B14F-4D97-AF65-F5344CB8AC3E}">
        <p14:creationId xmlns:p14="http://schemas.microsoft.com/office/powerpoint/2010/main" val="4107982354"/>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nodeType="clickEffect">
                                  <p:stCondLst>
                                    <p:cond delay="0"/>
                                  </p:stCondLst>
                                  <p:childTnLst>
                                    <p:set>
                                      <p:cBhvr>
                                        <p:cTn id="6" dur="1" fill="hold">
                                          <p:stCondLst>
                                            <p:cond delay="0"/>
                                          </p:stCondLst>
                                        </p:cTn>
                                        <p:tgtEl>
                                          <p:spTgt spid="4"/>
                                        </p:tgtEl>
                                        <p:attrNameLst>
                                          <p:attrName>style.visibility</p:attrName>
                                        </p:attrNameLst>
                                      </p:cBhvr>
                                      <p:to>
                                        <p:strVal val="visible"/>
                                      </p:to>
                                    </p:set>
                                    <p:animEffect transition="in" filter="fade">
                                      <p:cBhvr>
                                        <p:cTn id="7" dur="2000"/>
                                        <p:tgtEl>
                                          <p:spTgt spid="4"/>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1303190" y="5176649"/>
            <a:ext cx="8534400" cy="1507067"/>
          </a:xfrm>
        </p:spPr>
        <p:txBody>
          <a:bodyPr/>
          <a:lstStyle/>
          <a:p>
            <a:r>
              <a:rPr lang="en-US" dirty="0" smtClean="0"/>
              <a:t>Our activities</a:t>
            </a:r>
            <a:endParaRPr lang="en-US" dirty="0"/>
          </a:p>
        </p:txBody>
      </p:sp>
      <p:sp>
        <p:nvSpPr>
          <p:cNvPr id="3" name="Content Placeholder 2"/>
          <p:cNvSpPr>
            <a:spLocks noGrp="1"/>
          </p:cNvSpPr>
          <p:nvPr>
            <p:ph idx="1"/>
          </p:nvPr>
        </p:nvSpPr>
        <p:spPr>
          <a:xfrm>
            <a:off x="684211" y="685801"/>
            <a:ext cx="10752823" cy="1972994"/>
          </a:xfrm>
        </p:spPr>
        <p:txBody>
          <a:bodyPr/>
          <a:lstStyle/>
          <a:p>
            <a:r>
              <a:rPr lang="en-US" dirty="0" smtClean="0"/>
              <a:t>Socialization </a:t>
            </a:r>
            <a:r>
              <a:rPr lang="en-US" dirty="0"/>
              <a:t>activities on the occasion of the 1st and 8th of March, when the parents were pleasantly surprised by the </a:t>
            </a:r>
            <a:r>
              <a:rPr lang="en-US" dirty="0" smtClean="0"/>
              <a:t>activities proposed </a:t>
            </a:r>
            <a:r>
              <a:rPr lang="en-US" dirty="0"/>
              <a:t>by the teachers of the association and their </a:t>
            </a:r>
            <a:r>
              <a:rPr lang="en-US" dirty="0" smtClean="0"/>
              <a:t>children.</a:t>
            </a:r>
            <a:endParaRPr lang="en-US" dirty="0"/>
          </a:p>
          <a:p>
            <a:endParaRPr lang="en-US" dirty="0"/>
          </a:p>
          <a:p>
            <a:endParaRPr lang="en-US" dirty="0"/>
          </a:p>
        </p:txBody>
      </p:sp>
      <p:pic>
        <p:nvPicPr>
          <p:cNvPr id="5" name="Picture 4" descr="8martie.jpg"/>
          <p:cNvPicPr>
            <a:picLocks noChangeAspect="1"/>
          </p:cNvPicPr>
          <p:nvPr/>
        </p:nvPicPr>
        <p:blipFill>
          <a:blip r:embed="rId2"/>
          <a:stretch>
            <a:fillRect/>
          </a:stretch>
        </p:blipFill>
        <p:spPr>
          <a:xfrm>
            <a:off x="2096086" y="1839352"/>
            <a:ext cx="7183902" cy="3232756"/>
          </a:xfrm>
          <a:prstGeom prst="rect">
            <a:avLst/>
          </a:prstGeom>
          <a:ln>
            <a:noFill/>
          </a:ln>
          <a:effectLst>
            <a:outerShdw blurRad="292100" dist="139700" dir="2700000" algn="tl" rotWithShape="0">
              <a:srgbClr val="333333">
                <a:alpha val="65000"/>
              </a:srgbClr>
            </a:outerShdw>
          </a:effectLst>
        </p:spPr>
      </p:pic>
    </p:spTree>
    <p:extLst>
      <p:ext uri="{BB962C8B-B14F-4D97-AF65-F5344CB8AC3E}">
        <p14:creationId xmlns:p14="http://schemas.microsoft.com/office/powerpoint/2010/main" val="4091437790"/>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nodeType="clickEffect">
                                  <p:stCondLst>
                                    <p:cond delay="0"/>
                                  </p:stCondLst>
                                  <p:childTnLst>
                                    <p:set>
                                      <p:cBhvr>
                                        <p:cTn id="6" dur="1" fill="hold">
                                          <p:stCondLst>
                                            <p:cond delay="0"/>
                                          </p:stCondLst>
                                        </p:cTn>
                                        <p:tgtEl>
                                          <p:spTgt spid="5"/>
                                        </p:tgtEl>
                                        <p:attrNameLst>
                                          <p:attrName>style.visibility</p:attrName>
                                        </p:attrNameLst>
                                      </p:cBhvr>
                                      <p:to>
                                        <p:strVal val="visible"/>
                                      </p:to>
                                    </p:set>
                                    <p:animEffect transition="in" filter="fade">
                                      <p:cBhvr>
                                        <p:cTn id="7" dur="2000"/>
                                        <p:tgtEl>
                                          <p:spTgt spid="5"/>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smtClean="0"/>
              <a:t>Our activities</a:t>
            </a:r>
            <a:endParaRPr lang="en-US" dirty="0"/>
          </a:p>
        </p:txBody>
      </p:sp>
      <p:sp>
        <p:nvSpPr>
          <p:cNvPr id="3" name="Content Placeholder 2"/>
          <p:cNvSpPr>
            <a:spLocks noGrp="1"/>
          </p:cNvSpPr>
          <p:nvPr>
            <p:ph idx="1"/>
          </p:nvPr>
        </p:nvSpPr>
        <p:spPr>
          <a:xfrm>
            <a:off x="684212" y="685801"/>
            <a:ext cx="11034176" cy="1227406"/>
          </a:xfrm>
        </p:spPr>
        <p:txBody>
          <a:bodyPr/>
          <a:lstStyle/>
          <a:p>
            <a:r>
              <a:rPr lang="en-US" dirty="0" smtClean="0"/>
              <a:t>Traditional </a:t>
            </a:r>
            <a:r>
              <a:rPr lang="en-US" dirty="0"/>
              <a:t>activities </a:t>
            </a:r>
            <a:r>
              <a:rPr lang="en-US" dirty="0" smtClean="0"/>
              <a:t>“La </a:t>
            </a:r>
            <a:r>
              <a:rPr lang="en-US" dirty="0" err="1" smtClean="0"/>
              <a:t>sezatoare</a:t>
            </a:r>
            <a:r>
              <a:rPr lang="en-US" dirty="0" smtClean="0"/>
              <a:t>" - an </a:t>
            </a:r>
            <a:r>
              <a:rPr lang="en-US" dirty="0"/>
              <a:t>intergenerational activity that </a:t>
            </a:r>
            <a:r>
              <a:rPr lang="en-US" dirty="0" smtClean="0"/>
              <a:t>had </a:t>
            </a:r>
            <a:r>
              <a:rPr lang="en-US" dirty="0"/>
              <a:t>the aim of </a:t>
            </a:r>
            <a:r>
              <a:rPr lang="en-US" dirty="0" smtClean="0"/>
              <a:t>showing the importance of preserving </a:t>
            </a:r>
            <a:r>
              <a:rPr lang="en-US" dirty="0"/>
              <a:t>the Romanian traditions and transmitting them to the new generation</a:t>
            </a:r>
          </a:p>
          <a:p>
            <a:endParaRPr lang="en-US" dirty="0"/>
          </a:p>
          <a:p>
            <a:endParaRPr lang="en-US" dirty="0"/>
          </a:p>
        </p:txBody>
      </p:sp>
      <p:pic>
        <p:nvPicPr>
          <p:cNvPr id="6" name="Picture 5" descr="78309556_1685065938295868_904224331024826368_o.jpg"/>
          <p:cNvPicPr>
            <a:picLocks noChangeAspect="1"/>
          </p:cNvPicPr>
          <p:nvPr/>
        </p:nvPicPr>
        <p:blipFill>
          <a:blip r:embed="rId2" cstate="print"/>
          <a:stretch>
            <a:fillRect/>
          </a:stretch>
        </p:blipFill>
        <p:spPr>
          <a:xfrm>
            <a:off x="4501661" y="1178169"/>
            <a:ext cx="6119447" cy="4589585"/>
          </a:xfrm>
          <a:prstGeom prst="rect">
            <a:avLst/>
          </a:prstGeom>
          <a:ln>
            <a:noFill/>
          </a:ln>
          <a:effectLst>
            <a:outerShdw blurRad="292100" dist="139700" dir="2700000" algn="tl" rotWithShape="0">
              <a:srgbClr val="333333">
                <a:alpha val="65000"/>
              </a:srgbClr>
            </a:outerShdw>
          </a:effectLst>
        </p:spPr>
      </p:pic>
      <p:pic>
        <p:nvPicPr>
          <p:cNvPr id="10" name="Picture 9" descr="186486137_2192930847509372_883789143472933526_n.jpg"/>
          <p:cNvPicPr>
            <a:picLocks noChangeAspect="1"/>
          </p:cNvPicPr>
          <p:nvPr/>
        </p:nvPicPr>
        <p:blipFill>
          <a:blip r:embed="rId3" cstate="print"/>
          <a:stretch>
            <a:fillRect/>
          </a:stretch>
        </p:blipFill>
        <p:spPr>
          <a:xfrm>
            <a:off x="1292761" y="1420837"/>
            <a:ext cx="2690446" cy="3587261"/>
          </a:xfrm>
          <a:prstGeom prst="rect">
            <a:avLst/>
          </a:prstGeom>
          <a:ln>
            <a:noFill/>
          </a:ln>
          <a:effectLst>
            <a:outerShdw blurRad="292100" dist="139700" dir="2700000" algn="tl" rotWithShape="0">
              <a:srgbClr val="333333">
                <a:alpha val="65000"/>
              </a:srgbClr>
            </a:outerShdw>
          </a:effectLst>
        </p:spPr>
      </p:pic>
    </p:spTree>
    <p:extLst>
      <p:ext uri="{BB962C8B-B14F-4D97-AF65-F5344CB8AC3E}">
        <p14:creationId xmlns:p14="http://schemas.microsoft.com/office/powerpoint/2010/main" val="4019656102"/>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nodeType="clickEffect">
                                  <p:stCondLst>
                                    <p:cond delay="0"/>
                                  </p:stCondLst>
                                  <p:childTnLst>
                                    <p:set>
                                      <p:cBhvr>
                                        <p:cTn id="6" dur="1" fill="hold">
                                          <p:stCondLst>
                                            <p:cond delay="0"/>
                                          </p:stCondLst>
                                        </p:cTn>
                                        <p:tgtEl>
                                          <p:spTgt spid="10"/>
                                        </p:tgtEl>
                                        <p:attrNameLst>
                                          <p:attrName>style.visibility</p:attrName>
                                        </p:attrNameLst>
                                      </p:cBhvr>
                                      <p:to>
                                        <p:strVal val="visible"/>
                                      </p:to>
                                    </p:set>
                                    <p:animEffect transition="in" filter="fade">
                                      <p:cBhvr>
                                        <p:cTn id="7" dur="2000"/>
                                        <p:tgtEl>
                                          <p:spTgt spid="10"/>
                                        </p:tgtEl>
                                      </p:cBhvr>
                                    </p:animEffect>
                                  </p:childTnLst>
                                </p:cTn>
                              </p:par>
                            </p:childTnLst>
                          </p:cTn>
                        </p:par>
                      </p:childTnLst>
                    </p:cTn>
                  </p:par>
                  <p:par>
                    <p:cTn id="8" fill="hold">
                      <p:stCondLst>
                        <p:cond delay="indefinite"/>
                      </p:stCondLst>
                      <p:childTnLst>
                        <p:par>
                          <p:cTn id="9" fill="hold">
                            <p:stCondLst>
                              <p:cond delay="0"/>
                            </p:stCondLst>
                            <p:childTnLst>
                              <p:par>
                                <p:cTn id="10" presetID="10" presetClass="entr" presetSubtype="0" fill="hold" nodeType="clickEffect">
                                  <p:stCondLst>
                                    <p:cond delay="0"/>
                                  </p:stCondLst>
                                  <p:childTnLst>
                                    <p:set>
                                      <p:cBhvr>
                                        <p:cTn id="11" dur="1" fill="hold">
                                          <p:stCondLst>
                                            <p:cond delay="0"/>
                                          </p:stCondLst>
                                        </p:cTn>
                                        <p:tgtEl>
                                          <p:spTgt spid="6"/>
                                        </p:tgtEl>
                                        <p:attrNameLst>
                                          <p:attrName>style.visibility</p:attrName>
                                        </p:attrNameLst>
                                      </p:cBhvr>
                                      <p:to>
                                        <p:strVal val="visible"/>
                                      </p:to>
                                    </p:set>
                                    <p:animEffect transition="in" filter="fade">
                                      <p:cBhvr>
                                        <p:cTn id="12" dur="2000"/>
                                        <p:tgtEl>
                                          <p:spTgt spid="6"/>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191843" y="5176649"/>
            <a:ext cx="3761179" cy="1507067"/>
          </a:xfrm>
        </p:spPr>
        <p:txBody>
          <a:bodyPr/>
          <a:lstStyle/>
          <a:p>
            <a:r>
              <a:rPr lang="en-US" dirty="0" smtClean="0"/>
              <a:t>Our activities</a:t>
            </a:r>
            <a:endParaRPr lang="en-US" dirty="0"/>
          </a:p>
        </p:txBody>
      </p:sp>
      <p:sp>
        <p:nvSpPr>
          <p:cNvPr id="3" name="Content Placeholder 2"/>
          <p:cNvSpPr>
            <a:spLocks noGrp="1"/>
          </p:cNvSpPr>
          <p:nvPr>
            <p:ph idx="1"/>
          </p:nvPr>
        </p:nvSpPr>
        <p:spPr>
          <a:xfrm>
            <a:off x="407963" y="685801"/>
            <a:ext cx="11338559" cy="1100796"/>
          </a:xfrm>
        </p:spPr>
        <p:txBody>
          <a:bodyPr/>
          <a:lstStyle/>
          <a:p>
            <a:r>
              <a:rPr lang="en-US" dirty="0"/>
              <a:t>"Youth competition" that seeks to </a:t>
            </a:r>
            <a:r>
              <a:rPr lang="en-US" dirty="0" smtClean="0"/>
              <a:t>enhance intelligence </a:t>
            </a:r>
            <a:r>
              <a:rPr lang="en-US" dirty="0"/>
              <a:t>and creative potential of young people</a:t>
            </a:r>
          </a:p>
          <a:p>
            <a:endParaRPr lang="en-US" dirty="0"/>
          </a:p>
          <a:p>
            <a:endParaRPr lang="en-US" dirty="0"/>
          </a:p>
        </p:txBody>
      </p:sp>
      <p:pic>
        <p:nvPicPr>
          <p:cNvPr id="4" name="Picture 3" descr="18740073_713322268875248_8619288077172245503_n.jpg"/>
          <p:cNvPicPr>
            <a:picLocks noChangeAspect="1"/>
          </p:cNvPicPr>
          <p:nvPr/>
        </p:nvPicPr>
        <p:blipFill>
          <a:blip r:embed="rId2"/>
          <a:stretch>
            <a:fillRect/>
          </a:stretch>
        </p:blipFill>
        <p:spPr>
          <a:xfrm>
            <a:off x="3790656" y="1154722"/>
            <a:ext cx="7341578" cy="4894385"/>
          </a:xfrm>
          <a:prstGeom prst="rect">
            <a:avLst/>
          </a:prstGeom>
          <a:ln>
            <a:noFill/>
          </a:ln>
          <a:effectLst>
            <a:outerShdw blurRad="292100" dist="139700" dir="2700000" algn="tl" rotWithShape="0">
              <a:srgbClr val="333333">
                <a:alpha val="65000"/>
              </a:srgbClr>
            </a:outerShdw>
          </a:effectLst>
        </p:spPr>
      </p:pic>
    </p:spTree>
    <p:extLst>
      <p:ext uri="{BB962C8B-B14F-4D97-AF65-F5344CB8AC3E}">
        <p14:creationId xmlns:p14="http://schemas.microsoft.com/office/powerpoint/2010/main" val="1065757443"/>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nodeType="clickEffect">
                                  <p:stCondLst>
                                    <p:cond delay="0"/>
                                  </p:stCondLst>
                                  <p:childTnLst>
                                    <p:set>
                                      <p:cBhvr>
                                        <p:cTn id="6" dur="1" fill="hold">
                                          <p:stCondLst>
                                            <p:cond delay="0"/>
                                          </p:stCondLst>
                                        </p:cTn>
                                        <p:tgtEl>
                                          <p:spTgt spid="4"/>
                                        </p:tgtEl>
                                        <p:attrNameLst>
                                          <p:attrName>style.visibility</p:attrName>
                                        </p:attrNameLst>
                                      </p:cBhvr>
                                      <p:to>
                                        <p:strVal val="visible"/>
                                      </p:to>
                                    </p:set>
                                    <p:animEffect transition="in" filter="fade">
                                      <p:cBhvr>
                                        <p:cTn id="7" dur="2000"/>
                                        <p:tgtEl>
                                          <p:spTgt spid="4"/>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smtClean="0"/>
              <a:t>Our third Erasmus+ project</a:t>
            </a:r>
            <a:endParaRPr lang="en-US" dirty="0"/>
          </a:p>
        </p:txBody>
      </p:sp>
      <p:pic>
        <p:nvPicPr>
          <p:cNvPr id="4" name="Image 1"/>
          <p:cNvPicPr>
            <a:picLocks noGrp="1"/>
          </p:cNvPicPr>
          <p:nvPr>
            <p:ph idx="1"/>
          </p:nvPr>
        </p:nvPicPr>
        <p:blipFill>
          <a:blip r:embed="rId2" cstate="print">
            <a:extLst>
              <a:ext uri="{28A0092B-C50C-407E-A947-70E740481C1C}">
                <a14:useLocalDpi xmlns:a14="http://schemas.microsoft.com/office/drawing/2010/main" val="0"/>
              </a:ext>
            </a:extLst>
          </a:blip>
          <a:srcRect/>
          <a:stretch>
            <a:fillRect/>
          </a:stretch>
        </p:blipFill>
        <p:spPr bwMode="auto">
          <a:xfrm>
            <a:off x="9385474" y="203012"/>
            <a:ext cx="2190404" cy="694113"/>
          </a:xfrm>
          <a:prstGeom prst="rect">
            <a:avLst/>
          </a:prstGeom>
          <a:noFill/>
          <a:ln>
            <a:noFill/>
          </a:ln>
        </p:spPr>
      </p:pic>
      <p:sp>
        <p:nvSpPr>
          <p:cNvPr id="5" name="Rectangle 4"/>
          <p:cNvSpPr/>
          <p:nvPr/>
        </p:nvSpPr>
        <p:spPr>
          <a:xfrm>
            <a:off x="3048000" y="3105835"/>
            <a:ext cx="6096000" cy="1938992"/>
          </a:xfrm>
          <a:prstGeom prst="rect">
            <a:avLst/>
          </a:prstGeom>
        </p:spPr>
        <p:txBody>
          <a:bodyPr>
            <a:spAutoFit/>
          </a:bodyPr>
          <a:lstStyle/>
          <a:p>
            <a:r>
              <a:rPr lang="fr-FR" sz="2400" dirty="0"/>
              <a:t>“ </a:t>
            </a:r>
            <a:r>
              <a:rPr lang="fr-FR" sz="2400" dirty="0" err="1" smtClean="0"/>
              <a:t>Include</a:t>
            </a:r>
            <a:r>
              <a:rPr lang="fr-FR" sz="2400" dirty="0" smtClean="0"/>
              <a:t> All! </a:t>
            </a:r>
            <a:r>
              <a:rPr lang="fr-FR" sz="2400" dirty="0" err="1" smtClean="0"/>
              <a:t>Inform</a:t>
            </a:r>
            <a:r>
              <a:rPr lang="fr-FR" sz="2400" dirty="0" smtClean="0"/>
              <a:t> all! Invest in all!“</a:t>
            </a:r>
            <a:endParaRPr lang="en-US" sz="2400" dirty="0"/>
          </a:p>
          <a:p>
            <a:r>
              <a:rPr lang="fr-FR" sz="2400" dirty="0" smtClean="0"/>
              <a:t> </a:t>
            </a:r>
            <a:r>
              <a:rPr lang="fr-FR" sz="2400" dirty="0" err="1" smtClean="0"/>
              <a:t>Include</a:t>
            </a:r>
            <a:r>
              <a:rPr lang="fr-FR" sz="2400" dirty="0" smtClean="0"/>
              <a:t>-i </a:t>
            </a:r>
            <a:r>
              <a:rPr lang="fr-FR" sz="2400" dirty="0" err="1"/>
              <a:t>pe</a:t>
            </a:r>
            <a:r>
              <a:rPr lang="fr-FR" sz="2400" dirty="0"/>
              <a:t> </a:t>
            </a:r>
            <a:r>
              <a:rPr lang="fr-FR" sz="2400" dirty="0" err="1"/>
              <a:t>toti</a:t>
            </a:r>
            <a:r>
              <a:rPr lang="fr-FR" sz="2400" dirty="0"/>
              <a:t>! </a:t>
            </a:r>
            <a:r>
              <a:rPr lang="fr-FR" sz="2400" dirty="0" err="1"/>
              <a:t>Informeaza</a:t>
            </a:r>
            <a:r>
              <a:rPr lang="fr-FR" sz="2400" dirty="0"/>
              <a:t>-i </a:t>
            </a:r>
            <a:r>
              <a:rPr lang="fr-FR" sz="2400" dirty="0" err="1"/>
              <a:t>pe</a:t>
            </a:r>
            <a:r>
              <a:rPr lang="fr-FR" sz="2400" dirty="0"/>
              <a:t> </a:t>
            </a:r>
            <a:r>
              <a:rPr lang="fr-FR" sz="2400" dirty="0" err="1"/>
              <a:t>toti</a:t>
            </a:r>
            <a:r>
              <a:rPr lang="fr-FR" sz="2400" dirty="0"/>
              <a:t>! </a:t>
            </a:r>
            <a:r>
              <a:rPr lang="fr-FR" sz="2400" dirty="0" err="1"/>
              <a:t>Investeste</a:t>
            </a:r>
            <a:r>
              <a:rPr lang="fr-FR" sz="2400" dirty="0"/>
              <a:t> in </a:t>
            </a:r>
            <a:r>
              <a:rPr lang="fr-FR" sz="2400" dirty="0" err="1"/>
              <a:t>toti</a:t>
            </a:r>
            <a:r>
              <a:rPr lang="fr-FR" sz="2400" dirty="0" smtClean="0"/>
              <a:t>!</a:t>
            </a:r>
          </a:p>
          <a:p>
            <a:r>
              <a:rPr lang="fr-FR" sz="2400" dirty="0" smtClean="0"/>
              <a:t>Erasmus</a:t>
            </a:r>
            <a:r>
              <a:rPr lang="fr-FR" sz="2400" dirty="0"/>
              <a:t>+ </a:t>
            </a:r>
            <a:r>
              <a:rPr lang="fr-FR" sz="2400" dirty="0" smtClean="0"/>
              <a:t>Project no. </a:t>
            </a:r>
            <a:r>
              <a:rPr lang="fr-FR" sz="2400" dirty="0"/>
              <a:t/>
            </a:r>
            <a:br>
              <a:rPr lang="fr-FR" sz="2400" dirty="0"/>
            </a:br>
            <a:r>
              <a:rPr lang="fr-FR" sz="2400" dirty="0"/>
              <a:t>2024-2-RO01-KA122-ADU-000279325</a:t>
            </a:r>
            <a:endParaRPr lang="en-US" sz="2400" dirty="0"/>
          </a:p>
        </p:txBody>
      </p:sp>
    </p:spTree>
    <p:extLst>
      <p:ext uri="{BB962C8B-B14F-4D97-AF65-F5344CB8AC3E}">
        <p14:creationId xmlns:p14="http://schemas.microsoft.com/office/powerpoint/2010/main" val="2280643006"/>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r>
              <a:rPr lang="en-US" dirty="0"/>
              <a:t/>
            </a:r>
            <a:br>
              <a:rPr lang="en-US" dirty="0"/>
            </a:br>
            <a:endParaRPr lang="en-US" dirty="0"/>
          </a:p>
        </p:txBody>
      </p:sp>
      <p:sp>
        <p:nvSpPr>
          <p:cNvPr id="3" name="Content Placeholder 2"/>
          <p:cNvSpPr>
            <a:spLocks noGrp="1"/>
          </p:cNvSpPr>
          <p:nvPr>
            <p:ph idx="1"/>
          </p:nvPr>
        </p:nvSpPr>
        <p:spPr/>
        <p:txBody>
          <a:bodyPr/>
          <a:lstStyle/>
          <a:p>
            <a:r>
              <a:rPr lang="fr-FR" dirty="0" smtClean="0"/>
              <a:t>The Objectives of the </a:t>
            </a:r>
            <a:r>
              <a:rPr lang="fr-FR" dirty="0" err="1" smtClean="0"/>
              <a:t>project</a:t>
            </a:r>
            <a:r>
              <a:rPr lang="fr-FR" dirty="0"/>
              <a:t> “ </a:t>
            </a:r>
            <a:r>
              <a:rPr lang="fr-FR" dirty="0" err="1"/>
              <a:t>Include</a:t>
            </a:r>
            <a:r>
              <a:rPr lang="fr-FR" dirty="0"/>
              <a:t> All! </a:t>
            </a:r>
            <a:r>
              <a:rPr lang="fr-FR" dirty="0" err="1"/>
              <a:t>Inform</a:t>
            </a:r>
            <a:r>
              <a:rPr lang="fr-FR" dirty="0"/>
              <a:t> all! Invest in all!“</a:t>
            </a:r>
            <a:r>
              <a:rPr lang="fr-FR" dirty="0" smtClean="0"/>
              <a:t> are</a:t>
            </a:r>
            <a:r>
              <a:rPr lang="fr-FR" dirty="0"/>
              <a:t> :</a:t>
            </a:r>
            <a:endParaRPr lang="en-US" dirty="0"/>
          </a:p>
          <a:p>
            <a:pPr lvl="0"/>
            <a:r>
              <a:rPr lang="fr-FR" dirty="0" err="1" smtClean="0"/>
              <a:t>Acquiring</a:t>
            </a:r>
            <a:r>
              <a:rPr lang="fr-FR" dirty="0" smtClean="0"/>
              <a:t> </a:t>
            </a:r>
            <a:r>
              <a:rPr lang="fr-FR" dirty="0" err="1" smtClean="0"/>
              <a:t>lifelong</a:t>
            </a:r>
            <a:r>
              <a:rPr lang="fr-FR" dirty="0" smtClean="0"/>
              <a:t> </a:t>
            </a:r>
            <a:r>
              <a:rPr lang="fr-FR" dirty="0" err="1" smtClean="0"/>
              <a:t>learning</a:t>
            </a:r>
            <a:r>
              <a:rPr lang="fr-FR" dirty="0" smtClean="0"/>
              <a:t> non-</a:t>
            </a:r>
            <a:r>
              <a:rPr lang="fr-FR" dirty="0" err="1" smtClean="0"/>
              <a:t>formale</a:t>
            </a:r>
            <a:r>
              <a:rPr lang="fr-FR" dirty="0" smtClean="0"/>
              <a:t> and </a:t>
            </a:r>
            <a:r>
              <a:rPr lang="fr-FR" dirty="0" err="1" smtClean="0"/>
              <a:t>informal</a:t>
            </a:r>
            <a:r>
              <a:rPr lang="fr-FR" dirty="0" smtClean="0"/>
              <a:t> </a:t>
            </a:r>
            <a:r>
              <a:rPr lang="fr-FR" dirty="0" err="1" smtClean="0"/>
              <a:t>methods</a:t>
            </a:r>
            <a:endParaRPr lang="fr-FR" dirty="0"/>
          </a:p>
          <a:p>
            <a:pPr lvl="0"/>
            <a:r>
              <a:rPr lang="en-US" dirty="0" smtClean="0"/>
              <a:t>Developing entrepreneurial competences</a:t>
            </a:r>
            <a:endParaRPr lang="en-US" dirty="0"/>
          </a:p>
          <a:p>
            <a:r>
              <a:rPr lang="en-US" dirty="0" smtClean="0"/>
              <a:t>Developing competences of inclusion, active citizenship and adapting to the worldwide social and economical context</a:t>
            </a:r>
            <a:endParaRPr lang="en-US" dirty="0"/>
          </a:p>
          <a:p>
            <a:pPr marL="0" indent="0">
              <a:buNone/>
            </a:pPr>
            <a:endParaRPr lang="en-US" dirty="0"/>
          </a:p>
        </p:txBody>
      </p:sp>
    </p:spTree>
    <p:extLst>
      <p:ext uri="{BB962C8B-B14F-4D97-AF65-F5344CB8AC3E}">
        <p14:creationId xmlns:p14="http://schemas.microsoft.com/office/powerpoint/2010/main" val="2073856824"/>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5" name="Image 1"/>
          <p:cNvPicPr/>
          <p:nvPr/>
        </p:nvPicPr>
        <p:blipFill>
          <a:blip r:embed="rId2" cstate="print">
            <a:extLst>
              <a:ext uri="{28A0092B-C50C-407E-A947-70E740481C1C}">
                <a14:useLocalDpi xmlns:a14="http://schemas.microsoft.com/office/drawing/2010/main" val="0"/>
              </a:ext>
            </a:extLst>
          </a:blip>
          <a:srcRect/>
          <a:stretch>
            <a:fillRect/>
          </a:stretch>
        </p:blipFill>
        <p:spPr bwMode="auto">
          <a:xfrm>
            <a:off x="9284676" y="207497"/>
            <a:ext cx="2644727" cy="720972"/>
          </a:xfrm>
          <a:prstGeom prst="rect">
            <a:avLst/>
          </a:prstGeom>
          <a:noFill/>
          <a:ln>
            <a:noFill/>
          </a:ln>
        </p:spPr>
      </p:pic>
      <p:sp>
        <p:nvSpPr>
          <p:cNvPr id="11" name="Title 1"/>
          <p:cNvSpPr>
            <a:spLocks noGrp="1"/>
          </p:cNvSpPr>
          <p:nvPr>
            <p:ph type="title"/>
          </p:nvPr>
        </p:nvSpPr>
        <p:spPr>
          <a:xfrm>
            <a:off x="-1" y="5632287"/>
            <a:ext cx="11929403" cy="1225713"/>
          </a:xfrm>
        </p:spPr>
        <p:txBody>
          <a:bodyPr>
            <a:normAutofit/>
          </a:bodyPr>
          <a:lstStyle/>
          <a:p>
            <a:r>
              <a:rPr lang="en-US" dirty="0" smtClean="0"/>
              <a:t>Our second Erasmus + project </a:t>
            </a:r>
            <a:br>
              <a:rPr lang="en-US" dirty="0" smtClean="0"/>
            </a:br>
            <a:r>
              <a:rPr lang="en-US" dirty="0" smtClean="0"/>
              <a:t>“Motivate! Develop! Involve!”</a:t>
            </a:r>
            <a:endParaRPr lang="en-US" dirty="0"/>
          </a:p>
        </p:txBody>
      </p:sp>
      <p:pic>
        <p:nvPicPr>
          <p:cNvPr id="3" name="Content Placeholder 2"/>
          <p:cNvPicPr>
            <a:picLocks noGrp="1" noChangeAspect="1"/>
          </p:cNvPicPr>
          <p:nvPr>
            <p:ph idx="1"/>
          </p:nvPr>
        </p:nvPicPr>
        <p:blipFill>
          <a:blip r:embed="rId3" cstate="print">
            <a:extLst>
              <a:ext uri="{28A0092B-C50C-407E-A947-70E740481C1C}">
                <a14:useLocalDpi xmlns:a14="http://schemas.microsoft.com/office/drawing/2010/main" val="0"/>
              </a:ext>
            </a:extLst>
          </a:blip>
          <a:stretch>
            <a:fillRect/>
          </a:stretch>
        </p:blipFill>
        <p:spPr>
          <a:xfrm>
            <a:off x="1578437" y="1171575"/>
            <a:ext cx="4386263" cy="3614738"/>
          </a:xfrm>
        </p:spPr>
      </p:pic>
      <p:pic>
        <p:nvPicPr>
          <p:cNvPr id="6" name="Picture 5"/>
          <p:cNvPicPr>
            <a:picLocks noChangeAspect="1"/>
          </p:cNvPicPr>
          <p:nvPr/>
        </p:nvPicPr>
        <p:blipFill>
          <a:blip r:embed="rId4" cstate="print">
            <a:extLst>
              <a:ext uri="{28A0092B-C50C-407E-A947-70E740481C1C}">
                <a14:useLocalDpi xmlns:a14="http://schemas.microsoft.com/office/drawing/2010/main" val="0"/>
              </a:ext>
            </a:extLst>
          </a:blip>
          <a:stretch>
            <a:fillRect/>
          </a:stretch>
        </p:blipFill>
        <p:spPr>
          <a:xfrm>
            <a:off x="6143625" y="1171575"/>
            <a:ext cx="4610100" cy="3614738"/>
          </a:xfrm>
          <a:prstGeom prst="rect">
            <a:avLst/>
          </a:prstGeom>
        </p:spPr>
      </p:pic>
    </p:spTree>
    <p:extLst>
      <p:ext uri="{BB962C8B-B14F-4D97-AF65-F5344CB8AC3E}">
        <p14:creationId xmlns:p14="http://schemas.microsoft.com/office/powerpoint/2010/main" val="4237134765"/>
      </p:ext>
    </p:extLst>
  </p:cSld>
  <p:clrMapOvr>
    <a:masterClrMapping/>
  </p:clrMapOvr>
  <p:timing>
    <p:tnLst>
      <p:par>
        <p:cTn id="1" dur="indefinite" restart="never" nodeType="tmRoot"/>
      </p:par>
    </p:tnLst>
  </p:timing>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smtClean="0"/>
              <a:t>“Motivate! </a:t>
            </a:r>
            <a:r>
              <a:rPr lang="en-US" dirty="0" err="1" smtClean="0"/>
              <a:t>DeVELOP</a:t>
            </a:r>
            <a:r>
              <a:rPr lang="en-US" dirty="0" smtClean="0"/>
              <a:t>! INVOLVE!”</a:t>
            </a:r>
            <a:endParaRPr lang="en-US" dirty="0"/>
          </a:p>
        </p:txBody>
      </p:sp>
      <p:sp>
        <p:nvSpPr>
          <p:cNvPr id="3" name="Content Placeholder 2"/>
          <p:cNvSpPr>
            <a:spLocks noGrp="1"/>
          </p:cNvSpPr>
          <p:nvPr>
            <p:ph idx="1"/>
          </p:nvPr>
        </p:nvSpPr>
        <p:spPr/>
        <p:txBody>
          <a:bodyPr/>
          <a:lstStyle/>
          <a:p>
            <a:r>
              <a:rPr lang="en-US" b="1" dirty="0" smtClean="0"/>
              <a:t>Our project “Motivate! Develop! Involve!” </a:t>
            </a:r>
          </a:p>
          <a:p>
            <a:r>
              <a:rPr lang="en-US" b="1" dirty="0" smtClean="0">
                <a:solidFill>
                  <a:srgbClr val="000000"/>
                </a:solidFill>
                <a:latin typeface="Verdana" panose="020B0604030504040204" pitchFamily="34" charset="0"/>
              </a:rPr>
              <a:t>No. 2022-1-RO01-KA122-ADU-000079766</a:t>
            </a:r>
          </a:p>
          <a:p>
            <a:r>
              <a:rPr lang="en-US" dirty="0" smtClean="0">
                <a:solidFill>
                  <a:srgbClr val="000000"/>
                </a:solidFill>
                <a:latin typeface="Verdana" panose="020B0604030504040204" pitchFamily="34" charset="0"/>
              </a:rPr>
              <a:t>Had </a:t>
            </a:r>
            <a:r>
              <a:rPr lang="en-US" dirty="0" smtClean="0">
                <a:solidFill>
                  <a:srgbClr val="000000"/>
                </a:solidFill>
                <a:latin typeface="Verdana" panose="020B0604030504040204" pitchFamily="34" charset="0"/>
              </a:rPr>
              <a:t>the following objectives:</a:t>
            </a:r>
          </a:p>
          <a:p>
            <a:r>
              <a:rPr lang="en-US" dirty="0">
                <a:solidFill>
                  <a:srgbClr val="000000"/>
                </a:solidFill>
                <a:latin typeface="Verdana" panose="020B0604030504040204" pitchFamily="34" charset="0"/>
              </a:rPr>
              <a:t>Training of mentoring skills in the activity with adults</a:t>
            </a:r>
          </a:p>
          <a:p>
            <a:r>
              <a:rPr lang="en-US" dirty="0">
                <a:solidFill>
                  <a:srgbClr val="000000"/>
                </a:solidFill>
                <a:latin typeface="Verdana" panose="020B0604030504040204" pitchFamily="34" charset="0"/>
              </a:rPr>
              <a:t>The acquisition of methods and strategies of motivation and self-motivation</a:t>
            </a:r>
          </a:p>
          <a:p>
            <a:r>
              <a:rPr lang="en-US" dirty="0">
                <a:solidFill>
                  <a:srgbClr val="000000"/>
                </a:solidFill>
                <a:latin typeface="Verdana" panose="020B0604030504040204" pitchFamily="34" charset="0"/>
              </a:rPr>
              <a:t>Reducing the socio-professional differences between the members of the association</a:t>
            </a:r>
            <a:endParaRPr lang="en-US" dirty="0" smtClean="0">
              <a:solidFill>
                <a:srgbClr val="000000"/>
              </a:solidFill>
              <a:latin typeface="Verdana" panose="020B0604030504040204" pitchFamily="34" charset="0"/>
            </a:endParaRPr>
          </a:p>
          <a:p>
            <a:endParaRPr lang="en-US" dirty="0" smtClean="0">
              <a:solidFill>
                <a:srgbClr val="000000"/>
              </a:solidFill>
              <a:latin typeface="Verdana" panose="020B0604030504040204" pitchFamily="34" charset="0"/>
            </a:endParaRPr>
          </a:p>
          <a:p>
            <a:endParaRPr lang="en-US" dirty="0"/>
          </a:p>
        </p:txBody>
      </p:sp>
    </p:spTree>
    <p:extLst>
      <p:ext uri="{BB962C8B-B14F-4D97-AF65-F5344CB8AC3E}">
        <p14:creationId xmlns:p14="http://schemas.microsoft.com/office/powerpoint/2010/main" val="995678962"/>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Motivate! </a:t>
            </a:r>
            <a:r>
              <a:rPr lang="en-US" dirty="0" err="1"/>
              <a:t>DeVELOP</a:t>
            </a:r>
            <a:r>
              <a:rPr lang="en-US" dirty="0"/>
              <a:t>! INVOLVE!”</a:t>
            </a:r>
          </a:p>
        </p:txBody>
      </p:sp>
      <p:sp>
        <p:nvSpPr>
          <p:cNvPr id="3" name="Content Placeholder 2"/>
          <p:cNvSpPr>
            <a:spLocks noGrp="1"/>
          </p:cNvSpPr>
          <p:nvPr>
            <p:ph idx="1"/>
          </p:nvPr>
        </p:nvSpPr>
        <p:spPr/>
        <p:txBody>
          <a:bodyPr/>
          <a:lstStyle/>
          <a:p>
            <a:r>
              <a:rPr lang="en-US" dirty="0"/>
              <a:t>The project </a:t>
            </a:r>
            <a:r>
              <a:rPr lang="en-US" dirty="0" smtClean="0"/>
              <a:t>has</a:t>
            </a:r>
            <a:r>
              <a:rPr lang="en-US" dirty="0" smtClean="0"/>
              <a:t> </a:t>
            </a:r>
            <a:r>
              <a:rPr lang="en-US" dirty="0"/>
              <a:t>run for a period of 17 months, between 01/06/2022 and 31/10/2023</a:t>
            </a:r>
          </a:p>
          <a:p>
            <a:r>
              <a:rPr lang="en-US" dirty="0"/>
              <a:t>The financing </a:t>
            </a:r>
            <a:r>
              <a:rPr lang="en-US" dirty="0" smtClean="0"/>
              <a:t>has been of the</a:t>
            </a:r>
            <a:r>
              <a:rPr lang="en-US" dirty="0" smtClean="0"/>
              <a:t> </a:t>
            </a:r>
            <a:r>
              <a:rPr lang="en-US" dirty="0"/>
              <a:t>maximum amount of 14,395.00 EURO</a:t>
            </a:r>
          </a:p>
          <a:p>
            <a:endParaRPr lang="en-US" dirty="0"/>
          </a:p>
          <a:p>
            <a:endParaRPr lang="en-US" dirty="0"/>
          </a:p>
        </p:txBody>
      </p:sp>
    </p:spTree>
    <p:extLst>
      <p:ext uri="{BB962C8B-B14F-4D97-AF65-F5344CB8AC3E}">
        <p14:creationId xmlns:p14="http://schemas.microsoft.com/office/powerpoint/2010/main" val="2850609790"/>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Motivate! </a:t>
            </a:r>
            <a:r>
              <a:rPr lang="en-US" dirty="0" err="1"/>
              <a:t>DeVELOP</a:t>
            </a:r>
            <a:r>
              <a:rPr lang="en-US" dirty="0"/>
              <a:t>! INVOLVE!”</a:t>
            </a:r>
          </a:p>
        </p:txBody>
      </p:sp>
      <p:sp>
        <p:nvSpPr>
          <p:cNvPr id="3" name="Content Placeholder 2"/>
          <p:cNvSpPr>
            <a:spLocks noGrp="1"/>
          </p:cNvSpPr>
          <p:nvPr>
            <p:ph idx="1"/>
          </p:nvPr>
        </p:nvSpPr>
        <p:spPr/>
        <p:txBody>
          <a:bodyPr/>
          <a:lstStyle/>
          <a:p>
            <a:r>
              <a:rPr lang="en-US" dirty="0" smtClean="0"/>
              <a:t>Training courses:</a:t>
            </a:r>
          </a:p>
          <a:p>
            <a:r>
              <a:rPr lang="en-US" dirty="0" smtClean="0"/>
              <a:t>“Emotional </a:t>
            </a:r>
            <a:r>
              <a:rPr lang="en-US" dirty="0"/>
              <a:t>intelligence and coaching skills for teachers, school and adult education staff" course </a:t>
            </a:r>
            <a:r>
              <a:rPr lang="en-US" dirty="0" smtClean="0"/>
              <a:t>-provider</a:t>
            </a:r>
            <a:r>
              <a:rPr lang="en-US" dirty="0"/>
              <a:t>: Erasmus Learning Academy, 7 days, Bologna, Italy-2 participants</a:t>
            </a:r>
          </a:p>
          <a:p>
            <a:r>
              <a:rPr lang="en-US" dirty="0"/>
              <a:t>"Lifelong Learning: Elements of Wisdom" course </a:t>
            </a:r>
            <a:r>
              <a:rPr lang="en-US" dirty="0" smtClean="0"/>
              <a:t>-provider</a:t>
            </a:r>
            <a:r>
              <a:rPr lang="en-US" dirty="0"/>
              <a:t>: </a:t>
            </a:r>
            <a:r>
              <a:rPr lang="en-US" dirty="0" err="1"/>
              <a:t>Idevelop</a:t>
            </a:r>
            <a:r>
              <a:rPr lang="en-US" dirty="0"/>
              <a:t> Training SL, 5 days, </a:t>
            </a:r>
            <a:r>
              <a:rPr lang="en-US" dirty="0" err="1" smtClean="0"/>
              <a:t>Sevilla</a:t>
            </a:r>
            <a:r>
              <a:rPr lang="en-US" dirty="0"/>
              <a:t>, </a:t>
            </a:r>
            <a:r>
              <a:rPr lang="en-US" dirty="0" smtClean="0"/>
              <a:t>Spain </a:t>
            </a:r>
            <a:r>
              <a:rPr lang="en-US" dirty="0"/>
              <a:t>- 2 participants</a:t>
            </a:r>
          </a:p>
          <a:p>
            <a:r>
              <a:rPr lang="en-US" dirty="0"/>
              <a:t>The course "Adult Educator's Role in a New Reality" </a:t>
            </a:r>
            <a:r>
              <a:rPr lang="en-US" dirty="0" smtClean="0"/>
              <a:t>-provider</a:t>
            </a:r>
            <a:r>
              <a:rPr lang="en-US" dirty="0"/>
              <a:t>: </a:t>
            </a:r>
            <a:r>
              <a:rPr lang="en-US" dirty="0" err="1"/>
              <a:t>VitaTim</a:t>
            </a:r>
            <a:r>
              <a:rPr lang="en-US" dirty="0"/>
              <a:t>, 5 days </a:t>
            </a:r>
            <a:r>
              <a:rPr lang="en-US" dirty="0" smtClean="0"/>
              <a:t>Corfu, Greece </a:t>
            </a:r>
            <a:r>
              <a:rPr lang="en-US" dirty="0"/>
              <a:t>- 3 participants</a:t>
            </a:r>
          </a:p>
        </p:txBody>
      </p:sp>
    </p:spTree>
    <p:extLst>
      <p:ext uri="{BB962C8B-B14F-4D97-AF65-F5344CB8AC3E}">
        <p14:creationId xmlns:p14="http://schemas.microsoft.com/office/powerpoint/2010/main" val="330811535"/>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Motivate! </a:t>
            </a:r>
            <a:r>
              <a:rPr lang="en-US" dirty="0" err="1"/>
              <a:t>DeVELOP</a:t>
            </a:r>
            <a:r>
              <a:rPr lang="en-US" dirty="0"/>
              <a:t>! INVOLVE!”</a:t>
            </a:r>
          </a:p>
        </p:txBody>
      </p:sp>
      <p:sp>
        <p:nvSpPr>
          <p:cNvPr id="3" name="Content Placeholder 2"/>
          <p:cNvSpPr>
            <a:spLocks noGrp="1"/>
          </p:cNvSpPr>
          <p:nvPr>
            <p:ph idx="1"/>
          </p:nvPr>
        </p:nvSpPr>
        <p:spPr/>
        <p:txBody>
          <a:bodyPr/>
          <a:lstStyle/>
          <a:p>
            <a:r>
              <a:rPr lang="en-US" u="sng" dirty="0" smtClean="0">
                <a:hlinkClick r:id="rId2"/>
              </a:rPr>
              <a:t>Information about our Erasmus+ project</a:t>
            </a:r>
          </a:p>
          <a:p>
            <a:r>
              <a:rPr lang="en-US" dirty="0" smtClean="0">
                <a:hlinkClick r:id="rId2"/>
              </a:rPr>
              <a:t>https</a:t>
            </a:r>
            <a:r>
              <a:rPr lang="en-US" dirty="0">
                <a:hlinkClick r:id="rId2"/>
              </a:rPr>
              <a:t>://www.liceulvoltaire.ro/pagini/Anunt%20selectie%20Motiveaza%20Dezvolta%20Implica.pdf</a:t>
            </a:r>
            <a:endParaRPr lang="en-US" dirty="0"/>
          </a:p>
          <a:p>
            <a:r>
              <a:rPr lang="en-US" dirty="0">
                <a:hlinkClick r:id="rId3"/>
              </a:rPr>
              <a:t>https://voltairemdi.weebly.com/about.html</a:t>
            </a:r>
            <a:endParaRPr lang="en-US" dirty="0"/>
          </a:p>
          <a:p>
            <a:r>
              <a:rPr lang="en-US" dirty="0">
                <a:hlinkClick r:id="rId4"/>
              </a:rPr>
              <a:t>https://www.facebook.com/profile.php?id=100089035595164</a:t>
            </a:r>
            <a:endParaRPr lang="en-US" dirty="0"/>
          </a:p>
          <a:p>
            <a:endParaRPr lang="en-US" dirty="0"/>
          </a:p>
        </p:txBody>
      </p:sp>
    </p:spTree>
    <p:extLst>
      <p:ext uri="{BB962C8B-B14F-4D97-AF65-F5344CB8AC3E}">
        <p14:creationId xmlns:p14="http://schemas.microsoft.com/office/powerpoint/2010/main" val="2459376649"/>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"Empower, Update, Upgrade",</a:t>
            </a:r>
          </a:p>
        </p:txBody>
      </p:sp>
      <p:sp>
        <p:nvSpPr>
          <p:cNvPr id="3" name="Content Placeholder 2"/>
          <p:cNvSpPr>
            <a:spLocks noGrp="1"/>
          </p:cNvSpPr>
          <p:nvPr>
            <p:ph idx="1"/>
          </p:nvPr>
        </p:nvSpPr>
        <p:spPr/>
        <p:txBody>
          <a:bodyPr/>
          <a:lstStyle/>
          <a:p>
            <a:r>
              <a:rPr lang="en-US" dirty="0" smtClean="0"/>
              <a:t>Our first Erasmus+ project</a:t>
            </a:r>
            <a:endParaRPr lang="en-US" dirty="0"/>
          </a:p>
        </p:txBody>
      </p:sp>
      <p:pic>
        <p:nvPicPr>
          <p:cNvPr id="4" name="Content Placeholder 3"/>
          <p:cNvPicPr>
            <a:picLocks noChangeAspect="1"/>
          </p:cNvPicPr>
          <p:nvPr/>
        </p:nvPicPr>
        <p:blipFill>
          <a:blip r:embed="rId2" cstate="print">
            <a:extLst>
              <a:ext uri="{28A0092B-C50C-407E-A947-70E740481C1C}">
                <a14:useLocalDpi xmlns:a14="http://schemas.microsoft.com/office/drawing/2010/main" val="0"/>
              </a:ext>
            </a:extLst>
          </a:blip>
          <a:stretch>
            <a:fillRect/>
          </a:stretch>
        </p:blipFill>
        <p:spPr>
          <a:xfrm>
            <a:off x="8073760" y="0"/>
            <a:ext cx="4118240" cy="5828720"/>
          </a:xfrm>
          <a:prstGeom prst="rect">
            <a:avLst/>
          </a:prstGeom>
          <a:scene3d>
            <a:camera prst="orthographicFront"/>
            <a:lightRig rig="threePt" dir="t"/>
          </a:scene3d>
          <a:sp3d>
            <a:bevelT/>
          </a:sp3d>
        </p:spPr>
      </p:pic>
    </p:spTree>
    <p:extLst>
      <p:ext uri="{BB962C8B-B14F-4D97-AF65-F5344CB8AC3E}">
        <p14:creationId xmlns:p14="http://schemas.microsoft.com/office/powerpoint/2010/main" val="3260999622"/>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nodeType="clickEffect">
                                  <p:stCondLst>
                                    <p:cond delay="0"/>
                                  </p:stCondLst>
                                  <p:childTnLst>
                                    <p:set>
                                      <p:cBhvr>
                                        <p:cTn id="6" dur="1" fill="hold">
                                          <p:stCondLst>
                                            <p:cond delay="0"/>
                                          </p:stCondLst>
                                        </p:cTn>
                                        <p:tgtEl>
                                          <p:spTgt spid="4"/>
                                        </p:tgtEl>
                                        <p:attrNameLst>
                                          <p:attrName>style.visibility</p:attrName>
                                        </p:attrNameLst>
                                      </p:cBhvr>
                                      <p:to>
                                        <p:strVal val="visible"/>
                                      </p:to>
                                    </p:set>
                                    <p:animEffect transition="in" filter="fade">
                                      <p:cBhvr>
                                        <p:cTn id="7" dur="2000"/>
                                        <p:tgtEl>
                                          <p:spTgt spid="4"/>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smtClean="0"/>
              <a:t>Our First Erasmus + project</a:t>
            </a:r>
            <a:endParaRPr lang="en-US" dirty="0"/>
          </a:p>
        </p:txBody>
      </p:sp>
      <p:sp>
        <p:nvSpPr>
          <p:cNvPr id="3" name="Content Placeholder 2"/>
          <p:cNvSpPr>
            <a:spLocks noGrp="1"/>
          </p:cNvSpPr>
          <p:nvPr>
            <p:ph idx="1"/>
          </p:nvPr>
        </p:nvSpPr>
        <p:spPr/>
        <p:txBody>
          <a:bodyPr/>
          <a:lstStyle/>
          <a:p>
            <a:r>
              <a:rPr lang="en-US" dirty="0"/>
              <a:t>The project "Empower, Update, Upgrade", submitted </a:t>
            </a:r>
            <a:r>
              <a:rPr lang="en-US" dirty="0" smtClean="0"/>
              <a:t>at </a:t>
            </a:r>
            <a:r>
              <a:rPr lang="en-US" dirty="0"/>
              <a:t>the deadline of February 5, 2020, extended to February 11, 2020, by </a:t>
            </a:r>
            <a:r>
              <a:rPr lang="en-US" dirty="0" smtClean="0"/>
              <a:t>Voltaire Parents’ </a:t>
            </a:r>
            <a:r>
              <a:rPr lang="en-US" dirty="0"/>
              <a:t>and </a:t>
            </a:r>
            <a:r>
              <a:rPr lang="en-US" dirty="0" smtClean="0"/>
              <a:t>Teachers’ Association was </a:t>
            </a:r>
            <a:r>
              <a:rPr lang="en-US" dirty="0"/>
              <a:t>approved with no. 2020-1-RO01-KA104-07958.</a:t>
            </a:r>
          </a:p>
          <a:p>
            <a:r>
              <a:rPr lang="en-US" dirty="0"/>
              <a:t>The general objective of the project </a:t>
            </a:r>
            <a:r>
              <a:rPr lang="en-US" dirty="0" smtClean="0"/>
              <a:t>was </a:t>
            </a:r>
            <a:r>
              <a:rPr lang="en-US" dirty="0"/>
              <a:t>to </a:t>
            </a:r>
            <a:r>
              <a:rPr lang="en-US" dirty="0" smtClean="0"/>
              <a:t>make </a:t>
            </a:r>
            <a:r>
              <a:rPr lang="en-US" dirty="0"/>
              <a:t>the collaboration </a:t>
            </a:r>
            <a:r>
              <a:rPr lang="en-US" dirty="0" smtClean="0"/>
              <a:t>among </a:t>
            </a:r>
            <a:r>
              <a:rPr lang="en-US" dirty="0"/>
              <a:t>the members of the Voltaire </a:t>
            </a:r>
            <a:r>
              <a:rPr lang="en-US" dirty="0" smtClean="0"/>
              <a:t>Parents’ </a:t>
            </a:r>
            <a:r>
              <a:rPr lang="en-US" dirty="0"/>
              <a:t>and </a:t>
            </a:r>
            <a:r>
              <a:rPr lang="en-US" dirty="0" smtClean="0"/>
              <a:t>Teachers’ </a:t>
            </a:r>
            <a:r>
              <a:rPr lang="en-US" dirty="0"/>
              <a:t>Association </a:t>
            </a:r>
            <a:r>
              <a:rPr lang="en-US" dirty="0" smtClean="0"/>
              <a:t>more efficient and also between </a:t>
            </a:r>
            <a:r>
              <a:rPr lang="en-US" dirty="0"/>
              <a:t>the association and the community.</a:t>
            </a:r>
          </a:p>
          <a:p>
            <a:endParaRPr lang="en-US" dirty="0"/>
          </a:p>
        </p:txBody>
      </p:sp>
      <p:pic>
        <p:nvPicPr>
          <p:cNvPr id="4" name="Image 1"/>
          <p:cNvPicPr/>
          <p:nvPr/>
        </p:nvPicPr>
        <p:blipFill>
          <a:blip r:embed="rId2" cstate="print">
            <a:extLst>
              <a:ext uri="{28A0092B-C50C-407E-A947-70E740481C1C}">
                <a14:useLocalDpi xmlns:a14="http://schemas.microsoft.com/office/drawing/2010/main" val="0"/>
              </a:ext>
            </a:extLst>
          </a:blip>
          <a:srcRect/>
          <a:stretch>
            <a:fillRect/>
          </a:stretch>
        </p:blipFill>
        <p:spPr bwMode="auto">
          <a:xfrm>
            <a:off x="8739187" y="284508"/>
            <a:ext cx="2105025" cy="668020"/>
          </a:xfrm>
          <a:prstGeom prst="rect">
            <a:avLst/>
          </a:prstGeom>
          <a:noFill/>
          <a:ln>
            <a:noFill/>
          </a:ln>
        </p:spPr>
      </p:pic>
    </p:spTree>
    <p:extLst>
      <p:ext uri="{BB962C8B-B14F-4D97-AF65-F5344CB8AC3E}">
        <p14:creationId xmlns:p14="http://schemas.microsoft.com/office/powerpoint/2010/main" val="2403208609"/>
      </p:ext>
    </p:extLst>
  </p:cSld>
  <p:clrMapOvr>
    <a:masterClrMapping/>
  </p:clrMapOvr>
  <p:timing>
    <p:tnLst>
      <p:par>
        <p:cTn id="1" dur="indefinite" restart="never" nodeType="tmRoot"/>
      </p:par>
    </p:tnLst>
  </p:timing>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 name="Picture 3"/>
          <p:cNvPicPr>
            <a:picLocks noChangeAspect="1"/>
          </p:cNvPicPr>
          <p:nvPr/>
        </p:nvPicPr>
        <p:blipFill>
          <a:blip r:embed="rId2" cstate="print">
            <a:lum bright="-10000" contrast="40000"/>
            <a:extLst>
              <a:ext uri="{28A0092B-C50C-407E-A947-70E740481C1C}">
                <a14:useLocalDpi xmlns:a14="http://schemas.microsoft.com/office/drawing/2010/main" val="0"/>
              </a:ext>
            </a:extLst>
          </a:blip>
          <a:stretch>
            <a:fillRect/>
          </a:stretch>
        </p:blipFill>
        <p:spPr>
          <a:xfrm rot="5400000">
            <a:off x="3899462" y="1567196"/>
            <a:ext cx="3832090" cy="4343950"/>
          </a:xfrm>
          <a:prstGeom prst="ellipse">
            <a:avLst/>
          </a:prstGeom>
          <a:ln w="63500" cap="rnd">
            <a:solidFill>
              <a:srgbClr val="333333"/>
            </a:solidFill>
          </a:ln>
          <a:effectLst>
            <a:outerShdw blurRad="381000" dist="292100" dir="5400000" sx="-80000" sy="-18000" rotWithShape="0">
              <a:srgbClr val="000000">
                <a:alpha val="22000"/>
              </a:srgbClr>
            </a:outerShdw>
          </a:effectLst>
          <a:scene3d>
            <a:camera prst="orthographicFront"/>
            <a:lightRig rig="contrasting" dir="t">
              <a:rot lat="0" lon="0" rev="3000000"/>
            </a:lightRig>
          </a:scene3d>
          <a:sp3d contourW="7620">
            <a:bevelT w="95250" h="31750"/>
            <a:contourClr>
              <a:srgbClr val="333333"/>
            </a:contourClr>
          </a:sp3d>
        </p:spPr>
      </p:pic>
      <p:sp>
        <p:nvSpPr>
          <p:cNvPr id="6" name="Rectangle 5"/>
          <p:cNvSpPr/>
          <p:nvPr/>
        </p:nvSpPr>
        <p:spPr>
          <a:xfrm>
            <a:off x="2419643" y="796554"/>
            <a:ext cx="6935372" cy="584775"/>
          </a:xfrm>
          <a:prstGeom prst="rect">
            <a:avLst/>
          </a:prstGeom>
        </p:spPr>
        <p:txBody>
          <a:bodyPr wrap="square">
            <a:spAutoFit/>
            <a:scene3d>
              <a:camera prst="orthographicFront"/>
              <a:lightRig rig="brightRoom" dir="t"/>
            </a:scene3d>
            <a:sp3d contourW="6350" prstMaterial="plastic">
              <a:bevelT w="20320" h="20320" prst="angle"/>
              <a:contourClr>
                <a:schemeClr val="accent1">
                  <a:tint val="100000"/>
                  <a:shade val="100000"/>
                  <a:hueMod val="100000"/>
                  <a:satMod val="100000"/>
                </a:schemeClr>
              </a:contourClr>
            </a:sp3d>
          </a:bodyPr>
          <a:lstStyle/>
          <a:p>
            <a:r>
              <a:rPr lang="en-US" sz="3200" b="1" cap="all" dirty="0" smtClean="0">
                <a:ln/>
                <a:solidFill>
                  <a:schemeClr val="accent1"/>
                </a:solidFill>
                <a:effectLst>
                  <a:outerShdw blurRad="19685" dist="12700" dir="5400000" algn="tl" rotWithShape="0">
                    <a:schemeClr val="accent1">
                      <a:satMod val="130000"/>
                      <a:alpha val="60000"/>
                    </a:schemeClr>
                  </a:outerShdw>
                  <a:reflection blurRad="10000" stA="55000" endPos="48000" dist="500" dir="5400000" sy="-100000" algn="bl" rotWithShape="0"/>
                </a:effectLst>
              </a:rPr>
              <a:t>Thank you for your attention!</a:t>
            </a:r>
            <a:endParaRPr lang="en-US" sz="3200" b="1" cap="all" dirty="0">
              <a:ln/>
              <a:solidFill>
                <a:schemeClr val="accent1"/>
              </a:solidFill>
              <a:effectLst>
                <a:outerShdw blurRad="19685" dist="12700" dir="5400000" algn="tl" rotWithShape="0">
                  <a:schemeClr val="accent1">
                    <a:satMod val="130000"/>
                    <a:alpha val="60000"/>
                  </a:schemeClr>
                </a:outerShdw>
                <a:reflection blurRad="10000" stA="55000" endPos="48000" dist="500" dir="5400000" sy="-100000" algn="bl" rotWithShape="0"/>
              </a:effectLst>
            </a:endParaRPr>
          </a:p>
        </p:txBody>
      </p:sp>
    </p:spTree>
    <p:extLst>
      <p:ext uri="{BB962C8B-B14F-4D97-AF65-F5344CB8AC3E}">
        <p14:creationId xmlns:p14="http://schemas.microsoft.com/office/powerpoint/2010/main" val="4092634414"/>
      </p:ext>
    </p:extLst>
  </p:cSld>
  <p:clrMapOvr>
    <a:masterClrMapping/>
  </p:clrMapOvr>
  <p:timing>
    <p:tnLst>
      <p:par>
        <p:cTn id="1" dur="indefinite" restart="never" nodeType="tmRoot"/>
      </p:par>
    </p:tnLst>
  </p:timing>
</p:sld>
</file>

<file path=ppt/theme/theme1.xml><?xml version="1.0" encoding="utf-8"?>
<a:theme xmlns:a="http://schemas.openxmlformats.org/drawingml/2006/main" name="Slice">
  <a:themeElements>
    <a:clrScheme name="Slice">
      <a:dk1>
        <a:sysClr val="windowText" lastClr="000000"/>
      </a:dk1>
      <a:lt1>
        <a:sysClr val="window" lastClr="FFFFFF"/>
      </a:lt1>
      <a:dk2>
        <a:srgbClr val="146194"/>
      </a:dk2>
      <a:lt2>
        <a:srgbClr val="76DBF4"/>
      </a:lt2>
      <a:accent1>
        <a:srgbClr val="052F61"/>
      </a:accent1>
      <a:accent2>
        <a:srgbClr val="A50E82"/>
      </a:accent2>
      <a:accent3>
        <a:srgbClr val="14967C"/>
      </a:accent3>
      <a:accent4>
        <a:srgbClr val="6A9E1F"/>
      </a:accent4>
      <a:accent5>
        <a:srgbClr val="E87D37"/>
      </a:accent5>
      <a:accent6>
        <a:srgbClr val="C62324"/>
      </a:accent6>
      <a:hlink>
        <a:srgbClr val="0D2E46"/>
      </a:hlink>
      <a:folHlink>
        <a:srgbClr val="356A95"/>
      </a:folHlink>
    </a:clrScheme>
    <a:fontScheme name="Slice">
      <a:majorFont>
        <a:latin typeface="Century Gothic"/>
        <a:ea typeface=""/>
        <a:cs typeface=""/>
        <a:font script="Jpan" typeface="メイリオ"/>
        <a:font script="Hang" typeface="HY중고딕"/>
        <a:font script="Hans" typeface="幼圆"/>
        <a:font script="Hant" typeface="微軟正黑體"/>
        <a:font script="Arab" typeface="Tahoma"/>
        <a:font script="Hebr" typeface="Gisha"/>
        <a:font script="Thai" typeface="DilleniaUPC"/>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ahoma"/>
        <a:font script="Uigh" typeface="Microsoft Uighur"/>
        <a:font script="Geor" typeface="Sylfaen"/>
      </a:majorFont>
      <a:minorFont>
        <a:latin typeface="Century Gothic"/>
        <a:ea typeface=""/>
        <a:cs typeface=""/>
        <a:font script="Jpan" typeface="メイリオ"/>
        <a:font script="Hang" typeface="HY중고딕"/>
        <a:font script="Hans" typeface="幼圆"/>
        <a:font script="Hant" typeface="微軟正黑體"/>
        <a:font script="Arab" typeface="Tahoma"/>
        <a:font script="Hebr" typeface="Gisha"/>
        <a:font script="Thai" typeface="DilleniaUPC"/>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ahoma"/>
        <a:font script="Uigh" typeface="Microsoft Uighur"/>
        <a:font script="Geor" typeface="Sylfaen"/>
      </a:minorFont>
    </a:fontScheme>
    <a:fmtScheme name="Slice">
      <a:fillStyleLst>
        <a:solidFill>
          <a:schemeClr val="phClr"/>
        </a:solidFill>
        <a:gradFill rotWithShape="1">
          <a:gsLst>
            <a:gs pos="0">
              <a:schemeClr val="phClr">
                <a:tint val="62000"/>
                <a:hueMod val="94000"/>
                <a:satMod val="140000"/>
                <a:lumMod val="110000"/>
              </a:schemeClr>
            </a:gs>
            <a:gs pos="100000">
              <a:schemeClr val="phClr">
                <a:tint val="84000"/>
                <a:satMod val="160000"/>
              </a:schemeClr>
            </a:gs>
          </a:gsLst>
          <a:lin ang="5400000" scaled="0"/>
        </a:gradFill>
        <a:gradFill rotWithShape="1">
          <a:gsLst>
            <a:gs pos="0">
              <a:schemeClr val="phClr">
                <a:tint val="98000"/>
                <a:hueMod val="94000"/>
                <a:satMod val="130000"/>
                <a:lumMod val="128000"/>
              </a:schemeClr>
            </a:gs>
            <a:gs pos="100000">
              <a:schemeClr val="phClr">
                <a:shade val="94000"/>
                <a:lumMod val="88000"/>
              </a:schemeClr>
            </a:gs>
          </a:gsLst>
          <a:lin ang="5400000" scaled="0"/>
        </a:gradFill>
      </a:fillStyleLst>
      <a:lnStyleLst>
        <a:ln w="9525" cap="rnd" cmpd="sng" algn="ctr">
          <a:solidFill>
            <a:schemeClr val="phClr">
              <a:tint val="76000"/>
              <a:alpha val="60000"/>
              <a:hueMod val="94000"/>
            </a:schemeClr>
          </a:solidFill>
          <a:prstDash val="solid"/>
        </a:ln>
        <a:ln w="15875" cap="rnd" cmpd="sng" algn="ctr">
          <a:solidFill>
            <a:schemeClr val="phClr">
              <a:hueMod val="94000"/>
            </a:schemeClr>
          </a:solidFill>
          <a:prstDash val="solid"/>
        </a:ln>
        <a:ln w="28575" cap="rnd" cmpd="sng" algn="ctr">
          <a:solidFill>
            <a:schemeClr val="phClr"/>
          </a:solidFill>
          <a:prstDash val="solid"/>
        </a:ln>
      </a:lnStyleLst>
      <a:effectStyleLst>
        <a:effectStyle>
          <a:effectLst/>
        </a:effectStyle>
        <a:effectStyle>
          <a:effectLst>
            <a:innerShdw blurRad="25400" dist="12700" dir="13500000">
              <a:srgbClr val="000000">
                <a:alpha val="45000"/>
              </a:srgbClr>
            </a:innerShdw>
          </a:effectLst>
        </a:effectStyle>
        <a:effectStyle>
          <a:effectLst>
            <a:outerShdw blurRad="50800" dist="38100" dir="5400000" rotWithShape="0">
              <a:srgbClr val="000000">
                <a:alpha val="46000"/>
              </a:srgbClr>
            </a:outerShdw>
          </a:effectLst>
          <a:scene3d>
            <a:camera prst="orthographicFront">
              <a:rot lat="0" lon="0" rev="0"/>
            </a:camera>
            <a:lightRig rig="threePt" dir="t"/>
          </a:scene3d>
          <a:sp3d prstMaterial="plastic">
            <a:bevelT w="25400" h="25400"/>
          </a:sp3d>
        </a:effectStyle>
      </a:effectStyleLst>
      <a:bgFillStyleLst>
        <a:solidFill>
          <a:schemeClr val="phClr"/>
        </a:solidFill>
        <a:gradFill rotWithShape="1">
          <a:gsLst>
            <a:gs pos="10000">
              <a:schemeClr val="phClr">
                <a:tint val="97000"/>
                <a:hueMod val="92000"/>
                <a:satMod val="169000"/>
                <a:lumMod val="164000"/>
              </a:schemeClr>
            </a:gs>
            <a:gs pos="100000">
              <a:schemeClr val="phClr">
                <a:shade val="96000"/>
                <a:satMod val="120000"/>
                <a:lumMod val="90000"/>
              </a:schemeClr>
            </a:gs>
          </a:gsLst>
          <a:lin ang="6120000" scaled="1"/>
        </a:gradFill>
        <a:gradFill rotWithShape="1">
          <a:gsLst>
            <a:gs pos="0">
              <a:schemeClr val="phClr">
                <a:tint val="97000"/>
                <a:hueMod val="92000"/>
                <a:satMod val="169000"/>
                <a:lumMod val="164000"/>
              </a:schemeClr>
            </a:gs>
            <a:gs pos="100000">
              <a:schemeClr val="phClr">
                <a:shade val="96000"/>
                <a:satMod val="120000"/>
                <a:lumMod val="90000"/>
              </a:schemeClr>
            </a:gs>
          </a:gsLst>
          <a:path path="circle">
            <a:fillToRect b="100000"/>
          </a:path>
        </a:gradFill>
      </a:bgFillStyleLst>
    </a:fmtScheme>
  </a:themeElements>
  <a:objectDefaults/>
  <a:extraClrSchemeLst/>
  <a:extLst>
    <a:ext uri="{05A4C25C-085E-4340-85A3-A5531E510DB2}">
      <thm15:themeFamily xmlns:thm15="http://schemas.microsoft.com/office/thememl/2012/main" name="Slice" id="{0507925B-6AC9-4358-8E18-C330545D08F8}" vid="{13FEC7C6-62A9-40C4-99D2-581AACACAA2F}"/>
    </a:ext>
  </a:extLst>
</a:theme>
</file>

<file path=docProps/app.xml><?xml version="1.0" encoding="utf-8"?>
<Properties xmlns="http://schemas.openxmlformats.org/officeDocument/2006/extended-properties" xmlns:vt="http://schemas.openxmlformats.org/officeDocument/2006/docPropsVTypes">
  <Template>Slice</Template>
  <TotalTime>278</TotalTime>
  <Words>954</Words>
  <Application>Microsoft Office PowerPoint</Application>
  <PresentationFormat>Widescreen</PresentationFormat>
  <Paragraphs>74</Paragraphs>
  <Slides>21</Slides>
  <Notes>0</Notes>
  <HiddenSlides>0</HiddenSlides>
  <MMClips>0</MMClips>
  <ScaleCrop>false</ScaleCrop>
  <HeadingPairs>
    <vt:vector size="6" baseType="variant">
      <vt:variant>
        <vt:lpstr>Fonts Used</vt:lpstr>
      </vt:variant>
      <vt:variant>
        <vt:i4>3</vt:i4>
      </vt:variant>
      <vt:variant>
        <vt:lpstr>Theme</vt:lpstr>
      </vt:variant>
      <vt:variant>
        <vt:i4>1</vt:i4>
      </vt:variant>
      <vt:variant>
        <vt:lpstr>Slide Titles</vt:lpstr>
      </vt:variant>
      <vt:variant>
        <vt:i4>21</vt:i4>
      </vt:variant>
    </vt:vector>
  </HeadingPairs>
  <TitlesOfParts>
    <vt:vector size="25" baseType="lpstr">
      <vt:lpstr>Century Gothic</vt:lpstr>
      <vt:lpstr>Verdana</vt:lpstr>
      <vt:lpstr>Wingdings 3</vt:lpstr>
      <vt:lpstr>Slice</vt:lpstr>
      <vt:lpstr>"Voltaire parents' and teachers' association“, Craiova, Romania</vt:lpstr>
      <vt:lpstr>About us</vt:lpstr>
      <vt:lpstr>About us</vt:lpstr>
      <vt:lpstr>About us</vt:lpstr>
      <vt:lpstr>Our activities</vt:lpstr>
      <vt:lpstr>Our activities</vt:lpstr>
      <vt:lpstr>Our activities</vt:lpstr>
      <vt:lpstr>Our activities</vt:lpstr>
      <vt:lpstr>Our activities</vt:lpstr>
      <vt:lpstr>Our activities</vt:lpstr>
      <vt:lpstr>Our activities</vt:lpstr>
      <vt:lpstr>Our third Erasmus+ project</vt:lpstr>
      <vt:lpstr> </vt:lpstr>
      <vt:lpstr>Our second Erasmus + project  “Motivate! Develop! Involve!”</vt:lpstr>
      <vt:lpstr>“Motivate! DeVELOP! INVOLVE!”</vt:lpstr>
      <vt:lpstr>Motivate! DeVELOP! INVOLVE!”</vt:lpstr>
      <vt:lpstr>Motivate! DeVELOP! INVOLVE!”</vt:lpstr>
      <vt:lpstr>Motivate! DeVELOP! INVOLVE!”</vt:lpstr>
      <vt:lpstr>"Empower, Update, Upgrade",</vt:lpstr>
      <vt:lpstr>Our First Erasmus + project</vt:lpstr>
      <vt:lpstr>PowerPoint Presentation</vt:lpstr>
    </vt:vector>
  </TitlesOfParts>
  <LinksUpToDate>false</LinksUpToDate>
  <SharedDoc>false</SharedDoc>
  <HyperlinksChanged>false</HyperlinksChanged>
  <AppVersion>15.0000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"Voltaire parents' and teachers' association“, Craiova, Romania</dc:title>
  <dc:creator>Cosmin Udroiu</dc:creator>
  <cp:lastModifiedBy>Microsoft account</cp:lastModifiedBy>
  <cp:revision>33</cp:revision>
  <dcterms:created xsi:type="dcterms:W3CDTF">2021-07-31T03:02:50Z</dcterms:created>
  <dcterms:modified xsi:type="dcterms:W3CDTF">2025-08-04T03:53:40Z</dcterms:modified>
</cp:coreProperties>
</file>