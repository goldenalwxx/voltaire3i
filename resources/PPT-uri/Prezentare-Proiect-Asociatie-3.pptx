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6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5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5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2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4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5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7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8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8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3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42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68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27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1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80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1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E5723BD-A5AF-4B6A-823A-05CACE4378F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068C5F-F006-46B2-B10D-8D9EEEF6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Proiect</a:t>
            </a:r>
            <a:r>
              <a:rPr lang="fr-FR" dirty="0"/>
              <a:t> Erasmus+ nr. </a:t>
            </a:r>
            <a:br>
              <a:rPr lang="fr-FR" dirty="0"/>
            </a:br>
            <a:r>
              <a:rPr lang="fr-FR" dirty="0"/>
              <a:t>2024-2-RO01-KA122-ADU-000279325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“</a:t>
            </a:r>
            <a:r>
              <a:rPr lang="fr-FR" dirty="0" err="1"/>
              <a:t>Include</a:t>
            </a:r>
            <a:r>
              <a:rPr lang="fr-FR" dirty="0"/>
              <a:t>-i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toti</a:t>
            </a:r>
            <a:r>
              <a:rPr lang="fr-FR" dirty="0"/>
              <a:t>! </a:t>
            </a:r>
            <a:r>
              <a:rPr lang="fr-FR" dirty="0" err="1"/>
              <a:t>Informeaza</a:t>
            </a:r>
            <a:r>
              <a:rPr lang="fr-FR" dirty="0"/>
              <a:t>-i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toti</a:t>
            </a:r>
            <a:r>
              <a:rPr lang="fr-FR" dirty="0"/>
              <a:t>! </a:t>
            </a:r>
            <a:r>
              <a:rPr lang="fr-FR" dirty="0" err="1"/>
              <a:t>Investeste</a:t>
            </a:r>
            <a:r>
              <a:rPr lang="fr-FR" dirty="0"/>
              <a:t> in </a:t>
            </a:r>
            <a:r>
              <a:rPr lang="fr-FR" dirty="0" err="1"/>
              <a:t>toti</a:t>
            </a:r>
            <a:r>
              <a:rPr lang="fr-FR" dirty="0"/>
              <a:t>!“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76B31-6378-B00A-1A14-B0670D9F2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4335" y="-561489"/>
            <a:ext cx="2108823" cy="27574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511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“</a:t>
            </a:r>
            <a:r>
              <a:rPr lang="fr-FR" dirty="0" err="1"/>
              <a:t>Include</a:t>
            </a:r>
            <a:r>
              <a:rPr lang="fr-FR" dirty="0"/>
              <a:t>-i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toti</a:t>
            </a:r>
            <a:r>
              <a:rPr lang="fr-FR" dirty="0"/>
              <a:t>! </a:t>
            </a:r>
            <a:r>
              <a:rPr lang="fr-FR" dirty="0" err="1"/>
              <a:t>Informeaza</a:t>
            </a:r>
            <a:r>
              <a:rPr lang="fr-FR" dirty="0"/>
              <a:t>-i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toti</a:t>
            </a:r>
            <a:r>
              <a:rPr lang="fr-FR" dirty="0"/>
              <a:t>! </a:t>
            </a:r>
            <a:r>
              <a:rPr lang="fr-FR" dirty="0" err="1"/>
              <a:t>Investeste</a:t>
            </a:r>
            <a:r>
              <a:rPr lang="fr-FR" dirty="0"/>
              <a:t> in </a:t>
            </a:r>
            <a:r>
              <a:rPr lang="fr-FR" dirty="0" err="1"/>
              <a:t>toti</a:t>
            </a:r>
            <a:r>
              <a:rPr lang="fr-FR" dirty="0"/>
              <a:t>!“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Grantul aprobat este de 18432 EURO.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începerii</a:t>
            </a:r>
            <a:r>
              <a:rPr lang="en-US" dirty="0"/>
              <a:t> proiectului: </a:t>
            </a:r>
            <a:r>
              <a:rPr lang="en-US" b="1" dirty="0"/>
              <a:t>01.04.2025 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încheierii</a:t>
            </a:r>
            <a:r>
              <a:rPr lang="en-US" dirty="0"/>
              <a:t> proiectului: </a:t>
            </a:r>
            <a:r>
              <a:rPr lang="en-US" b="1" dirty="0"/>
              <a:t>30.09.2026 </a:t>
            </a:r>
            <a:endParaRPr lang="en-US" dirty="0"/>
          </a:p>
          <a:p>
            <a:r>
              <a:rPr lang="en-US" dirty="0" err="1"/>
              <a:t>Durata</a:t>
            </a:r>
            <a:r>
              <a:rPr lang="en-US" dirty="0"/>
              <a:t> proiectului: </a:t>
            </a:r>
            <a:r>
              <a:rPr lang="en-US" b="1" dirty="0"/>
              <a:t>18 </a:t>
            </a:r>
            <a:r>
              <a:rPr lang="en-US" dirty="0" err="1"/>
              <a:t>luni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78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“</a:t>
            </a:r>
            <a:r>
              <a:rPr lang="fr-FR" dirty="0" err="1"/>
              <a:t>Include</a:t>
            </a:r>
            <a:r>
              <a:rPr lang="fr-FR" dirty="0"/>
              <a:t>-i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toti</a:t>
            </a:r>
            <a:r>
              <a:rPr lang="fr-FR" dirty="0"/>
              <a:t>! </a:t>
            </a:r>
            <a:r>
              <a:rPr lang="fr-FR" dirty="0" err="1"/>
              <a:t>Informeaza</a:t>
            </a:r>
            <a:r>
              <a:rPr lang="fr-FR" dirty="0"/>
              <a:t>-i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toti</a:t>
            </a:r>
            <a:r>
              <a:rPr lang="fr-FR" dirty="0"/>
              <a:t>! </a:t>
            </a:r>
            <a:r>
              <a:rPr lang="fr-FR" dirty="0" err="1"/>
              <a:t>Investeste</a:t>
            </a:r>
            <a:r>
              <a:rPr lang="fr-FR" dirty="0"/>
              <a:t> in </a:t>
            </a:r>
            <a:r>
              <a:rPr lang="fr-FR" dirty="0" err="1"/>
              <a:t>toti</a:t>
            </a:r>
            <a:r>
              <a:rPr lang="fr-FR" dirty="0"/>
              <a:t>!“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Obiectivele</a:t>
            </a:r>
            <a:r>
              <a:rPr lang="fr-FR" dirty="0"/>
              <a:t> </a:t>
            </a:r>
            <a:r>
              <a:rPr lang="fr-FR" dirty="0" err="1"/>
              <a:t>proiectului</a:t>
            </a:r>
            <a:r>
              <a:rPr lang="fr-FR" dirty="0"/>
              <a:t> </a:t>
            </a:r>
            <a:r>
              <a:rPr lang="fr-FR" dirty="0" err="1"/>
              <a:t>sunt</a:t>
            </a:r>
            <a:r>
              <a:rPr lang="fr-FR" dirty="0"/>
              <a:t> :</a:t>
            </a:r>
            <a:endParaRPr lang="en-US" dirty="0"/>
          </a:p>
          <a:p>
            <a:pPr lvl="0"/>
            <a:r>
              <a:rPr lang="fr-FR" dirty="0" err="1"/>
              <a:t>Dobândirea</a:t>
            </a:r>
            <a:r>
              <a:rPr lang="fr-FR" dirty="0"/>
              <a:t> de </a:t>
            </a:r>
            <a:r>
              <a:rPr lang="fr-FR" dirty="0" err="1"/>
              <a:t>metode</a:t>
            </a:r>
            <a:r>
              <a:rPr lang="fr-FR" dirty="0"/>
              <a:t> non-</a:t>
            </a:r>
            <a:r>
              <a:rPr lang="fr-FR" dirty="0" err="1"/>
              <a:t>formale</a:t>
            </a:r>
            <a:r>
              <a:rPr lang="fr-FR" dirty="0"/>
              <a:t> </a:t>
            </a:r>
            <a:r>
              <a:rPr lang="fr-FR" dirty="0" err="1"/>
              <a:t>și</a:t>
            </a:r>
            <a:r>
              <a:rPr lang="fr-FR" dirty="0"/>
              <a:t> </a:t>
            </a:r>
            <a:r>
              <a:rPr lang="fr-FR" dirty="0" err="1"/>
              <a:t>informale</a:t>
            </a:r>
            <a:r>
              <a:rPr lang="fr-FR" dirty="0"/>
              <a:t> de </a:t>
            </a:r>
            <a:r>
              <a:rPr lang="fr-FR" dirty="0" err="1"/>
              <a:t>învățare</a:t>
            </a:r>
            <a:r>
              <a:rPr lang="fr-FR" dirty="0"/>
              <a:t>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tot</a:t>
            </a:r>
            <a:r>
              <a:rPr lang="fr-FR" dirty="0"/>
              <a:t> </a:t>
            </a:r>
            <a:r>
              <a:rPr lang="fr-FR" dirty="0" err="1"/>
              <a:t>parcursul</a:t>
            </a:r>
            <a:r>
              <a:rPr lang="fr-FR" dirty="0"/>
              <a:t> </a:t>
            </a:r>
            <a:r>
              <a:rPr lang="fr-FR" dirty="0" err="1"/>
              <a:t>vieții</a:t>
            </a:r>
            <a:r>
              <a:rPr lang="fr-FR" dirty="0"/>
              <a:t> </a:t>
            </a:r>
            <a:endParaRPr lang="en-US" dirty="0"/>
          </a:p>
          <a:p>
            <a:pPr lvl="0"/>
            <a:r>
              <a:rPr lang="en-US" dirty="0" err="1"/>
              <a:t>Dezvoltarea</a:t>
            </a:r>
            <a:r>
              <a:rPr lang="en-US" dirty="0"/>
              <a:t> competențelor </a:t>
            </a:r>
            <a:r>
              <a:rPr lang="en-US" dirty="0" err="1"/>
              <a:t>antreprenoriale</a:t>
            </a:r>
            <a:endParaRPr lang="en-US" dirty="0"/>
          </a:p>
          <a:p>
            <a:pPr lvl="0"/>
            <a:r>
              <a:rPr lang="fr-FR" dirty="0" err="1"/>
              <a:t>Dezvoltarea</a:t>
            </a:r>
            <a:r>
              <a:rPr lang="fr-FR" dirty="0"/>
              <a:t> de </a:t>
            </a:r>
            <a:r>
              <a:rPr lang="fr-FR" dirty="0" err="1"/>
              <a:t>competențe</a:t>
            </a:r>
            <a:r>
              <a:rPr lang="fr-FR" dirty="0"/>
              <a:t> de </a:t>
            </a:r>
            <a:r>
              <a:rPr lang="fr-FR" dirty="0" err="1"/>
              <a:t>incluziune</a:t>
            </a:r>
            <a:r>
              <a:rPr lang="fr-FR" dirty="0"/>
              <a:t>, </a:t>
            </a:r>
            <a:r>
              <a:rPr lang="fr-FR" dirty="0" err="1"/>
              <a:t>cetățenie</a:t>
            </a:r>
            <a:r>
              <a:rPr lang="fr-FR" dirty="0"/>
              <a:t> </a:t>
            </a:r>
            <a:r>
              <a:rPr lang="fr-FR" dirty="0" err="1"/>
              <a:t>activă</a:t>
            </a:r>
            <a:r>
              <a:rPr lang="fr-FR" dirty="0"/>
              <a:t> </a:t>
            </a:r>
            <a:r>
              <a:rPr lang="fr-FR" dirty="0" err="1"/>
              <a:t>și</a:t>
            </a:r>
            <a:r>
              <a:rPr lang="fr-FR" dirty="0"/>
              <a:t> de </a:t>
            </a:r>
            <a:r>
              <a:rPr lang="fr-FR" dirty="0" err="1"/>
              <a:t>adaptare</a:t>
            </a:r>
            <a:r>
              <a:rPr lang="fr-FR" dirty="0"/>
              <a:t> la </a:t>
            </a:r>
            <a:r>
              <a:rPr lang="fr-FR" dirty="0" err="1"/>
              <a:t>contextul</a:t>
            </a:r>
            <a:r>
              <a:rPr lang="fr-FR" dirty="0"/>
              <a:t> </a:t>
            </a:r>
            <a:r>
              <a:rPr lang="fr-FR" dirty="0" err="1"/>
              <a:t>socio-economic</a:t>
            </a:r>
            <a:r>
              <a:rPr lang="fr-FR" dirty="0"/>
              <a:t> mondial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719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Selectie</a:t>
            </a:r>
            <a:r>
              <a:rPr lang="en-US" dirty="0"/>
              <a:t> pentru: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Cursuri</a:t>
            </a:r>
            <a:r>
              <a:rPr lang="en-US" dirty="0"/>
              <a:t> de formare - 4 membri</a:t>
            </a:r>
          </a:p>
          <a:p>
            <a:r>
              <a:rPr lang="it-IT" dirty="0"/>
              <a:t>Cursul </a:t>
            </a:r>
            <a:r>
              <a:rPr lang="it-IT" b="1" dirty="0"/>
              <a:t>“Metode de învățare non-formală pentru medii digitale și hibride</a:t>
            </a:r>
            <a:r>
              <a:rPr lang="it-IT" dirty="0"/>
              <a:t>” se va derula in perioada 15.06. - 21.06.2026 , in Malta, si are alocati 2 participanti.</a:t>
            </a:r>
            <a:endParaRPr lang="en-US" dirty="0"/>
          </a:p>
          <a:p>
            <a:r>
              <a:rPr lang="it-IT" dirty="0"/>
              <a:t>Cursul </a:t>
            </a:r>
            <a:r>
              <a:rPr lang="it-IT" b="1" dirty="0"/>
              <a:t>“Antreprenoriat social”</a:t>
            </a:r>
            <a:r>
              <a:rPr lang="it-IT" dirty="0"/>
              <a:t> derulat in perioada 03.08.-08.08.2025, in Porto, Portugalia, are alocati 2 participanti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40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Selectie</a:t>
            </a:r>
            <a:r>
              <a:rPr lang="en-US" dirty="0"/>
              <a:t> pentru: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JOB SHADOWING- 4 membri</a:t>
            </a:r>
          </a:p>
          <a:p>
            <a:r>
              <a:rPr lang="en-US" dirty="0" err="1"/>
              <a:t>Vizita</a:t>
            </a:r>
            <a:r>
              <a:rPr lang="en-US" dirty="0"/>
              <a:t> </a:t>
            </a:r>
            <a:r>
              <a:rPr lang="en-US" dirty="0" err="1"/>
              <a:t>pregatitoare</a:t>
            </a:r>
            <a:r>
              <a:rPr lang="en-US" dirty="0"/>
              <a:t> – 1 </a:t>
            </a:r>
            <a:r>
              <a:rPr lang="en-US" dirty="0" err="1"/>
              <a:t>membru</a:t>
            </a:r>
            <a:endParaRPr lang="en-US" dirty="0"/>
          </a:p>
          <a:p>
            <a:r>
              <a:rPr lang="it-IT" dirty="0"/>
              <a:t>Activitatea de job-shadowing se va derula in </a:t>
            </a:r>
            <a:r>
              <a:rPr lang="fr-FR" dirty="0" err="1"/>
              <a:t>Portugalia</a:t>
            </a:r>
            <a:r>
              <a:rPr lang="fr-FR" dirty="0"/>
              <a:t> la o </a:t>
            </a:r>
            <a:r>
              <a:rPr lang="fr-FR" dirty="0" err="1"/>
              <a:t>Asociatie</a:t>
            </a:r>
            <a:r>
              <a:rPr lang="fr-FR" dirty="0"/>
              <a:t> </a:t>
            </a:r>
            <a:r>
              <a:rPr lang="fr-FR" dirty="0" err="1"/>
              <a:t>similara</a:t>
            </a:r>
            <a:r>
              <a:rPr lang="fr-FR" dirty="0"/>
              <a:t> si are</a:t>
            </a:r>
            <a:r>
              <a:rPr lang="it-IT" dirty="0"/>
              <a:t> alocati 4 participanti si o vizita pregatitoare – 1 participant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516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reeSans"/>
              </a:rPr>
              <a:t>CRITERIILE DE SELECȚIE pentru </a:t>
            </a:r>
            <a:r>
              <a:rPr lang="en-US" b="1" dirty="0" err="1">
                <a:latin typeface="FreeSans"/>
              </a:rPr>
              <a:t>participanții</a:t>
            </a:r>
            <a:r>
              <a:rPr lang="en-US" b="1" dirty="0">
                <a:latin typeface="FreeSans"/>
              </a:rPr>
              <a:t> la </a:t>
            </a:r>
            <a:r>
              <a:rPr lang="en-US" b="1" dirty="0" err="1">
                <a:latin typeface="FreeSans"/>
              </a:rPr>
              <a:t>cursuri</a:t>
            </a:r>
            <a:r>
              <a:rPr lang="en-US" b="1" dirty="0">
                <a:latin typeface="FreeSans"/>
              </a:rPr>
              <a:t> </a:t>
            </a:r>
            <a:r>
              <a:rPr lang="en-US" b="1" dirty="0" err="1">
                <a:latin typeface="FreeSans"/>
              </a:rPr>
              <a:t>si</a:t>
            </a:r>
            <a:r>
              <a:rPr lang="en-US" b="1" dirty="0">
                <a:latin typeface="FreeSans"/>
              </a:rPr>
              <a:t> job shadowing: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FreeSans"/>
              </a:rPr>
              <a:t>Candidații</a:t>
            </a:r>
            <a:r>
              <a:rPr lang="en-US" dirty="0">
                <a:latin typeface="FreeSans"/>
              </a:rPr>
              <a:t> </a:t>
            </a:r>
            <a:r>
              <a:rPr lang="en-US" dirty="0" err="1">
                <a:latin typeface="FreeSans"/>
              </a:rPr>
              <a:t>trebuie</a:t>
            </a:r>
            <a:r>
              <a:rPr lang="en-US" dirty="0">
                <a:latin typeface="FreeSans"/>
              </a:rPr>
              <a:t>:</a:t>
            </a:r>
          </a:p>
          <a:p>
            <a:r>
              <a:rPr lang="it-IT" dirty="0">
                <a:latin typeface="FreeSans"/>
              </a:rPr>
              <a:t>-să fie membrii activi ai asociației</a:t>
            </a:r>
          </a:p>
          <a:p>
            <a:r>
              <a:rPr lang="en-US" dirty="0">
                <a:latin typeface="FreeSans"/>
              </a:rPr>
              <a:t>-s</a:t>
            </a:r>
            <a:r>
              <a:rPr lang="it-IT" dirty="0">
                <a:latin typeface="FreeSans"/>
              </a:rPr>
              <a:t>ă</a:t>
            </a:r>
            <a:r>
              <a:rPr lang="en-US" dirty="0">
                <a:latin typeface="FreeSans"/>
              </a:rPr>
              <a:t> </a:t>
            </a:r>
            <a:r>
              <a:rPr lang="en-US" dirty="0" err="1">
                <a:latin typeface="FreeSans"/>
              </a:rPr>
              <a:t>dețin</a:t>
            </a:r>
            <a:r>
              <a:rPr lang="it-IT" dirty="0">
                <a:latin typeface="FreeSans"/>
              </a:rPr>
              <a:t>ă</a:t>
            </a:r>
            <a:r>
              <a:rPr lang="en-US" dirty="0">
                <a:latin typeface="FreeSans"/>
              </a:rPr>
              <a:t> </a:t>
            </a:r>
            <a:r>
              <a:rPr lang="en-US" dirty="0" err="1">
                <a:latin typeface="FreeSans"/>
              </a:rPr>
              <a:t>competențe</a:t>
            </a:r>
            <a:r>
              <a:rPr lang="en-US" dirty="0">
                <a:latin typeface="FreeSans"/>
              </a:rPr>
              <a:t> </a:t>
            </a:r>
            <a:r>
              <a:rPr lang="en-US" dirty="0" err="1">
                <a:latin typeface="FreeSans"/>
              </a:rPr>
              <a:t>lingvistice</a:t>
            </a:r>
            <a:r>
              <a:rPr lang="en-US" dirty="0">
                <a:latin typeface="FreeSans"/>
              </a:rPr>
              <a:t> ( </a:t>
            </a:r>
            <a:r>
              <a:rPr lang="en-US" dirty="0" err="1">
                <a:latin typeface="FreeSans"/>
              </a:rPr>
              <a:t>limba</a:t>
            </a:r>
            <a:r>
              <a:rPr lang="en-US" dirty="0">
                <a:latin typeface="FreeSans"/>
              </a:rPr>
              <a:t> </a:t>
            </a:r>
            <a:r>
              <a:rPr lang="en-US" dirty="0" err="1">
                <a:latin typeface="FreeSans"/>
              </a:rPr>
              <a:t>englez</a:t>
            </a:r>
            <a:r>
              <a:rPr lang="it-IT" dirty="0">
                <a:latin typeface="FreeSans"/>
              </a:rPr>
              <a:t>ă</a:t>
            </a:r>
            <a:r>
              <a:rPr lang="en-US" dirty="0">
                <a:latin typeface="FreeSans"/>
              </a:rPr>
              <a:t> minim nivel A2)</a:t>
            </a:r>
          </a:p>
          <a:p>
            <a:r>
              <a:rPr lang="it-IT" dirty="0">
                <a:latin typeface="FreeSans"/>
              </a:rPr>
              <a:t>-</a:t>
            </a:r>
            <a:r>
              <a:rPr lang="en-US" dirty="0">
                <a:latin typeface="FreeSans"/>
              </a:rPr>
              <a:t>s</a:t>
            </a:r>
            <a:r>
              <a:rPr lang="it-IT" dirty="0">
                <a:latin typeface="FreeSans"/>
              </a:rPr>
              <a:t>ă</a:t>
            </a:r>
            <a:r>
              <a:rPr lang="en-US" dirty="0">
                <a:latin typeface="FreeSans"/>
              </a:rPr>
              <a:t> fie </a:t>
            </a:r>
            <a:r>
              <a:rPr lang="en-US" dirty="0" err="1">
                <a:latin typeface="FreeSans"/>
              </a:rPr>
              <a:t>formatori</a:t>
            </a:r>
            <a:r>
              <a:rPr lang="en-US" dirty="0">
                <a:latin typeface="FreeSans"/>
              </a:rPr>
              <a:t> de </a:t>
            </a:r>
            <a:r>
              <a:rPr lang="en-US" dirty="0" err="1">
                <a:latin typeface="FreeSans"/>
              </a:rPr>
              <a:t>adulti</a:t>
            </a:r>
            <a:endParaRPr lang="en-US" dirty="0">
              <a:latin typeface="FreeSans"/>
            </a:endParaRPr>
          </a:p>
          <a:p>
            <a:r>
              <a:rPr lang="en-US" dirty="0">
                <a:latin typeface="FreeSans"/>
              </a:rPr>
              <a:t>-s</a:t>
            </a:r>
            <a:r>
              <a:rPr lang="it-IT" dirty="0">
                <a:latin typeface="FreeSans"/>
              </a:rPr>
              <a:t>ă</a:t>
            </a:r>
            <a:r>
              <a:rPr lang="en-US" dirty="0">
                <a:latin typeface="FreeSans"/>
              </a:rPr>
              <a:t> faca parte din </a:t>
            </a:r>
            <a:r>
              <a:rPr lang="en-US" dirty="0" err="1">
                <a:latin typeface="FreeSans"/>
              </a:rPr>
              <a:t>categorii</a:t>
            </a:r>
            <a:r>
              <a:rPr lang="en-US" dirty="0">
                <a:latin typeface="FreeSans"/>
              </a:rPr>
              <a:t> </a:t>
            </a:r>
            <a:r>
              <a:rPr lang="en-US" dirty="0" err="1">
                <a:latin typeface="FreeSans"/>
              </a:rPr>
              <a:t>dezavantajate</a:t>
            </a:r>
            <a:endParaRPr lang="en-US" dirty="0">
              <a:latin typeface="FreeSans"/>
            </a:endParaRPr>
          </a:p>
          <a:p>
            <a:r>
              <a:rPr lang="it-IT" dirty="0">
                <a:latin typeface="FreeSans"/>
              </a:rPr>
              <a:t>- să își arate disponibilitatea de a disemina experiența obținută</a:t>
            </a:r>
          </a:p>
          <a:p>
            <a:r>
              <a:rPr lang="it-IT" dirty="0">
                <a:latin typeface="FreeSans"/>
              </a:rPr>
              <a:t>-să prezinte în scrisoarea de intenție o idee personală cu privire la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î</a:t>
            </a:r>
            <a:r>
              <a:rPr lang="it-IT" dirty="0">
                <a:latin typeface="FreeSans"/>
              </a:rPr>
              <a:t>mbunătățirea activității asociației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00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</a:t>
            </a:r>
            <a:r>
              <a:rPr lang="en-US"/>
              <a:t> multumesc!</a:t>
            </a:r>
          </a:p>
        </p:txBody>
      </p:sp>
    </p:spTree>
    <p:extLst>
      <p:ext uri="{BB962C8B-B14F-4D97-AF65-F5344CB8AC3E}">
        <p14:creationId xmlns:p14="http://schemas.microsoft.com/office/powerpoint/2010/main" val="2495985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147</TotalTime>
  <Words>282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FreeSans</vt:lpstr>
      <vt:lpstr>Georgia</vt:lpstr>
      <vt:lpstr>Wingdings 3</vt:lpstr>
      <vt:lpstr>Ion Boardroom</vt:lpstr>
      <vt:lpstr>Proiect Erasmus+ nr.  2024-2-RO01-KA122-ADU-000279325</vt:lpstr>
      <vt:lpstr>“Include-i pe toti! Informeaza-i pe toti! Investeste in toti!“  </vt:lpstr>
      <vt:lpstr>“Include-i pe toti! Informeaza-i pe toti! Investeste in toti!“  </vt:lpstr>
      <vt:lpstr>Selectie pentru:</vt:lpstr>
      <vt:lpstr>Selectie pentru:</vt:lpstr>
      <vt:lpstr>CRITERIILE DE SELECȚIE pentru participanții la cursuri si job shadowing: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Erasmus+ nr.  2024-2-RO01-KA122-ADU-000279325</dc:title>
  <dc:creator>Microsoft account</dc:creator>
  <cp:lastModifiedBy>Adriana Udroiu</cp:lastModifiedBy>
  <cp:revision>9</cp:revision>
  <dcterms:created xsi:type="dcterms:W3CDTF">2025-05-21T03:43:48Z</dcterms:created>
  <dcterms:modified xsi:type="dcterms:W3CDTF">2026-02-27T09:14:35Z</dcterms:modified>
</cp:coreProperties>
</file>